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3" r:id="rId1"/>
  </p:sldMasterIdLst>
  <p:notesMasterIdLst>
    <p:notesMasterId r:id="rId74"/>
  </p:notesMasterIdLst>
  <p:sldIdLst>
    <p:sldId id="256" r:id="rId2"/>
    <p:sldId id="258" r:id="rId3"/>
    <p:sldId id="260" r:id="rId4"/>
    <p:sldId id="261" r:id="rId5"/>
    <p:sldId id="262" r:id="rId6"/>
    <p:sldId id="311" r:id="rId7"/>
    <p:sldId id="312" r:id="rId8"/>
    <p:sldId id="313" r:id="rId9"/>
    <p:sldId id="314" r:id="rId10"/>
    <p:sldId id="315" r:id="rId11"/>
    <p:sldId id="316" r:id="rId12"/>
    <p:sldId id="317" r:id="rId13"/>
    <p:sldId id="318" r:id="rId14"/>
    <p:sldId id="259" r:id="rId15"/>
    <p:sldId id="319" r:id="rId16"/>
    <p:sldId id="320" r:id="rId17"/>
    <p:sldId id="321" r:id="rId18"/>
    <p:sldId id="322" r:id="rId19"/>
    <p:sldId id="323" r:id="rId20"/>
    <p:sldId id="324" r:id="rId21"/>
    <p:sldId id="325" r:id="rId22"/>
    <p:sldId id="326" r:id="rId23"/>
    <p:sldId id="327" r:id="rId24"/>
    <p:sldId id="328" r:id="rId25"/>
    <p:sldId id="329" r:id="rId26"/>
    <p:sldId id="330" r:id="rId27"/>
    <p:sldId id="331" r:id="rId28"/>
    <p:sldId id="332" r:id="rId29"/>
    <p:sldId id="333" r:id="rId30"/>
    <p:sldId id="334" r:id="rId31"/>
    <p:sldId id="335" r:id="rId32"/>
    <p:sldId id="336" r:id="rId33"/>
    <p:sldId id="337" r:id="rId34"/>
    <p:sldId id="338" r:id="rId35"/>
    <p:sldId id="339" r:id="rId36"/>
    <p:sldId id="340" r:id="rId37"/>
    <p:sldId id="341" r:id="rId38"/>
    <p:sldId id="342" r:id="rId39"/>
    <p:sldId id="343" r:id="rId40"/>
    <p:sldId id="344" r:id="rId41"/>
    <p:sldId id="345" r:id="rId42"/>
    <p:sldId id="346" r:id="rId43"/>
    <p:sldId id="263" r:id="rId44"/>
    <p:sldId id="264" r:id="rId45"/>
    <p:sldId id="265" r:id="rId46"/>
    <p:sldId id="266" r:id="rId47"/>
    <p:sldId id="267" r:id="rId48"/>
    <p:sldId id="268" r:id="rId49"/>
    <p:sldId id="269" r:id="rId50"/>
    <p:sldId id="270" r:id="rId51"/>
    <p:sldId id="271" r:id="rId52"/>
    <p:sldId id="272" r:id="rId53"/>
    <p:sldId id="273" r:id="rId54"/>
    <p:sldId id="274" r:id="rId55"/>
    <p:sldId id="275" r:id="rId56"/>
    <p:sldId id="276" r:id="rId57"/>
    <p:sldId id="277" r:id="rId58"/>
    <p:sldId id="278" r:id="rId59"/>
    <p:sldId id="279" r:id="rId60"/>
    <p:sldId id="280" r:id="rId61"/>
    <p:sldId id="281" r:id="rId62"/>
    <p:sldId id="282" r:id="rId63"/>
    <p:sldId id="283" r:id="rId64"/>
    <p:sldId id="284" r:id="rId65"/>
    <p:sldId id="285" r:id="rId66"/>
    <p:sldId id="286" r:id="rId67"/>
    <p:sldId id="287" r:id="rId68"/>
    <p:sldId id="288" r:id="rId69"/>
    <p:sldId id="289" r:id="rId70"/>
    <p:sldId id="290" r:id="rId71"/>
    <p:sldId id="291" r:id="rId72"/>
    <p:sldId id="292" r:id="rId73"/>
  </p:sldIdLst>
  <p:sldSz cx="9144000" cy="5143500" type="screen16x9"/>
  <p:notesSz cx="6858000" cy="9144000"/>
  <p:embeddedFontLst>
    <p:embeddedFont>
      <p:font typeface="Nunito ExtraBold" pitchFamily="2" charset="0"/>
      <p:bold r:id="rId75"/>
      <p:boldItalic r:id="rId76"/>
    </p:embeddedFont>
    <p:embeddedFont>
      <p:font typeface="PT Sans" panose="020B0503020203020204" pitchFamily="34" charset="0"/>
      <p:regular r:id="rId77"/>
      <p:bold r:id="rId78"/>
      <p:italic r:id="rId79"/>
      <p:boldItalic r:id="rId80"/>
    </p:embeddedFont>
    <p:embeddedFont>
      <p:font typeface="Quicksand" panose="02010600030101010101" charset="0"/>
      <p:regular r:id="rId81"/>
      <p:bold r:id="rId82"/>
    </p:embeddedFont>
    <p:embeddedFont>
      <p:font typeface="Quicksand SemiBold" panose="02010600030101010101" charset="0"/>
      <p:regular r:id="rId83"/>
      <p:bold r:id="rId84"/>
    </p:embeddedFont>
    <p:embeddedFont>
      <p:font typeface="Roboto Condensed Light" panose="02000000000000000000" pitchFamily="2" charset="0"/>
      <p:regular r:id="rId85"/>
      <p:italic r:id="rId8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9779FFF-2B44-4CEC-934F-009F7C064462}">
  <a:tblStyle styleId="{F9779FFF-2B44-4CEC-934F-009F7C06446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4" d="100"/>
          <a:sy n="94" d="100"/>
        </p:scale>
        <p:origin x="27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10.fntdata"/><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notesMaster" Target="notesMasters/notesMaster1.xml"/><Relationship Id="rId79" Type="http://schemas.openxmlformats.org/officeDocument/2006/relationships/font" Target="fonts/font5.fntdata"/><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3.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font" Target="fonts/font6.fntdata"/><Relationship Id="rId85" Type="http://schemas.openxmlformats.org/officeDocument/2006/relationships/font" Target="fonts/font1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1.fntdata"/><Relationship Id="rId83" Type="http://schemas.openxmlformats.org/officeDocument/2006/relationships/font" Target="fonts/font9.fntdata"/><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font" Target="fonts/font4.fntdata"/><Relationship Id="rId81" Type="http://schemas.openxmlformats.org/officeDocument/2006/relationships/font" Target="fonts/font7.fntdata"/><Relationship Id="rId86"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2.fntdata"/><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font" Target="fonts/font8.fntdata"/><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1" name="Google Shape;49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g99f2f57a71_0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5" name="Google Shape;625;g99f2f57a71_0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g99f2f57a71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4" name="Google Shape;864;g99f2f57a71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0"/>
        <p:cNvGrpSpPr/>
        <p:nvPr/>
      </p:nvGrpSpPr>
      <p:grpSpPr>
        <a:xfrm>
          <a:off x="0" y="0"/>
          <a:ext cx="0" cy="0"/>
          <a:chOff x="0" y="0"/>
          <a:chExt cx="0" cy="0"/>
        </a:xfrm>
      </p:grpSpPr>
      <p:sp>
        <p:nvSpPr>
          <p:cNvPr id="991" name="Google Shape;991;g12087696051_0_1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2" name="Google Shape;992;g12087696051_0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g12208c1c7fb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2" name="Google Shape;1112;g12208c1c7f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g12208c1c7fb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2" name="Google Shape;1112;g12208c1c7f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54733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g12208c1c7fb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2" name="Google Shape;1112;g12208c1c7f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855953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g12208c1c7fb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2" name="Google Shape;1112;g12208c1c7f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219158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g12208c1c7fb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2" name="Google Shape;1112;g12208c1c7f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407324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g12208c1c7fb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2" name="Google Shape;1112;g12208c1c7f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611417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g12208c1c7fb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2" name="Google Shape;1112;g12208c1c7f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630734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g99f2f57a71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4" name="Google Shape;864;g99f2f57a71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4007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0"/>
        <p:cNvGrpSpPr/>
        <p:nvPr/>
      </p:nvGrpSpPr>
      <p:grpSpPr>
        <a:xfrm>
          <a:off x="0" y="0"/>
          <a:ext cx="0" cy="0"/>
          <a:chOff x="0" y="0"/>
          <a:chExt cx="0" cy="0"/>
        </a:xfrm>
      </p:grpSpPr>
      <p:sp>
        <p:nvSpPr>
          <p:cNvPr id="991" name="Google Shape;991;g12087696051_0_1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2" name="Google Shape;992;g12087696051_0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23009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g99f2f57a71_0_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0" name="Google Shape;700;g99f2f57a71_0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g12208c1c7fb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2" name="Google Shape;1112;g12208c1c7f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551203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g12208c1c7fb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2" name="Google Shape;1112;g12208c1c7f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707950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g12208c1c7fb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2" name="Google Shape;1112;g12208c1c7f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599841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g12208c1c7fb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2" name="Google Shape;1112;g12208c1c7f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234290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g12208c1c7fb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2" name="Google Shape;1112;g12208c1c7f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228816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g12208c1c7fb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2" name="Google Shape;1112;g12208c1c7f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499814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g12208c1c7fb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2" name="Google Shape;1112;g12208c1c7f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421763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g12208c1c7fb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2" name="Google Shape;1112;g12208c1c7f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554191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g99f2f57a71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4" name="Google Shape;864;g99f2f57a71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004837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0"/>
        <p:cNvGrpSpPr/>
        <p:nvPr/>
      </p:nvGrpSpPr>
      <p:grpSpPr>
        <a:xfrm>
          <a:off x="0" y="0"/>
          <a:ext cx="0" cy="0"/>
          <a:chOff x="0" y="0"/>
          <a:chExt cx="0" cy="0"/>
        </a:xfrm>
      </p:grpSpPr>
      <p:sp>
        <p:nvSpPr>
          <p:cNvPr id="991" name="Google Shape;991;g12087696051_0_1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2" name="Google Shape;992;g12087696051_0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704774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g12208c1c7fb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2" name="Google Shape;1112;g12208c1c7f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06115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g12208c1c7fb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2" name="Google Shape;1112;g12208c1c7f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169400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g12208c1c7fb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2" name="Google Shape;1112;g12208c1c7f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849325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g12208c1c7fb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2" name="Google Shape;1112;g12208c1c7f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576512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g12208c1c7fb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2" name="Google Shape;1112;g12208c1c7f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660330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g12208c1c7fb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2" name="Google Shape;1112;g12208c1c7f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714868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g12208c1c7fb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2" name="Google Shape;1112;g12208c1c7f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867964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g12208c1c7fb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2" name="Google Shape;1112;g12208c1c7f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6719144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g99f2f57a71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4" name="Google Shape;864;g99f2f57a71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4984400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0"/>
        <p:cNvGrpSpPr/>
        <p:nvPr/>
      </p:nvGrpSpPr>
      <p:grpSpPr>
        <a:xfrm>
          <a:off x="0" y="0"/>
          <a:ext cx="0" cy="0"/>
          <a:chOff x="0" y="0"/>
          <a:chExt cx="0" cy="0"/>
        </a:xfrm>
      </p:grpSpPr>
      <p:sp>
        <p:nvSpPr>
          <p:cNvPr id="991" name="Google Shape;991;g12087696051_0_1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2" name="Google Shape;992;g12087696051_0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6620186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g12208c1c7fb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2" name="Google Shape;1112;g12208c1c7f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125413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g12208c1c7fb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2" name="Google Shape;1112;g12208c1c7f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1477954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g12208c1c7fb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2" name="Google Shape;1112;g12208c1c7f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5388867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g12208c1c7fb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2" name="Google Shape;1112;g12208c1c7f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8656486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g12208c1c7fb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2" name="Google Shape;1112;g12208c1c7f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1610406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g12208c1c7fb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2" name="Google Shape;1112;g12208c1c7f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5571751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g12208c1c7fb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2" name="Google Shape;1112;g12208c1c7f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8185541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g12208c1c7fb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2" name="Google Shape;1112;g12208c1c7f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5053121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8"/>
        <p:cNvGrpSpPr/>
        <p:nvPr/>
      </p:nvGrpSpPr>
      <p:grpSpPr>
        <a:xfrm>
          <a:off x="0" y="0"/>
          <a:ext cx="0" cy="0"/>
          <a:chOff x="0" y="0"/>
          <a:chExt cx="0" cy="0"/>
        </a:xfrm>
      </p:grpSpPr>
      <p:sp>
        <p:nvSpPr>
          <p:cNvPr id="1129" name="Google Shape;1129;g12208c1c7fb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0" name="Google Shape;1130;g12208c1c7fb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9"/>
        <p:cNvGrpSpPr/>
        <p:nvPr/>
      </p:nvGrpSpPr>
      <p:grpSpPr>
        <a:xfrm>
          <a:off x="0" y="0"/>
          <a:ext cx="0" cy="0"/>
          <a:chOff x="0" y="0"/>
          <a:chExt cx="0" cy="0"/>
        </a:xfrm>
      </p:grpSpPr>
      <p:sp>
        <p:nvSpPr>
          <p:cNvPr id="1260" name="Google Shape;1260;g12208c1c7fb_0_1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1" name="Google Shape;1261;g12208c1c7fb_0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1"/>
        <p:cNvGrpSpPr/>
        <p:nvPr/>
      </p:nvGrpSpPr>
      <p:grpSpPr>
        <a:xfrm>
          <a:off x="0" y="0"/>
          <a:ext cx="0" cy="0"/>
          <a:chOff x="0" y="0"/>
          <a:chExt cx="0" cy="0"/>
        </a:xfrm>
      </p:grpSpPr>
      <p:sp>
        <p:nvSpPr>
          <p:cNvPr id="1322" name="Google Shape;1322;g124fd301bec_0_1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3" name="Google Shape;1323;g124fd301bec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5"/>
        <p:cNvGrpSpPr/>
        <p:nvPr/>
      </p:nvGrpSpPr>
      <p:grpSpPr>
        <a:xfrm>
          <a:off x="0" y="0"/>
          <a:ext cx="0" cy="0"/>
          <a:chOff x="0" y="0"/>
          <a:chExt cx="0" cy="0"/>
        </a:xfrm>
      </p:grpSpPr>
      <p:sp>
        <p:nvSpPr>
          <p:cNvPr id="1456" name="Google Shape;1456;g124fd301bec_0_5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7" name="Google Shape;1457;g124fd301bec_0_5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8"/>
        <p:cNvGrpSpPr/>
        <p:nvPr/>
      </p:nvGrpSpPr>
      <p:grpSpPr>
        <a:xfrm>
          <a:off x="0" y="0"/>
          <a:ext cx="0" cy="0"/>
          <a:chOff x="0" y="0"/>
          <a:chExt cx="0" cy="0"/>
        </a:xfrm>
      </p:grpSpPr>
      <p:sp>
        <p:nvSpPr>
          <p:cNvPr id="1529" name="Google Shape;1529;g124fd301bec_0_6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0" name="Google Shape;1530;g124fd301bec_0_6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6"/>
        <p:cNvGrpSpPr/>
        <p:nvPr/>
      </p:nvGrpSpPr>
      <p:grpSpPr>
        <a:xfrm>
          <a:off x="0" y="0"/>
          <a:ext cx="0" cy="0"/>
          <a:chOff x="0" y="0"/>
          <a:chExt cx="0" cy="0"/>
        </a:xfrm>
      </p:grpSpPr>
      <p:sp>
        <p:nvSpPr>
          <p:cNvPr id="1567" name="Google Shape;1567;g124fd301bec_0_7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8" name="Google Shape;1568;g124fd301bec_0_7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4"/>
        <p:cNvGrpSpPr/>
        <p:nvPr/>
      </p:nvGrpSpPr>
      <p:grpSpPr>
        <a:xfrm>
          <a:off x="0" y="0"/>
          <a:ext cx="0" cy="0"/>
          <a:chOff x="0" y="0"/>
          <a:chExt cx="0" cy="0"/>
        </a:xfrm>
      </p:grpSpPr>
      <p:sp>
        <p:nvSpPr>
          <p:cNvPr id="1605" name="Google Shape;1605;g124fd301bec_0_8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6" name="Google Shape;1606;g124fd301bec_0_8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4"/>
        <p:cNvGrpSpPr/>
        <p:nvPr/>
      </p:nvGrpSpPr>
      <p:grpSpPr>
        <a:xfrm>
          <a:off x="0" y="0"/>
          <a:ext cx="0" cy="0"/>
          <a:chOff x="0" y="0"/>
          <a:chExt cx="0" cy="0"/>
        </a:xfrm>
      </p:grpSpPr>
      <p:sp>
        <p:nvSpPr>
          <p:cNvPr id="1635" name="Google Shape;1635;g124fd301bec_0_8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6" name="Google Shape;1636;g124fd301bec_0_8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6"/>
        <p:cNvGrpSpPr/>
        <p:nvPr/>
      </p:nvGrpSpPr>
      <p:grpSpPr>
        <a:xfrm>
          <a:off x="0" y="0"/>
          <a:ext cx="0" cy="0"/>
          <a:chOff x="0" y="0"/>
          <a:chExt cx="0" cy="0"/>
        </a:xfrm>
      </p:grpSpPr>
      <p:sp>
        <p:nvSpPr>
          <p:cNvPr id="1657" name="Google Shape;1657;g124fd301bec_0_9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8" name="Google Shape;1658;g124fd301bec_0_9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8"/>
        <p:cNvGrpSpPr/>
        <p:nvPr/>
      </p:nvGrpSpPr>
      <p:grpSpPr>
        <a:xfrm>
          <a:off x="0" y="0"/>
          <a:ext cx="0" cy="0"/>
          <a:chOff x="0" y="0"/>
          <a:chExt cx="0" cy="0"/>
        </a:xfrm>
      </p:grpSpPr>
      <p:sp>
        <p:nvSpPr>
          <p:cNvPr id="1689" name="Google Shape;1689;g124fd301bec_0_9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0" name="Google Shape;1690;g124fd301bec_0_9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6"/>
        <p:cNvGrpSpPr/>
        <p:nvPr/>
      </p:nvGrpSpPr>
      <p:grpSpPr>
        <a:xfrm>
          <a:off x="0" y="0"/>
          <a:ext cx="0" cy="0"/>
          <a:chOff x="0" y="0"/>
          <a:chExt cx="0" cy="0"/>
        </a:xfrm>
      </p:grpSpPr>
      <p:sp>
        <p:nvSpPr>
          <p:cNvPr id="1737" name="Google Shape;1737;g124fd301bec_0_10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8" name="Google Shape;1738;g124fd301bec_0_1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2"/>
        <p:cNvGrpSpPr/>
        <p:nvPr/>
      </p:nvGrpSpPr>
      <p:grpSpPr>
        <a:xfrm>
          <a:off x="0" y="0"/>
          <a:ext cx="0" cy="0"/>
          <a:chOff x="0" y="0"/>
          <a:chExt cx="0" cy="0"/>
        </a:xfrm>
      </p:grpSpPr>
      <p:sp>
        <p:nvSpPr>
          <p:cNvPr id="1763" name="Google Shape;1763;g124fd301bec_0_11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4" name="Google Shape;1764;g124fd301bec_0_1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6"/>
        <p:cNvGrpSpPr/>
        <p:nvPr/>
      </p:nvGrpSpPr>
      <p:grpSpPr>
        <a:xfrm>
          <a:off x="0" y="0"/>
          <a:ext cx="0" cy="0"/>
          <a:chOff x="0" y="0"/>
          <a:chExt cx="0" cy="0"/>
        </a:xfrm>
      </p:grpSpPr>
      <p:sp>
        <p:nvSpPr>
          <p:cNvPr id="1777" name="Google Shape;1777;g125024211aa_0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8" name="Google Shape;1778;g125024211aa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1"/>
        <p:cNvGrpSpPr/>
        <p:nvPr/>
      </p:nvGrpSpPr>
      <p:grpSpPr>
        <a:xfrm>
          <a:off x="0" y="0"/>
          <a:ext cx="0" cy="0"/>
          <a:chOff x="0" y="0"/>
          <a:chExt cx="0" cy="0"/>
        </a:xfrm>
      </p:grpSpPr>
      <p:sp>
        <p:nvSpPr>
          <p:cNvPr id="1802" name="Google Shape;1802;g125024211aa_0_1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3" name="Google Shape;1803;g125024211aa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0"/>
        <p:cNvGrpSpPr/>
        <p:nvPr/>
      </p:nvGrpSpPr>
      <p:grpSpPr>
        <a:xfrm>
          <a:off x="0" y="0"/>
          <a:ext cx="0" cy="0"/>
          <a:chOff x="0" y="0"/>
          <a:chExt cx="0" cy="0"/>
        </a:xfrm>
      </p:grpSpPr>
      <p:sp>
        <p:nvSpPr>
          <p:cNvPr id="1871" name="Google Shape;1871;g125024211aa_0_2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2" name="Google Shape;1872;g125024211aa_0_2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6"/>
        <p:cNvGrpSpPr/>
        <p:nvPr/>
      </p:nvGrpSpPr>
      <p:grpSpPr>
        <a:xfrm>
          <a:off x="0" y="0"/>
          <a:ext cx="0" cy="0"/>
          <a:chOff x="0" y="0"/>
          <a:chExt cx="0" cy="0"/>
        </a:xfrm>
      </p:grpSpPr>
      <p:sp>
        <p:nvSpPr>
          <p:cNvPr id="1877" name="Google Shape;1877;g125024211aa_0_2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8" name="Google Shape;1878;g125024211aa_0_2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8"/>
        <p:cNvGrpSpPr/>
        <p:nvPr/>
      </p:nvGrpSpPr>
      <p:grpSpPr>
        <a:xfrm>
          <a:off x="0" y="0"/>
          <a:ext cx="0" cy="0"/>
          <a:chOff x="0" y="0"/>
          <a:chExt cx="0" cy="0"/>
        </a:xfrm>
      </p:grpSpPr>
      <p:sp>
        <p:nvSpPr>
          <p:cNvPr id="1999" name="Google Shape;1999;g125024211aa_0_4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0" name="Google Shape;2000;g125024211aa_0_4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5"/>
        <p:cNvGrpSpPr/>
        <p:nvPr/>
      </p:nvGrpSpPr>
      <p:grpSpPr>
        <a:xfrm>
          <a:off x="0" y="0"/>
          <a:ext cx="0" cy="0"/>
          <a:chOff x="0" y="0"/>
          <a:chExt cx="0" cy="0"/>
        </a:xfrm>
      </p:grpSpPr>
      <p:sp>
        <p:nvSpPr>
          <p:cNvPr id="2086" name="Google Shape;2086;g1253f55bdbb_0_3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7" name="Google Shape;2087;g1253f55bdbb_0_3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5"/>
        <p:cNvGrpSpPr/>
        <p:nvPr/>
      </p:nvGrpSpPr>
      <p:grpSpPr>
        <a:xfrm>
          <a:off x="0" y="0"/>
          <a:ext cx="0" cy="0"/>
          <a:chOff x="0" y="0"/>
          <a:chExt cx="0" cy="0"/>
        </a:xfrm>
      </p:grpSpPr>
      <p:sp>
        <p:nvSpPr>
          <p:cNvPr id="2116" name="Google Shape;2116;g1253f55bdbb_0_3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7" name="Google Shape;2117;g1253f55bdbb_0_3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7"/>
        <p:cNvGrpSpPr/>
        <p:nvPr/>
      </p:nvGrpSpPr>
      <p:grpSpPr>
        <a:xfrm>
          <a:off x="0" y="0"/>
          <a:ext cx="0" cy="0"/>
          <a:chOff x="0" y="0"/>
          <a:chExt cx="0" cy="0"/>
        </a:xfrm>
      </p:grpSpPr>
      <p:sp>
        <p:nvSpPr>
          <p:cNvPr id="2188" name="Google Shape;2188;g1253f55bdbb_0_5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9" name="Google Shape;2189;g1253f55bdbb_0_5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7"/>
        <p:cNvGrpSpPr/>
        <p:nvPr/>
      </p:nvGrpSpPr>
      <p:grpSpPr>
        <a:xfrm>
          <a:off x="0" y="0"/>
          <a:ext cx="0" cy="0"/>
          <a:chOff x="0" y="0"/>
          <a:chExt cx="0" cy="0"/>
        </a:xfrm>
      </p:grpSpPr>
      <p:sp>
        <p:nvSpPr>
          <p:cNvPr id="2248" name="Google Shape;2248;g1253f55bdbb_0_6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9" name="Google Shape;2249;g1253f55bdbb_0_6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7"/>
        <p:cNvGrpSpPr/>
        <p:nvPr/>
      </p:nvGrpSpPr>
      <p:grpSpPr>
        <a:xfrm>
          <a:off x="0" y="0"/>
          <a:ext cx="0" cy="0"/>
          <a:chOff x="0" y="0"/>
          <a:chExt cx="0" cy="0"/>
        </a:xfrm>
      </p:grpSpPr>
      <p:sp>
        <p:nvSpPr>
          <p:cNvPr id="2548" name="Google Shape;2548;g1253f55bdbb_0_10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9" name="Google Shape;2549;g1253f55bdbb_0_10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7"/>
        <p:cNvGrpSpPr/>
        <p:nvPr/>
      </p:nvGrpSpPr>
      <p:grpSpPr>
        <a:xfrm>
          <a:off x="0" y="0"/>
          <a:ext cx="0" cy="0"/>
          <a:chOff x="0" y="0"/>
          <a:chExt cx="0" cy="0"/>
        </a:xfrm>
      </p:grpSpPr>
      <p:sp>
        <p:nvSpPr>
          <p:cNvPr id="2598" name="Google Shape;2598;g1253f55bdbb_0_11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9" name="Google Shape;2599;g1253f55bdbb_0_1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8"/>
        <p:cNvGrpSpPr/>
        <p:nvPr/>
      </p:nvGrpSpPr>
      <p:grpSpPr>
        <a:xfrm>
          <a:off x="0" y="0"/>
          <a:ext cx="0" cy="0"/>
          <a:chOff x="0" y="0"/>
          <a:chExt cx="0" cy="0"/>
        </a:xfrm>
      </p:grpSpPr>
      <p:sp>
        <p:nvSpPr>
          <p:cNvPr id="2749" name="Google Shape;2749;g1253f55bdbb_0_13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0" name="Google Shape;2750;g1253f55bdbb_0_13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6"/>
        <p:cNvGrpSpPr/>
        <p:nvPr/>
      </p:nvGrpSpPr>
      <p:grpSpPr>
        <a:xfrm>
          <a:off x="0" y="0"/>
          <a:ext cx="0" cy="0"/>
          <a:chOff x="0" y="0"/>
          <a:chExt cx="0" cy="0"/>
        </a:xfrm>
      </p:grpSpPr>
      <p:sp>
        <p:nvSpPr>
          <p:cNvPr id="2787" name="Google Shape;2787;g1253f55bdbb_0_13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8" name="Google Shape;2788;g1253f55bdbb_0_13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2"/>
        <p:cNvGrpSpPr/>
        <p:nvPr/>
      </p:nvGrpSpPr>
      <p:grpSpPr>
        <a:xfrm>
          <a:off x="0" y="0"/>
          <a:ext cx="0" cy="0"/>
          <a:chOff x="0" y="0"/>
          <a:chExt cx="0" cy="0"/>
        </a:xfrm>
      </p:grpSpPr>
      <p:sp>
        <p:nvSpPr>
          <p:cNvPr id="2863" name="Google Shape;2863;g1256a938107_0_1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4" name="Google Shape;2864;g1256a938107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6"/>
        <p:cNvGrpSpPr/>
        <p:nvPr/>
      </p:nvGrpSpPr>
      <p:grpSpPr>
        <a:xfrm>
          <a:off x="0" y="0"/>
          <a:ext cx="0" cy="0"/>
          <a:chOff x="0" y="0"/>
          <a:chExt cx="0" cy="0"/>
        </a:xfrm>
      </p:grpSpPr>
      <p:sp>
        <p:nvSpPr>
          <p:cNvPr id="2897" name="Google Shape;2897;g1256a938107_0_1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8" name="Google Shape;2898;g1256a938107_0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3"/>
        <p:cNvGrpSpPr/>
        <p:nvPr/>
      </p:nvGrpSpPr>
      <p:grpSpPr>
        <a:xfrm>
          <a:off x="0" y="0"/>
          <a:ext cx="0" cy="0"/>
          <a:chOff x="0" y="0"/>
          <a:chExt cx="0" cy="0"/>
        </a:xfrm>
      </p:grpSpPr>
      <p:sp>
        <p:nvSpPr>
          <p:cNvPr id="2964" name="Google Shape;2964;g1256a938107_0_2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5" name="Google Shape;2965;g1256a938107_0_2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0"/>
        <p:cNvGrpSpPr/>
        <p:nvPr/>
      </p:nvGrpSpPr>
      <p:grpSpPr>
        <a:xfrm>
          <a:off x="0" y="0"/>
          <a:ext cx="0" cy="0"/>
          <a:chOff x="0" y="0"/>
          <a:chExt cx="0" cy="0"/>
        </a:xfrm>
      </p:grpSpPr>
      <p:sp>
        <p:nvSpPr>
          <p:cNvPr id="3081" name="Google Shape;3081;g12574312ea8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2" name="Google Shape;3082;g12574312ea8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5"/>
        <p:cNvGrpSpPr/>
        <p:nvPr/>
      </p:nvGrpSpPr>
      <p:grpSpPr>
        <a:xfrm>
          <a:off x="0" y="0"/>
          <a:ext cx="0" cy="0"/>
          <a:chOff x="0" y="0"/>
          <a:chExt cx="0" cy="0"/>
        </a:xfrm>
      </p:grpSpPr>
      <p:sp>
        <p:nvSpPr>
          <p:cNvPr id="3276" name="Google Shape;3276;g12574312ea8_0_2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7" name="Google Shape;3277;g12574312ea8_0_2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4854375" y="1906013"/>
            <a:ext cx="3555900" cy="1662300"/>
          </a:xfrm>
          <a:prstGeom prst="rect">
            <a:avLst/>
          </a:prstGeom>
        </p:spPr>
        <p:txBody>
          <a:bodyPr spcFirstLastPara="1" wrap="square" lIns="91425" tIns="91425" rIns="91425" bIns="91425" anchor="b" anchorCtr="0">
            <a:noAutofit/>
          </a:bodyPr>
          <a:lstStyle>
            <a:lvl1pPr lvl="0">
              <a:lnSpc>
                <a:spcPct val="80000"/>
              </a:lnSpc>
              <a:spcBef>
                <a:spcPts val="0"/>
              </a:spcBef>
              <a:spcAft>
                <a:spcPts val="0"/>
              </a:spcAft>
              <a:buClr>
                <a:srgbClr val="191919"/>
              </a:buClr>
              <a:buSzPts val="5200"/>
              <a:buNone/>
              <a:defRPr sz="4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4854448" y="3555763"/>
            <a:ext cx="2998500" cy="6771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Clr>
                <a:schemeClr val="accent5"/>
              </a:buClr>
              <a:buSzPts val="1400"/>
              <a:buNone/>
              <a:defRPr sz="1600"/>
            </a:lvl1pPr>
            <a:lvl2pPr lvl="1" algn="ctr">
              <a:lnSpc>
                <a:spcPct val="100000"/>
              </a:lnSpc>
              <a:spcBef>
                <a:spcPts val="0"/>
              </a:spcBef>
              <a:spcAft>
                <a:spcPts val="0"/>
              </a:spcAft>
              <a:buClr>
                <a:schemeClr val="accent5"/>
              </a:buClr>
              <a:buSzPts val="1800"/>
              <a:buNone/>
              <a:defRPr sz="1800">
                <a:solidFill>
                  <a:schemeClr val="accent5"/>
                </a:solidFill>
              </a:defRPr>
            </a:lvl2pPr>
            <a:lvl3pPr lvl="2" algn="ctr">
              <a:lnSpc>
                <a:spcPct val="100000"/>
              </a:lnSpc>
              <a:spcBef>
                <a:spcPts val="0"/>
              </a:spcBef>
              <a:spcAft>
                <a:spcPts val="0"/>
              </a:spcAft>
              <a:buClr>
                <a:schemeClr val="accent5"/>
              </a:buClr>
              <a:buSzPts val="1800"/>
              <a:buNone/>
              <a:defRPr sz="1800">
                <a:solidFill>
                  <a:schemeClr val="accent5"/>
                </a:solidFill>
              </a:defRPr>
            </a:lvl3pPr>
            <a:lvl4pPr lvl="3" algn="ctr">
              <a:lnSpc>
                <a:spcPct val="100000"/>
              </a:lnSpc>
              <a:spcBef>
                <a:spcPts val="0"/>
              </a:spcBef>
              <a:spcAft>
                <a:spcPts val="0"/>
              </a:spcAft>
              <a:buClr>
                <a:schemeClr val="accent5"/>
              </a:buClr>
              <a:buSzPts val="1800"/>
              <a:buNone/>
              <a:defRPr sz="1800">
                <a:solidFill>
                  <a:schemeClr val="accent5"/>
                </a:solidFill>
              </a:defRPr>
            </a:lvl4pPr>
            <a:lvl5pPr lvl="4" algn="ctr">
              <a:lnSpc>
                <a:spcPct val="100000"/>
              </a:lnSpc>
              <a:spcBef>
                <a:spcPts val="0"/>
              </a:spcBef>
              <a:spcAft>
                <a:spcPts val="0"/>
              </a:spcAft>
              <a:buClr>
                <a:schemeClr val="accent5"/>
              </a:buClr>
              <a:buSzPts val="1800"/>
              <a:buNone/>
              <a:defRPr sz="1800">
                <a:solidFill>
                  <a:schemeClr val="accent5"/>
                </a:solidFill>
              </a:defRPr>
            </a:lvl5pPr>
            <a:lvl6pPr lvl="5" algn="ctr">
              <a:lnSpc>
                <a:spcPct val="100000"/>
              </a:lnSpc>
              <a:spcBef>
                <a:spcPts val="0"/>
              </a:spcBef>
              <a:spcAft>
                <a:spcPts val="0"/>
              </a:spcAft>
              <a:buClr>
                <a:schemeClr val="accent5"/>
              </a:buClr>
              <a:buSzPts val="1800"/>
              <a:buNone/>
              <a:defRPr sz="1800">
                <a:solidFill>
                  <a:schemeClr val="accent5"/>
                </a:solidFill>
              </a:defRPr>
            </a:lvl6pPr>
            <a:lvl7pPr lvl="6" algn="ctr">
              <a:lnSpc>
                <a:spcPct val="100000"/>
              </a:lnSpc>
              <a:spcBef>
                <a:spcPts val="0"/>
              </a:spcBef>
              <a:spcAft>
                <a:spcPts val="0"/>
              </a:spcAft>
              <a:buClr>
                <a:schemeClr val="accent5"/>
              </a:buClr>
              <a:buSzPts val="1800"/>
              <a:buNone/>
              <a:defRPr sz="1800">
                <a:solidFill>
                  <a:schemeClr val="accent5"/>
                </a:solidFill>
              </a:defRPr>
            </a:lvl7pPr>
            <a:lvl8pPr lvl="7" algn="ctr">
              <a:lnSpc>
                <a:spcPct val="100000"/>
              </a:lnSpc>
              <a:spcBef>
                <a:spcPts val="0"/>
              </a:spcBef>
              <a:spcAft>
                <a:spcPts val="0"/>
              </a:spcAft>
              <a:buClr>
                <a:schemeClr val="accent5"/>
              </a:buClr>
              <a:buSzPts val="1800"/>
              <a:buNone/>
              <a:defRPr sz="1800">
                <a:solidFill>
                  <a:schemeClr val="accent5"/>
                </a:solidFill>
              </a:defRPr>
            </a:lvl8pPr>
            <a:lvl9pPr lvl="8" algn="ctr">
              <a:lnSpc>
                <a:spcPct val="100000"/>
              </a:lnSpc>
              <a:spcBef>
                <a:spcPts val="0"/>
              </a:spcBef>
              <a:spcAft>
                <a:spcPts val="0"/>
              </a:spcAft>
              <a:buClr>
                <a:schemeClr val="accent5"/>
              </a:buClr>
              <a:buSzPts val="1800"/>
              <a:buNone/>
              <a:defRPr sz="1800">
                <a:solidFill>
                  <a:schemeClr val="accent5"/>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713100" y="2427950"/>
            <a:ext cx="3125100" cy="1477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42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3" name="Google Shape;13;p3"/>
          <p:cNvSpPr txBox="1">
            <a:spLocks noGrp="1"/>
          </p:cNvSpPr>
          <p:nvPr>
            <p:ph type="title" idx="2" hasCustomPrompt="1"/>
          </p:nvPr>
        </p:nvSpPr>
        <p:spPr>
          <a:xfrm>
            <a:off x="753800" y="1263388"/>
            <a:ext cx="1248300" cy="917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54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4" name="Google Shape;14;p3"/>
          <p:cNvSpPr txBox="1">
            <a:spLocks noGrp="1"/>
          </p:cNvSpPr>
          <p:nvPr>
            <p:ph type="subTitle" idx="1"/>
          </p:nvPr>
        </p:nvSpPr>
        <p:spPr>
          <a:xfrm>
            <a:off x="713101" y="3862475"/>
            <a:ext cx="3125100" cy="738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 name="Google Shape;15;p3"/>
          <p:cNvSpPr/>
          <p:nvPr/>
        </p:nvSpPr>
        <p:spPr>
          <a:xfrm>
            <a:off x="6598276" y="2517750"/>
            <a:ext cx="3069600" cy="30696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3"/>
          <p:cNvSpPr/>
          <p:nvPr/>
        </p:nvSpPr>
        <p:spPr>
          <a:xfrm rot="3749743">
            <a:off x="8227281" y="694595"/>
            <a:ext cx="407224" cy="414921"/>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3"/>
          <p:cNvSpPr/>
          <p:nvPr/>
        </p:nvSpPr>
        <p:spPr>
          <a:xfrm>
            <a:off x="217999" y="4614189"/>
            <a:ext cx="241271" cy="259149"/>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3"/>
          <p:cNvSpPr/>
          <p:nvPr/>
        </p:nvSpPr>
        <p:spPr>
          <a:xfrm>
            <a:off x="8746031" y="1382325"/>
            <a:ext cx="160841" cy="171792"/>
          </a:xfrm>
          <a:custGeom>
            <a:avLst/>
            <a:gdLst/>
            <a:ahLst/>
            <a:cxnLst/>
            <a:rect l="l" t="t" r="r" b="b"/>
            <a:pathLst>
              <a:path w="2776" h="2965" extrusionOk="0">
                <a:moveTo>
                  <a:pt x="1439" y="1"/>
                </a:moveTo>
                <a:cubicBezTo>
                  <a:pt x="1386" y="1"/>
                  <a:pt x="1334" y="31"/>
                  <a:pt x="1322" y="93"/>
                </a:cubicBezTo>
                <a:lnTo>
                  <a:pt x="1168" y="736"/>
                </a:lnTo>
                <a:cubicBezTo>
                  <a:pt x="1120" y="962"/>
                  <a:pt x="953" y="1129"/>
                  <a:pt x="763" y="1177"/>
                </a:cubicBezTo>
                <a:lnTo>
                  <a:pt x="144" y="1308"/>
                </a:lnTo>
                <a:cubicBezTo>
                  <a:pt x="13" y="1331"/>
                  <a:pt x="1" y="1522"/>
                  <a:pt x="132" y="1558"/>
                </a:cubicBezTo>
                <a:lnTo>
                  <a:pt x="739" y="1748"/>
                </a:lnTo>
                <a:cubicBezTo>
                  <a:pt x="930" y="1796"/>
                  <a:pt x="1072" y="1986"/>
                  <a:pt x="1108" y="2212"/>
                </a:cubicBezTo>
                <a:lnTo>
                  <a:pt x="1203" y="2855"/>
                </a:lnTo>
                <a:cubicBezTo>
                  <a:pt x="1216" y="2928"/>
                  <a:pt x="1271" y="2964"/>
                  <a:pt x="1328" y="2964"/>
                </a:cubicBezTo>
                <a:cubicBezTo>
                  <a:pt x="1381" y="2964"/>
                  <a:pt x="1436" y="2931"/>
                  <a:pt x="1453" y="2867"/>
                </a:cubicBezTo>
                <a:lnTo>
                  <a:pt x="1620" y="2177"/>
                </a:lnTo>
                <a:cubicBezTo>
                  <a:pt x="1668" y="1986"/>
                  <a:pt x="1799" y="1843"/>
                  <a:pt x="1965" y="1808"/>
                </a:cubicBezTo>
                <a:lnTo>
                  <a:pt x="2632" y="1665"/>
                </a:lnTo>
                <a:cubicBezTo>
                  <a:pt x="2763" y="1629"/>
                  <a:pt x="2775" y="1438"/>
                  <a:pt x="2632" y="1403"/>
                </a:cubicBezTo>
                <a:lnTo>
                  <a:pt x="1989" y="1212"/>
                </a:lnTo>
                <a:cubicBezTo>
                  <a:pt x="1823" y="1165"/>
                  <a:pt x="1703" y="1010"/>
                  <a:pt x="1668" y="819"/>
                </a:cubicBezTo>
                <a:lnTo>
                  <a:pt x="1561" y="105"/>
                </a:lnTo>
                <a:cubicBezTo>
                  <a:pt x="1554" y="37"/>
                  <a:pt x="1496" y="1"/>
                  <a:pt x="14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3"/>
          <p:cNvSpPr/>
          <p:nvPr/>
        </p:nvSpPr>
        <p:spPr>
          <a:xfrm rot="1358825">
            <a:off x="7059986" y="281035"/>
            <a:ext cx="294023" cy="299557"/>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a:off x="3467388" y="-486250"/>
            <a:ext cx="2914200" cy="29142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720000" y="445025"/>
            <a:ext cx="7704000" cy="7389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23" name="Google Shape;23;p4"/>
          <p:cNvSpPr txBox="1">
            <a:spLocks noGrp="1"/>
          </p:cNvSpPr>
          <p:nvPr>
            <p:ph type="body" idx="1"/>
          </p:nvPr>
        </p:nvSpPr>
        <p:spPr>
          <a:xfrm>
            <a:off x="720000" y="1215752"/>
            <a:ext cx="7704000" cy="34164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Char char="●"/>
              <a:defRPr sz="1250"/>
            </a:lvl1pPr>
            <a:lvl2pPr marL="914400" lvl="1" indent="-304800" rtl="0">
              <a:lnSpc>
                <a:spcPct val="100000"/>
              </a:lnSpc>
              <a:spcBef>
                <a:spcPts val="0"/>
              </a:spcBef>
              <a:spcAft>
                <a:spcPts val="0"/>
              </a:spcAft>
              <a:buSzPts val="1200"/>
              <a:buFont typeface="Roboto Condensed Light"/>
              <a:buChar char="○"/>
              <a:defRPr/>
            </a:lvl2pPr>
            <a:lvl3pPr marL="1371600" lvl="2" indent="-304800" rtl="0">
              <a:lnSpc>
                <a:spcPct val="100000"/>
              </a:lnSpc>
              <a:spcBef>
                <a:spcPts val="0"/>
              </a:spcBef>
              <a:spcAft>
                <a:spcPts val="0"/>
              </a:spcAft>
              <a:buSzPts val="1200"/>
              <a:buFont typeface="Roboto Condensed Light"/>
              <a:buChar char="■"/>
              <a:defRPr/>
            </a:lvl3pPr>
            <a:lvl4pPr marL="1828800" lvl="3" indent="-304800" rtl="0">
              <a:lnSpc>
                <a:spcPct val="100000"/>
              </a:lnSpc>
              <a:spcBef>
                <a:spcPts val="0"/>
              </a:spcBef>
              <a:spcAft>
                <a:spcPts val="0"/>
              </a:spcAft>
              <a:buSzPts val="1200"/>
              <a:buFont typeface="Roboto Condensed Light"/>
              <a:buChar char="●"/>
              <a:defRPr/>
            </a:lvl4pPr>
            <a:lvl5pPr marL="2286000" lvl="4" indent="-304800" rtl="0">
              <a:lnSpc>
                <a:spcPct val="100000"/>
              </a:lnSpc>
              <a:spcBef>
                <a:spcPts val="0"/>
              </a:spcBef>
              <a:spcAft>
                <a:spcPts val="0"/>
              </a:spcAft>
              <a:buSzPts val="1200"/>
              <a:buFont typeface="Roboto Condensed Light"/>
              <a:buChar char="○"/>
              <a:defRPr/>
            </a:lvl5pPr>
            <a:lvl6pPr marL="2743200" lvl="5" indent="-304800" rtl="0">
              <a:lnSpc>
                <a:spcPct val="100000"/>
              </a:lnSpc>
              <a:spcBef>
                <a:spcPts val="0"/>
              </a:spcBef>
              <a:spcAft>
                <a:spcPts val="0"/>
              </a:spcAft>
              <a:buSzPts val="1200"/>
              <a:buFont typeface="Roboto Condensed Light"/>
              <a:buChar char="■"/>
              <a:defRPr/>
            </a:lvl6pPr>
            <a:lvl7pPr marL="3200400" lvl="6" indent="-304800" rtl="0">
              <a:lnSpc>
                <a:spcPct val="100000"/>
              </a:lnSpc>
              <a:spcBef>
                <a:spcPts val="0"/>
              </a:spcBef>
              <a:spcAft>
                <a:spcPts val="0"/>
              </a:spcAft>
              <a:buSzPts val="1200"/>
              <a:buFont typeface="Roboto Condensed Light"/>
              <a:buChar char="●"/>
              <a:defRPr/>
            </a:lvl7pPr>
            <a:lvl8pPr marL="3657600" lvl="7" indent="-304800" rtl="0">
              <a:lnSpc>
                <a:spcPct val="100000"/>
              </a:lnSpc>
              <a:spcBef>
                <a:spcPts val="0"/>
              </a:spcBef>
              <a:spcAft>
                <a:spcPts val="0"/>
              </a:spcAft>
              <a:buSzPts val="1200"/>
              <a:buFont typeface="Roboto Condensed Light"/>
              <a:buChar char="○"/>
              <a:defRPr/>
            </a:lvl8pPr>
            <a:lvl9pPr marL="4114800" lvl="8" indent="-304800" rtl="0">
              <a:lnSpc>
                <a:spcPct val="100000"/>
              </a:lnSpc>
              <a:spcBef>
                <a:spcPts val="0"/>
              </a:spcBef>
              <a:spcAft>
                <a:spcPts val="0"/>
              </a:spcAft>
              <a:buSzPts val="1200"/>
              <a:buFont typeface="Roboto Condensed Light"/>
              <a:buChar char="■"/>
              <a:defRPr/>
            </a:lvl9pPr>
          </a:lstStyle>
          <a:p>
            <a:endParaRPr/>
          </a:p>
        </p:txBody>
      </p:sp>
      <p:sp>
        <p:nvSpPr>
          <p:cNvPr id="24" name="Google Shape;24;p4"/>
          <p:cNvSpPr/>
          <p:nvPr/>
        </p:nvSpPr>
        <p:spPr>
          <a:xfrm>
            <a:off x="187736" y="91800"/>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4"/>
          <p:cNvSpPr/>
          <p:nvPr/>
        </p:nvSpPr>
        <p:spPr>
          <a:xfrm flipH="1">
            <a:off x="8928536" y="3271550"/>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4"/>
          <p:cNvSpPr/>
          <p:nvPr/>
        </p:nvSpPr>
        <p:spPr>
          <a:xfrm>
            <a:off x="8624000" y="3730647"/>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1644463">
            <a:off x="238478" y="671804"/>
            <a:ext cx="265698" cy="285348"/>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 name="Google Shape;28;p4"/>
          <p:cNvGrpSpPr/>
          <p:nvPr/>
        </p:nvGrpSpPr>
        <p:grpSpPr>
          <a:xfrm>
            <a:off x="8255318" y="4310732"/>
            <a:ext cx="968554" cy="880482"/>
            <a:chOff x="6494019" y="-137261"/>
            <a:chExt cx="2116596" cy="1924130"/>
          </a:xfrm>
        </p:grpSpPr>
        <p:sp>
          <p:nvSpPr>
            <p:cNvPr id="29" name="Google Shape;29;p4"/>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4"/>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 name="Google Shape;31;p4"/>
          <p:cNvSpPr/>
          <p:nvPr/>
        </p:nvSpPr>
        <p:spPr>
          <a:xfrm>
            <a:off x="1077400" y="4704960"/>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
          <p:cNvSpPr/>
          <p:nvPr/>
        </p:nvSpPr>
        <p:spPr>
          <a:xfrm>
            <a:off x="7272100" y="19052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3824100" y="557650"/>
            <a:ext cx="4606800" cy="12930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35" name="Google Shape;35;p5"/>
          <p:cNvSpPr txBox="1">
            <a:spLocks noGrp="1"/>
          </p:cNvSpPr>
          <p:nvPr>
            <p:ph type="title" idx="2"/>
          </p:nvPr>
        </p:nvSpPr>
        <p:spPr>
          <a:xfrm>
            <a:off x="5760450" y="1978075"/>
            <a:ext cx="2670300" cy="5541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2400"/>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36" name="Google Shape;36;p5"/>
          <p:cNvSpPr txBox="1">
            <a:spLocks noGrp="1"/>
          </p:cNvSpPr>
          <p:nvPr>
            <p:ph type="title" idx="3"/>
          </p:nvPr>
        </p:nvSpPr>
        <p:spPr>
          <a:xfrm>
            <a:off x="5760450" y="3354801"/>
            <a:ext cx="2670300" cy="5541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2400"/>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37" name="Google Shape;37;p5"/>
          <p:cNvSpPr txBox="1">
            <a:spLocks noGrp="1"/>
          </p:cNvSpPr>
          <p:nvPr>
            <p:ph type="subTitle" idx="1"/>
          </p:nvPr>
        </p:nvSpPr>
        <p:spPr>
          <a:xfrm>
            <a:off x="5760454" y="3772800"/>
            <a:ext cx="2670300" cy="831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38" name="Google Shape;38;p5"/>
          <p:cNvSpPr txBox="1">
            <a:spLocks noGrp="1"/>
          </p:cNvSpPr>
          <p:nvPr>
            <p:ph type="subTitle" idx="4"/>
          </p:nvPr>
        </p:nvSpPr>
        <p:spPr>
          <a:xfrm>
            <a:off x="5760454" y="2396063"/>
            <a:ext cx="2670300" cy="831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6"/>
          <p:cNvSpPr txBox="1">
            <a:spLocks noGrp="1"/>
          </p:cNvSpPr>
          <p:nvPr>
            <p:ph type="title"/>
          </p:nvPr>
        </p:nvSpPr>
        <p:spPr>
          <a:xfrm>
            <a:off x="720000" y="445025"/>
            <a:ext cx="7704000" cy="738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grpSp>
        <p:nvGrpSpPr>
          <p:cNvPr id="41" name="Google Shape;41;p6"/>
          <p:cNvGrpSpPr/>
          <p:nvPr/>
        </p:nvGrpSpPr>
        <p:grpSpPr>
          <a:xfrm>
            <a:off x="-504723" y="52378"/>
            <a:ext cx="1071421" cy="973995"/>
            <a:chOff x="6494019" y="-137261"/>
            <a:chExt cx="2116596" cy="1924130"/>
          </a:xfrm>
        </p:grpSpPr>
        <p:sp>
          <p:nvSpPr>
            <p:cNvPr id="42" name="Google Shape;42;p6"/>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6"/>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 name="Google Shape;44;p6"/>
          <p:cNvSpPr/>
          <p:nvPr/>
        </p:nvSpPr>
        <p:spPr>
          <a:xfrm rot="1851644" flipH="1">
            <a:off x="8590870" y="593623"/>
            <a:ext cx="182399" cy="185849"/>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6"/>
          <p:cNvSpPr/>
          <p:nvPr/>
        </p:nvSpPr>
        <p:spPr>
          <a:xfrm flipH="1">
            <a:off x="8311887" y="184275"/>
            <a:ext cx="295359" cy="300946"/>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6"/>
          <p:cNvSpPr/>
          <p:nvPr/>
        </p:nvSpPr>
        <p:spPr>
          <a:xfrm>
            <a:off x="-35350" y="2744450"/>
            <a:ext cx="280153" cy="300952"/>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6"/>
          <p:cNvSpPr/>
          <p:nvPr/>
        </p:nvSpPr>
        <p:spPr>
          <a:xfrm>
            <a:off x="8713550" y="4568975"/>
            <a:ext cx="280153" cy="300952"/>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8"/>
        <p:cNvGrpSpPr/>
        <p:nvPr/>
      </p:nvGrpSpPr>
      <p:grpSpPr>
        <a:xfrm>
          <a:off x="0" y="0"/>
          <a:ext cx="0" cy="0"/>
          <a:chOff x="0" y="0"/>
          <a:chExt cx="0" cy="0"/>
        </a:xfrm>
      </p:grpSpPr>
      <p:sp>
        <p:nvSpPr>
          <p:cNvPr id="49" name="Google Shape;49;p7"/>
          <p:cNvSpPr txBox="1">
            <a:spLocks noGrp="1"/>
          </p:cNvSpPr>
          <p:nvPr>
            <p:ph type="body" idx="1"/>
          </p:nvPr>
        </p:nvSpPr>
        <p:spPr>
          <a:xfrm>
            <a:off x="1781475" y="1933700"/>
            <a:ext cx="5581200" cy="2103600"/>
          </a:xfrm>
          <a:prstGeom prst="rect">
            <a:avLst/>
          </a:prstGeom>
        </p:spPr>
        <p:txBody>
          <a:bodyPr spcFirstLastPara="1" wrap="square" lIns="91425" tIns="91425" rIns="91425" bIns="91425" anchor="t" anchorCtr="0">
            <a:noAutofit/>
          </a:bodyPr>
          <a:lstStyle>
            <a:lvl1pPr marL="457200" lvl="0" indent="-292100" rtl="0">
              <a:lnSpc>
                <a:spcPct val="100000"/>
              </a:lnSpc>
              <a:spcBef>
                <a:spcPts val="0"/>
              </a:spcBef>
              <a:spcAft>
                <a:spcPts val="0"/>
              </a:spcAft>
              <a:buSzPts val="1000"/>
              <a:buChar char="●"/>
              <a:defRPr>
                <a:solidFill>
                  <a:srgbClr val="434343"/>
                </a:solidFill>
              </a:defRPr>
            </a:lvl1pPr>
            <a:lvl2pPr marL="914400" lvl="1" indent="-317500" rtl="0">
              <a:lnSpc>
                <a:spcPct val="100000"/>
              </a:lnSpc>
              <a:spcBef>
                <a:spcPts val="0"/>
              </a:spcBef>
              <a:spcAft>
                <a:spcPts val="0"/>
              </a:spcAft>
              <a:buSzPts val="1400"/>
              <a:buChar char="○"/>
              <a:defRPr>
                <a:solidFill>
                  <a:srgbClr val="434343"/>
                </a:solidFill>
              </a:defRPr>
            </a:lvl2pPr>
            <a:lvl3pPr marL="1371600" lvl="2" indent="-317500" rtl="0">
              <a:lnSpc>
                <a:spcPct val="100000"/>
              </a:lnSpc>
              <a:spcBef>
                <a:spcPts val="0"/>
              </a:spcBef>
              <a:spcAft>
                <a:spcPts val="0"/>
              </a:spcAft>
              <a:buSzPts val="1400"/>
              <a:buChar char="■"/>
              <a:defRPr>
                <a:solidFill>
                  <a:srgbClr val="434343"/>
                </a:solidFill>
              </a:defRPr>
            </a:lvl3pPr>
            <a:lvl4pPr marL="1828800" lvl="3" indent="-317500" rtl="0">
              <a:lnSpc>
                <a:spcPct val="100000"/>
              </a:lnSpc>
              <a:spcBef>
                <a:spcPts val="0"/>
              </a:spcBef>
              <a:spcAft>
                <a:spcPts val="0"/>
              </a:spcAft>
              <a:buSzPts val="1400"/>
              <a:buChar char="●"/>
              <a:defRPr>
                <a:solidFill>
                  <a:srgbClr val="434343"/>
                </a:solidFill>
              </a:defRPr>
            </a:lvl4pPr>
            <a:lvl5pPr marL="2286000" lvl="4" indent="-317500" rtl="0">
              <a:lnSpc>
                <a:spcPct val="100000"/>
              </a:lnSpc>
              <a:spcBef>
                <a:spcPts val="0"/>
              </a:spcBef>
              <a:spcAft>
                <a:spcPts val="0"/>
              </a:spcAft>
              <a:buSzPts val="1400"/>
              <a:buChar char="○"/>
              <a:defRPr>
                <a:solidFill>
                  <a:srgbClr val="434343"/>
                </a:solidFill>
              </a:defRPr>
            </a:lvl5pPr>
            <a:lvl6pPr marL="2743200" lvl="5" indent="-317500" rtl="0">
              <a:lnSpc>
                <a:spcPct val="100000"/>
              </a:lnSpc>
              <a:spcBef>
                <a:spcPts val="0"/>
              </a:spcBef>
              <a:spcAft>
                <a:spcPts val="0"/>
              </a:spcAft>
              <a:buSzPts val="1400"/>
              <a:buChar char="■"/>
              <a:defRPr>
                <a:solidFill>
                  <a:srgbClr val="434343"/>
                </a:solidFill>
              </a:defRPr>
            </a:lvl6pPr>
            <a:lvl7pPr marL="3200400" lvl="6" indent="-317500" rtl="0">
              <a:lnSpc>
                <a:spcPct val="100000"/>
              </a:lnSpc>
              <a:spcBef>
                <a:spcPts val="0"/>
              </a:spcBef>
              <a:spcAft>
                <a:spcPts val="0"/>
              </a:spcAft>
              <a:buSzPts val="1400"/>
              <a:buChar char="●"/>
              <a:defRPr>
                <a:solidFill>
                  <a:srgbClr val="434343"/>
                </a:solidFill>
              </a:defRPr>
            </a:lvl7pPr>
            <a:lvl8pPr marL="3657600" lvl="7" indent="-317500" rtl="0">
              <a:lnSpc>
                <a:spcPct val="100000"/>
              </a:lnSpc>
              <a:spcBef>
                <a:spcPts val="0"/>
              </a:spcBef>
              <a:spcAft>
                <a:spcPts val="0"/>
              </a:spcAft>
              <a:buSzPts val="1400"/>
              <a:buChar char="○"/>
              <a:defRPr>
                <a:solidFill>
                  <a:srgbClr val="434343"/>
                </a:solidFill>
              </a:defRPr>
            </a:lvl8pPr>
            <a:lvl9pPr marL="4114800" lvl="8" indent="-317500" rtl="0">
              <a:lnSpc>
                <a:spcPct val="100000"/>
              </a:lnSpc>
              <a:spcBef>
                <a:spcPts val="0"/>
              </a:spcBef>
              <a:spcAft>
                <a:spcPts val="0"/>
              </a:spcAft>
              <a:buSzPts val="1400"/>
              <a:buChar char="■"/>
              <a:defRPr>
                <a:solidFill>
                  <a:srgbClr val="434343"/>
                </a:solidFill>
              </a:defRPr>
            </a:lvl9pPr>
          </a:lstStyle>
          <a:p>
            <a:endParaRPr/>
          </a:p>
        </p:txBody>
      </p:sp>
      <p:sp>
        <p:nvSpPr>
          <p:cNvPr id="50" name="Google Shape;50;p7"/>
          <p:cNvSpPr txBox="1">
            <a:spLocks noGrp="1"/>
          </p:cNvSpPr>
          <p:nvPr>
            <p:ph type="title"/>
          </p:nvPr>
        </p:nvSpPr>
        <p:spPr>
          <a:xfrm>
            <a:off x="1781475" y="1106200"/>
            <a:ext cx="5581200" cy="7389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grpSp>
        <p:nvGrpSpPr>
          <p:cNvPr id="51" name="Google Shape;51;p7"/>
          <p:cNvGrpSpPr/>
          <p:nvPr/>
        </p:nvGrpSpPr>
        <p:grpSpPr>
          <a:xfrm flipH="1">
            <a:off x="-47052" y="4214076"/>
            <a:ext cx="1005032" cy="992760"/>
            <a:chOff x="-2708900" y="3174350"/>
            <a:chExt cx="350100" cy="345825"/>
          </a:xfrm>
        </p:grpSpPr>
        <p:sp>
          <p:nvSpPr>
            <p:cNvPr id="52" name="Google Shape;52;p7"/>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7"/>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7"/>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7"/>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7"/>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7"/>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 name="Google Shape;58;p7"/>
          <p:cNvSpPr/>
          <p:nvPr/>
        </p:nvSpPr>
        <p:spPr>
          <a:xfrm>
            <a:off x="8561850" y="283102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7"/>
          <p:cNvSpPr/>
          <p:nvPr/>
        </p:nvSpPr>
        <p:spPr>
          <a:xfrm rot="-359463">
            <a:off x="230865" y="2680624"/>
            <a:ext cx="295349" cy="300935"/>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7"/>
          <p:cNvSpPr/>
          <p:nvPr/>
        </p:nvSpPr>
        <p:spPr>
          <a:xfrm>
            <a:off x="262938" y="35247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7"/>
          <p:cNvSpPr/>
          <p:nvPr/>
        </p:nvSpPr>
        <p:spPr>
          <a:xfrm>
            <a:off x="8430888" y="415185"/>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 name="Google Shape;62;p7"/>
          <p:cNvGrpSpPr/>
          <p:nvPr/>
        </p:nvGrpSpPr>
        <p:grpSpPr>
          <a:xfrm>
            <a:off x="7716652" y="3603792"/>
            <a:ext cx="1622959" cy="1603210"/>
            <a:chOff x="-2708900" y="3174350"/>
            <a:chExt cx="350100" cy="345825"/>
          </a:xfrm>
        </p:grpSpPr>
        <p:sp>
          <p:nvSpPr>
            <p:cNvPr id="63" name="Google Shape;63;p7"/>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7"/>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7"/>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7"/>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7"/>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7"/>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9"/>
        <p:cNvGrpSpPr/>
        <p:nvPr/>
      </p:nvGrpSpPr>
      <p:grpSpPr>
        <a:xfrm>
          <a:off x="0" y="0"/>
          <a:ext cx="0" cy="0"/>
          <a:chOff x="0" y="0"/>
          <a:chExt cx="0" cy="0"/>
        </a:xfrm>
      </p:grpSpPr>
      <p:sp>
        <p:nvSpPr>
          <p:cNvPr id="70" name="Google Shape;70;p8"/>
          <p:cNvSpPr txBox="1">
            <a:spLocks noGrp="1"/>
          </p:cNvSpPr>
          <p:nvPr>
            <p:ph type="title"/>
          </p:nvPr>
        </p:nvSpPr>
        <p:spPr>
          <a:xfrm>
            <a:off x="1894500" y="1371150"/>
            <a:ext cx="5355000" cy="24012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72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71" name="Google Shape;71;p8"/>
          <p:cNvSpPr/>
          <p:nvPr/>
        </p:nvSpPr>
        <p:spPr>
          <a:xfrm>
            <a:off x="-162275" y="-141100"/>
            <a:ext cx="2582400" cy="2582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 name="Google Shape;72;p8"/>
          <p:cNvGrpSpPr/>
          <p:nvPr/>
        </p:nvGrpSpPr>
        <p:grpSpPr>
          <a:xfrm flipH="1">
            <a:off x="-264179" y="2793999"/>
            <a:ext cx="851905" cy="841502"/>
            <a:chOff x="3458451" y="3807305"/>
            <a:chExt cx="855154" cy="844712"/>
          </a:xfrm>
        </p:grpSpPr>
        <p:grpSp>
          <p:nvGrpSpPr>
            <p:cNvPr id="73" name="Google Shape;73;p8"/>
            <p:cNvGrpSpPr/>
            <p:nvPr/>
          </p:nvGrpSpPr>
          <p:grpSpPr>
            <a:xfrm flipH="1">
              <a:off x="3458451" y="3807305"/>
              <a:ext cx="855154" cy="844712"/>
              <a:chOff x="-2708900" y="3174350"/>
              <a:chExt cx="350100" cy="345825"/>
            </a:xfrm>
          </p:grpSpPr>
          <p:sp>
            <p:nvSpPr>
              <p:cNvPr id="74" name="Google Shape;74;p8"/>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8"/>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8"/>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8"/>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8"/>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8"/>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80" name="Google Shape;80;p8"/>
            <p:cNvCxnSpPr/>
            <p:nvPr/>
          </p:nvCxnSpPr>
          <p:spPr>
            <a:xfrm>
              <a:off x="3513675" y="4647509"/>
              <a:ext cx="656100" cy="0"/>
            </a:xfrm>
            <a:prstGeom prst="straightConnector1">
              <a:avLst/>
            </a:prstGeom>
            <a:noFill/>
            <a:ln w="9525" cap="flat" cmpd="sng">
              <a:solidFill>
                <a:schemeClr val="dk1"/>
              </a:solidFill>
              <a:prstDash val="solid"/>
              <a:round/>
              <a:headEnd type="none" w="med" len="med"/>
              <a:tailEnd type="none" w="med" len="med"/>
            </a:ln>
          </p:spPr>
        </p:cxnSp>
      </p:grpSp>
      <p:sp>
        <p:nvSpPr>
          <p:cNvPr id="81" name="Google Shape;81;p8"/>
          <p:cNvSpPr/>
          <p:nvPr/>
        </p:nvSpPr>
        <p:spPr>
          <a:xfrm rot="3698333">
            <a:off x="8537698" y="653825"/>
            <a:ext cx="295353" cy="30094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8"/>
          <p:cNvSpPr/>
          <p:nvPr/>
        </p:nvSpPr>
        <p:spPr>
          <a:xfrm>
            <a:off x="389775" y="428122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8"/>
          <p:cNvSpPr/>
          <p:nvPr/>
        </p:nvSpPr>
        <p:spPr>
          <a:xfrm>
            <a:off x="8739350" y="4032860"/>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4"/>
        <p:cNvGrpSpPr/>
        <p:nvPr/>
      </p:nvGrpSpPr>
      <p:grpSpPr>
        <a:xfrm>
          <a:off x="0" y="0"/>
          <a:ext cx="0" cy="0"/>
          <a:chOff x="0" y="0"/>
          <a:chExt cx="0" cy="0"/>
        </a:xfrm>
      </p:grpSpPr>
      <p:sp>
        <p:nvSpPr>
          <p:cNvPr id="85" name="Google Shape;85;p9"/>
          <p:cNvSpPr/>
          <p:nvPr/>
        </p:nvSpPr>
        <p:spPr>
          <a:xfrm rot="10800000">
            <a:off x="582723" y="-47595"/>
            <a:ext cx="7044152" cy="4733896"/>
          </a:xfrm>
          <a:custGeom>
            <a:avLst/>
            <a:gdLst/>
            <a:ahLst/>
            <a:cxnLst/>
            <a:rect l="l" t="t" r="r" b="b"/>
            <a:pathLst>
              <a:path w="67938" h="49435" extrusionOk="0">
                <a:moveTo>
                  <a:pt x="19861" y="0"/>
                </a:moveTo>
                <a:cubicBezTo>
                  <a:pt x="10467" y="0"/>
                  <a:pt x="2847" y="7608"/>
                  <a:pt x="2847" y="17014"/>
                </a:cubicBezTo>
                <a:cubicBezTo>
                  <a:pt x="2847" y="20848"/>
                  <a:pt x="4109" y="24384"/>
                  <a:pt x="6252" y="27230"/>
                </a:cubicBezTo>
                <a:cubicBezTo>
                  <a:pt x="2394" y="31135"/>
                  <a:pt x="1" y="36505"/>
                  <a:pt x="1" y="42434"/>
                </a:cubicBezTo>
                <a:cubicBezTo>
                  <a:pt x="1" y="44887"/>
                  <a:pt x="418" y="47244"/>
                  <a:pt x="1168" y="49435"/>
                </a:cubicBezTo>
                <a:lnTo>
                  <a:pt x="66628" y="49435"/>
                </a:lnTo>
                <a:cubicBezTo>
                  <a:pt x="67474" y="47399"/>
                  <a:pt x="67938" y="45160"/>
                  <a:pt x="67938" y="42815"/>
                </a:cubicBezTo>
                <a:cubicBezTo>
                  <a:pt x="67938" y="37826"/>
                  <a:pt x="65831" y="33326"/>
                  <a:pt x="62461" y="30171"/>
                </a:cubicBezTo>
                <a:cubicBezTo>
                  <a:pt x="63283" y="27873"/>
                  <a:pt x="63747" y="25396"/>
                  <a:pt x="63747" y="22801"/>
                </a:cubicBezTo>
                <a:cubicBezTo>
                  <a:pt x="63747" y="10835"/>
                  <a:pt x="54032" y="1119"/>
                  <a:pt x="42054" y="1119"/>
                </a:cubicBezTo>
                <a:cubicBezTo>
                  <a:pt x="38018" y="1119"/>
                  <a:pt x="34243" y="2227"/>
                  <a:pt x="31005" y="4155"/>
                </a:cubicBezTo>
                <a:cubicBezTo>
                  <a:pt x="28016" y="1560"/>
                  <a:pt x="24123" y="0"/>
                  <a:pt x="198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9"/>
          <p:cNvSpPr txBox="1">
            <a:spLocks noGrp="1"/>
          </p:cNvSpPr>
          <p:nvPr>
            <p:ph type="title"/>
          </p:nvPr>
        </p:nvSpPr>
        <p:spPr>
          <a:xfrm>
            <a:off x="2034638" y="746063"/>
            <a:ext cx="4064100" cy="923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8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87" name="Google Shape;87;p9"/>
          <p:cNvSpPr txBox="1">
            <a:spLocks noGrp="1"/>
          </p:cNvSpPr>
          <p:nvPr>
            <p:ph type="subTitle" idx="1"/>
          </p:nvPr>
        </p:nvSpPr>
        <p:spPr>
          <a:xfrm>
            <a:off x="2034600" y="1669463"/>
            <a:ext cx="4064100" cy="184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Char char="●"/>
              <a:defRPr sz="180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a:p>
        </p:txBody>
      </p:sp>
      <p:sp>
        <p:nvSpPr>
          <p:cNvPr id="88" name="Google Shape;88;p9"/>
          <p:cNvSpPr/>
          <p:nvPr/>
        </p:nvSpPr>
        <p:spPr>
          <a:xfrm>
            <a:off x="367550" y="1774913"/>
            <a:ext cx="280153" cy="300952"/>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9"/>
          <p:cNvSpPr/>
          <p:nvPr/>
        </p:nvSpPr>
        <p:spPr>
          <a:xfrm>
            <a:off x="967625" y="4453613"/>
            <a:ext cx="280153" cy="300952"/>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9"/>
          <p:cNvSpPr/>
          <p:nvPr/>
        </p:nvSpPr>
        <p:spPr>
          <a:xfrm>
            <a:off x="8973075" y="3015813"/>
            <a:ext cx="280153" cy="300952"/>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 name="Google Shape;91;p9"/>
          <p:cNvGrpSpPr/>
          <p:nvPr/>
        </p:nvGrpSpPr>
        <p:grpSpPr>
          <a:xfrm>
            <a:off x="7973776" y="-477402"/>
            <a:ext cx="1770321" cy="1609342"/>
            <a:chOff x="6494019" y="-137261"/>
            <a:chExt cx="2116596" cy="1924130"/>
          </a:xfrm>
        </p:grpSpPr>
        <p:sp>
          <p:nvSpPr>
            <p:cNvPr id="92" name="Google Shape;92;p9"/>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9"/>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4"/>
        <p:cNvGrpSpPr/>
        <p:nvPr/>
      </p:nvGrpSpPr>
      <p:grpSpPr>
        <a:xfrm>
          <a:off x="0" y="0"/>
          <a:ext cx="0" cy="0"/>
          <a:chOff x="0" y="0"/>
          <a:chExt cx="0" cy="0"/>
        </a:xfrm>
      </p:grpSpPr>
      <p:sp>
        <p:nvSpPr>
          <p:cNvPr id="95" name="Google Shape;95;p10"/>
          <p:cNvSpPr>
            <a:spLocks noGrp="1"/>
          </p:cNvSpPr>
          <p:nvPr>
            <p:ph type="pic" idx="2"/>
          </p:nvPr>
        </p:nvSpPr>
        <p:spPr>
          <a:xfrm>
            <a:off x="-5400" y="-8775"/>
            <a:ext cx="9144000" cy="5143500"/>
          </a:xfrm>
          <a:prstGeom prst="rect">
            <a:avLst/>
          </a:prstGeom>
          <a:noFill/>
          <a:ln>
            <a:noFill/>
          </a:ln>
        </p:spPr>
      </p:sp>
      <p:sp>
        <p:nvSpPr>
          <p:cNvPr id="96" name="Google Shape;96;p10"/>
          <p:cNvSpPr txBox="1">
            <a:spLocks noGrp="1"/>
          </p:cNvSpPr>
          <p:nvPr>
            <p:ph type="title"/>
          </p:nvPr>
        </p:nvSpPr>
        <p:spPr>
          <a:xfrm>
            <a:off x="688025" y="3644900"/>
            <a:ext cx="2967000" cy="9543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2500"/>
            </a:lvl1pPr>
            <a:lvl2pPr lvl="1" algn="ctr" rtl="0">
              <a:spcBef>
                <a:spcPts val="0"/>
              </a:spcBef>
              <a:spcAft>
                <a:spcPts val="0"/>
              </a:spcAft>
              <a:buSzPts val="3600"/>
              <a:buNone/>
              <a:defRPr/>
            </a:lvl2pPr>
            <a:lvl3pPr lvl="2" algn="ctr" rtl="0">
              <a:spcBef>
                <a:spcPts val="0"/>
              </a:spcBef>
              <a:spcAft>
                <a:spcPts val="0"/>
              </a:spcAft>
              <a:buSzPts val="3600"/>
              <a:buNone/>
              <a:defRPr/>
            </a:lvl3pPr>
            <a:lvl4pPr lvl="3" algn="ctr" rtl="0">
              <a:spcBef>
                <a:spcPts val="0"/>
              </a:spcBef>
              <a:spcAft>
                <a:spcPts val="0"/>
              </a:spcAft>
              <a:buSzPts val="3600"/>
              <a:buNone/>
              <a:defRPr/>
            </a:lvl4pPr>
            <a:lvl5pPr lvl="4" algn="ctr" rtl="0">
              <a:spcBef>
                <a:spcPts val="0"/>
              </a:spcBef>
              <a:spcAft>
                <a:spcPts val="0"/>
              </a:spcAft>
              <a:buSzPts val="3600"/>
              <a:buNone/>
              <a:defRPr/>
            </a:lvl5pPr>
            <a:lvl6pPr lvl="5" algn="ctr" rtl="0">
              <a:spcBef>
                <a:spcPts val="0"/>
              </a:spcBef>
              <a:spcAft>
                <a:spcPts val="0"/>
              </a:spcAft>
              <a:buSzPts val="3600"/>
              <a:buNone/>
              <a:defRPr/>
            </a:lvl6pPr>
            <a:lvl7pPr lvl="6" algn="ctr" rtl="0">
              <a:spcBef>
                <a:spcPts val="0"/>
              </a:spcBef>
              <a:spcAft>
                <a:spcPts val="0"/>
              </a:spcAft>
              <a:buSzPts val="3600"/>
              <a:buNone/>
              <a:defRPr/>
            </a:lvl7pPr>
            <a:lvl8pPr lvl="7" algn="ctr" rtl="0">
              <a:spcBef>
                <a:spcPts val="0"/>
              </a:spcBef>
              <a:spcAft>
                <a:spcPts val="0"/>
              </a:spcAft>
              <a:buSzPts val="3600"/>
              <a:buNone/>
              <a:defRPr/>
            </a:lvl8pPr>
            <a:lvl9pPr lvl="8" algn="ctr" rtl="0">
              <a:spcBef>
                <a:spcPts val="0"/>
              </a:spcBef>
              <a:spcAft>
                <a:spcPts val="0"/>
              </a:spcAft>
              <a:buSzPts val="36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7"/>
        <p:cNvGrpSpPr/>
        <p:nvPr/>
      </p:nvGrpSpPr>
      <p:grpSpPr>
        <a:xfrm>
          <a:off x="0" y="0"/>
          <a:ext cx="0" cy="0"/>
          <a:chOff x="0" y="0"/>
          <a:chExt cx="0" cy="0"/>
        </a:xfrm>
      </p:grpSpPr>
      <p:sp>
        <p:nvSpPr>
          <p:cNvPr id="98" name="Google Shape;98;p11"/>
          <p:cNvSpPr/>
          <p:nvPr/>
        </p:nvSpPr>
        <p:spPr>
          <a:xfrm>
            <a:off x="6766246" y="3064675"/>
            <a:ext cx="3093217" cy="2078865"/>
          </a:xfrm>
          <a:custGeom>
            <a:avLst/>
            <a:gdLst/>
            <a:ahLst/>
            <a:cxnLst/>
            <a:rect l="l" t="t" r="r" b="b"/>
            <a:pathLst>
              <a:path w="67938" h="49435" extrusionOk="0">
                <a:moveTo>
                  <a:pt x="19861" y="0"/>
                </a:moveTo>
                <a:cubicBezTo>
                  <a:pt x="10467" y="0"/>
                  <a:pt x="2847" y="7608"/>
                  <a:pt x="2847" y="17014"/>
                </a:cubicBezTo>
                <a:cubicBezTo>
                  <a:pt x="2847" y="20848"/>
                  <a:pt x="4109" y="24384"/>
                  <a:pt x="6252" y="27230"/>
                </a:cubicBezTo>
                <a:cubicBezTo>
                  <a:pt x="2394" y="31135"/>
                  <a:pt x="1" y="36505"/>
                  <a:pt x="1" y="42434"/>
                </a:cubicBezTo>
                <a:cubicBezTo>
                  <a:pt x="1" y="44887"/>
                  <a:pt x="418" y="47244"/>
                  <a:pt x="1168" y="49435"/>
                </a:cubicBezTo>
                <a:lnTo>
                  <a:pt x="66628" y="49435"/>
                </a:lnTo>
                <a:cubicBezTo>
                  <a:pt x="67474" y="47399"/>
                  <a:pt x="67938" y="45160"/>
                  <a:pt x="67938" y="42815"/>
                </a:cubicBezTo>
                <a:cubicBezTo>
                  <a:pt x="67938" y="37826"/>
                  <a:pt x="65831" y="33326"/>
                  <a:pt x="62461" y="30171"/>
                </a:cubicBezTo>
                <a:cubicBezTo>
                  <a:pt x="63283" y="27873"/>
                  <a:pt x="63747" y="25396"/>
                  <a:pt x="63747" y="22801"/>
                </a:cubicBezTo>
                <a:cubicBezTo>
                  <a:pt x="63747" y="10835"/>
                  <a:pt x="54032" y="1119"/>
                  <a:pt x="42054" y="1119"/>
                </a:cubicBezTo>
                <a:cubicBezTo>
                  <a:pt x="38018" y="1119"/>
                  <a:pt x="34243" y="2227"/>
                  <a:pt x="31005" y="4155"/>
                </a:cubicBezTo>
                <a:cubicBezTo>
                  <a:pt x="28016" y="1560"/>
                  <a:pt x="24123" y="0"/>
                  <a:pt x="198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1"/>
          <p:cNvSpPr txBox="1">
            <a:spLocks noGrp="1"/>
          </p:cNvSpPr>
          <p:nvPr>
            <p:ph type="title" hasCustomPrompt="1"/>
          </p:nvPr>
        </p:nvSpPr>
        <p:spPr>
          <a:xfrm>
            <a:off x="1812050" y="1084188"/>
            <a:ext cx="5520000" cy="24780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149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00" name="Google Shape;100;p11"/>
          <p:cNvSpPr txBox="1">
            <a:spLocks noGrp="1"/>
          </p:cNvSpPr>
          <p:nvPr>
            <p:ph type="subTitle" idx="1"/>
          </p:nvPr>
        </p:nvSpPr>
        <p:spPr>
          <a:xfrm>
            <a:off x="1812050" y="3395588"/>
            <a:ext cx="55200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8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101" name="Google Shape;101;p11"/>
          <p:cNvSpPr/>
          <p:nvPr/>
        </p:nvSpPr>
        <p:spPr>
          <a:xfrm rot="-3698333" flipH="1">
            <a:off x="8554973" y="4407050"/>
            <a:ext cx="295353" cy="30094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2" name="Google Shape;102;p11"/>
          <p:cNvGrpSpPr/>
          <p:nvPr/>
        </p:nvGrpSpPr>
        <p:grpSpPr>
          <a:xfrm>
            <a:off x="367512" y="4482602"/>
            <a:ext cx="1231436" cy="1119459"/>
            <a:chOff x="6494019" y="-137261"/>
            <a:chExt cx="2116596" cy="1924130"/>
          </a:xfrm>
        </p:grpSpPr>
        <p:sp>
          <p:nvSpPr>
            <p:cNvPr id="103" name="Google Shape;103;p11"/>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1"/>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5" name="Google Shape;105;p11"/>
          <p:cNvSpPr/>
          <p:nvPr/>
        </p:nvSpPr>
        <p:spPr>
          <a:xfrm>
            <a:off x="8667175" y="415185"/>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1"/>
          <p:cNvSpPr/>
          <p:nvPr/>
        </p:nvSpPr>
        <p:spPr>
          <a:xfrm>
            <a:off x="256450" y="2335847"/>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07"/>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08"/>
        <p:cNvGrpSpPr/>
        <p:nvPr/>
      </p:nvGrpSpPr>
      <p:grpSpPr>
        <a:xfrm>
          <a:off x="0" y="0"/>
          <a:ext cx="0" cy="0"/>
          <a:chOff x="0" y="0"/>
          <a:chExt cx="0" cy="0"/>
        </a:xfrm>
      </p:grpSpPr>
      <p:sp>
        <p:nvSpPr>
          <p:cNvPr id="109" name="Google Shape;109;p13"/>
          <p:cNvSpPr txBox="1">
            <a:spLocks noGrp="1"/>
          </p:cNvSpPr>
          <p:nvPr>
            <p:ph type="title"/>
          </p:nvPr>
        </p:nvSpPr>
        <p:spPr>
          <a:xfrm>
            <a:off x="720000" y="445025"/>
            <a:ext cx="6568500" cy="7389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110" name="Google Shape;110;p13"/>
          <p:cNvSpPr txBox="1">
            <a:spLocks noGrp="1"/>
          </p:cNvSpPr>
          <p:nvPr>
            <p:ph type="title" idx="2"/>
          </p:nvPr>
        </p:nvSpPr>
        <p:spPr>
          <a:xfrm>
            <a:off x="720124" y="1953763"/>
            <a:ext cx="26952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11" name="Google Shape;111;p13"/>
          <p:cNvSpPr txBox="1">
            <a:spLocks noGrp="1"/>
          </p:cNvSpPr>
          <p:nvPr>
            <p:ph type="subTitle" idx="1"/>
          </p:nvPr>
        </p:nvSpPr>
        <p:spPr>
          <a:xfrm>
            <a:off x="720124" y="2397413"/>
            <a:ext cx="2695200" cy="615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2" name="Google Shape;112;p13"/>
          <p:cNvSpPr txBox="1">
            <a:spLocks noGrp="1"/>
          </p:cNvSpPr>
          <p:nvPr>
            <p:ph type="title" idx="3"/>
          </p:nvPr>
        </p:nvSpPr>
        <p:spPr>
          <a:xfrm>
            <a:off x="3866405" y="1953763"/>
            <a:ext cx="26952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13" name="Google Shape;113;p13"/>
          <p:cNvSpPr txBox="1">
            <a:spLocks noGrp="1"/>
          </p:cNvSpPr>
          <p:nvPr>
            <p:ph type="subTitle" idx="4"/>
          </p:nvPr>
        </p:nvSpPr>
        <p:spPr>
          <a:xfrm>
            <a:off x="3866405" y="2397413"/>
            <a:ext cx="2695200" cy="615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4" name="Google Shape;114;p13"/>
          <p:cNvSpPr txBox="1">
            <a:spLocks noGrp="1"/>
          </p:cNvSpPr>
          <p:nvPr>
            <p:ph type="title" idx="5"/>
          </p:nvPr>
        </p:nvSpPr>
        <p:spPr>
          <a:xfrm>
            <a:off x="720124" y="3608975"/>
            <a:ext cx="26952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15" name="Google Shape;115;p13"/>
          <p:cNvSpPr txBox="1">
            <a:spLocks noGrp="1"/>
          </p:cNvSpPr>
          <p:nvPr>
            <p:ph type="subTitle" idx="6"/>
          </p:nvPr>
        </p:nvSpPr>
        <p:spPr>
          <a:xfrm>
            <a:off x="720124" y="4052625"/>
            <a:ext cx="2695200" cy="615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6" name="Google Shape;116;p13"/>
          <p:cNvSpPr txBox="1">
            <a:spLocks noGrp="1"/>
          </p:cNvSpPr>
          <p:nvPr>
            <p:ph type="title" idx="7"/>
          </p:nvPr>
        </p:nvSpPr>
        <p:spPr>
          <a:xfrm>
            <a:off x="3866405" y="3608975"/>
            <a:ext cx="26952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17" name="Google Shape;117;p13"/>
          <p:cNvSpPr txBox="1">
            <a:spLocks noGrp="1"/>
          </p:cNvSpPr>
          <p:nvPr>
            <p:ph type="subTitle" idx="8"/>
          </p:nvPr>
        </p:nvSpPr>
        <p:spPr>
          <a:xfrm>
            <a:off x="3866405" y="4052625"/>
            <a:ext cx="2695200" cy="615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8" name="Google Shape;118;p13"/>
          <p:cNvSpPr txBox="1">
            <a:spLocks noGrp="1"/>
          </p:cNvSpPr>
          <p:nvPr>
            <p:ph type="title" idx="9" hasCustomPrompt="1"/>
          </p:nvPr>
        </p:nvSpPr>
        <p:spPr>
          <a:xfrm>
            <a:off x="720124" y="1434000"/>
            <a:ext cx="1498200" cy="646500"/>
          </a:xfrm>
          <a:prstGeom prst="rect">
            <a:avLst/>
          </a:prstGeom>
        </p:spPr>
        <p:txBody>
          <a:bodyPr spcFirstLastPara="1" wrap="square" lIns="91425" tIns="91425" rIns="91425" bIns="91425" anchor="b" anchorCtr="0">
            <a:noAutofit/>
          </a:bodyPr>
          <a:lstStyle>
            <a:lvl1pPr lvl="0" rtl="0">
              <a:spcBef>
                <a:spcPts val="0"/>
              </a:spcBef>
              <a:spcAft>
                <a:spcPts val="0"/>
              </a:spcAft>
              <a:buSzPts val="4800"/>
              <a:buNone/>
              <a:defRPr sz="3000">
                <a:solidFill>
                  <a:schemeClr val="accent4"/>
                </a:solidFill>
              </a:defRPr>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
        <p:nvSpPr>
          <p:cNvPr id="119" name="Google Shape;119;p13"/>
          <p:cNvSpPr txBox="1">
            <a:spLocks noGrp="1"/>
          </p:cNvSpPr>
          <p:nvPr>
            <p:ph type="title" idx="13" hasCustomPrompt="1"/>
          </p:nvPr>
        </p:nvSpPr>
        <p:spPr>
          <a:xfrm>
            <a:off x="720124" y="3089213"/>
            <a:ext cx="1498200" cy="646500"/>
          </a:xfrm>
          <a:prstGeom prst="rect">
            <a:avLst/>
          </a:prstGeom>
        </p:spPr>
        <p:txBody>
          <a:bodyPr spcFirstLastPara="1" wrap="square" lIns="91425" tIns="91425" rIns="91425" bIns="91425" anchor="b" anchorCtr="0">
            <a:noAutofit/>
          </a:bodyPr>
          <a:lstStyle>
            <a:lvl1pPr lvl="0" rtl="0">
              <a:spcBef>
                <a:spcPts val="0"/>
              </a:spcBef>
              <a:spcAft>
                <a:spcPts val="0"/>
              </a:spcAft>
              <a:buSzPts val="4800"/>
              <a:buNone/>
              <a:defRPr sz="3000">
                <a:solidFill>
                  <a:schemeClr val="accent4"/>
                </a:solidFill>
              </a:defRPr>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
        <p:nvSpPr>
          <p:cNvPr id="120" name="Google Shape;120;p13"/>
          <p:cNvSpPr txBox="1">
            <a:spLocks noGrp="1"/>
          </p:cNvSpPr>
          <p:nvPr>
            <p:ph type="title" idx="14" hasCustomPrompt="1"/>
          </p:nvPr>
        </p:nvSpPr>
        <p:spPr>
          <a:xfrm>
            <a:off x="3866400" y="1434000"/>
            <a:ext cx="1498200" cy="646500"/>
          </a:xfrm>
          <a:prstGeom prst="rect">
            <a:avLst/>
          </a:prstGeom>
        </p:spPr>
        <p:txBody>
          <a:bodyPr spcFirstLastPara="1" wrap="square" lIns="91425" tIns="91425" rIns="91425" bIns="91425" anchor="b" anchorCtr="0">
            <a:noAutofit/>
          </a:bodyPr>
          <a:lstStyle>
            <a:lvl1pPr lvl="0" rtl="0">
              <a:spcBef>
                <a:spcPts val="0"/>
              </a:spcBef>
              <a:spcAft>
                <a:spcPts val="0"/>
              </a:spcAft>
              <a:buSzPts val="4800"/>
              <a:buNone/>
              <a:defRPr sz="3000">
                <a:solidFill>
                  <a:schemeClr val="accent4"/>
                </a:solidFill>
              </a:defRPr>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
        <p:nvSpPr>
          <p:cNvPr id="121" name="Google Shape;121;p13"/>
          <p:cNvSpPr txBox="1">
            <a:spLocks noGrp="1"/>
          </p:cNvSpPr>
          <p:nvPr>
            <p:ph type="title" idx="15" hasCustomPrompt="1"/>
          </p:nvPr>
        </p:nvSpPr>
        <p:spPr>
          <a:xfrm>
            <a:off x="3866400" y="3089213"/>
            <a:ext cx="1498200" cy="646500"/>
          </a:xfrm>
          <a:prstGeom prst="rect">
            <a:avLst/>
          </a:prstGeom>
        </p:spPr>
        <p:txBody>
          <a:bodyPr spcFirstLastPara="1" wrap="square" lIns="91425" tIns="91425" rIns="91425" bIns="91425" anchor="b" anchorCtr="0">
            <a:noAutofit/>
          </a:bodyPr>
          <a:lstStyle>
            <a:lvl1pPr lvl="0" rtl="0">
              <a:spcBef>
                <a:spcPts val="0"/>
              </a:spcBef>
              <a:spcAft>
                <a:spcPts val="0"/>
              </a:spcAft>
              <a:buSzPts val="4800"/>
              <a:buNone/>
              <a:defRPr sz="3000">
                <a:solidFill>
                  <a:schemeClr val="accent4"/>
                </a:solidFill>
              </a:defRPr>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
        <p:nvSpPr>
          <p:cNvPr id="122" name="Google Shape;122;p13"/>
          <p:cNvSpPr/>
          <p:nvPr/>
        </p:nvSpPr>
        <p:spPr>
          <a:xfrm rot="-3194886" flipH="1">
            <a:off x="246385" y="238777"/>
            <a:ext cx="435671" cy="44389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3"/>
          <p:cNvSpPr/>
          <p:nvPr/>
        </p:nvSpPr>
        <p:spPr>
          <a:xfrm>
            <a:off x="215150" y="4604088"/>
            <a:ext cx="280153" cy="300952"/>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p:cSld name="CUSTOM_1">
    <p:spTree>
      <p:nvGrpSpPr>
        <p:cNvPr id="1" name="Shape 124"/>
        <p:cNvGrpSpPr/>
        <p:nvPr/>
      </p:nvGrpSpPr>
      <p:grpSpPr>
        <a:xfrm>
          <a:off x="0" y="0"/>
          <a:ext cx="0" cy="0"/>
          <a:chOff x="0" y="0"/>
          <a:chExt cx="0" cy="0"/>
        </a:xfrm>
      </p:grpSpPr>
      <p:sp>
        <p:nvSpPr>
          <p:cNvPr id="125" name="Google Shape;125;p14"/>
          <p:cNvSpPr txBox="1">
            <a:spLocks noGrp="1"/>
          </p:cNvSpPr>
          <p:nvPr>
            <p:ph type="title"/>
          </p:nvPr>
        </p:nvSpPr>
        <p:spPr>
          <a:xfrm>
            <a:off x="3753000" y="1096475"/>
            <a:ext cx="3943500" cy="1293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5"/>
              </a:buClr>
              <a:buSzPts val="3600"/>
              <a:buNone/>
              <a:defRPr sz="7200"/>
            </a:lvl1pPr>
            <a:lvl2pPr lvl="1" algn="ctr" rtl="0">
              <a:spcBef>
                <a:spcPts val="0"/>
              </a:spcBef>
              <a:spcAft>
                <a:spcPts val="0"/>
              </a:spcAft>
              <a:buClr>
                <a:schemeClr val="accent5"/>
              </a:buClr>
              <a:buSzPts val="3600"/>
              <a:buNone/>
              <a:defRPr>
                <a:solidFill>
                  <a:schemeClr val="accent5"/>
                </a:solidFill>
              </a:defRPr>
            </a:lvl2pPr>
            <a:lvl3pPr lvl="2" algn="ctr" rtl="0">
              <a:spcBef>
                <a:spcPts val="0"/>
              </a:spcBef>
              <a:spcAft>
                <a:spcPts val="0"/>
              </a:spcAft>
              <a:buClr>
                <a:schemeClr val="accent5"/>
              </a:buClr>
              <a:buSzPts val="3600"/>
              <a:buNone/>
              <a:defRPr>
                <a:solidFill>
                  <a:schemeClr val="accent5"/>
                </a:solidFill>
              </a:defRPr>
            </a:lvl3pPr>
            <a:lvl4pPr lvl="3" algn="ctr" rtl="0">
              <a:spcBef>
                <a:spcPts val="0"/>
              </a:spcBef>
              <a:spcAft>
                <a:spcPts val="0"/>
              </a:spcAft>
              <a:buClr>
                <a:schemeClr val="accent5"/>
              </a:buClr>
              <a:buSzPts val="3600"/>
              <a:buNone/>
              <a:defRPr>
                <a:solidFill>
                  <a:schemeClr val="accent5"/>
                </a:solidFill>
              </a:defRPr>
            </a:lvl4pPr>
            <a:lvl5pPr lvl="4" algn="ctr" rtl="0">
              <a:spcBef>
                <a:spcPts val="0"/>
              </a:spcBef>
              <a:spcAft>
                <a:spcPts val="0"/>
              </a:spcAft>
              <a:buClr>
                <a:schemeClr val="accent5"/>
              </a:buClr>
              <a:buSzPts val="3600"/>
              <a:buNone/>
              <a:defRPr>
                <a:solidFill>
                  <a:schemeClr val="accent5"/>
                </a:solidFill>
              </a:defRPr>
            </a:lvl5pPr>
            <a:lvl6pPr lvl="5" algn="ctr" rtl="0">
              <a:spcBef>
                <a:spcPts val="0"/>
              </a:spcBef>
              <a:spcAft>
                <a:spcPts val="0"/>
              </a:spcAft>
              <a:buClr>
                <a:schemeClr val="accent5"/>
              </a:buClr>
              <a:buSzPts val="3600"/>
              <a:buNone/>
              <a:defRPr>
                <a:solidFill>
                  <a:schemeClr val="accent5"/>
                </a:solidFill>
              </a:defRPr>
            </a:lvl6pPr>
            <a:lvl7pPr lvl="6" algn="ctr" rtl="0">
              <a:spcBef>
                <a:spcPts val="0"/>
              </a:spcBef>
              <a:spcAft>
                <a:spcPts val="0"/>
              </a:spcAft>
              <a:buClr>
                <a:schemeClr val="accent5"/>
              </a:buClr>
              <a:buSzPts val="3600"/>
              <a:buNone/>
              <a:defRPr>
                <a:solidFill>
                  <a:schemeClr val="accent5"/>
                </a:solidFill>
              </a:defRPr>
            </a:lvl7pPr>
            <a:lvl8pPr lvl="7" algn="ctr" rtl="0">
              <a:spcBef>
                <a:spcPts val="0"/>
              </a:spcBef>
              <a:spcAft>
                <a:spcPts val="0"/>
              </a:spcAft>
              <a:buClr>
                <a:schemeClr val="accent5"/>
              </a:buClr>
              <a:buSzPts val="3600"/>
              <a:buNone/>
              <a:defRPr>
                <a:solidFill>
                  <a:schemeClr val="accent5"/>
                </a:solidFill>
              </a:defRPr>
            </a:lvl8pPr>
            <a:lvl9pPr lvl="8" algn="ctr" rtl="0">
              <a:spcBef>
                <a:spcPts val="0"/>
              </a:spcBef>
              <a:spcAft>
                <a:spcPts val="0"/>
              </a:spcAft>
              <a:buClr>
                <a:schemeClr val="accent5"/>
              </a:buClr>
              <a:buSzPts val="3600"/>
              <a:buNone/>
              <a:defRPr>
                <a:solidFill>
                  <a:schemeClr val="accent5"/>
                </a:solidFill>
              </a:defRPr>
            </a:lvl9pPr>
          </a:lstStyle>
          <a:p>
            <a:endParaRPr/>
          </a:p>
        </p:txBody>
      </p:sp>
      <p:sp>
        <p:nvSpPr>
          <p:cNvPr id="126" name="Google Shape;126;p14"/>
          <p:cNvSpPr txBox="1">
            <a:spLocks noGrp="1"/>
          </p:cNvSpPr>
          <p:nvPr>
            <p:ph type="subTitle" idx="1"/>
          </p:nvPr>
        </p:nvSpPr>
        <p:spPr>
          <a:xfrm>
            <a:off x="3753000" y="2389475"/>
            <a:ext cx="3943500" cy="1015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7" name="Google Shape;127;p14"/>
          <p:cNvSpPr/>
          <p:nvPr/>
        </p:nvSpPr>
        <p:spPr>
          <a:xfrm>
            <a:off x="-234850" y="-433675"/>
            <a:ext cx="1714800" cy="17148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4"/>
          <p:cNvSpPr/>
          <p:nvPr/>
        </p:nvSpPr>
        <p:spPr>
          <a:xfrm>
            <a:off x="-736475" y="2294475"/>
            <a:ext cx="3076800" cy="30768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4"/>
          <p:cNvSpPr/>
          <p:nvPr/>
        </p:nvSpPr>
        <p:spPr>
          <a:xfrm>
            <a:off x="8697025" y="238425"/>
            <a:ext cx="280153" cy="300952"/>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14"/>
          <p:cNvSpPr/>
          <p:nvPr/>
        </p:nvSpPr>
        <p:spPr>
          <a:xfrm>
            <a:off x="177150" y="1637325"/>
            <a:ext cx="280153" cy="300952"/>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1">
  <p:cSld name="CUSTOM_12">
    <p:spTree>
      <p:nvGrpSpPr>
        <p:cNvPr id="1" name="Shape 131"/>
        <p:cNvGrpSpPr/>
        <p:nvPr/>
      </p:nvGrpSpPr>
      <p:grpSpPr>
        <a:xfrm>
          <a:off x="0" y="0"/>
          <a:ext cx="0" cy="0"/>
          <a:chOff x="0" y="0"/>
          <a:chExt cx="0" cy="0"/>
        </a:xfrm>
      </p:grpSpPr>
      <p:sp>
        <p:nvSpPr>
          <p:cNvPr id="132" name="Google Shape;132;p15"/>
          <p:cNvSpPr txBox="1">
            <a:spLocks noGrp="1"/>
          </p:cNvSpPr>
          <p:nvPr>
            <p:ph type="title"/>
          </p:nvPr>
        </p:nvSpPr>
        <p:spPr>
          <a:xfrm>
            <a:off x="720000" y="445025"/>
            <a:ext cx="7704000" cy="738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133" name="Google Shape;133;p15"/>
          <p:cNvSpPr/>
          <p:nvPr/>
        </p:nvSpPr>
        <p:spPr>
          <a:xfrm>
            <a:off x="-126414" y="666587"/>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5"/>
          <p:cNvSpPr/>
          <p:nvPr/>
        </p:nvSpPr>
        <p:spPr>
          <a:xfrm flipH="1">
            <a:off x="8928536" y="3271550"/>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5"/>
          <p:cNvSpPr/>
          <p:nvPr/>
        </p:nvSpPr>
        <p:spPr>
          <a:xfrm>
            <a:off x="8624000" y="3730647"/>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5"/>
          <p:cNvSpPr/>
          <p:nvPr/>
        </p:nvSpPr>
        <p:spPr>
          <a:xfrm rot="-1644463">
            <a:off x="238478" y="1321666"/>
            <a:ext cx="265698" cy="285348"/>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7" name="Google Shape;137;p15"/>
          <p:cNvGrpSpPr/>
          <p:nvPr/>
        </p:nvGrpSpPr>
        <p:grpSpPr>
          <a:xfrm>
            <a:off x="8255318" y="4310732"/>
            <a:ext cx="968554" cy="880482"/>
            <a:chOff x="6494019" y="-137261"/>
            <a:chExt cx="2116596" cy="1924130"/>
          </a:xfrm>
        </p:grpSpPr>
        <p:sp>
          <p:nvSpPr>
            <p:cNvPr id="138" name="Google Shape;138;p15"/>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5"/>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0" name="Google Shape;140;p15"/>
          <p:cNvSpPr/>
          <p:nvPr/>
        </p:nvSpPr>
        <p:spPr>
          <a:xfrm>
            <a:off x="2040925" y="4748435"/>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1" name="Google Shape;141;p15"/>
          <p:cNvGrpSpPr/>
          <p:nvPr/>
        </p:nvGrpSpPr>
        <p:grpSpPr>
          <a:xfrm flipH="1">
            <a:off x="8522427" y="967514"/>
            <a:ext cx="791110" cy="781427"/>
            <a:chOff x="5624415" y="3404280"/>
            <a:chExt cx="656087" cy="648111"/>
          </a:xfrm>
        </p:grpSpPr>
        <p:grpSp>
          <p:nvGrpSpPr>
            <p:cNvPr id="142" name="Google Shape;142;p15"/>
            <p:cNvGrpSpPr/>
            <p:nvPr/>
          </p:nvGrpSpPr>
          <p:grpSpPr>
            <a:xfrm flipH="1">
              <a:off x="5624415" y="3404280"/>
              <a:ext cx="656087" cy="648111"/>
              <a:chOff x="-2708900" y="3174350"/>
              <a:chExt cx="350100" cy="345825"/>
            </a:xfrm>
          </p:grpSpPr>
          <p:sp>
            <p:nvSpPr>
              <p:cNvPr id="143" name="Google Shape;143;p15"/>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15"/>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5"/>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5"/>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5"/>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5"/>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49" name="Google Shape;149;p15"/>
            <p:cNvCxnSpPr/>
            <p:nvPr/>
          </p:nvCxnSpPr>
          <p:spPr>
            <a:xfrm>
              <a:off x="5679725" y="4047784"/>
              <a:ext cx="507900" cy="0"/>
            </a:xfrm>
            <a:prstGeom prst="straightConnector1">
              <a:avLst/>
            </a:prstGeom>
            <a:noFill/>
            <a:ln w="9525" cap="flat" cmpd="sng">
              <a:solidFill>
                <a:schemeClr val="dk1"/>
              </a:solidFill>
              <a:prstDash val="solid"/>
              <a:round/>
              <a:headEnd type="none" w="med" len="med"/>
              <a:tailEnd type="none" w="med" len="med"/>
            </a:ln>
          </p:spPr>
        </p:cxnSp>
      </p:grpSp>
      <p:grpSp>
        <p:nvGrpSpPr>
          <p:cNvPr id="150" name="Google Shape;150;p15"/>
          <p:cNvGrpSpPr/>
          <p:nvPr/>
        </p:nvGrpSpPr>
        <p:grpSpPr>
          <a:xfrm flipH="1">
            <a:off x="-217373" y="4056477"/>
            <a:ext cx="791110" cy="781427"/>
            <a:chOff x="5624415" y="3404280"/>
            <a:chExt cx="656087" cy="648111"/>
          </a:xfrm>
        </p:grpSpPr>
        <p:grpSp>
          <p:nvGrpSpPr>
            <p:cNvPr id="151" name="Google Shape;151;p15"/>
            <p:cNvGrpSpPr/>
            <p:nvPr/>
          </p:nvGrpSpPr>
          <p:grpSpPr>
            <a:xfrm flipH="1">
              <a:off x="5624415" y="3404280"/>
              <a:ext cx="656087" cy="648111"/>
              <a:chOff x="-2708900" y="3174350"/>
              <a:chExt cx="350100" cy="345825"/>
            </a:xfrm>
          </p:grpSpPr>
          <p:sp>
            <p:nvSpPr>
              <p:cNvPr id="152" name="Google Shape;152;p15"/>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5"/>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5"/>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5"/>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5"/>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5"/>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58" name="Google Shape;158;p15"/>
            <p:cNvCxnSpPr/>
            <p:nvPr/>
          </p:nvCxnSpPr>
          <p:spPr>
            <a:xfrm>
              <a:off x="5679725" y="4047784"/>
              <a:ext cx="507900" cy="0"/>
            </a:xfrm>
            <a:prstGeom prst="straightConnector1">
              <a:avLst/>
            </a:prstGeom>
            <a:noFill/>
            <a:ln w="9525" cap="flat" cmpd="sng">
              <a:solidFill>
                <a:schemeClr val="dk1"/>
              </a:solidFill>
              <a:prstDash val="solid"/>
              <a:round/>
              <a:headEnd type="none" w="med" len="med"/>
              <a:tailEnd type="none" w="med" len="med"/>
            </a:ln>
          </p:spPr>
        </p:cxnSp>
      </p:grpSp>
      <p:sp>
        <p:nvSpPr>
          <p:cNvPr id="159" name="Google Shape;159;p15"/>
          <p:cNvSpPr/>
          <p:nvPr/>
        </p:nvSpPr>
        <p:spPr>
          <a:xfrm>
            <a:off x="7272100" y="19052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60"/>
        <p:cNvGrpSpPr/>
        <p:nvPr/>
      </p:nvGrpSpPr>
      <p:grpSpPr>
        <a:xfrm>
          <a:off x="0" y="0"/>
          <a:ext cx="0" cy="0"/>
          <a:chOff x="0" y="0"/>
          <a:chExt cx="0" cy="0"/>
        </a:xfrm>
      </p:grpSpPr>
      <p:sp>
        <p:nvSpPr>
          <p:cNvPr id="161" name="Google Shape;161;p16"/>
          <p:cNvSpPr/>
          <p:nvPr/>
        </p:nvSpPr>
        <p:spPr>
          <a:xfrm flipH="1">
            <a:off x="6801653" y="3227029"/>
            <a:ext cx="2851698" cy="1916471"/>
          </a:xfrm>
          <a:custGeom>
            <a:avLst/>
            <a:gdLst/>
            <a:ahLst/>
            <a:cxnLst/>
            <a:rect l="l" t="t" r="r" b="b"/>
            <a:pathLst>
              <a:path w="67938" h="49435" extrusionOk="0">
                <a:moveTo>
                  <a:pt x="19861" y="0"/>
                </a:moveTo>
                <a:cubicBezTo>
                  <a:pt x="10467" y="0"/>
                  <a:pt x="2847" y="7608"/>
                  <a:pt x="2847" y="17014"/>
                </a:cubicBezTo>
                <a:cubicBezTo>
                  <a:pt x="2847" y="20848"/>
                  <a:pt x="4109" y="24384"/>
                  <a:pt x="6252" y="27230"/>
                </a:cubicBezTo>
                <a:cubicBezTo>
                  <a:pt x="2394" y="31135"/>
                  <a:pt x="1" y="36505"/>
                  <a:pt x="1" y="42434"/>
                </a:cubicBezTo>
                <a:cubicBezTo>
                  <a:pt x="1" y="44887"/>
                  <a:pt x="418" y="47244"/>
                  <a:pt x="1168" y="49435"/>
                </a:cubicBezTo>
                <a:lnTo>
                  <a:pt x="66628" y="49435"/>
                </a:lnTo>
                <a:cubicBezTo>
                  <a:pt x="67474" y="47399"/>
                  <a:pt x="67938" y="45160"/>
                  <a:pt x="67938" y="42815"/>
                </a:cubicBezTo>
                <a:cubicBezTo>
                  <a:pt x="67938" y="37826"/>
                  <a:pt x="65831" y="33326"/>
                  <a:pt x="62461" y="30171"/>
                </a:cubicBezTo>
                <a:cubicBezTo>
                  <a:pt x="63283" y="27873"/>
                  <a:pt x="63747" y="25396"/>
                  <a:pt x="63747" y="22801"/>
                </a:cubicBezTo>
                <a:cubicBezTo>
                  <a:pt x="63747" y="10835"/>
                  <a:pt x="54032" y="1119"/>
                  <a:pt x="42054" y="1119"/>
                </a:cubicBezTo>
                <a:cubicBezTo>
                  <a:pt x="38018" y="1119"/>
                  <a:pt x="34243" y="2227"/>
                  <a:pt x="31005" y="4155"/>
                </a:cubicBezTo>
                <a:cubicBezTo>
                  <a:pt x="28016" y="1560"/>
                  <a:pt x="24123" y="0"/>
                  <a:pt x="198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6"/>
          <p:cNvSpPr txBox="1">
            <a:spLocks noGrp="1"/>
          </p:cNvSpPr>
          <p:nvPr>
            <p:ph type="title"/>
          </p:nvPr>
        </p:nvSpPr>
        <p:spPr>
          <a:xfrm>
            <a:off x="1516950" y="3364938"/>
            <a:ext cx="6110100" cy="646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63" name="Google Shape;163;p16"/>
          <p:cNvSpPr txBox="1">
            <a:spLocks noGrp="1"/>
          </p:cNvSpPr>
          <p:nvPr>
            <p:ph type="subTitle" idx="1"/>
          </p:nvPr>
        </p:nvSpPr>
        <p:spPr>
          <a:xfrm>
            <a:off x="1516950" y="1979538"/>
            <a:ext cx="6110100" cy="1385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000"/>
              <a:buNone/>
              <a:defRPr sz="26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sp>
        <p:nvSpPr>
          <p:cNvPr id="164" name="Google Shape;164;p16"/>
          <p:cNvSpPr/>
          <p:nvPr/>
        </p:nvSpPr>
        <p:spPr>
          <a:xfrm rot="10800000" flipH="1">
            <a:off x="-846572" y="-46746"/>
            <a:ext cx="2851698" cy="1916471"/>
          </a:xfrm>
          <a:custGeom>
            <a:avLst/>
            <a:gdLst/>
            <a:ahLst/>
            <a:cxnLst/>
            <a:rect l="l" t="t" r="r" b="b"/>
            <a:pathLst>
              <a:path w="67938" h="49435" extrusionOk="0">
                <a:moveTo>
                  <a:pt x="19861" y="0"/>
                </a:moveTo>
                <a:cubicBezTo>
                  <a:pt x="10467" y="0"/>
                  <a:pt x="2847" y="7608"/>
                  <a:pt x="2847" y="17014"/>
                </a:cubicBezTo>
                <a:cubicBezTo>
                  <a:pt x="2847" y="20848"/>
                  <a:pt x="4109" y="24384"/>
                  <a:pt x="6252" y="27230"/>
                </a:cubicBezTo>
                <a:cubicBezTo>
                  <a:pt x="2394" y="31135"/>
                  <a:pt x="1" y="36505"/>
                  <a:pt x="1" y="42434"/>
                </a:cubicBezTo>
                <a:cubicBezTo>
                  <a:pt x="1" y="44887"/>
                  <a:pt x="418" y="47244"/>
                  <a:pt x="1168" y="49435"/>
                </a:cubicBezTo>
                <a:lnTo>
                  <a:pt x="66628" y="49435"/>
                </a:lnTo>
                <a:cubicBezTo>
                  <a:pt x="67474" y="47399"/>
                  <a:pt x="67938" y="45160"/>
                  <a:pt x="67938" y="42815"/>
                </a:cubicBezTo>
                <a:cubicBezTo>
                  <a:pt x="67938" y="37826"/>
                  <a:pt x="65831" y="33326"/>
                  <a:pt x="62461" y="30171"/>
                </a:cubicBezTo>
                <a:cubicBezTo>
                  <a:pt x="63283" y="27873"/>
                  <a:pt x="63747" y="25396"/>
                  <a:pt x="63747" y="22801"/>
                </a:cubicBezTo>
                <a:cubicBezTo>
                  <a:pt x="63747" y="10835"/>
                  <a:pt x="54032" y="1119"/>
                  <a:pt x="42054" y="1119"/>
                </a:cubicBezTo>
                <a:cubicBezTo>
                  <a:pt x="38018" y="1119"/>
                  <a:pt x="34243" y="2227"/>
                  <a:pt x="31005" y="4155"/>
                </a:cubicBezTo>
                <a:cubicBezTo>
                  <a:pt x="28016" y="1560"/>
                  <a:pt x="24123" y="0"/>
                  <a:pt x="198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5" name="Google Shape;165;p16"/>
          <p:cNvGrpSpPr/>
          <p:nvPr/>
        </p:nvGrpSpPr>
        <p:grpSpPr>
          <a:xfrm>
            <a:off x="7627048" y="3626702"/>
            <a:ext cx="1624919" cy="1605216"/>
            <a:chOff x="-2708900" y="3174350"/>
            <a:chExt cx="350100" cy="345825"/>
          </a:xfrm>
        </p:grpSpPr>
        <p:sp>
          <p:nvSpPr>
            <p:cNvPr id="166" name="Google Shape;166;p16"/>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6"/>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6"/>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16"/>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6"/>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6"/>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2" name="Google Shape;172;p16"/>
          <p:cNvGrpSpPr/>
          <p:nvPr/>
        </p:nvGrpSpPr>
        <p:grpSpPr>
          <a:xfrm>
            <a:off x="-174783" y="1137578"/>
            <a:ext cx="1359066" cy="1235484"/>
            <a:chOff x="6494019" y="-137261"/>
            <a:chExt cx="2116596" cy="1924130"/>
          </a:xfrm>
        </p:grpSpPr>
        <p:sp>
          <p:nvSpPr>
            <p:cNvPr id="173" name="Google Shape;173;p16"/>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16"/>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5" name="Google Shape;175;p16"/>
          <p:cNvGrpSpPr/>
          <p:nvPr/>
        </p:nvGrpSpPr>
        <p:grpSpPr>
          <a:xfrm>
            <a:off x="7586317" y="79228"/>
            <a:ext cx="1359066" cy="1235484"/>
            <a:chOff x="6494019" y="-137261"/>
            <a:chExt cx="2116596" cy="1924130"/>
          </a:xfrm>
        </p:grpSpPr>
        <p:sp>
          <p:nvSpPr>
            <p:cNvPr id="176" name="Google Shape;176;p16"/>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6"/>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8" name="Google Shape;178;p16"/>
          <p:cNvSpPr/>
          <p:nvPr/>
        </p:nvSpPr>
        <p:spPr>
          <a:xfrm>
            <a:off x="5691438" y="415197"/>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6"/>
          <p:cNvSpPr/>
          <p:nvPr/>
        </p:nvSpPr>
        <p:spPr>
          <a:xfrm>
            <a:off x="8323913" y="2214347"/>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6"/>
          <p:cNvSpPr/>
          <p:nvPr/>
        </p:nvSpPr>
        <p:spPr>
          <a:xfrm rot="-2821837" flipH="1">
            <a:off x="3186072" y="4496240"/>
            <a:ext cx="211697" cy="215709"/>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1">
  <p:cSld name="CUSTOM">
    <p:spTree>
      <p:nvGrpSpPr>
        <p:cNvPr id="1" name="Shape 181"/>
        <p:cNvGrpSpPr/>
        <p:nvPr/>
      </p:nvGrpSpPr>
      <p:grpSpPr>
        <a:xfrm>
          <a:off x="0" y="0"/>
          <a:ext cx="0" cy="0"/>
          <a:chOff x="0" y="0"/>
          <a:chExt cx="0" cy="0"/>
        </a:xfrm>
      </p:grpSpPr>
      <p:sp>
        <p:nvSpPr>
          <p:cNvPr id="182" name="Google Shape;182;p17"/>
          <p:cNvSpPr txBox="1">
            <a:spLocks noGrp="1"/>
          </p:cNvSpPr>
          <p:nvPr>
            <p:ph type="title"/>
          </p:nvPr>
        </p:nvSpPr>
        <p:spPr>
          <a:xfrm>
            <a:off x="5102700" y="1049475"/>
            <a:ext cx="3328200" cy="18471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183" name="Google Shape;183;p17"/>
          <p:cNvSpPr txBox="1">
            <a:spLocks noGrp="1"/>
          </p:cNvSpPr>
          <p:nvPr>
            <p:ph type="subTitle" idx="1"/>
          </p:nvPr>
        </p:nvSpPr>
        <p:spPr>
          <a:xfrm>
            <a:off x="5102700" y="2896575"/>
            <a:ext cx="3328200" cy="104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184" name="Google Shape;184;p17"/>
          <p:cNvGrpSpPr/>
          <p:nvPr/>
        </p:nvGrpSpPr>
        <p:grpSpPr>
          <a:xfrm>
            <a:off x="7717676" y="3957597"/>
            <a:ext cx="1308919" cy="1293005"/>
            <a:chOff x="-2708900" y="3174350"/>
            <a:chExt cx="350100" cy="345825"/>
          </a:xfrm>
        </p:grpSpPr>
        <p:sp>
          <p:nvSpPr>
            <p:cNvPr id="185" name="Google Shape;185;p17"/>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7"/>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7"/>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7"/>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7"/>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7"/>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1" name="Google Shape;191;p17"/>
          <p:cNvGrpSpPr/>
          <p:nvPr/>
        </p:nvGrpSpPr>
        <p:grpSpPr>
          <a:xfrm>
            <a:off x="6992898" y="-559049"/>
            <a:ext cx="2678443" cy="1865840"/>
            <a:chOff x="2074049" y="378339"/>
            <a:chExt cx="5756378" cy="4009972"/>
          </a:xfrm>
        </p:grpSpPr>
        <p:sp>
          <p:nvSpPr>
            <p:cNvPr id="192" name="Google Shape;192;p17"/>
            <p:cNvSpPr/>
            <p:nvPr/>
          </p:nvSpPr>
          <p:spPr>
            <a:xfrm>
              <a:off x="2074049" y="378339"/>
              <a:ext cx="3863700" cy="38637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7"/>
            <p:cNvSpPr/>
            <p:nvPr/>
          </p:nvSpPr>
          <p:spPr>
            <a:xfrm>
              <a:off x="4794127" y="1352012"/>
              <a:ext cx="3036300" cy="3036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4" name="Google Shape;194;p17"/>
          <p:cNvSpPr/>
          <p:nvPr/>
        </p:nvSpPr>
        <p:spPr>
          <a:xfrm>
            <a:off x="8681475" y="175742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7"/>
          <p:cNvSpPr/>
          <p:nvPr/>
        </p:nvSpPr>
        <p:spPr>
          <a:xfrm>
            <a:off x="2310128" y="3227029"/>
            <a:ext cx="2851698" cy="1916471"/>
          </a:xfrm>
          <a:custGeom>
            <a:avLst/>
            <a:gdLst/>
            <a:ahLst/>
            <a:cxnLst/>
            <a:rect l="l" t="t" r="r" b="b"/>
            <a:pathLst>
              <a:path w="67938" h="49435" extrusionOk="0">
                <a:moveTo>
                  <a:pt x="19861" y="0"/>
                </a:moveTo>
                <a:cubicBezTo>
                  <a:pt x="10467" y="0"/>
                  <a:pt x="2847" y="7608"/>
                  <a:pt x="2847" y="17014"/>
                </a:cubicBezTo>
                <a:cubicBezTo>
                  <a:pt x="2847" y="20848"/>
                  <a:pt x="4109" y="24384"/>
                  <a:pt x="6252" y="27230"/>
                </a:cubicBezTo>
                <a:cubicBezTo>
                  <a:pt x="2394" y="31135"/>
                  <a:pt x="1" y="36505"/>
                  <a:pt x="1" y="42434"/>
                </a:cubicBezTo>
                <a:cubicBezTo>
                  <a:pt x="1" y="44887"/>
                  <a:pt x="418" y="47244"/>
                  <a:pt x="1168" y="49435"/>
                </a:cubicBezTo>
                <a:lnTo>
                  <a:pt x="66628" y="49435"/>
                </a:lnTo>
                <a:cubicBezTo>
                  <a:pt x="67474" y="47399"/>
                  <a:pt x="67938" y="45160"/>
                  <a:pt x="67938" y="42815"/>
                </a:cubicBezTo>
                <a:cubicBezTo>
                  <a:pt x="67938" y="37826"/>
                  <a:pt x="65831" y="33326"/>
                  <a:pt x="62461" y="30171"/>
                </a:cubicBezTo>
                <a:cubicBezTo>
                  <a:pt x="63283" y="27873"/>
                  <a:pt x="63747" y="25396"/>
                  <a:pt x="63747" y="22801"/>
                </a:cubicBezTo>
                <a:cubicBezTo>
                  <a:pt x="63747" y="10835"/>
                  <a:pt x="54032" y="1119"/>
                  <a:pt x="42054" y="1119"/>
                </a:cubicBezTo>
                <a:cubicBezTo>
                  <a:pt x="38018" y="1119"/>
                  <a:pt x="34243" y="2227"/>
                  <a:pt x="31005" y="4155"/>
                </a:cubicBezTo>
                <a:cubicBezTo>
                  <a:pt x="28016" y="1560"/>
                  <a:pt x="24123" y="0"/>
                  <a:pt x="198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2">
  <p:cSld name="CUSTOM_4">
    <p:spTree>
      <p:nvGrpSpPr>
        <p:cNvPr id="1" name="Shape 196"/>
        <p:cNvGrpSpPr/>
        <p:nvPr/>
      </p:nvGrpSpPr>
      <p:grpSpPr>
        <a:xfrm>
          <a:off x="0" y="0"/>
          <a:ext cx="0" cy="0"/>
          <a:chOff x="0" y="0"/>
          <a:chExt cx="0" cy="0"/>
        </a:xfrm>
      </p:grpSpPr>
      <p:sp>
        <p:nvSpPr>
          <p:cNvPr id="197" name="Google Shape;197;p18"/>
          <p:cNvSpPr txBox="1">
            <a:spLocks noGrp="1"/>
          </p:cNvSpPr>
          <p:nvPr>
            <p:ph type="title"/>
          </p:nvPr>
        </p:nvSpPr>
        <p:spPr>
          <a:xfrm>
            <a:off x="5284800" y="770900"/>
            <a:ext cx="3146100" cy="24012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198" name="Google Shape;198;p18"/>
          <p:cNvSpPr txBox="1">
            <a:spLocks noGrp="1"/>
          </p:cNvSpPr>
          <p:nvPr>
            <p:ph type="subTitle" idx="1"/>
          </p:nvPr>
        </p:nvSpPr>
        <p:spPr>
          <a:xfrm>
            <a:off x="5284800" y="3202900"/>
            <a:ext cx="3146100" cy="104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99" name="Google Shape;199;p18"/>
          <p:cNvSpPr/>
          <p:nvPr/>
        </p:nvSpPr>
        <p:spPr>
          <a:xfrm rot="-1644276">
            <a:off x="350875" y="1601557"/>
            <a:ext cx="187227" cy="201071"/>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0" name="Google Shape;200;p18"/>
          <p:cNvGrpSpPr/>
          <p:nvPr/>
        </p:nvGrpSpPr>
        <p:grpSpPr>
          <a:xfrm>
            <a:off x="3881091" y="-588948"/>
            <a:ext cx="1672323" cy="1520255"/>
            <a:chOff x="6494019" y="-137261"/>
            <a:chExt cx="2116596" cy="1924130"/>
          </a:xfrm>
        </p:grpSpPr>
        <p:sp>
          <p:nvSpPr>
            <p:cNvPr id="201" name="Google Shape;201;p18"/>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8"/>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 name="Google Shape;203;p18"/>
          <p:cNvGrpSpPr/>
          <p:nvPr/>
        </p:nvGrpSpPr>
        <p:grpSpPr>
          <a:xfrm>
            <a:off x="4769766" y="4384952"/>
            <a:ext cx="1672323" cy="1520255"/>
            <a:chOff x="6494019" y="-137261"/>
            <a:chExt cx="2116596" cy="1924130"/>
          </a:xfrm>
        </p:grpSpPr>
        <p:sp>
          <p:nvSpPr>
            <p:cNvPr id="204" name="Google Shape;204;p18"/>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8"/>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6" name="Google Shape;206;p18"/>
          <p:cNvSpPr/>
          <p:nvPr/>
        </p:nvSpPr>
        <p:spPr>
          <a:xfrm rot="1644276" flipH="1">
            <a:off x="8591750" y="4672195"/>
            <a:ext cx="187227" cy="201071"/>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8"/>
          <p:cNvSpPr/>
          <p:nvPr/>
        </p:nvSpPr>
        <p:spPr>
          <a:xfrm>
            <a:off x="8748873" y="2492000"/>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8"/>
          <p:cNvSpPr/>
          <p:nvPr/>
        </p:nvSpPr>
        <p:spPr>
          <a:xfrm>
            <a:off x="493873" y="3119950"/>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3">
  <p:cSld name="CUSTOM_4_1">
    <p:spTree>
      <p:nvGrpSpPr>
        <p:cNvPr id="1" name="Shape 209"/>
        <p:cNvGrpSpPr/>
        <p:nvPr/>
      </p:nvGrpSpPr>
      <p:grpSpPr>
        <a:xfrm>
          <a:off x="0" y="0"/>
          <a:ext cx="0" cy="0"/>
          <a:chOff x="0" y="0"/>
          <a:chExt cx="0" cy="0"/>
        </a:xfrm>
      </p:grpSpPr>
      <p:sp>
        <p:nvSpPr>
          <p:cNvPr id="210" name="Google Shape;210;p19"/>
          <p:cNvSpPr/>
          <p:nvPr/>
        </p:nvSpPr>
        <p:spPr>
          <a:xfrm rot="10800000">
            <a:off x="-447429" y="-12"/>
            <a:ext cx="4175300" cy="2806425"/>
          </a:xfrm>
          <a:custGeom>
            <a:avLst/>
            <a:gdLst/>
            <a:ahLst/>
            <a:cxnLst/>
            <a:rect l="l" t="t" r="r" b="b"/>
            <a:pathLst>
              <a:path w="67938" h="49435" extrusionOk="0">
                <a:moveTo>
                  <a:pt x="19861" y="0"/>
                </a:moveTo>
                <a:cubicBezTo>
                  <a:pt x="10467" y="0"/>
                  <a:pt x="2847" y="7608"/>
                  <a:pt x="2847" y="17014"/>
                </a:cubicBezTo>
                <a:cubicBezTo>
                  <a:pt x="2847" y="20848"/>
                  <a:pt x="4109" y="24384"/>
                  <a:pt x="6252" y="27230"/>
                </a:cubicBezTo>
                <a:cubicBezTo>
                  <a:pt x="2394" y="31135"/>
                  <a:pt x="1" y="36505"/>
                  <a:pt x="1" y="42434"/>
                </a:cubicBezTo>
                <a:cubicBezTo>
                  <a:pt x="1" y="44887"/>
                  <a:pt x="418" y="47244"/>
                  <a:pt x="1168" y="49435"/>
                </a:cubicBezTo>
                <a:lnTo>
                  <a:pt x="66628" y="49435"/>
                </a:lnTo>
                <a:cubicBezTo>
                  <a:pt x="67474" y="47399"/>
                  <a:pt x="67938" y="45160"/>
                  <a:pt x="67938" y="42815"/>
                </a:cubicBezTo>
                <a:cubicBezTo>
                  <a:pt x="67938" y="37826"/>
                  <a:pt x="65831" y="33326"/>
                  <a:pt x="62461" y="30171"/>
                </a:cubicBezTo>
                <a:cubicBezTo>
                  <a:pt x="63283" y="27873"/>
                  <a:pt x="63747" y="25396"/>
                  <a:pt x="63747" y="22801"/>
                </a:cubicBezTo>
                <a:cubicBezTo>
                  <a:pt x="63747" y="10835"/>
                  <a:pt x="54032" y="1119"/>
                  <a:pt x="42054" y="1119"/>
                </a:cubicBezTo>
                <a:cubicBezTo>
                  <a:pt x="38018" y="1119"/>
                  <a:pt x="34243" y="2227"/>
                  <a:pt x="31005" y="4155"/>
                </a:cubicBezTo>
                <a:cubicBezTo>
                  <a:pt x="28016" y="1560"/>
                  <a:pt x="24123" y="0"/>
                  <a:pt x="198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9"/>
          <p:cNvSpPr txBox="1">
            <a:spLocks noGrp="1"/>
          </p:cNvSpPr>
          <p:nvPr>
            <p:ph type="title"/>
          </p:nvPr>
        </p:nvSpPr>
        <p:spPr>
          <a:xfrm>
            <a:off x="2268325" y="1280375"/>
            <a:ext cx="2713500" cy="12930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212" name="Google Shape;212;p19"/>
          <p:cNvSpPr txBox="1">
            <a:spLocks noGrp="1"/>
          </p:cNvSpPr>
          <p:nvPr>
            <p:ph type="subTitle" idx="1"/>
          </p:nvPr>
        </p:nvSpPr>
        <p:spPr>
          <a:xfrm>
            <a:off x="2268325" y="2573375"/>
            <a:ext cx="2713500" cy="104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13" name="Google Shape;213;p19"/>
          <p:cNvSpPr/>
          <p:nvPr/>
        </p:nvSpPr>
        <p:spPr>
          <a:xfrm flipH="1">
            <a:off x="5796746" y="2337038"/>
            <a:ext cx="4175300" cy="2806425"/>
          </a:xfrm>
          <a:custGeom>
            <a:avLst/>
            <a:gdLst/>
            <a:ahLst/>
            <a:cxnLst/>
            <a:rect l="l" t="t" r="r" b="b"/>
            <a:pathLst>
              <a:path w="67938" h="49435" extrusionOk="0">
                <a:moveTo>
                  <a:pt x="19861" y="0"/>
                </a:moveTo>
                <a:cubicBezTo>
                  <a:pt x="10467" y="0"/>
                  <a:pt x="2847" y="7608"/>
                  <a:pt x="2847" y="17014"/>
                </a:cubicBezTo>
                <a:cubicBezTo>
                  <a:pt x="2847" y="20848"/>
                  <a:pt x="4109" y="24384"/>
                  <a:pt x="6252" y="27230"/>
                </a:cubicBezTo>
                <a:cubicBezTo>
                  <a:pt x="2394" y="31135"/>
                  <a:pt x="1" y="36505"/>
                  <a:pt x="1" y="42434"/>
                </a:cubicBezTo>
                <a:cubicBezTo>
                  <a:pt x="1" y="44887"/>
                  <a:pt x="418" y="47244"/>
                  <a:pt x="1168" y="49435"/>
                </a:cubicBezTo>
                <a:lnTo>
                  <a:pt x="66628" y="49435"/>
                </a:lnTo>
                <a:cubicBezTo>
                  <a:pt x="67474" y="47399"/>
                  <a:pt x="67938" y="45160"/>
                  <a:pt x="67938" y="42815"/>
                </a:cubicBezTo>
                <a:cubicBezTo>
                  <a:pt x="67938" y="37826"/>
                  <a:pt x="65831" y="33326"/>
                  <a:pt x="62461" y="30171"/>
                </a:cubicBezTo>
                <a:cubicBezTo>
                  <a:pt x="63283" y="27873"/>
                  <a:pt x="63747" y="25396"/>
                  <a:pt x="63747" y="22801"/>
                </a:cubicBezTo>
                <a:cubicBezTo>
                  <a:pt x="63747" y="10835"/>
                  <a:pt x="54032" y="1119"/>
                  <a:pt x="42054" y="1119"/>
                </a:cubicBezTo>
                <a:cubicBezTo>
                  <a:pt x="38018" y="1119"/>
                  <a:pt x="34243" y="2227"/>
                  <a:pt x="31005" y="4155"/>
                </a:cubicBezTo>
                <a:cubicBezTo>
                  <a:pt x="28016" y="1560"/>
                  <a:pt x="24123" y="0"/>
                  <a:pt x="198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4" name="Google Shape;214;p19"/>
          <p:cNvGrpSpPr/>
          <p:nvPr/>
        </p:nvGrpSpPr>
        <p:grpSpPr>
          <a:xfrm>
            <a:off x="8309300" y="181127"/>
            <a:ext cx="1231436" cy="1119459"/>
            <a:chOff x="6494019" y="-137261"/>
            <a:chExt cx="2116596" cy="1924130"/>
          </a:xfrm>
        </p:grpSpPr>
        <p:sp>
          <p:nvSpPr>
            <p:cNvPr id="215" name="Google Shape;215;p19"/>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9"/>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7" name="Google Shape;217;p19"/>
          <p:cNvSpPr/>
          <p:nvPr/>
        </p:nvSpPr>
        <p:spPr>
          <a:xfrm rot="-165530">
            <a:off x="8604799" y="1760032"/>
            <a:ext cx="187228" cy="201072"/>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4">
  <p:cSld name="CUSTOM_4_1_1">
    <p:spTree>
      <p:nvGrpSpPr>
        <p:cNvPr id="1" name="Shape 218"/>
        <p:cNvGrpSpPr/>
        <p:nvPr/>
      </p:nvGrpSpPr>
      <p:grpSpPr>
        <a:xfrm>
          <a:off x="0" y="0"/>
          <a:ext cx="0" cy="0"/>
          <a:chOff x="0" y="0"/>
          <a:chExt cx="0" cy="0"/>
        </a:xfrm>
      </p:grpSpPr>
      <p:sp>
        <p:nvSpPr>
          <p:cNvPr id="219" name="Google Shape;219;p20"/>
          <p:cNvSpPr txBox="1">
            <a:spLocks noGrp="1"/>
          </p:cNvSpPr>
          <p:nvPr>
            <p:ph type="title"/>
          </p:nvPr>
        </p:nvSpPr>
        <p:spPr>
          <a:xfrm>
            <a:off x="713100" y="1340375"/>
            <a:ext cx="3000600" cy="12930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220" name="Google Shape;220;p20"/>
          <p:cNvSpPr txBox="1">
            <a:spLocks noGrp="1"/>
          </p:cNvSpPr>
          <p:nvPr>
            <p:ph type="subTitle" idx="1"/>
          </p:nvPr>
        </p:nvSpPr>
        <p:spPr>
          <a:xfrm>
            <a:off x="713100" y="2617090"/>
            <a:ext cx="3000600" cy="1169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21" name="Google Shape;221;p20"/>
          <p:cNvSpPr/>
          <p:nvPr/>
        </p:nvSpPr>
        <p:spPr>
          <a:xfrm flipH="1">
            <a:off x="5479246" y="2337063"/>
            <a:ext cx="4175300" cy="2806425"/>
          </a:xfrm>
          <a:custGeom>
            <a:avLst/>
            <a:gdLst/>
            <a:ahLst/>
            <a:cxnLst/>
            <a:rect l="l" t="t" r="r" b="b"/>
            <a:pathLst>
              <a:path w="67938" h="49435" extrusionOk="0">
                <a:moveTo>
                  <a:pt x="19861" y="0"/>
                </a:moveTo>
                <a:cubicBezTo>
                  <a:pt x="10467" y="0"/>
                  <a:pt x="2847" y="7608"/>
                  <a:pt x="2847" y="17014"/>
                </a:cubicBezTo>
                <a:cubicBezTo>
                  <a:pt x="2847" y="20848"/>
                  <a:pt x="4109" y="24384"/>
                  <a:pt x="6252" y="27230"/>
                </a:cubicBezTo>
                <a:cubicBezTo>
                  <a:pt x="2394" y="31135"/>
                  <a:pt x="1" y="36505"/>
                  <a:pt x="1" y="42434"/>
                </a:cubicBezTo>
                <a:cubicBezTo>
                  <a:pt x="1" y="44887"/>
                  <a:pt x="418" y="47244"/>
                  <a:pt x="1168" y="49435"/>
                </a:cubicBezTo>
                <a:lnTo>
                  <a:pt x="66628" y="49435"/>
                </a:lnTo>
                <a:cubicBezTo>
                  <a:pt x="67474" y="47399"/>
                  <a:pt x="67938" y="45160"/>
                  <a:pt x="67938" y="42815"/>
                </a:cubicBezTo>
                <a:cubicBezTo>
                  <a:pt x="67938" y="37826"/>
                  <a:pt x="65831" y="33326"/>
                  <a:pt x="62461" y="30171"/>
                </a:cubicBezTo>
                <a:cubicBezTo>
                  <a:pt x="63283" y="27873"/>
                  <a:pt x="63747" y="25396"/>
                  <a:pt x="63747" y="22801"/>
                </a:cubicBezTo>
                <a:cubicBezTo>
                  <a:pt x="63747" y="10835"/>
                  <a:pt x="54032" y="1119"/>
                  <a:pt x="42054" y="1119"/>
                </a:cubicBezTo>
                <a:cubicBezTo>
                  <a:pt x="38018" y="1119"/>
                  <a:pt x="34243" y="2227"/>
                  <a:pt x="31005" y="4155"/>
                </a:cubicBezTo>
                <a:cubicBezTo>
                  <a:pt x="28016" y="1560"/>
                  <a:pt x="24123" y="0"/>
                  <a:pt x="198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2" name="Google Shape;222;p20"/>
          <p:cNvGrpSpPr/>
          <p:nvPr/>
        </p:nvGrpSpPr>
        <p:grpSpPr>
          <a:xfrm rot="-2700000" flipH="1">
            <a:off x="-1121375" y="-598847"/>
            <a:ext cx="2900448" cy="2069042"/>
            <a:chOff x="1382925" y="378350"/>
            <a:chExt cx="6385200" cy="4554900"/>
          </a:xfrm>
        </p:grpSpPr>
        <p:sp>
          <p:nvSpPr>
            <p:cNvPr id="223" name="Google Shape;223;p20"/>
            <p:cNvSpPr/>
            <p:nvPr/>
          </p:nvSpPr>
          <p:spPr>
            <a:xfrm>
              <a:off x="1382925" y="378350"/>
              <a:ext cx="4554900" cy="45549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0"/>
            <p:cNvSpPr/>
            <p:nvPr/>
          </p:nvSpPr>
          <p:spPr>
            <a:xfrm>
              <a:off x="4025925" y="636575"/>
              <a:ext cx="3742200" cy="37422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5" name="Google Shape;225;p20"/>
          <p:cNvSpPr/>
          <p:nvPr/>
        </p:nvSpPr>
        <p:spPr>
          <a:xfrm rot="-2700000" flipH="1">
            <a:off x="1119918" y="4428167"/>
            <a:ext cx="1700026" cy="1700026"/>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0"/>
          <p:cNvSpPr/>
          <p:nvPr/>
        </p:nvSpPr>
        <p:spPr>
          <a:xfrm>
            <a:off x="501473" y="3965225"/>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20"/>
          <p:cNvSpPr/>
          <p:nvPr/>
        </p:nvSpPr>
        <p:spPr>
          <a:xfrm rot="1644435" flipH="1">
            <a:off x="6535184" y="407116"/>
            <a:ext cx="246286" cy="264499"/>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ext 5">
  <p:cSld name="CUSTOM_4_1_1_1">
    <p:spTree>
      <p:nvGrpSpPr>
        <p:cNvPr id="1" name="Shape 228"/>
        <p:cNvGrpSpPr/>
        <p:nvPr/>
      </p:nvGrpSpPr>
      <p:grpSpPr>
        <a:xfrm>
          <a:off x="0" y="0"/>
          <a:ext cx="0" cy="0"/>
          <a:chOff x="0" y="0"/>
          <a:chExt cx="0" cy="0"/>
        </a:xfrm>
      </p:grpSpPr>
      <p:sp>
        <p:nvSpPr>
          <p:cNvPr id="229" name="Google Shape;229;p21"/>
          <p:cNvSpPr txBox="1">
            <a:spLocks noGrp="1"/>
          </p:cNvSpPr>
          <p:nvPr>
            <p:ph type="title"/>
          </p:nvPr>
        </p:nvSpPr>
        <p:spPr>
          <a:xfrm>
            <a:off x="5430300" y="539363"/>
            <a:ext cx="3000600" cy="12930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230" name="Google Shape;230;p21"/>
          <p:cNvSpPr txBox="1">
            <a:spLocks noGrp="1"/>
          </p:cNvSpPr>
          <p:nvPr>
            <p:ph type="subTitle" idx="1"/>
          </p:nvPr>
        </p:nvSpPr>
        <p:spPr>
          <a:xfrm>
            <a:off x="5430300" y="1807935"/>
            <a:ext cx="3000600" cy="1169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31" name="Google Shape;231;p21"/>
          <p:cNvSpPr/>
          <p:nvPr/>
        </p:nvSpPr>
        <p:spPr>
          <a:xfrm rot="-893055" flipH="1">
            <a:off x="8517590" y="1272308"/>
            <a:ext cx="187233" cy="2010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2" name="Google Shape;232;p21"/>
          <p:cNvGrpSpPr/>
          <p:nvPr/>
        </p:nvGrpSpPr>
        <p:grpSpPr>
          <a:xfrm>
            <a:off x="7623496" y="-414151"/>
            <a:ext cx="1286679" cy="1169679"/>
            <a:chOff x="6494019" y="-137261"/>
            <a:chExt cx="2116596" cy="1924130"/>
          </a:xfrm>
        </p:grpSpPr>
        <p:sp>
          <p:nvSpPr>
            <p:cNvPr id="233" name="Google Shape;233;p21"/>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1"/>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5" name="Google Shape;235;p21"/>
          <p:cNvSpPr/>
          <p:nvPr/>
        </p:nvSpPr>
        <p:spPr>
          <a:xfrm flipH="1">
            <a:off x="7039699" y="3273275"/>
            <a:ext cx="2782401" cy="1870126"/>
          </a:xfrm>
          <a:custGeom>
            <a:avLst/>
            <a:gdLst/>
            <a:ahLst/>
            <a:cxnLst/>
            <a:rect l="l" t="t" r="r" b="b"/>
            <a:pathLst>
              <a:path w="67938" h="49435" extrusionOk="0">
                <a:moveTo>
                  <a:pt x="19861" y="0"/>
                </a:moveTo>
                <a:cubicBezTo>
                  <a:pt x="10467" y="0"/>
                  <a:pt x="2847" y="7608"/>
                  <a:pt x="2847" y="17014"/>
                </a:cubicBezTo>
                <a:cubicBezTo>
                  <a:pt x="2847" y="20848"/>
                  <a:pt x="4109" y="24384"/>
                  <a:pt x="6252" y="27230"/>
                </a:cubicBezTo>
                <a:cubicBezTo>
                  <a:pt x="2394" y="31135"/>
                  <a:pt x="1" y="36505"/>
                  <a:pt x="1" y="42434"/>
                </a:cubicBezTo>
                <a:cubicBezTo>
                  <a:pt x="1" y="44887"/>
                  <a:pt x="418" y="47244"/>
                  <a:pt x="1168" y="49435"/>
                </a:cubicBezTo>
                <a:lnTo>
                  <a:pt x="66628" y="49435"/>
                </a:lnTo>
                <a:cubicBezTo>
                  <a:pt x="67474" y="47399"/>
                  <a:pt x="67938" y="45160"/>
                  <a:pt x="67938" y="42815"/>
                </a:cubicBezTo>
                <a:cubicBezTo>
                  <a:pt x="67938" y="37826"/>
                  <a:pt x="65831" y="33326"/>
                  <a:pt x="62461" y="30171"/>
                </a:cubicBezTo>
                <a:cubicBezTo>
                  <a:pt x="63283" y="27873"/>
                  <a:pt x="63747" y="25396"/>
                  <a:pt x="63747" y="22801"/>
                </a:cubicBezTo>
                <a:cubicBezTo>
                  <a:pt x="63747" y="10835"/>
                  <a:pt x="54032" y="1119"/>
                  <a:pt x="42054" y="1119"/>
                </a:cubicBezTo>
                <a:cubicBezTo>
                  <a:pt x="38018" y="1119"/>
                  <a:pt x="34243" y="2227"/>
                  <a:pt x="31005" y="4155"/>
                </a:cubicBezTo>
                <a:cubicBezTo>
                  <a:pt x="28016" y="1560"/>
                  <a:pt x="24123" y="0"/>
                  <a:pt x="198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wo columns 1">
  <p:cSld name="CUSTOM_10_1">
    <p:spTree>
      <p:nvGrpSpPr>
        <p:cNvPr id="1" name="Shape 236"/>
        <p:cNvGrpSpPr/>
        <p:nvPr/>
      </p:nvGrpSpPr>
      <p:grpSpPr>
        <a:xfrm>
          <a:off x="0" y="0"/>
          <a:ext cx="0" cy="0"/>
          <a:chOff x="0" y="0"/>
          <a:chExt cx="0" cy="0"/>
        </a:xfrm>
      </p:grpSpPr>
      <p:grpSp>
        <p:nvGrpSpPr>
          <p:cNvPr id="237" name="Google Shape;237;p22"/>
          <p:cNvGrpSpPr/>
          <p:nvPr/>
        </p:nvGrpSpPr>
        <p:grpSpPr>
          <a:xfrm rot="2700000">
            <a:off x="7193950" y="-741622"/>
            <a:ext cx="2900448" cy="2069042"/>
            <a:chOff x="1382925" y="378350"/>
            <a:chExt cx="6385200" cy="4554900"/>
          </a:xfrm>
        </p:grpSpPr>
        <p:sp>
          <p:nvSpPr>
            <p:cNvPr id="238" name="Google Shape;238;p22"/>
            <p:cNvSpPr/>
            <p:nvPr/>
          </p:nvSpPr>
          <p:spPr>
            <a:xfrm>
              <a:off x="1382925" y="378350"/>
              <a:ext cx="4554900" cy="45549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22"/>
            <p:cNvSpPr/>
            <p:nvPr/>
          </p:nvSpPr>
          <p:spPr>
            <a:xfrm>
              <a:off x="4025925" y="636575"/>
              <a:ext cx="3742200" cy="37422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0" name="Google Shape;240;p22"/>
          <p:cNvGrpSpPr/>
          <p:nvPr/>
        </p:nvGrpSpPr>
        <p:grpSpPr>
          <a:xfrm rot="-2700000" flipH="1">
            <a:off x="-1121375" y="642928"/>
            <a:ext cx="2900448" cy="2069042"/>
            <a:chOff x="1382925" y="378350"/>
            <a:chExt cx="6385200" cy="4554900"/>
          </a:xfrm>
        </p:grpSpPr>
        <p:sp>
          <p:nvSpPr>
            <p:cNvPr id="241" name="Google Shape;241;p22"/>
            <p:cNvSpPr/>
            <p:nvPr/>
          </p:nvSpPr>
          <p:spPr>
            <a:xfrm>
              <a:off x="1382925" y="378350"/>
              <a:ext cx="4554900" cy="45549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2"/>
            <p:cNvSpPr/>
            <p:nvPr/>
          </p:nvSpPr>
          <p:spPr>
            <a:xfrm>
              <a:off x="4025925" y="636575"/>
              <a:ext cx="3742200" cy="37422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3" name="Google Shape;243;p22"/>
          <p:cNvSpPr txBox="1">
            <a:spLocks noGrp="1"/>
          </p:cNvSpPr>
          <p:nvPr>
            <p:ph type="title"/>
          </p:nvPr>
        </p:nvSpPr>
        <p:spPr>
          <a:xfrm>
            <a:off x="720000" y="445025"/>
            <a:ext cx="7704000" cy="738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244" name="Google Shape;244;p22"/>
          <p:cNvSpPr txBox="1">
            <a:spLocks noGrp="1"/>
          </p:cNvSpPr>
          <p:nvPr>
            <p:ph type="title" idx="2"/>
          </p:nvPr>
        </p:nvSpPr>
        <p:spPr>
          <a:xfrm>
            <a:off x="1950700" y="3491900"/>
            <a:ext cx="2410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45" name="Google Shape;245;p22"/>
          <p:cNvSpPr txBox="1">
            <a:spLocks noGrp="1"/>
          </p:cNvSpPr>
          <p:nvPr>
            <p:ph type="subTitle" idx="1"/>
          </p:nvPr>
        </p:nvSpPr>
        <p:spPr>
          <a:xfrm>
            <a:off x="1950700" y="3927000"/>
            <a:ext cx="2410500" cy="61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6" name="Google Shape;246;p22"/>
          <p:cNvSpPr txBox="1">
            <a:spLocks noGrp="1"/>
          </p:cNvSpPr>
          <p:nvPr>
            <p:ph type="title" idx="3"/>
          </p:nvPr>
        </p:nvSpPr>
        <p:spPr>
          <a:xfrm>
            <a:off x="4782791" y="3491900"/>
            <a:ext cx="2410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47" name="Google Shape;247;p22"/>
          <p:cNvSpPr txBox="1">
            <a:spLocks noGrp="1"/>
          </p:cNvSpPr>
          <p:nvPr>
            <p:ph type="subTitle" idx="4"/>
          </p:nvPr>
        </p:nvSpPr>
        <p:spPr>
          <a:xfrm>
            <a:off x="4782800" y="3927000"/>
            <a:ext cx="2410500" cy="61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8" name="Google Shape;248;p22"/>
          <p:cNvSpPr/>
          <p:nvPr/>
        </p:nvSpPr>
        <p:spPr>
          <a:xfrm rot="-1644435">
            <a:off x="8657684" y="4471841"/>
            <a:ext cx="246286" cy="264499"/>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249"/>
        <p:cNvGrpSpPr/>
        <p:nvPr/>
      </p:nvGrpSpPr>
      <p:grpSpPr>
        <a:xfrm>
          <a:off x="0" y="0"/>
          <a:ext cx="0" cy="0"/>
          <a:chOff x="0" y="0"/>
          <a:chExt cx="0" cy="0"/>
        </a:xfrm>
      </p:grpSpPr>
      <p:sp>
        <p:nvSpPr>
          <p:cNvPr id="250" name="Google Shape;250;p23"/>
          <p:cNvSpPr txBox="1">
            <a:spLocks noGrp="1"/>
          </p:cNvSpPr>
          <p:nvPr>
            <p:ph type="title"/>
          </p:nvPr>
        </p:nvSpPr>
        <p:spPr>
          <a:xfrm>
            <a:off x="720000" y="445025"/>
            <a:ext cx="7704000" cy="738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251" name="Google Shape;251;p23"/>
          <p:cNvSpPr txBox="1">
            <a:spLocks noGrp="1"/>
          </p:cNvSpPr>
          <p:nvPr>
            <p:ph type="title" idx="2"/>
          </p:nvPr>
        </p:nvSpPr>
        <p:spPr>
          <a:xfrm>
            <a:off x="720000" y="3080475"/>
            <a:ext cx="22998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52" name="Google Shape;252;p23"/>
          <p:cNvSpPr txBox="1">
            <a:spLocks noGrp="1"/>
          </p:cNvSpPr>
          <p:nvPr>
            <p:ph type="subTitle" idx="1"/>
          </p:nvPr>
        </p:nvSpPr>
        <p:spPr>
          <a:xfrm>
            <a:off x="720000" y="3515576"/>
            <a:ext cx="2299800" cy="831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53" name="Google Shape;253;p23"/>
          <p:cNvSpPr txBox="1">
            <a:spLocks noGrp="1"/>
          </p:cNvSpPr>
          <p:nvPr>
            <p:ph type="title" idx="3"/>
          </p:nvPr>
        </p:nvSpPr>
        <p:spPr>
          <a:xfrm>
            <a:off x="3422102" y="3080475"/>
            <a:ext cx="22998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54" name="Google Shape;254;p23"/>
          <p:cNvSpPr txBox="1">
            <a:spLocks noGrp="1"/>
          </p:cNvSpPr>
          <p:nvPr>
            <p:ph type="subTitle" idx="4"/>
          </p:nvPr>
        </p:nvSpPr>
        <p:spPr>
          <a:xfrm>
            <a:off x="3422100" y="3515575"/>
            <a:ext cx="2299800" cy="831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55" name="Google Shape;255;p23"/>
          <p:cNvSpPr txBox="1">
            <a:spLocks noGrp="1"/>
          </p:cNvSpPr>
          <p:nvPr>
            <p:ph type="title" idx="5"/>
          </p:nvPr>
        </p:nvSpPr>
        <p:spPr>
          <a:xfrm>
            <a:off x="6124200" y="3080475"/>
            <a:ext cx="22998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56" name="Google Shape;256;p23"/>
          <p:cNvSpPr txBox="1">
            <a:spLocks noGrp="1"/>
          </p:cNvSpPr>
          <p:nvPr>
            <p:ph type="subTitle" idx="6"/>
          </p:nvPr>
        </p:nvSpPr>
        <p:spPr>
          <a:xfrm>
            <a:off x="6124201" y="3515575"/>
            <a:ext cx="2299800" cy="831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257" name="Google Shape;257;p23"/>
          <p:cNvGrpSpPr/>
          <p:nvPr/>
        </p:nvGrpSpPr>
        <p:grpSpPr>
          <a:xfrm>
            <a:off x="7257950" y="3883950"/>
            <a:ext cx="2613250" cy="2835050"/>
            <a:chOff x="7257950" y="3883950"/>
            <a:chExt cx="2613250" cy="2835050"/>
          </a:xfrm>
        </p:grpSpPr>
        <p:sp>
          <p:nvSpPr>
            <p:cNvPr id="258" name="Google Shape;258;p23"/>
            <p:cNvSpPr/>
            <p:nvPr/>
          </p:nvSpPr>
          <p:spPr>
            <a:xfrm>
              <a:off x="7257950" y="4498400"/>
              <a:ext cx="2220600" cy="22206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3"/>
            <p:cNvSpPr/>
            <p:nvPr/>
          </p:nvSpPr>
          <p:spPr>
            <a:xfrm>
              <a:off x="8430900" y="3883950"/>
              <a:ext cx="1440300" cy="1440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0" name="Google Shape;260;p23"/>
          <p:cNvGrpSpPr/>
          <p:nvPr/>
        </p:nvGrpSpPr>
        <p:grpSpPr>
          <a:xfrm>
            <a:off x="-319225" y="-781375"/>
            <a:ext cx="1862975" cy="2043300"/>
            <a:chOff x="-319225" y="-781375"/>
            <a:chExt cx="1862975" cy="2043300"/>
          </a:xfrm>
        </p:grpSpPr>
        <p:sp>
          <p:nvSpPr>
            <p:cNvPr id="261" name="Google Shape;261;p23"/>
            <p:cNvSpPr/>
            <p:nvPr/>
          </p:nvSpPr>
          <p:spPr>
            <a:xfrm>
              <a:off x="-171050" y="-781375"/>
              <a:ext cx="1714800" cy="17148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3"/>
            <p:cNvSpPr/>
            <p:nvPr/>
          </p:nvSpPr>
          <p:spPr>
            <a:xfrm>
              <a:off x="-319225" y="445025"/>
              <a:ext cx="816900" cy="8169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3" name="Google Shape;263;p23"/>
          <p:cNvSpPr/>
          <p:nvPr/>
        </p:nvSpPr>
        <p:spPr>
          <a:xfrm>
            <a:off x="190525" y="372497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23"/>
          <p:cNvSpPr/>
          <p:nvPr/>
        </p:nvSpPr>
        <p:spPr>
          <a:xfrm>
            <a:off x="2995775" y="4780249"/>
            <a:ext cx="194621" cy="209104"/>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3"/>
          <p:cNvSpPr/>
          <p:nvPr/>
        </p:nvSpPr>
        <p:spPr>
          <a:xfrm>
            <a:off x="8784200" y="256612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hree columns 1">
  <p:cSld name="CUSTOM_6_1">
    <p:spTree>
      <p:nvGrpSpPr>
        <p:cNvPr id="1" name="Shape 266"/>
        <p:cNvGrpSpPr/>
        <p:nvPr/>
      </p:nvGrpSpPr>
      <p:grpSpPr>
        <a:xfrm>
          <a:off x="0" y="0"/>
          <a:ext cx="0" cy="0"/>
          <a:chOff x="0" y="0"/>
          <a:chExt cx="0" cy="0"/>
        </a:xfrm>
      </p:grpSpPr>
      <p:sp>
        <p:nvSpPr>
          <p:cNvPr id="267" name="Google Shape;267;p24"/>
          <p:cNvSpPr/>
          <p:nvPr/>
        </p:nvSpPr>
        <p:spPr>
          <a:xfrm>
            <a:off x="8546804" y="2354825"/>
            <a:ext cx="1146600" cy="1146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4"/>
          <p:cNvSpPr/>
          <p:nvPr/>
        </p:nvSpPr>
        <p:spPr>
          <a:xfrm rot="10800000">
            <a:off x="-608307" y="4"/>
            <a:ext cx="2939168" cy="1975546"/>
          </a:xfrm>
          <a:custGeom>
            <a:avLst/>
            <a:gdLst/>
            <a:ahLst/>
            <a:cxnLst/>
            <a:rect l="l" t="t" r="r" b="b"/>
            <a:pathLst>
              <a:path w="67938" h="49435" extrusionOk="0">
                <a:moveTo>
                  <a:pt x="19861" y="0"/>
                </a:moveTo>
                <a:cubicBezTo>
                  <a:pt x="10467" y="0"/>
                  <a:pt x="2847" y="7608"/>
                  <a:pt x="2847" y="17014"/>
                </a:cubicBezTo>
                <a:cubicBezTo>
                  <a:pt x="2847" y="20848"/>
                  <a:pt x="4109" y="24384"/>
                  <a:pt x="6252" y="27230"/>
                </a:cubicBezTo>
                <a:cubicBezTo>
                  <a:pt x="2394" y="31135"/>
                  <a:pt x="1" y="36505"/>
                  <a:pt x="1" y="42434"/>
                </a:cubicBezTo>
                <a:cubicBezTo>
                  <a:pt x="1" y="44887"/>
                  <a:pt x="418" y="47244"/>
                  <a:pt x="1168" y="49435"/>
                </a:cubicBezTo>
                <a:lnTo>
                  <a:pt x="66628" y="49435"/>
                </a:lnTo>
                <a:cubicBezTo>
                  <a:pt x="67474" y="47399"/>
                  <a:pt x="67938" y="45160"/>
                  <a:pt x="67938" y="42815"/>
                </a:cubicBezTo>
                <a:cubicBezTo>
                  <a:pt x="67938" y="37826"/>
                  <a:pt x="65831" y="33326"/>
                  <a:pt x="62461" y="30171"/>
                </a:cubicBezTo>
                <a:cubicBezTo>
                  <a:pt x="63283" y="27873"/>
                  <a:pt x="63747" y="25396"/>
                  <a:pt x="63747" y="22801"/>
                </a:cubicBezTo>
                <a:cubicBezTo>
                  <a:pt x="63747" y="10835"/>
                  <a:pt x="54032" y="1119"/>
                  <a:pt x="42054" y="1119"/>
                </a:cubicBezTo>
                <a:cubicBezTo>
                  <a:pt x="38018" y="1119"/>
                  <a:pt x="34243" y="2227"/>
                  <a:pt x="31005" y="4155"/>
                </a:cubicBezTo>
                <a:cubicBezTo>
                  <a:pt x="28016" y="1560"/>
                  <a:pt x="24123" y="0"/>
                  <a:pt x="198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4"/>
          <p:cNvSpPr/>
          <p:nvPr/>
        </p:nvSpPr>
        <p:spPr>
          <a:xfrm flipH="1">
            <a:off x="2644733" y="3541722"/>
            <a:ext cx="2383095" cy="1601818"/>
          </a:xfrm>
          <a:custGeom>
            <a:avLst/>
            <a:gdLst/>
            <a:ahLst/>
            <a:cxnLst/>
            <a:rect l="l" t="t" r="r" b="b"/>
            <a:pathLst>
              <a:path w="67938" h="49435" extrusionOk="0">
                <a:moveTo>
                  <a:pt x="19861" y="0"/>
                </a:moveTo>
                <a:cubicBezTo>
                  <a:pt x="10467" y="0"/>
                  <a:pt x="2847" y="7608"/>
                  <a:pt x="2847" y="17014"/>
                </a:cubicBezTo>
                <a:cubicBezTo>
                  <a:pt x="2847" y="20848"/>
                  <a:pt x="4109" y="24384"/>
                  <a:pt x="6252" y="27230"/>
                </a:cubicBezTo>
                <a:cubicBezTo>
                  <a:pt x="2394" y="31135"/>
                  <a:pt x="1" y="36505"/>
                  <a:pt x="1" y="42434"/>
                </a:cubicBezTo>
                <a:cubicBezTo>
                  <a:pt x="1" y="44887"/>
                  <a:pt x="418" y="47244"/>
                  <a:pt x="1168" y="49435"/>
                </a:cubicBezTo>
                <a:lnTo>
                  <a:pt x="66628" y="49435"/>
                </a:lnTo>
                <a:cubicBezTo>
                  <a:pt x="67474" y="47399"/>
                  <a:pt x="67938" y="45160"/>
                  <a:pt x="67938" y="42815"/>
                </a:cubicBezTo>
                <a:cubicBezTo>
                  <a:pt x="67938" y="37826"/>
                  <a:pt x="65831" y="33326"/>
                  <a:pt x="62461" y="30171"/>
                </a:cubicBezTo>
                <a:cubicBezTo>
                  <a:pt x="63283" y="27873"/>
                  <a:pt x="63747" y="25396"/>
                  <a:pt x="63747" y="22801"/>
                </a:cubicBezTo>
                <a:cubicBezTo>
                  <a:pt x="63747" y="10835"/>
                  <a:pt x="54032" y="1119"/>
                  <a:pt x="42054" y="1119"/>
                </a:cubicBezTo>
                <a:cubicBezTo>
                  <a:pt x="38018" y="1119"/>
                  <a:pt x="34243" y="2227"/>
                  <a:pt x="31005" y="4155"/>
                </a:cubicBezTo>
                <a:cubicBezTo>
                  <a:pt x="28016" y="1560"/>
                  <a:pt x="24123" y="0"/>
                  <a:pt x="198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4"/>
          <p:cNvSpPr txBox="1">
            <a:spLocks noGrp="1"/>
          </p:cNvSpPr>
          <p:nvPr>
            <p:ph type="title"/>
          </p:nvPr>
        </p:nvSpPr>
        <p:spPr>
          <a:xfrm>
            <a:off x="804750" y="1580500"/>
            <a:ext cx="23067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71" name="Google Shape;271;p24"/>
          <p:cNvSpPr txBox="1">
            <a:spLocks noGrp="1"/>
          </p:cNvSpPr>
          <p:nvPr>
            <p:ph type="subTitle" idx="1"/>
          </p:nvPr>
        </p:nvSpPr>
        <p:spPr>
          <a:xfrm>
            <a:off x="804750" y="2015600"/>
            <a:ext cx="2306700" cy="61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2" name="Google Shape;272;p24"/>
          <p:cNvSpPr txBox="1">
            <a:spLocks noGrp="1"/>
          </p:cNvSpPr>
          <p:nvPr>
            <p:ph type="title" idx="2"/>
          </p:nvPr>
        </p:nvSpPr>
        <p:spPr>
          <a:xfrm>
            <a:off x="6028405" y="1580500"/>
            <a:ext cx="23067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73" name="Google Shape;273;p24"/>
          <p:cNvSpPr txBox="1">
            <a:spLocks noGrp="1"/>
          </p:cNvSpPr>
          <p:nvPr>
            <p:ph type="subTitle" idx="3"/>
          </p:nvPr>
        </p:nvSpPr>
        <p:spPr>
          <a:xfrm>
            <a:off x="6028405" y="2015600"/>
            <a:ext cx="2306700" cy="61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4" name="Google Shape;274;p24"/>
          <p:cNvSpPr txBox="1">
            <a:spLocks noGrp="1"/>
          </p:cNvSpPr>
          <p:nvPr>
            <p:ph type="title" idx="4"/>
          </p:nvPr>
        </p:nvSpPr>
        <p:spPr>
          <a:xfrm>
            <a:off x="3418650" y="3232925"/>
            <a:ext cx="23067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75" name="Google Shape;275;p24"/>
          <p:cNvSpPr txBox="1">
            <a:spLocks noGrp="1"/>
          </p:cNvSpPr>
          <p:nvPr>
            <p:ph type="subTitle" idx="5"/>
          </p:nvPr>
        </p:nvSpPr>
        <p:spPr>
          <a:xfrm>
            <a:off x="3418654" y="3668025"/>
            <a:ext cx="2306700" cy="61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6" name="Google Shape;276;p24"/>
          <p:cNvSpPr txBox="1">
            <a:spLocks noGrp="1"/>
          </p:cNvSpPr>
          <p:nvPr>
            <p:ph type="title" idx="6"/>
          </p:nvPr>
        </p:nvSpPr>
        <p:spPr>
          <a:xfrm>
            <a:off x="720000" y="445025"/>
            <a:ext cx="7704000" cy="738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grpSp>
        <p:nvGrpSpPr>
          <p:cNvPr id="277" name="Google Shape;277;p24"/>
          <p:cNvGrpSpPr/>
          <p:nvPr/>
        </p:nvGrpSpPr>
        <p:grpSpPr>
          <a:xfrm>
            <a:off x="7946633" y="-325461"/>
            <a:ext cx="1095550" cy="995930"/>
            <a:chOff x="6494019" y="-137261"/>
            <a:chExt cx="2116596" cy="1924130"/>
          </a:xfrm>
        </p:grpSpPr>
        <p:sp>
          <p:nvSpPr>
            <p:cNvPr id="278" name="Google Shape;278;p24"/>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4"/>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0" name="Google Shape;280;p24"/>
          <p:cNvSpPr/>
          <p:nvPr/>
        </p:nvSpPr>
        <p:spPr>
          <a:xfrm rot="1644435" flipH="1">
            <a:off x="332234" y="3235266"/>
            <a:ext cx="246286" cy="264499"/>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1" name="Google Shape;281;p24"/>
          <p:cNvGrpSpPr/>
          <p:nvPr/>
        </p:nvGrpSpPr>
        <p:grpSpPr>
          <a:xfrm flipH="1">
            <a:off x="8518419" y="2794938"/>
            <a:ext cx="1463862" cy="1446064"/>
            <a:chOff x="5624415" y="3404280"/>
            <a:chExt cx="656087" cy="648111"/>
          </a:xfrm>
        </p:grpSpPr>
        <p:grpSp>
          <p:nvGrpSpPr>
            <p:cNvPr id="282" name="Google Shape;282;p24"/>
            <p:cNvGrpSpPr/>
            <p:nvPr/>
          </p:nvGrpSpPr>
          <p:grpSpPr>
            <a:xfrm flipH="1">
              <a:off x="5624415" y="3404280"/>
              <a:ext cx="656087" cy="648111"/>
              <a:chOff x="-2708900" y="3174350"/>
              <a:chExt cx="350100" cy="345825"/>
            </a:xfrm>
          </p:grpSpPr>
          <p:sp>
            <p:nvSpPr>
              <p:cNvPr id="283" name="Google Shape;283;p24"/>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4"/>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4"/>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4"/>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4"/>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4"/>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89" name="Google Shape;289;p24"/>
            <p:cNvCxnSpPr/>
            <p:nvPr/>
          </p:nvCxnSpPr>
          <p:spPr>
            <a:xfrm>
              <a:off x="5679725" y="4047784"/>
              <a:ext cx="5079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290"/>
        <p:cNvGrpSpPr/>
        <p:nvPr/>
      </p:nvGrpSpPr>
      <p:grpSpPr>
        <a:xfrm>
          <a:off x="0" y="0"/>
          <a:ext cx="0" cy="0"/>
          <a:chOff x="0" y="0"/>
          <a:chExt cx="0" cy="0"/>
        </a:xfrm>
      </p:grpSpPr>
      <p:grpSp>
        <p:nvGrpSpPr>
          <p:cNvPr id="291" name="Google Shape;291;p25"/>
          <p:cNvGrpSpPr/>
          <p:nvPr/>
        </p:nvGrpSpPr>
        <p:grpSpPr>
          <a:xfrm>
            <a:off x="1049924" y="-714325"/>
            <a:ext cx="7079426" cy="5857825"/>
            <a:chOff x="1049924" y="-714325"/>
            <a:chExt cx="7079426" cy="5857825"/>
          </a:xfrm>
        </p:grpSpPr>
        <p:sp>
          <p:nvSpPr>
            <p:cNvPr id="292" name="Google Shape;292;p25"/>
            <p:cNvSpPr/>
            <p:nvPr/>
          </p:nvSpPr>
          <p:spPr>
            <a:xfrm>
              <a:off x="4122850" y="-150100"/>
              <a:ext cx="4006500" cy="40074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25"/>
            <p:cNvSpPr/>
            <p:nvPr/>
          </p:nvSpPr>
          <p:spPr>
            <a:xfrm>
              <a:off x="1178275" y="-714325"/>
              <a:ext cx="4374300" cy="43755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25"/>
            <p:cNvSpPr/>
            <p:nvPr/>
          </p:nvSpPr>
          <p:spPr>
            <a:xfrm flipH="1">
              <a:off x="1049924" y="409605"/>
              <a:ext cx="7044152" cy="4733896"/>
            </a:xfrm>
            <a:custGeom>
              <a:avLst/>
              <a:gdLst/>
              <a:ahLst/>
              <a:cxnLst/>
              <a:rect l="l" t="t" r="r" b="b"/>
              <a:pathLst>
                <a:path w="67938" h="49435" extrusionOk="0">
                  <a:moveTo>
                    <a:pt x="19861" y="0"/>
                  </a:moveTo>
                  <a:cubicBezTo>
                    <a:pt x="10467" y="0"/>
                    <a:pt x="2847" y="7608"/>
                    <a:pt x="2847" y="17014"/>
                  </a:cubicBezTo>
                  <a:cubicBezTo>
                    <a:pt x="2847" y="20848"/>
                    <a:pt x="4109" y="24384"/>
                    <a:pt x="6252" y="27230"/>
                  </a:cubicBezTo>
                  <a:cubicBezTo>
                    <a:pt x="2394" y="31135"/>
                    <a:pt x="1" y="36505"/>
                    <a:pt x="1" y="42434"/>
                  </a:cubicBezTo>
                  <a:cubicBezTo>
                    <a:pt x="1" y="44887"/>
                    <a:pt x="418" y="47244"/>
                    <a:pt x="1168" y="49435"/>
                  </a:cubicBezTo>
                  <a:lnTo>
                    <a:pt x="66628" y="49435"/>
                  </a:lnTo>
                  <a:cubicBezTo>
                    <a:pt x="67474" y="47399"/>
                    <a:pt x="67938" y="45160"/>
                    <a:pt x="67938" y="42815"/>
                  </a:cubicBezTo>
                  <a:cubicBezTo>
                    <a:pt x="67938" y="37826"/>
                    <a:pt x="65831" y="33326"/>
                    <a:pt x="62461" y="30171"/>
                  </a:cubicBezTo>
                  <a:cubicBezTo>
                    <a:pt x="63283" y="27873"/>
                    <a:pt x="63747" y="25396"/>
                    <a:pt x="63747" y="22801"/>
                  </a:cubicBezTo>
                  <a:cubicBezTo>
                    <a:pt x="63747" y="10835"/>
                    <a:pt x="54032" y="1119"/>
                    <a:pt x="42054" y="1119"/>
                  </a:cubicBezTo>
                  <a:cubicBezTo>
                    <a:pt x="38018" y="1119"/>
                    <a:pt x="34243" y="2227"/>
                    <a:pt x="31005" y="4155"/>
                  </a:cubicBezTo>
                  <a:cubicBezTo>
                    <a:pt x="28016" y="1560"/>
                    <a:pt x="24123" y="0"/>
                    <a:pt x="198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5" name="Google Shape;295;p25"/>
          <p:cNvSpPr txBox="1">
            <a:spLocks noGrp="1"/>
          </p:cNvSpPr>
          <p:nvPr>
            <p:ph type="title"/>
          </p:nvPr>
        </p:nvSpPr>
        <p:spPr>
          <a:xfrm>
            <a:off x="2166300" y="445025"/>
            <a:ext cx="4811400" cy="1293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296" name="Google Shape;296;p25"/>
          <p:cNvSpPr txBox="1">
            <a:spLocks noGrp="1"/>
          </p:cNvSpPr>
          <p:nvPr>
            <p:ph type="title" idx="2"/>
          </p:nvPr>
        </p:nvSpPr>
        <p:spPr>
          <a:xfrm>
            <a:off x="2321310" y="2085275"/>
            <a:ext cx="20817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97" name="Google Shape;297;p25"/>
          <p:cNvSpPr txBox="1">
            <a:spLocks noGrp="1"/>
          </p:cNvSpPr>
          <p:nvPr>
            <p:ph type="subTitle" idx="1"/>
          </p:nvPr>
        </p:nvSpPr>
        <p:spPr>
          <a:xfrm>
            <a:off x="2321310" y="2505291"/>
            <a:ext cx="2081700" cy="61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8" name="Google Shape;298;p25"/>
          <p:cNvSpPr txBox="1">
            <a:spLocks noGrp="1"/>
          </p:cNvSpPr>
          <p:nvPr>
            <p:ph type="title" idx="3"/>
          </p:nvPr>
        </p:nvSpPr>
        <p:spPr>
          <a:xfrm>
            <a:off x="4740990" y="2085275"/>
            <a:ext cx="20817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99" name="Google Shape;299;p25"/>
          <p:cNvSpPr txBox="1">
            <a:spLocks noGrp="1"/>
          </p:cNvSpPr>
          <p:nvPr>
            <p:ph type="subTitle" idx="4"/>
          </p:nvPr>
        </p:nvSpPr>
        <p:spPr>
          <a:xfrm>
            <a:off x="4740985" y="2505299"/>
            <a:ext cx="2081700" cy="61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0" name="Google Shape;300;p25"/>
          <p:cNvSpPr txBox="1">
            <a:spLocks noGrp="1"/>
          </p:cNvSpPr>
          <p:nvPr>
            <p:ph type="title" idx="5"/>
          </p:nvPr>
        </p:nvSpPr>
        <p:spPr>
          <a:xfrm>
            <a:off x="2328210" y="3518681"/>
            <a:ext cx="20817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01" name="Google Shape;301;p25"/>
          <p:cNvSpPr txBox="1">
            <a:spLocks noGrp="1"/>
          </p:cNvSpPr>
          <p:nvPr>
            <p:ph type="subTitle" idx="6"/>
          </p:nvPr>
        </p:nvSpPr>
        <p:spPr>
          <a:xfrm>
            <a:off x="2321310" y="3938697"/>
            <a:ext cx="2081700" cy="61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2" name="Google Shape;302;p25"/>
          <p:cNvSpPr txBox="1">
            <a:spLocks noGrp="1"/>
          </p:cNvSpPr>
          <p:nvPr>
            <p:ph type="title" idx="7"/>
          </p:nvPr>
        </p:nvSpPr>
        <p:spPr>
          <a:xfrm>
            <a:off x="4740990" y="3518681"/>
            <a:ext cx="20817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03" name="Google Shape;303;p25"/>
          <p:cNvSpPr txBox="1">
            <a:spLocks noGrp="1"/>
          </p:cNvSpPr>
          <p:nvPr>
            <p:ph type="subTitle" idx="8"/>
          </p:nvPr>
        </p:nvSpPr>
        <p:spPr>
          <a:xfrm>
            <a:off x="4740985" y="3938700"/>
            <a:ext cx="2081700" cy="61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4" name="Google Shape;304;p25"/>
          <p:cNvSpPr/>
          <p:nvPr/>
        </p:nvSpPr>
        <p:spPr>
          <a:xfrm>
            <a:off x="8750332" y="157459"/>
            <a:ext cx="186679" cy="199389"/>
          </a:xfrm>
          <a:custGeom>
            <a:avLst/>
            <a:gdLst/>
            <a:ahLst/>
            <a:cxnLst/>
            <a:rect l="l" t="t" r="r" b="b"/>
            <a:pathLst>
              <a:path w="2776" h="2965" extrusionOk="0">
                <a:moveTo>
                  <a:pt x="1439" y="1"/>
                </a:moveTo>
                <a:cubicBezTo>
                  <a:pt x="1386" y="1"/>
                  <a:pt x="1334" y="31"/>
                  <a:pt x="1322" y="93"/>
                </a:cubicBezTo>
                <a:lnTo>
                  <a:pt x="1168" y="736"/>
                </a:lnTo>
                <a:cubicBezTo>
                  <a:pt x="1120" y="962"/>
                  <a:pt x="953" y="1129"/>
                  <a:pt x="763" y="1177"/>
                </a:cubicBezTo>
                <a:lnTo>
                  <a:pt x="144" y="1308"/>
                </a:lnTo>
                <a:cubicBezTo>
                  <a:pt x="13" y="1331"/>
                  <a:pt x="1" y="1522"/>
                  <a:pt x="132" y="1558"/>
                </a:cubicBezTo>
                <a:lnTo>
                  <a:pt x="739" y="1748"/>
                </a:lnTo>
                <a:cubicBezTo>
                  <a:pt x="930" y="1796"/>
                  <a:pt x="1072" y="1986"/>
                  <a:pt x="1108" y="2212"/>
                </a:cubicBezTo>
                <a:lnTo>
                  <a:pt x="1203" y="2855"/>
                </a:lnTo>
                <a:cubicBezTo>
                  <a:pt x="1216" y="2928"/>
                  <a:pt x="1271" y="2964"/>
                  <a:pt x="1328" y="2964"/>
                </a:cubicBezTo>
                <a:cubicBezTo>
                  <a:pt x="1381" y="2964"/>
                  <a:pt x="1436" y="2931"/>
                  <a:pt x="1453" y="2867"/>
                </a:cubicBezTo>
                <a:lnTo>
                  <a:pt x="1620" y="2177"/>
                </a:lnTo>
                <a:cubicBezTo>
                  <a:pt x="1668" y="1986"/>
                  <a:pt x="1799" y="1843"/>
                  <a:pt x="1965" y="1808"/>
                </a:cubicBezTo>
                <a:lnTo>
                  <a:pt x="2632" y="1665"/>
                </a:lnTo>
                <a:cubicBezTo>
                  <a:pt x="2763" y="1629"/>
                  <a:pt x="2775" y="1438"/>
                  <a:pt x="2632" y="1403"/>
                </a:cubicBezTo>
                <a:lnTo>
                  <a:pt x="1989" y="1212"/>
                </a:lnTo>
                <a:cubicBezTo>
                  <a:pt x="1823" y="1165"/>
                  <a:pt x="1703" y="1010"/>
                  <a:pt x="1668" y="819"/>
                </a:cubicBezTo>
                <a:lnTo>
                  <a:pt x="1561" y="105"/>
                </a:lnTo>
                <a:cubicBezTo>
                  <a:pt x="1554" y="37"/>
                  <a:pt x="1496" y="1"/>
                  <a:pt x="14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25"/>
          <p:cNvSpPr/>
          <p:nvPr/>
        </p:nvSpPr>
        <p:spPr>
          <a:xfrm>
            <a:off x="240857" y="245634"/>
            <a:ext cx="186679" cy="199389"/>
          </a:xfrm>
          <a:custGeom>
            <a:avLst/>
            <a:gdLst/>
            <a:ahLst/>
            <a:cxnLst/>
            <a:rect l="l" t="t" r="r" b="b"/>
            <a:pathLst>
              <a:path w="2776" h="2965" extrusionOk="0">
                <a:moveTo>
                  <a:pt x="1439" y="1"/>
                </a:moveTo>
                <a:cubicBezTo>
                  <a:pt x="1386" y="1"/>
                  <a:pt x="1334" y="31"/>
                  <a:pt x="1322" y="93"/>
                </a:cubicBezTo>
                <a:lnTo>
                  <a:pt x="1168" y="736"/>
                </a:lnTo>
                <a:cubicBezTo>
                  <a:pt x="1120" y="962"/>
                  <a:pt x="953" y="1129"/>
                  <a:pt x="763" y="1177"/>
                </a:cubicBezTo>
                <a:lnTo>
                  <a:pt x="144" y="1308"/>
                </a:lnTo>
                <a:cubicBezTo>
                  <a:pt x="13" y="1331"/>
                  <a:pt x="1" y="1522"/>
                  <a:pt x="132" y="1558"/>
                </a:cubicBezTo>
                <a:lnTo>
                  <a:pt x="739" y="1748"/>
                </a:lnTo>
                <a:cubicBezTo>
                  <a:pt x="930" y="1796"/>
                  <a:pt x="1072" y="1986"/>
                  <a:pt x="1108" y="2212"/>
                </a:cubicBezTo>
                <a:lnTo>
                  <a:pt x="1203" y="2855"/>
                </a:lnTo>
                <a:cubicBezTo>
                  <a:pt x="1216" y="2928"/>
                  <a:pt x="1271" y="2964"/>
                  <a:pt x="1328" y="2964"/>
                </a:cubicBezTo>
                <a:cubicBezTo>
                  <a:pt x="1381" y="2964"/>
                  <a:pt x="1436" y="2931"/>
                  <a:pt x="1453" y="2867"/>
                </a:cubicBezTo>
                <a:lnTo>
                  <a:pt x="1620" y="2177"/>
                </a:lnTo>
                <a:cubicBezTo>
                  <a:pt x="1668" y="1986"/>
                  <a:pt x="1799" y="1843"/>
                  <a:pt x="1965" y="1808"/>
                </a:cubicBezTo>
                <a:lnTo>
                  <a:pt x="2632" y="1665"/>
                </a:lnTo>
                <a:cubicBezTo>
                  <a:pt x="2763" y="1629"/>
                  <a:pt x="2775" y="1438"/>
                  <a:pt x="2632" y="1403"/>
                </a:cubicBezTo>
                <a:lnTo>
                  <a:pt x="1989" y="1212"/>
                </a:lnTo>
                <a:cubicBezTo>
                  <a:pt x="1823" y="1165"/>
                  <a:pt x="1703" y="1010"/>
                  <a:pt x="1668" y="819"/>
                </a:cubicBezTo>
                <a:lnTo>
                  <a:pt x="1561" y="105"/>
                </a:lnTo>
                <a:cubicBezTo>
                  <a:pt x="1554" y="37"/>
                  <a:pt x="1496" y="1"/>
                  <a:pt x="14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four columns 1">
  <p:cSld name="CUSTOM_5_1">
    <p:spTree>
      <p:nvGrpSpPr>
        <p:cNvPr id="1" name="Shape 306"/>
        <p:cNvGrpSpPr/>
        <p:nvPr/>
      </p:nvGrpSpPr>
      <p:grpSpPr>
        <a:xfrm>
          <a:off x="0" y="0"/>
          <a:ext cx="0" cy="0"/>
          <a:chOff x="0" y="0"/>
          <a:chExt cx="0" cy="0"/>
        </a:xfrm>
      </p:grpSpPr>
      <p:sp>
        <p:nvSpPr>
          <p:cNvPr id="307" name="Google Shape;307;p26"/>
          <p:cNvSpPr txBox="1">
            <a:spLocks noGrp="1"/>
          </p:cNvSpPr>
          <p:nvPr>
            <p:ph type="title"/>
          </p:nvPr>
        </p:nvSpPr>
        <p:spPr>
          <a:xfrm>
            <a:off x="1891713" y="1498175"/>
            <a:ext cx="23982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08" name="Google Shape;308;p26"/>
          <p:cNvSpPr txBox="1">
            <a:spLocks noGrp="1"/>
          </p:cNvSpPr>
          <p:nvPr>
            <p:ph type="subTitle" idx="1"/>
          </p:nvPr>
        </p:nvSpPr>
        <p:spPr>
          <a:xfrm>
            <a:off x="1891713" y="1918191"/>
            <a:ext cx="2398200" cy="831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9" name="Google Shape;309;p26"/>
          <p:cNvSpPr txBox="1">
            <a:spLocks noGrp="1"/>
          </p:cNvSpPr>
          <p:nvPr>
            <p:ph type="title" idx="2"/>
          </p:nvPr>
        </p:nvSpPr>
        <p:spPr>
          <a:xfrm>
            <a:off x="5818346" y="1498175"/>
            <a:ext cx="23982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10" name="Google Shape;310;p26"/>
          <p:cNvSpPr txBox="1">
            <a:spLocks noGrp="1"/>
          </p:cNvSpPr>
          <p:nvPr>
            <p:ph type="subTitle" idx="3"/>
          </p:nvPr>
        </p:nvSpPr>
        <p:spPr>
          <a:xfrm>
            <a:off x="5818346" y="1918191"/>
            <a:ext cx="2398200" cy="831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1" name="Google Shape;311;p26"/>
          <p:cNvSpPr txBox="1">
            <a:spLocks noGrp="1"/>
          </p:cNvSpPr>
          <p:nvPr>
            <p:ph type="title" idx="4"/>
          </p:nvPr>
        </p:nvSpPr>
        <p:spPr>
          <a:xfrm>
            <a:off x="1891721" y="3136208"/>
            <a:ext cx="23982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12" name="Google Shape;312;p26"/>
          <p:cNvSpPr txBox="1">
            <a:spLocks noGrp="1"/>
          </p:cNvSpPr>
          <p:nvPr>
            <p:ph type="subTitle" idx="5"/>
          </p:nvPr>
        </p:nvSpPr>
        <p:spPr>
          <a:xfrm>
            <a:off x="1891721" y="3556224"/>
            <a:ext cx="2398200" cy="831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3" name="Google Shape;313;p26"/>
          <p:cNvSpPr txBox="1">
            <a:spLocks noGrp="1"/>
          </p:cNvSpPr>
          <p:nvPr>
            <p:ph type="title" idx="6"/>
          </p:nvPr>
        </p:nvSpPr>
        <p:spPr>
          <a:xfrm>
            <a:off x="5818360" y="3136208"/>
            <a:ext cx="23982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14" name="Google Shape;314;p26"/>
          <p:cNvSpPr txBox="1">
            <a:spLocks noGrp="1"/>
          </p:cNvSpPr>
          <p:nvPr>
            <p:ph type="subTitle" idx="7"/>
          </p:nvPr>
        </p:nvSpPr>
        <p:spPr>
          <a:xfrm>
            <a:off x="5818355" y="3556224"/>
            <a:ext cx="2398200" cy="831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5" name="Google Shape;315;p26"/>
          <p:cNvSpPr txBox="1">
            <a:spLocks noGrp="1"/>
          </p:cNvSpPr>
          <p:nvPr>
            <p:ph type="title" idx="8"/>
          </p:nvPr>
        </p:nvSpPr>
        <p:spPr>
          <a:xfrm>
            <a:off x="720000" y="445025"/>
            <a:ext cx="7704000" cy="738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316" name="Google Shape;316;p26"/>
          <p:cNvSpPr/>
          <p:nvPr/>
        </p:nvSpPr>
        <p:spPr>
          <a:xfrm>
            <a:off x="152401" y="621500"/>
            <a:ext cx="1404300" cy="1404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6"/>
          <p:cNvSpPr/>
          <p:nvPr/>
        </p:nvSpPr>
        <p:spPr>
          <a:xfrm rot="10800000">
            <a:off x="7343743" y="-27"/>
            <a:ext cx="2378509" cy="1598728"/>
          </a:xfrm>
          <a:custGeom>
            <a:avLst/>
            <a:gdLst/>
            <a:ahLst/>
            <a:cxnLst/>
            <a:rect l="l" t="t" r="r" b="b"/>
            <a:pathLst>
              <a:path w="67938" h="49435" extrusionOk="0">
                <a:moveTo>
                  <a:pt x="19861" y="0"/>
                </a:moveTo>
                <a:cubicBezTo>
                  <a:pt x="10467" y="0"/>
                  <a:pt x="2847" y="7608"/>
                  <a:pt x="2847" y="17014"/>
                </a:cubicBezTo>
                <a:cubicBezTo>
                  <a:pt x="2847" y="20848"/>
                  <a:pt x="4109" y="24384"/>
                  <a:pt x="6252" y="27230"/>
                </a:cubicBezTo>
                <a:cubicBezTo>
                  <a:pt x="2394" y="31135"/>
                  <a:pt x="1" y="36505"/>
                  <a:pt x="1" y="42434"/>
                </a:cubicBezTo>
                <a:cubicBezTo>
                  <a:pt x="1" y="44887"/>
                  <a:pt x="418" y="47244"/>
                  <a:pt x="1168" y="49435"/>
                </a:cubicBezTo>
                <a:lnTo>
                  <a:pt x="66628" y="49435"/>
                </a:lnTo>
                <a:cubicBezTo>
                  <a:pt x="67474" y="47399"/>
                  <a:pt x="67938" y="45160"/>
                  <a:pt x="67938" y="42815"/>
                </a:cubicBezTo>
                <a:cubicBezTo>
                  <a:pt x="67938" y="37826"/>
                  <a:pt x="65831" y="33326"/>
                  <a:pt x="62461" y="30171"/>
                </a:cubicBezTo>
                <a:cubicBezTo>
                  <a:pt x="63283" y="27873"/>
                  <a:pt x="63747" y="25396"/>
                  <a:pt x="63747" y="22801"/>
                </a:cubicBezTo>
                <a:cubicBezTo>
                  <a:pt x="63747" y="10835"/>
                  <a:pt x="54032" y="1119"/>
                  <a:pt x="42054" y="1119"/>
                </a:cubicBezTo>
                <a:cubicBezTo>
                  <a:pt x="38018" y="1119"/>
                  <a:pt x="34243" y="2227"/>
                  <a:pt x="31005" y="4155"/>
                </a:cubicBezTo>
                <a:cubicBezTo>
                  <a:pt x="28016" y="1560"/>
                  <a:pt x="24123" y="0"/>
                  <a:pt x="198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8" name="Google Shape;318;p26"/>
          <p:cNvGrpSpPr/>
          <p:nvPr/>
        </p:nvGrpSpPr>
        <p:grpSpPr>
          <a:xfrm>
            <a:off x="4086325" y="4387527"/>
            <a:ext cx="1231436" cy="1119459"/>
            <a:chOff x="6494019" y="-137261"/>
            <a:chExt cx="2116596" cy="1924130"/>
          </a:xfrm>
        </p:grpSpPr>
        <p:sp>
          <p:nvSpPr>
            <p:cNvPr id="319" name="Google Shape;319;p26"/>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6"/>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1" name="Google Shape;321;p26"/>
          <p:cNvSpPr/>
          <p:nvPr/>
        </p:nvSpPr>
        <p:spPr>
          <a:xfrm>
            <a:off x="-673263" y="-137100"/>
            <a:ext cx="1735800" cy="17358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6"/>
          <p:cNvSpPr/>
          <p:nvPr/>
        </p:nvSpPr>
        <p:spPr>
          <a:xfrm>
            <a:off x="1294500" y="-674275"/>
            <a:ext cx="1119600" cy="1119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6"/>
          <p:cNvSpPr/>
          <p:nvPr/>
        </p:nvSpPr>
        <p:spPr>
          <a:xfrm>
            <a:off x="7647675" y="4376400"/>
            <a:ext cx="1119600" cy="1119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4" name="Google Shape;324;p26"/>
          <p:cNvGrpSpPr/>
          <p:nvPr/>
        </p:nvGrpSpPr>
        <p:grpSpPr>
          <a:xfrm flipH="1">
            <a:off x="8294925" y="2609929"/>
            <a:ext cx="1048100" cy="1035357"/>
            <a:chOff x="5624415" y="3404280"/>
            <a:chExt cx="656087" cy="648111"/>
          </a:xfrm>
        </p:grpSpPr>
        <p:grpSp>
          <p:nvGrpSpPr>
            <p:cNvPr id="325" name="Google Shape;325;p26"/>
            <p:cNvGrpSpPr/>
            <p:nvPr/>
          </p:nvGrpSpPr>
          <p:grpSpPr>
            <a:xfrm flipH="1">
              <a:off x="5624415" y="3404280"/>
              <a:ext cx="656087" cy="648111"/>
              <a:chOff x="-2708900" y="3174350"/>
              <a:chExt cx="350100" cy="345825"/>
            </a:xfrm>
          </p:grpSpPr>
          <p:sp>
            <p:nvSpPr>
              <p:cNvPr id="326" name="Google Shape;326;p26"/>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6"/>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6"/>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6"/>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6"/>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6"/>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32" name="Google Shape;332;p26"/>
            <p:cNvCxnSpPr/>
            <p:nvPr/>
          </p:nvCxnSpPr>
          <p:spPr>
            <a:xfrm>
              <a:off x="5679725" y="4047784"/>
              <a:ext cx="507900" cy="0"/>
            </a:xfrm>
            <a:prstGeom prst="straightConnector1">
              <a:avLst/>
            </a:prstGeom>
            <a:noFill/>
            <a:ln w="9525" cap="flat" cmpd="sng">
              <a:solidFill>
                <a:schemeClr val="dk1"/>
              </a:solidFill>
              <a:prstDash val="solid"/>
              <a:round/>
              <a:headEnd type="none" w="med" len="med"/>
              <a:tailEnd type="none" w="med" len="med"/>
            </a:ln>
          </p:spPr>
        </p:cxnSp>
      </p:grpSp>
      <p:sp>
        <p:nvSpPr>
          <p:cNvPr id="333" name="Google Shape;333;p26"/>
          <p:cNvSpPr/>
          <p:nvPr/>
        </p:nvSpPr>
        <p:spPr>
          <a:xfrm rot="1644435" flipH="1">
            <a:off x="589959" y="2712704"/>
            <a:ext cx="246286" cy="264499"/>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334"/>
        <p:cNvGrpSpPr/>
        <p:nvPr/>
      </p:nvGrpSpPr>
      <p:grpSpPr>
        <a:xfrm>
          <a:off x="0" y="0"/>
          <a:ext cx="0" cy="0"/>
          <a:chOff x="0" y="0"/>
          <a:chExt cx="0" cy="0"/>
        </a:xfrm>
      </p:grpSpPr>
      <p:sp>
        <p:nvSpPr>
          <p:cNvPr id="335" name="Google Shape;335;p27"/>
          <p:cNvSpPr txBox="1">
            <a:spLocks noGrp="1"/>
          </p:cNvSpPr>
          <p:nvPr>
            <p:ph type="title"/>
          </p:nvPr>
        </p:nvSpPr>
        <p:spPr>
          <a:xfrm>
            <a:off x="720000" y="445025"/>
            <a:ext cx="7704000" cy="738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336" name="Google Shape;336;p27"/>
          <p:cNvSpPr txBox="1">
            <a:spLocks noGrp="1"/>
          </p:cNvSpPr>
          <p:nvPr>
            <p:ph type="title" idx="2"/>
          </p:nvPr>
        </p:nvSpPr>
        <p:spPr>
          <a:xfrm>
            <a:off x="871625" y="1920288"/>
            <a:ext cx="20124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37" name="Google Shape;337;p27"/>
          <p:cNvSpPr txBox="1">
            <a:spLocks noGrp="1"/>
          </p:cNvSpPr>
          <p:nvPr>
            <p:ph type="subTitle" idx="1"/>
          </p:nvPr>
        </p:nvSpPr>
        <p:spPr>
          <a:xfrm>
            <a:off x="871625" y="2347357"/>
            <a:ext cx="2012400" cy="61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38" name="Google Shape;338;p27"/>
          <p:cNvSpPr txBox="1">
            <a:spLocks noGrp="1"/>
          </p:cNvSpPr>
          <p:nvPr>
            <p:ph type="title" idx="3"/>
          </p:nvPr>
        </p:nvSpPr>
        <p:spPr>
          <a:xfrm>
            <a:off x="3569340" y="1920288"/>
            <a:ext cx="20124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39" name="Google Shape;339;p27"/>
          <p:cNvSpPr txBox="1">
            <a:spLocks noGrp="1"/>
          </p:cNvSpPr>
          <p:nvPr>
            <p:ph type="subTitle" idx="4"/>
          </p:nvPr>
        </p:nvSpPr>
        <p:spPr>
          <a:xfrm>
            <a:off x="3569342" y="2347364"/>
            <a:ext cx="2012400" cy="61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40" name="Google Shape;340;p27"/>
          <p:cNvSpPr txBox="1">
            <a:spLocks noGrp="1"/>
          </p:cNvSpPr>
          <p:nvPr>
            <p:ph type="title" idx="5"/>
          </p:nvPr>
        </p:nvSpPr>
        <p:spPr>
          <a:xfrm>
            <a:off x="875162" y="3561412"/>
            <a:ext cx="20124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41" name="Google Shape;341;p27"/>
          <p:cNvSpPr txBox="1">
            <a:spLocks noGrp="1"/>
          </p:cNvSpPr>
          <p:nvPr>
            <p:ph type="subTitle" idx="6"/>
          </p:nvPr>
        </p:nvSpPr>
        <p:spPr>
          <a:xfrm>
            <a:off x="875162" y="3988481"/>
            <a:ext cx="2012400" cy="61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42" name="Google Shape;342;p27"/>
          <p:cNvSpPr txBox="1">
            <a:spLocks noGrp="1"/>
          </p:cNvSpPr>
          <p:nvPr>
            <p:ph type="title" idx="7"/>
          </p:nvPr>
        </p:nvSpPr>
        <p:spPr>
          <a:xfrm>
            <a:off x="3569340" y="3561412"/>
            <a:ext cx="20124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43" name="Google Shape;343;p27"/>
          <p:cNvSpPr txBox="1">
            <a:spLocks noGrp="1"/>
          </p:cNvSpPr>
          <p:nvPr>
            <p:ph type="subTitle" idx="8"/>
          </p:nvPr>
        </p:nvSpPr>
        <p:spPr>
          <a:xfrm>
            <a:off x="3569342" y="3988488"/>
            <a:ext cx="2012400" cy="61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44" name="Google Shape;344;p27"/>
          <p:cNvSpPr txBox="1">
            <a:spLocks noGrp="1"/>
          </p:cNvSpPr>
          <p:nvPr>
            <p:ph type="title" idx="9"/>
          </p:nvPr>
        </p:nvSpPr>
        <p:spPr>
          <a:xfrm>
            <a:off x="6263523" y="1920288"/>
            <a:ext cx="20124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45" name="Google Shape;345;p27"/>
          <p:cNvSpPr txBox="1">
            <a:spLocks noGrp="1"/>
          </p:cNvSpPr>
          <p:nvPr>
            <p:ph type="subTitle" idx="13"/>
          </p:nvPr>
        </p:nvSpPr>
        <p:spPr>
          <a:xfrm>
            <a:off x="6263523" y="2347364"/>
            <a:ext cx="2012400" cy="61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46" name="Google Shape;346;p27"/>
          <p:cNvSpPr txBox="1">
            <a:spLocks noGrp="1"/>
          </p:cNvSpPr>
          <p:nvPr>
            <p:ph type="title" idx="14"/>
          </p:nvPr>
        </p:nvSpPr>
        <p:spPr>
          <a:xfrm>
            <a:off x="6263523" y="3561412"/>
            <a:ext cx="20124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47" name="Google Shape;347;p27"/>
          <p:cNvSpPr txBox="1">
            <a:spLocks noGrp="1"/>
          </p:cNvSpPr>
          <p:nvPr>
            <p:ph type="subTitle" idx="15"/>
          </p:nvPr>
        </p:nvSpPr>
        <p:spPr>
          <a:xfrm>
            <a:off x="6263523" y="3988488"/>
            <a:ext cx="2012400" cy="61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48" name="Google Shape;348;p27"/>
          <p:cNvSpPr/>
          <p:nvPr/>
        </p:nvSpPr>
        <p:spPr>
          <a:xfrm>
            <a:off x="-2068343" y="3020973"/>
            <a:ext cx="2773800" cy="27738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27"/>
          <p:cNvSpPr/>
          <p:nvPr/>
        </p:nvSpPr>
        <p:spPr>
          <a:xfrm>
            <a:off x="184638" y="4604085"/>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27"/>
          <p:cNvSpPr/>
          <p:nvPr/>
        </p:nvSpPr>
        <p:spPr>
          <a:xfrm>
            <a:off x="8658363" y="3171335"/>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7"/>
          <p:cNvSpPr/>
          <p:nvPr/>
        </p:nvSpPr>
        <p:spPr>
          <a:xfrm flipH="1">
            <a:off x="152573" y="948737"/>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27"/>
          <p:cNvSpPr/>
          <p:nvPr/>
        </p:nvSpPr>
        <p:spPr>
          <a:xfrm>
            <a:off x="8578729" y="-395876"/>
            <a:ext cx="1344600" cy="134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7"/>
          <p:cNvSpPr/>
          <p:nvPr/>
        </p:nvSpPr>
        <p:spPr>
          <a:xfrm>
            <a:off x="8957711" y="2421287"/>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354"/>
        <p:cNvGrpSpPr/>
        <p:nvPr/>
      </p:nvGrpSpPr>
      <p:grpSpPr>
        <a:xfrm>
          <a:off x="0" y="0"/>
          <a:ext cx="0" cy="0"/>
          <a:chOff x="0" y="0"/>
          <a:chExt cx="0" cy="0"/>
        </a:xfrm>
      </p:grpSpPr>
      <p:sp>
        <p:nvSpPr>
          <p:cNvPr id="355" name="Google Shape;355;p28"/>
          <p:cNvSpPr/>
          <p:nvPr/>
        </p:nvSpPr>
        <p:spPr>
          <a:xfrm flipH="1">
            <a:off x="-583549" y="3313750"/>
            <a:ext cx="3431209" cy="2306266"/>
          </a:xfrm>
          <a:custGeom>
            <a:avLst/>
            <a:gdLst/>
            <a:ahLst/>
            <a:cxnLst/>
            <a:rect l="l" t="t" r="r" b="b"/>
            <a:pathLst>
              <a:path w="67938" h="49435" extrusionOk="0">
                <a:moveTo>
                  <a:pt x="19861" y="0"/>
                </a:moveTo>
                <a:cubicBezTo>
                  <a:pt x="10467" y="0"/>
                  <a:pt x="2847" y="7608"/>
                  <a:pt x="2847" y="17014"/>
                </a:cubicBezTo>
                <a:cubicBezTo>
                  <a:pt x="2847" y="20848"/>
                  <a:pt x="4109" y="24384"/>
                  <a:pt x="6252" y="27230"/>
                </a:cubicBezTo>
                <a:cubicBezTo>
                  <a:pt x="2394" y="31135"/>
                  <a:pt x="1" y="36505"/>
                  <a:pt x="1" y="42434"/>
                </a:cubicBezTo>
                <a:cubicBezTo>
                  <a:pt x="1" y="44887"/>
                  <a:pt x="418" y="47244"/>
                  <a:pt x="1168" y="49435"/>
                </a:cubicBezTo>
                <a:lnTo>
                  <a:pt x="66628" y="49435"/>
                </a:lnTo>
                <a:cubicBezTo>
                  <a:pt x="67474" y="47399"/>
                  <a:pt x="67938" y="45160"/>
                  <a:pt x="67938" y="42815"/>
                </a:cubicBezTo>
                <a:cubicBezTo>
                  <a:pt x="67938" y="37826"/>
                  <a:pt x="65831" y="33326"/>
                  <a:pt x="62461" y="30171"/>
                </a:cubicBezTo>
                <a:cubicBezTo>
                  <a:pt x="63283" y="27873"/>
                  <a:pt x="63747" y="25396"/>
                  <a:pt x="63747" y="22801"/>
                </a:cubicBezTo>
                <a:cubicBezTo>
                  <a:pt x="63747" y="10835"/>
                  <a:pt x="54032" y="1119"/>
                  <a:pt x="42054" y="1119"/>
                </a:cubicBezTo>
                <a:cubicBezTo>
                  <a:pt x="38018" y="1119"/>
                  <a:pt x="34243" y="2227"/>
                  <a:pt x="31005" y="4155"/>
                </a:cubicBezTo>
                <a:cubicBezTo>
                  <a:pt x="28016" y="1560"/>
                  <a:pt x="24123" y="0"/>
                  <a:pt x="198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8"/>
          <p:cNvSpPr txBox="1">
            <a:spLocks noGrp="1"/>
          </p:cNvSpPr>
          <p:nvPr>
            <p:ph type="title" hasCustomPrompt="1"/>
          </p:nvPr>
        </p:nvSpPr>
        <p:spPr>
          <a:xfrm>
            <a:off x="877375" y="1027638"/>
            <a:ext cx="2381400" cy="87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4"/>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57" name="Google Shape;357;p28"/>
          <p:cNvSpPr txBox="1">
            <a:spLocks noGrp="1"/>
          </p:cNvSpPr>
          <p:nvPr>
            <p:ph type="subTitle" idx="1"/>
          </p:nvPr>
        </p:nvSpPr>
        <p:spPr>
          <a:xfrm>
            <a:off x="877375" y="2216343"/>
            <a:ext cx="2381400" cy="738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PT Sans"/>
              <a:buNone/>
              <a:defRPr sz="1800"/>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358" name="Google Shape;358;p28"/>
          <p:cNvSpPr txBox="1">
            <a:spLocks noGrp="1"/>
          </p:cNvSpPr>
          <p:nvPr>
            <p:ph type="title" idx="2" hasCustomPrompt="1"/>
          </p:nvPr>
        </p:nvSpPr>
        <p:spPr>
          <a:xfrm>
            <a:off x="3381375" y="2436538"/>
            <a:ext cx="2381400" cy="87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4"/>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59" name="Google Shape;359;p28"/>
          <p:cNvSpPr txBox="1">
            <a:spLocks noGrp="1"/>
          </p:cNvSpPr>
          <p:nvPr>
            <p:ph type="subTitle" idx="3"/>
          </p:nvPr>
        </p:nvSpPr>
        <p:spPr>
          <a:xfrm>
            <a:off x="3381375" y="3625237"/>
            <a:ext cx="2381400" cy="738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PT Sans"/>
              <a:buNone/>
              <a:defRPr sz="1800"/>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360" name="Google Shape;360;p28"/>
          <p:cNvSpPr txBox="1">
            <a:spLocks noGrp="1"/>
          </p:cNvSpPr>
          <p:nvPr>
            <p:ph type="title" idx="4" hasCustomPrompt="1"/>
          </p:nvPr>
        </p:nvSpPr>
        <p:spPr>
          <a:xfrm>
            <a:off x="5885225" y="1027638"/>
            <a:ext cx="2381400" cy="87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4"/>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61" name="Google Shape;361;p28"/>
          <p:cNvSpPr txBox="1">
            <a:spLocks noGrp="1"/>
          </p:cNvSpPr>
          <p:nvPr>
            <p:ph type="subTitle" idx="5"/>
          </p:nvPr>
        </p:nvSpPr>
        <p:spPr>
          <a:xfrm>
            <a:off x="5885225" y="2216337"/>
            <a:ext cx="2381400" cy="738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PT Sans"/>
              <a:buNone/>
              <a:defRPr sz="1800"/>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grpSp>
        <p:nvGrpSpPr>
          <p:cNvPr id="362" name="Google Shape;362;p28"/>
          <p:cNvGrpSpPr/>
          <p:nvPr/>
        </p:nvGrpSpPr>
        <p:grpSpPr>
          <a:xfrm>
            <a:off x="3258773" y="-722299"/>
            <a:ext cx="2365418" cy="2387440"/>
            <a:chOff x="2074049" y="378339"/>
            <a:chExt cx="5083640" cy="5130970"/>
          </a:xfrm>
        </p:grpSpPr>
        <p:sp>
          <p:nvSpPr>
            <p:cNvPr id="363" name="Google Shape;363;p28"/>
            <p:cNvSpPr/>
            <p:nvPr/>
          </p:nvSpPr>
          <p:spPr>
            <a:xfrm>
              <a:off x="2074049" y="378339"/>
              <a:ext cx="3863700" cy="3863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8"/>
            <p:cNvSpPr/>
            <p:nvPr/>
          </p:nvSpPr>
          <p:spPr>
            <a:xfrm>
              <a:off x="4121389" y="2473009"/>
              <a:ext cx="3036300" cy="3036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5" name="Google Shape;365;p28"/>
          <p:cNvSpPr/>
          <p:nvPr/>
        </p:nvSpPr>
        <p:spPr>
          <a:xfrm>
            <a:off x="7240200" y="3266700"/>
            <a:ext cx="2381400" cy="238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8"/>
          <p:cNvSpPr/>
          <p:nvPr/>
        </p:nvSpPr>
        <p:spPr>
          <a:xfrm>
            <a:off x="8600100" y="484875"/>
            <a:ext cx="1123200" cy="1123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8"/>
          <p:cNvSpPr/>
          <p:nvPr/>
        </p:nvSpPr>
        <p:spPr>
          <a:xfrm rot="3698333">
            <a:off x="353248" y="2768125"/>
            <a:ext cx="295353" cy="30094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8"/>
          <p:cNvSpPr/>
          <p:nvPr/>
        </p:nvSpPr>
        <p:spPr>
          <a:xfrm rot="3027457">
            <a:off x="5773550" y="4453626"/>
            <a:ext cx="295356" cy="300942"/>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Numbers and text 1">
  <p:cSld name="CUSTOM_8_1">
    <p:spTree>
      <p:nvGrpSpPr>
        <p:cNvPr id="1" name="Shape 369"/>
        <p:cNvGrpSpPr/>
        <p:nvPr/>
      </p:nvGrpSpPr>
      <p:grpSpPr>
        <a:xfrm>
          <a:off x="0" y="0"/>
          <a:ext cx="0" cy="0"/>
          <a:chOff x="0" y="0"/>
          <a:chExt cx="0" cy="0"/>
        </a:xfrm>
      </p:grpSpPr>
      <p:grpSp>
        <p:nvGrpSpPr>
          <p:cNvPr id="370" name="Google Shape;370;p29"/>
          <p:cNvGrpSpPr/>
          <p:nvPr/>
        </p:nvGrpSpPr>
        <p:grpSpPr>
          <a:xfrm>
            <a:off x="254788" y="1927000"/>
            <a:ext cx="8634425" cy="3216488"/>
            <a:chOff x="449449" y="1927000"/>
            <a:chExt cx="8634425" cy="3216488"/>
          </a:xfrm>
        </p:grpSpPr>
        <p:sp>
          <p:nvSpPr>
            <p:cNvPr id="371" name="Google Shape;371;p29"/>
            <p:cNvSpPr/>
            <p:nvPr/>
          </p:nvSpPr>
          <p:spPr>
            <a:xfrm flipH="1">
              <a:off x="4297812" y="1927000"/>
              <a:ext cx="4786062" cy="3216488"/>
            </a:xfrm>
            <a:custGeom>
              <a:avLst/>
              <a:gdLst/>
              <a:ahLst/>
              <a:cxnLst/>
              <a:rect l="l" t="t" r="r" b="b"/>
              <a:pathLst>
                <a:path w="67938" h="49435" extrusionOk="0">
                  <a:moveTo>
                    <a:pt x="19861" y="0"/>
                  </a:moveTo>
                  <a:cubicBezTo>
                    <a:pt x="10467" y="0"/>
                    <a:pt x="2847" y="7608"/>
                    <a:pt x="2847" y="17014"/>
                  </a:cubicBezTo>
                  <a:cubicBezTo>
                    <a:pt x="2847" y="20848"/>
                    <a:pt x="4109" y="24384"/>
                    <a:pt x="6252" y="27230"/>
                  </a:cubicBezTo>
                  <a:cubicBezTo>
                    <a:pt x="2394" y="31135"/>
                    <a:pt x="1" y="36505"/>
                    <a:pt x="1" y="42434"/>
                  </a:cubicBezTo>
                  <a:cubicBezTo>
                    <a:pt x="1" y="44887"/>
                    <a:pt x="418" y="47244"/>
                    <a:pt x="1168" y="49435"/>
                  </a:cubicBezTo>
                  <a:lnTo>
                    <a:pt x="66628" y="49435"/>
                  </a:lnTo>
                  <a:cubicBezTo>
                    <a:pt x="67474" y="47399"/>
                    <a:pt x="67938" y="45160"/>
                    <a:pt x="67938" y="42815"/>
                  </a:cubicBezTo>
                  <a:cubicBezTo>
                    <a:pt x="67938" y="37826"/>
                    <a:pt x="65831" y="33326"/>
                    <a:pt x="62461" y="30171"/>
                  </a:cubicBezTo>
                  <a:cubicBezTo>
                    <a:pt x="63283" y="27873"/>
                    <a:pt x="63747" y="25396"/>
                    <a:pt x="63747" y="22801"/>
                  </a:cubicBezTo>
                  <a:cubicBezTo>
                    <a:pt x="63747" y="10835"/>
                    <a:pt x="54032" y="1119"/>
                    <a:pt x="42054" y="1119"/>
                  </a:cubicBezTo>
                  <a:cubicBezTo>
                    <a:pt x="38018" y="1119"/>
                    <a:pt x="34243" y="2227"/>
                    <a:pt x="31005" y="4155"/>
                  </a:cubicBezTo>
                  <a:cubicBezTo>
                    <a:pt x="28016" y="1560"/>
                    <a:pt x="24123" y="0"/>
                    <a:pt x="198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29"/>
            <p:cNvSpPr/>
            <p:nvPr/>
          </p:nvSpPr>
          <p:spPr>
            <a:xfrm>
              <a:off x="449449" y="1927000"/>
              <a:ext cx="4786062" cy="3216488"/>
            </a:xfrm>
            <a:custGeom>
              <a:avLst/>
              <a:gdLst/>
              <a:ahLst/>
              <a:cxnLst/>
              <a:rect l="l" t="t" r="r" b="b"/>
              <a:pathLst>
                <a:path w="67938" h="49435" extrusionOk="0">
                  <a:moveTo>
                    <a:pt x="19861" y="0"/>
                  </a:moveTo>
                  <a:cubicBezTo>
                    <a:pt x="10467" y="0"/>
                    <a:pt x="2847" y="7608"/>
                    <a:pt x="2847" y="17014"/>
                  </a:cubicBezTo>
                  <a:cubicBezTo>
                    <a:pt x="2847" y="20848"/>
                    <a:pt x="4109" y="24384"/>
                    <a:pt x="6252" y="27230"/>
                  </a:cubicBezTo>
                  <a:cubicBezTo>
                    <a:pt x="2394" y="31135"/>
                    <a:pt x="1" y="36505"/>
                    <a:pt x="1" y="42434"/>
                  </a:cubicBezTo>
                  <a:cubicBezTo>
                    <a:pt x="1" y="44887"/>
                    <a:pt x="418" y="47244"/>
                    <a:pt x="1168" y="49435"/>
                  </a:cubicBezTo>
                  <a:lnTo>
                    <a:pt x="66628" y="49435"/>
                  </a:lnTo>
                  <a:cubicBezTo>
                    <a:pt x="67474" y="47399"/>
                    <a:pt x="67938" y="45160"/>
                    <a:pt x="67938" y="42815"/>
                  </a:cubicBezTo>
                  <a:cubicBezTo>
                    <a:pt x="67938" y="37826"/>
                    <a:pt x="65831" y="33326"/>
                    <a:pt x="62461" y="30171"/>
                  </a:cubicBezTo>
                  <a:cubicBezTo>
                    <a:pt x="63283" y="27873"/>
                    <a:pt x="63747" y="25396"/>
                    <a:pt x="63747" y="22801"/>
                  </a:cubicBezTo>
                  <a:cubicBezTo>
                    <a:pt x="63747" y="10835"/>
                    <a:pt x="54032" y="1119"/>
                    <a:pt x="42054" y="1119"/>
                  </a:cubicBezTo>
                  <a:cubicBezTo>
                    <a:pt x="38018" y="1119"/>
                    <a:pt x="34243" y="2227"/>
                    <a:pt x="31005" y="4155"/>
                  </a:cubicBezTo>
                  <a:cubicBezTo>
                    <a:pt x="28016" y="1560"/>
                    <a:pt x="24123" y="0"/>
                    <a:pt x="198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3" name="Google Shape;373;p29"/>
          <p:cNvSpPr txBox="1">
            <a:spLocks noGrp="1"/>
          </p:cNvSpPr>
          <p:nvPr>
            <p:ph type="title" hasCustomPrompt="1"/>
          </p:nvPr>
        </p:nvSpPr>
        <p:spPr>
          <a:xfrm>
            <a:off x="1942250" y="1823738"/>
            <a:ext cx="1456200" cy="768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38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74" name="Google Shape;374;p29"/>
          <p:cNvSpPr txBox="1">
            <a:spLocks noGrp="1"/>
          </p:cNvSpPr>
          <p:nvPr>
            <p:ph type="title" idx="2" hasCustomPrompt="1"/>
          </p:nvPr>
        </p:nvSpPr>
        <p:spPr>
          <a:xfrm>
            <a:off x="5745538" y="1823738"/>
            <a:ext cx="1456200" cy="768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38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75" name="Google Shape;375;p29"/>
          <p:cNvSpPr txBox="1">
            <a:spLocks noGrp="1"/>
          </p:cNvSpPr>
          <p:nvPr>
            <p:ph type="title" idx="3"/>
          </p:nvPr>
        </p:nvSpPr>
        <p:spPr>
          <a:xfrm>
            <a:off x="921788" y="3352775"/>
            <a:ext cx="34971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76" name="Google Shape;376;p29"/>
          <p:cNvSpPr txBox="1">
            <a:spLocks noGrp="1"/>
          </p:cNvSpPr>
          <p:nvPr>
            <p:ph type="subTitle" idx="1"/>
          </p:nvPr>
        </p:nvSpPr>
        <p:spPr>
          <a:xfrm>
            <a:off x="921788" y="3772796"/>
            <a:ext cx="3497100" cy="831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77" name="Google Shape;377;p29"/>
          <p:cNvSpPr txBox="1">
            <a:spLocks noGrp="1"/>
          </p:cNvSpPr>
          <p:nvPr>
            <p:ph type="title" idx="4"/>
          </p:nvPr>
        </p:nvSpPr>
        <p:spPr>
          <a:xfrm>
            <a:off x="4725103" y="3352775"/>
            <a:ext cx="34971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78" name="Google Shape;378;p29"/>
          <p:cNvSpPr txBox="1">
            <a:spLocks noGrp="1"/>
          </p:cNvSpPr>
          <p:nvPr>
            <p:ph type="subTitle" idx="5"/>
          </p:nvPr>
        </p:nvSpPr>
        <p:spPr>
          <a:xfrm>
            <a:off x="4725122" y="3772800"/>
            <a:ext cx="3497100" cy="831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79" name="Google Shape;379;p29"/>
          <p:cNvSpPr txBox="1">
            <a:spLocks noGrp="1"/>
          </p:cNvSpPr>
          <p:nvPr>
            <p:ph type="title" idx="6"/>
          </p:nvPr>
        </p:nvSpPr>
        <p:spPr>
          <a:xfrm>
            <a:off x="720000" y="445025"/>
            <a:ext cx="7704000" cy="738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380" name="Google Shape;380;p29"/>
          <p:cNvSpPr/>
          <p:nvPr/>
        </p:nvSpPr>
        <p:spPr>
          <a:xfrm>
            <a:off x="-322925" y="445025"/>
            <a:ext cx="1282800" cy="12828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9"/>
          <p:cNvSpPr/>
          <p:nvPr/>
        </p:nvSpPr>
        <p:spPr>
          <a:xfrm>
            <a:off x="8102275" y="598500"/>
            <a:ext cx="1557600" cy="1557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2" name="Google Shape;382;p29"/>
          <p:cNvGrpSpPr/>
          <p:nvPr/>
        </p:nvGrpSpPr>
        <p:grpSpPr>
          <a:xfrm>
            <a:off x="8253777" y="3772790"/>
            <a:ext cx="1456186" cy="1438482"/>
            <a:chOff x="5624415" y="3404280"/>
            <a:chExt cx="656087" cy="648111"/>
          </a:xfrm>
        </p:grpSpPr>
        <p:grpSp>
          <p:nvGrpSpPr>
            <p:cNvPr id="383" name="Google Shape;383;p29"/>
            <p:cNvGrpSpPr/>
            <p:nvPr/>
          </p:nvGrpSpPr>
          <p:grpSpPr>
            <a:xfrm flipH="1">
              <a:off x="5624415" y="3404280"/>
              <a:ext cx="656087" cy="648111"/>
              <a:chOff x="-2708900" y="3174350"/>
              <a:chExt cx="350100" cy="345825"/>
            </a:xfrm>
          </p:grpSpPr>
          <p:sp>
            <p:nvSpPr>
              <p:cNvPr id="384" name="Google Shape;384;p29"/>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9"/>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9"/>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9"/>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9"/>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9"/>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90" name="Google Shape;390;p29"/>
            <p:cNvCxnSpPr/>
            <p:nvPr/>
          </p:nvCxnSpPr>
          <p:spPr>
            <a:xfrm>
              <a:off x="5679725" y="4047784"/>
              <a:ext cx="507900" cy="0"/>
            </a:xfrm>
            <a:prstGeom prst="straightConnector1">
              <a:avLst/>
            </a:prstGeom>
            <a:noFill/>
            <a:ln w="9525" cap="flat" cmpd="sng">
              <a:solidFill>
                <a:schemeClr val="dk1"/>
              </a:solidFill>
              <a:prstDash val="solid"/>
              <a:round/>
              <a:headEnd type="none" w="med" len="med"/>
              <a:tailEnd type="none" w="med" len="med"/>
            </a:ln>
          </p:spPr>
        </p:cxnSp>
      </p:grpSp>
      <p:grpSp>
        <p:nvGrpSpPr>
          <p:cNvPr id="391" name="Google Shape;391;p29"/>
          <p:cNvGrpSpPr/>
          <p:nvPr/>
        </p:nvGrpSpPr>
        <p:grpSpPr>
          <a:xfrm flipH="1">
            <a:off x="-258965" y="3598212"/>
            <a:ext cx="874565" cy="863931"/>
            <a:chOff x="5624415" y="3404280"/>
            <a:chExt cx="656087" cy="648111"/>
          </a:xfrm>
        </p:grpSpPr>
        <p:grpSp>
          <p:nvGrpSpPr>
            <p:cNvPr id="392" name="Google Shape;392;p29"/>
            <p:cNvGrpSpPr/>
            <p:nvPr/>
          </p:nvGrpSpPr>
          <p:grpSpPr>
            <a:xfrm flipH="1">
              <a:off x="5624415" y="3404280"/>
              <a:ext cx="656087" cy="648111"/>
              <a:chOff x="-2708900" y="3174350"/>
              <a:chExt cx="350100" cy="345825"/>
            </a:xfrm>
          </p:grpSpPr>
          <p:sp>
            <p:nvSpPr>
              <p:cNvPr id="393" name="Google Shape;393;p29"/>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9"/>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9"/>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9"/>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9"/>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9"/>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99" name="Google Shape;399;p29"/>
            <p:cNvCxnSpPr/>
            <p:nvPr/>
          </p:nvCxnSpPr>
          <p:spPr>
            <a:xfrm>
              <a:off x="5679725" y="4047784"/>
              <a:ext cx="5079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Numbers and text 2">
  <p:cSld name="CUSTOM_8_1_1">
    <p:spTree>
      <p:nvGrpSpPr>
        <p:cNvPr id="1" name="Shape 400"/>
        <p:cNvGrpSpPr/>
        <p:nvPr/>
      </p:nvGrpSpPr>
      <p:grpSpPr>
        <a:xfrm>
          <a:off x="0" y="0"/>
          <a:ext cx="0" cy="0"/>
          <a:chOff x="0" y="0"/>
          <a:chExt cx="0" cy="0"/>
        </a:xfrm>
      </p:grpSpPr>
      <p:sp>
        <p:nvSpPr>
          <p:cNvPr id="401" name="Google Shape;401;p30"/>
          <p:cNvSpPr/>
          <p:nvPr/>
        </p:nvSpPr>
        <p:spPr>
          <a:xfrm>
            <a:off x="6990850" y="-332950"/>
            <a:ext cx="2694600" cy="269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0"/>
          <p:cNvSpPr/>
          <p:nvPr/>
        </p:nvSpPr>
        <p:spPr>
          <a:xfrm>
            <a:off x="-116900" y="2528164"/>
            <a:ext cx="3896584" cy="2619066"/>
          </a:xfrm>
          <a:custGeom>
            <a:avLst/>
            <a:gdLst/>
            <a:ahLst/>
            <a:cxnLst/>
            <a:rect l="l" t="t" r="r" b="b"/>
            <a:pathLst>
              <a:path w="67938" h="49435" extrusionOk="0">
                <a:moveTo>
                  <a:pt x="19861" y="0"/>
                </a:moveTo>
                <a:cubicBezTo>
                  <a:pt x="10467" y="0"/>
                  <a:pt x="2847" y="7608"/>
                  <a:pt x="2847" y="17014"/>
                </a:cubicBezTo>
                <a:cubicBezTo>
                  <a:pt x="2847" y="20848"/>
                  <a:pt x="4109" y="24384"/>
                  <a:pt x="6252" y="27230"/>
                </a:cubicBezTo>
                <a:cubicBezTo>
                  <a:pt x="2394" y="31135"/>
                  <a:pt x="1" y="36505"/>
                  <a:pt x="1" y="42434"/>
                </a:cubicBezTo>
                <a:cubicBezTo>
                  <a:pt x="1" y="44887"/>
                  <a:pt x="418" y="47244"/>
                  <a:pt x="1168" y="49435"/>
                </a:cubicBezTo>
                <a:lnTo>
                  <a:pt x="66628" y="49435"/>
                </a:lnTo>
                <a:cubicBezTo>
                  <a:pt x="67474" y="47399"/>
                  <a:pt x="67938" y="45160"/>
                  <a:pt x="67938" y="42815"/>
                </a:cubicBezTo>
                <a:cubicBezTo>
                  <a:pt x="67938" y="37826"/>
                  <a:pt x="65831" y="33326"/>
                  <a:pt x="62461" y="30171"/>
                </a:cubicBezTo>
                <a:cubicBezTo>
                  <a:pt x="63283" y="27873"/>
                  <a:pt x="63747" y="25396"/>
                  <a:pt x="63747" y="22801"/>
                </a:cubicBezTo>
                <a:cubicBezTo>
                  <a:pt x="63747" y="10835"/>
                  <a:pt x="54032" y="1119"/>
                  <a:pt x="42054" y="1119"/>
                </a:cubicBezTo>
                <a:cubicBezTo>
                  <a:pt x="38018" y="1119"/>
                  <a:pt x="34243" y="2227"/>
                  <a:pt x="31005" y="4155"/>
                </a:cubicBezTo>
                <a:cubicBezTo>
                  <a:pt x="28016" y="1560"/>
                  <a:pt x="24123" y="0"/>
                  <a:pt x="198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0"/>
          <p:cNvSpPr txBox="1">
            <a:spLocks noGrp="1"/>
          </p:cNvSpPr>
          <p:nvPr>
            <p:ph type="title" hasCustomPrompt="1"/>
          </p:nvPr>
        </p:nvSpPr>
        <p:spPr>
          <a:xfrm>
            <a:off x="1011875" y="3153438"/>
            <a:ext cx="1807500" cy="768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04" name="Google Shape;404;p30"/>
          <p:cNvSpPr txBox="1">
            <a:spLocks noGrp="1"/>
          </p:cNvSpPr>
          <p:nvPr>
            <p:ph type="subTitle" idx="1"/>
          </p:nvPr>
        </p:nvSpPr>
        <p:spPr>
          <a:xfrm>
            <a:off x="1011875" y="3772790"/>
            <a:ext cx="1807500" cy="831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PT Sans"/>
              <a:buNone/>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405" name="Google Shape;405;p30"/>
          <p:cNvSpPr txBox="1">
            <a:spLocks noGrp="1"/>
          </p:cNvSpPr>
          <p:nvPr>
            <p:ph type="title" idx="2" hasCustomPrompt="1"/>
          </p:nvPr>
        </p:nvSpPr>
        <p:spPr>
          <a:xfrm>
            <a:off x="3668990" y="3153438"/>
            <a:ext cx="1805400" cy="768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06" name="Google Shape;406;p30"/>
          <p:cNvSpPr txBox="1">
            <a:spLocks noGrp="1"/>
          </p:cNvSpPr>
          <p:nvPr>
            <p:ph type="subTitle" idx="3"/>
          </p:nvPr>
        </p:nvSpPr>
        <p:spPr>
          <a:xfrm>
            <a:off x="3667000" y="3772786"/>
            <a:ext cx="1805400" cy="831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PT Sans"/>
              <a:buNone/>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407" name="Google Shape;407;p30"/>
          <p:cNvSpPr txBox="1">
            <a:spLocks noGrp="1"/>
          </p:cNvSpPr>
          <p:nvPr>
            <p:ph type="title" idx="4" hasCustomPrompt="1"/>
          </p:nvPr>
        </p:nvSpPr>
        <p:spPr>
          <a:xfrm>
            <a:off x="6325625" y="3153438"/>
            <a:ext cx="1805400" cy="768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08" name="Google Shape;408;p30"/>
          <p:cNvSpPr txBox="1">
            <a:spLocks noGrp="1"/>
          </p:cNvSpPr>
          <p:nvPr>
            <p:ph type="subTitle" idx="5"/>
          </p:nvPr>
        </p:nvSpPr>
        <p:spPr>
          <a:xfrm>
            <a:off x="6325630" y="3772786"/>
            <a:ext cx="1805400" cy="831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PT Sans"/>
              <a:buNone/>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409" name="Google Shape;409;p30"/>
          <p:cNvSpPr txBox="1">
            <a:spLocks noGrp="1"/>
          </p:cNvSpPr>
          <p:nvPr>
            <p:ph type="title" idx="6"/>
          </p:nvPr>
        </p:nvSpPr>
        <p:spPr>
          <a:xfrm>
            <a:off x="720000" y="445025"/>
            <a:ext cx="7704000" cy="738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grpSp>
        <p:nvGrpSpPr>
          <p:cNvPr id="410" name="Google Shape;410;p30"/>
          <p:cNvGrpSpPr/>
          <p:nvPr/>
        </p:nvGrpSpPr>
        <p:grpSpPr>
          <a:xfrm>
            <a:off x="-314538" y="4054427"/>
            <a:ext cx="1102620" cy="1089215"/>
            <a:chOff x="5624415" y="3404280"/>
            <a:chExt cx="656087" cy="648111"/>
          </a:xfrm>
        </p:grpSpPr>
        <p:grpSp>
          <p:nvGrpSpPr>
            <p:cNvPr id="411" name="Google Shape;411;p30"/>
            <p:cNvGrpSpPr/>
            <p:nvPr/>
          </p:nvGrpSpPr>
          <p:grpSpPr>
            <a:xfrm flipH="1">
              <a:off x="5624415" y="3404280"/>
              <a:ext cx="656087" cy="648111"/>
              <a:chOff x="-2708900" y="3174350"/>
              <a:chExt cx="350100" cy="345825"/>
            </a:xfrm>
          </p:grpSpPr>
          <p:sp>
            <p:nvSpPr>
              <p:cNvPr id="412" name="Google Shape;412;p30"/>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0"/>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0"/>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0"/>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0"/>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0"/>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18" name="Google Shape;418;p30"/>
            <p:cNvCxnSpPr/>
            <p:nvPr/>
          </p:nvCxnSpPr>
          <p:spPr>
            <a:xfrm>
              <a:off x="5679725" y="4047784"/>
              <a:ext cx="507900" cy="0"/>
            </a:xfrm>
            <a:prstGeom prst="straightConnector1">
              <a:avLst/>
            </a:prstGeom>
            <a:noFill/>
            <a:ln w="9525" cap="flat" cmpd="sng">
              <a:solidFill>
                <a:schemeClr val="dk1"/>
              </a:solidFill>
              <a:prstDash val="solid"/>
              <a:round/>
              <a:headEnd type="none" w="med" len="med"/>
              <a:tailEnd type="none" w="med" len="med"/>
            </a:ln>
          </p:spPr>
        </p:cxnSp>
      </p:grpSp>
      <p:grpSp>
        <p:nvGrpSpPr>
          <p:cNvPr id="419" name="Google Shape;419;p30"/>
          <p:cNvGrpSpPr/>
          <p:nvPr/>
        </p:nvGrpSpPr>
        <p:grpSpPr>
          <a:xfrm flipH="1">
            <a:off x="8629467" y="1423598"/>
            <a:ext cx="778382" cy="768918"/>
            <a:chOff x="5624415" y="3404280"/>
            <a:chExt cx="656087" cy="648111"/>
          </a:xfrm>
        </p:grpSpPr>
        <p:grpSp>
          <p:nvGrpSpPr>
            <p:cNvPr id="420" name="Google Shape;420;p30"/>
            <p:cNvGrpSpPr/>
            <p:nvPr/>
          </p:nvGrpSpPr>
          <p:grpSpPr>
            <a:xfrm flipH="1">
              <a:off x="5624415" y="3404280"/>
              <a:ext cx="656087" cy="648111"/>
              <a:chOff x="-2708900" y="3174350"/>
              <a:chExt cx="350100" cy="345825"/>
            </a:xfrm>
          </p:grpSpPr>
          <p:sp>
            <p:nvSpPr>
              <p:cNvPr id="421" name="Google Shape;421;p30"/>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0"/>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0"/>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0"/>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0"/>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0"/>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27" name="Google Shape;427;p30"/>
            <p:cNvCxnSpPr/>
            <p:nvPr/>
          </p:nvCxnSpPr>
          <p:spPr>
            <a:xfrm>
              <a:off x="5679725" y="4047784"/>
              <a:ext cx="507900" cy="0"/>
            </a:xfrm>
            <a:prstGeom prst="straightConnector1">
              <a:avLst/>
            </a:prstGeom>
            <a:noFill/>
            <a:ln w="9525" cap="flat" cmpd="sng">
              <a:solidFill>
                <a:schemeClr val="dk1"/>
              </a:solidFill>
              <a:prstDash val="solid"/>
              <a:round/>
              <a:headEnd type="none" w="med" len="med"/>
              <a:tailEnd type="none" w="med" len="med"/>
            </a:ln>
          </p:spPr>
        </p:cxnSp>
      </p:grpSp>
      <p:sp>
        <p:nvSpPr>
          <p:cNvPr id="428" name="Google Shape;428;p30"/>
          <p:cNvSpPr/>
          <p:nvPr/>
        </p:nvSpPr>
        <p:spPr>
          <a:xfrm>
            <a:off x="301000" y="300502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0"/>
          <p:cNvSpPr/>
          <p:nvPr/>
        </p:nvSpPr>
        <p:spPr>
          <a:xfrm>
            <a:off x="8629475" y="3996035"/>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0"/>
          <p:cNvSpPr/>
          <p:nvPr/>
        </p:nvSpPr>
        <p:spPr>
          <a:xfrm>
            <a:off x="3366800" y="447992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header 1">
  <p:cSld name="CUSTOM_11">
    <p:spTree>
      <p:nvGrpSpPr>
        <p:cNvPr id="1" name="Shape 431"/>
        <p:cNvGrpSpPr/>
        <p:nvPr/>
      </p:nvGrpSpPr>
      <p:grpSpPr>
        <a:xfrm>
          <a:off x="0" y="0"/>
          <a:ext cx="0" cy="0"/>
          <a:chOff x="0" y="0"/>
          <a:chExt cx="0" cy="0"/>
        </a:xfrm>
      </p:grpSpPr>
      <p:sp>
        <p:nvSpPr>
          <p:cNvPr id="432" name="Google Shape;432;p31"/>
          <p:cNvSpPr txBox="1">
            <a:spLocks noGrp="1"/>
          </p:cNvSpPr>
          <p:nvPr>
            <p:ph type="title"/>
          </p:nvPr>
        </p:nvSpPr>
        <p:spPr>
          <a:xfrm>
            <a:off x="4758850" y="1754225"/>
            <a:ext cx="3926400" cy="21240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4200"/>
            </a:lvl1pPr>
            <a:lvl2pPr lvl="1" algn="r" rtl="0">
              <a:spcBef>
                <a:spcPts val="0"/>
              </a:spcBef>
              <a:spcAft>
                <a:spcPts val="0"/>
              </a:spcAft>
              <a:buSzPts val="3600"/>
              <a:buNone/>
              <a:defRPr sz="3600"/>
            </a:lvl2pPr>
            <a:lvl3pPr lvl="2" algn="r" rtl="0">
              <a:spcBef>
                <a:spcPts val="0"/>
              </a:spcBef>
              <a:spcAft>
                <a:spcPts val="0"/>
              </a:spcAft>
              <a:buSzPts val="3600"/>
              <a:buNone/>
              <a:defRPr sz="3600"/>
            </a:lvl3pPr>
            <a:lvl4pPr lvl="3" algn="r" rtl="0">
              <a:spcBef>
                <a:spcPts val="0"/>
              </a:spcBef>
              <a:spcAft>
                <a:spcPts val="0"/>
              </a:spcAft>
              <a:buSzPts val="3600"/>
              <a:buNone/>
              <a:defRPr sz="3600"/>
            </a:lvl4pPr>
            <a:lvl5pPr lvl="4" algn="r" rtl="0">
              <a:spcBef>
                <a:spcPts val="0"/>
              </a:spcBef>
              <a:spcAft>
                <a:spcPts val="0"/>
              </a:spcAft>
              <a:buSzPts val="3600"/>
              <a:buNone/>
              <a:defRPr sz="3600"/>
            </a:lvl5pPr>
            <a:lvl6pPr lvl="5" algn="r" rtl="0">
              <a:spcBef>
                <a:spcPts val="0"/>
              </a:spcBef>
              <a:spcAft>
                <a:spcPts val="0"/>
              </a:spcAft>
              <a:buSzPts val="3600"/>
              <a:buNone/>
              <a:defRPr sz="3600"/>
            </a:lvl6pPr>
            <a:lvl7pPr lvl="6" algn="r" rtl="0">
              <a:spcBef>
                <a:spcPts val="0"/>
              </a:spcBef>
              <a:spcAft>
                <a:spcPts val="0"/>
              </a:spcAft>
              <a:buSzPts val="3600"/>
              <a:buNone/>
              <a:defRPr sz="3600"/>
            </a:lvl7pPr>
            <a:lvl8pPr lvl="7" algn="r" rtl="0">
              <a:spcBef>
                <a:spcPts val="0"/>
              </a:spcBef>
              <a:spcAft>
                <a:spcPts val="0"/>
              </a:spcAft>
              <a:buSzPts val="3600"/>
              <a:buNone/>
              <a:defRPr sz="3600"/>
            </a:lvl8pPr>
            <a:lvl9pPr lvl="8" algn="r" rtl="0">
              <a:spcBef>
                <a:spcPts val="0"/>
              </a:spcBef>
              <a:spcAft>
                <a:spcPts val="0"/>
              </a:spcAft>
              <a:buSzPts val="3600"/>
              <a:buNone/>
              <a:defRPr sz="3600"/>
            </a:lvl9pPr>
          </a:lstStyle>
          <a:p>
            <a:endParaRPr/>
          </a:p>
        </p:txBody>
      </p:sp>
      <p:sp>
        <p:nvSpPr>
          <p:cNvPr id="433" name="Google Shape;433;p31"/>
          <p:cNvSpPr txBox="1">
            <a:spLocks noGrp="1"/>
          </p:cNvSpPr>
          <p:nvPr>
            <p:ph type="title" idx="2" hasCustomPrompt="1"/>
          </p:nvPr>
        </p:nvSpPr>
        <p:spPr>
          <a:xfrm>
            <a:off x="4510543" y="644495"/>
            <a:ext cx="1248300" cy="917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5400">
                <a:solidFill>
                  <a:schemeClr val="dk2"/>
                </a:solidFill>
              </a:defRPr>
            </a:lvl1pPr>
            <a:lvl2pPr lvl="1" algn="r" rtl="0">
              <a:spcBef>
                <a:spcPts val="0"/>
              </a:spcBef>
              <a:spcAft>
                <a:spcPts val="0"/>
              </a:spcAft>
              <a:buSzPts val="6000"/>
              <a:buNone/>
              <a:defRPr sz="6000"/>
            </a:lvl2pPr>
            <a:lvl3pPr lvl="2" algn="r" rtl="0">
              <a:spcBef>
                <a:spcPts val="0"/>
              </a:spcBef>
              <a:spcAft>
                <a:spcPts val="0"/>
              </a:spcAft>
              <a:buSzPts val="6000"/>
              <a:buNone/>
              <a:defRPr sz="6000"/>
            </a:lvl3pPr>
            <a:lvl4pPr lvl="3" algn="r" rtl="0">
              <a:spcBef>
                <a:spcPts val="0"/>
              </a:spcBef>
              <a:spcAft>
                <a:spcPts val="0"/>
              </a:spcAft>
              <a:buSzPts val="6000"/>
              <a:buNone/>
              <a:defRPr sz="6000"/>
            </a:lvl4pPr>
            <a:lvl5pPr lvl="4" algn="r" rtl="0">
              <a:spcBef>
                <a:spcPts val="0"/>
              </a:spcBef>
              <a:spcAft>
                <a:spcPts val="0"/>
              </a:spcAft>
              <a:buSzPts val="6000"/>
              <a:buNone/>
              <a:defRPr sz="6000"/>
            </a:lvl5pPr>
            <a:lvl6pPr lvl="5" algn="r" rtl="0">
              <a:spcBef>
                <a:spcPts val="0"/>
              </a:spcBef>
              <a:spcAft>
                <a:spcPts val="0"/>
              </a:spcAft>
              <a:buSzPts val="6000"/>
              <a:buNone/>
              <a:defRPr sz="6000"/>
            </a:lvl6pPr>
            <a:lvl7pPr lvl="6" algn="r" rtl="0">
              <a:spcBef>
                <a:spcPts val="0"/>
              </a:spcBef>
              <a:spcAft>
                <a:spcPts val="0"/>
              </a:spcAft>
              <a:buSzPts val="6000"/>
              <a:buNone/>
              <a:defRPr sz="6000"/>
            </a:lvl7pPr>
            <a:lvl8pPr lvl="7" algn="r" rtl="0">
              <a:spcBef>
                <a:spcPts val="0"/>
              </a:spcBef>
              <a:spcAft>
                <a:spcPts val="0"/>
              </a:spcAft>
              <a:buSzPts val="6000"/>
              <a:buNone/>
              <a:defRPr sz="6000"/>
            </a:lvl8pPr>
            <a:lvl9pPr lvl="8" algn="r" rtl="0">
              <a:spcBef>
                <a:spcPts val="0"/>
              </a:spcBef>
              <a:spcAft>
                <a:spcPts val="0"/>
              </a:spcAft>
              <a:buSzPts val="6000"/>
              <a:buNone/>
              <a:defRPr sz="6000"/>
            </a:lvl9pPr>
          </a:lstStyle>
          <a:p>
            <a:r>
              <a:t>xx%</a:t>
            </a:r>
          </a:p>
        </p:txBody>
      </p:sp>
      <p:sp>
        <p:nvSpPr>
          <p:cNvPr id="434" name="Google Shape;434;p31"/>
          <p:cNvSpPr txBox="1">
            <a:spLocks noGrp="1"/>
          </p:cNvSpPr>
          <p:nvPr>
            <p:ph type="subTitle" idx="1"/>
          </p:nvPr>
        </p:nvSpPr>
        <p:spPr>
          <a:xfrm>
            <a:off x="4758850" y="3862475"/>
            <a:ext cx="3043800" cy="71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00"/>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
        <p:nvSpPr>
          <p:cNvPr id="435" name="Google Shape;435;p31"/>
          <p:cNvSpPr/>
          <p:nvPr/>
        </p:nvSpPr>
        <p:spPr>
          <a:xfrm>
            <a:off x="288051" y="3018400"/>
            <a:ext cx="354499" cy="36120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6" name="Google Shape;436;p31"/>
          <p:cNvGrpSpPr/>
          <p:nvPr/>
        </p:nvGrpSpPr>
        <p:grpSpPr>
          <a:xfrm>
            <a:off x="3621996" y="4636976"/>
            <a:ext cx="1095550" cy="995930"/>
            <a:chOff x="6494019" y="-137261"/>
            <a:chExt cx="2116596" cy="1924130"/>
          </a:xfrm>
        </p:grpSpPr>
        <p:sp>
          <p:nvSpPr>
            <p:cNvPr id="437" name="Google Shape;437;p31"/>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1"/>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9" name="Google Shape;439;p31"/>
          <p:cNvSpPr/>
          <p:nvPr/>
        </p:nvSpPr>
        <p:spPr>
          <a:xfrm rot="1644320" flipH="1">
            <a:off x="2397701" y="4752521"/>
            <a:ext cx="204099" cy="219186"/>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0" name="Google Shape;440;p31"/>
          <p:cNvGrpSpPr/>
          <p:nvPr/>
        </p:nvGrpSpPr>
        <p:grpSpPr>
          <a:xfrm rot="2050982">
            <a:off x="6834225" y="-254765"/>
            <a:ext cx="3334441" cy="2378633"/>
            <a:chOff x="1382925" y="378350"/>
            <a:chExt cx="6385200" cy="4554900"/>
          </a:xfrm>
        </p:grpSpPr>
        <p:sp>
          <p:nvSpPr>
            <p:cNvPr id="441" name="Google Shape;441;p31"/>
            <p:cNvSpPr/>
            <p:nvPr/>
          </p:nvSpPr>
          <p:spPr>
            <a:xfrm>
              <a:off x="1382925" y="378350"/>
              <a:ext cx="4554900" cy="45549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1"/>
            <p:cNvSpPr/>
            <p:nvPr/>
          </p:nvSpPr>
          <p:spPr>
            <a:xfrm>
              <a:off x="4025925" y="636575"/>
              <a:ext cx="3742200" cy="37422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3" name="Google Shape;443;p31"/>
          <p:cNvGrpSpPr/>
          <p:nvPr/>
        </p:nvGrpSpPr>
        <p:grpSpPr>
          <a:xfrm flipH="1">
            <a:off x="-89042" y="3792726"/>
            <a:ext cx="1430336" cy="1412946"/>
            <a:chOff x="5624415" y="3404280"/>
            <a:chExt cx="656087" cy="648111"/>
          </a:xfrm>
        </p:grpSpPr>
        <p:grpSp>
          <p:nvGrpSpPr>
            <p:cNvPr id="444" name="Google Shape;444;p31"/>
            <p:cNvGrpSpPr/>
            <p:nvPr/>
          </p:nvGrpSpPr>
          <p:grpSpPr>
            <a:xfrm flipH="1">
              <a:off x="5624415" y="3404280"/>
              <a:ext cx="656087" cy="648111"/>
              <a:chOff x="-2708900" y="3174350"/>
              <a:chExt cx="350100" cy="345825"/>
            </a:xfrm>
          </p:grpSpPr>
          <p:sp>
            <p:nvSpPr>
              <p:cNvPr id="445" name="Google Shape;445;p31"/>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1"/>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1"/>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1"/>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1"/>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1"/>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51" name="Google Shape;451;p31"/>
            <p:cNvCxnSpPr/>
            <p:nvPr/>
          </p:nvCxnSpPr>
          <p:spPr>
            <a:xfrm>
              <a:off x="5679725" y="4047784"/>
              <a:ext cx="5079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hanks">
  <p:cSld name="CUSTOM_3">
    <p:spTree>
      <p:nvGrpSpPr>
        <p:cNvPr id="1" name="Shape 452"/>
        <p:cNvGrpSpPr/>
        <p:nvPr/>
      </p:nvGrpSpPr>
      <p:grpSpPr>
        <a:xfrm>
          <a:off x="0" y="0"/>
          <a:ext cx="0" cy="0"/>
          <a:chOff x="0" y="0"/>
          <a:chExt cx="0" cy="0"/>
        </a:xfrm>
      </p:grpSpPr>
      <p:sp>
        <p:nvSpPr>
          <p:cNvPr id="453" name="Google Shape;453;p32"/>
          <p:cNvSpPr txBox="1">
            <a:spLocks noGrp="1"/>
          </p:cNvSpPr>
          <p:nvPr>
            <p:ph type="title"/>
          </p:nvPr>
        </p:nvSpPr>
        <p:spPr>
          <a:xfrm>
            <a:off x="4757775" y="527700"/>
            <a:ext cx="3449700" cy="9543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4800"/>
            </a:lvl1pPr>
            <a:lvl2pPr lvl="1" rtl="0">
              <a:spcBef>
                <a:spcPts val="0"/>
              </a:spcBef>
              <a:spcAft>
                <a:spcPts val="0"/>
              </a:spcAft>
              <a:buNone/>
              <a:defRPr sz="4800"/>
            </a:lvl2pPr>
            <a:lvl3pPr lvl="2" rtl="0">
              <a:spcBef>
                <a:spcPts val="0"/>
              </a:spcBef>
              <a:spcAft>
                <a:spcPts val="0"/>
              </a:spcAft>
              <a:buNone/>
              <a:defRPr sz="4800"/>
            </a:lvl3pPr>
            <a:lvl4pPr lvl="3" rtl="0">
              <a:spcBef>
                <a:spcPts val="0"/>
              </a:spcBef>
              <a:spcAft>
                <a:spcPts val="0"/>
              </a:spcAft>
              <a:buNone/>
              <a:defRPr sz="4800"/>
            </a:lvl4pPr>
            <a:lvl5pPr lvl="4" rtl="0">
              <a:spcBef>
                <a:spcPts val="0"/>
              </a:spcBef>
              <a:spcAft>
                <a:spcPts val="0"/>
              </a:spcAft>
              <a:buNone/>
              <a:defRPr sz="4800"/>
            </a:lvl5pPr>
            <a:lvl6pPr lvl="5" rtl="0">
              <a:spcBef>
                <a:spcPts val="0"/>
              </a:spcBef>
              <a:spcAft>
                <a:spcPts val="0"/>
              </a:spcAft>
              <a:buNone/>
              <a:defRPr sz="4800"/>
            </a:lvl6pPr>
            <a:lvl7pPr lvl="6" rtl="0">
              <a:spcBef>
                <a:spcPts val="0"/>
              </a:spcBef>
              <a:spcAft>
                <a:spcPts val="0"/>
              </a:spcAft>
              <a:buNone/>
              <a:defRPr sz="4800"/>
            </a:lvl7pPr>
            <a:lvl8pPr lvl="7" rtl="0">
              <a:spcBef>
                <a:spcPts val="0"/>
              </a:spcBef>
              <a:spcAft>
                <a:spcPts val="0"/>
              </a:spcAft>
              <a:buNone/>
              <a:defRPr sz="4800"/>
            </a:lvl8pPr>
            <a:lvl9pPr lvl="8" rtl="0">
              <a:spcBef>
                <a:spcPts val="0"/>
              </a:spcBef>
              <a:spcAft>
                <a:spcPts val="0"/>
              </a:spcAft>
              <a:buNone/>
              <a:defRPr sz="4800"/>
            </a:lvl9pPr>
          </a:lstStyle>
          <a:p>
            <a:endParaRPr/>
          </a:p>
        </p:txBody>
      </p:sp>
      <p:sp>
        <p:nvSpPr>
          <p:cNvPr id="454" name="Google Shape;454;p32"/>
          <p:cNvSpPr txBox="1">
            <a:spLocks noGrp="1"/>
          </p:cNvSpPr>
          <p:nvPr>
            <p:ph type="title" idx="2"/>
          </p:nvPr>
        </p:nvSpPr>
        <p:spPr>
          <a:xfrm>
            <a:off x="4758829" y="1376625"/>
            <a:ext cx="3448200" cy="1662300"/>
          </a:xfrm>
          <a:prstGeom prst="rect">
            <a:avLst/>
          </a:prstGeom>
        </p:spPr>
        <p:txBody>
          <a:bodyPr spcFirstLastPara="1" wrap="square" lIns="91425" tIns="91425" rIns="91425" bIns="91425" anchor="b" anchorCtr="0">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455" name="Google Shape;455;p32"/>
          <p:cNvSpPr txBox="1"/>
          <p:nvPr/>
        </p:nvSpPr>
        <p:spPr>
          <a:xfrm>
            <a:off x="4758903" y="3655800"/>
            <a:ext cx="3672000" cy="738900"/>
          </a:xfrm>
          <a:prstGeom prst="rect">
            <a:avLst/>
          </a:prstGeom>
          <a:noFill/>
          <a:ln>
            <a:noFill/>
          </a:ln>
        </p:spPr>
        <p:txBody>
          <a:bodyPr spcFirstLastPara="1" wrap="square" lIns="91425" tIns="91425" rIns="91425" bIns="91425" anchor="t" anchorCtr="0">
            <a:spAutoFit/>
          </a:bodyPr>
          <a:lstStyle/>
          <a:p>
            <a:pPr marL="0" lvl="0" indent="0" algn="l" rtl="0">
              <a:spcBef>
                <a:spcPts val="300"/>
              </a:spcBef>
              <a:spcAft>
                <a:spcPts val="0"/>
              </a:spcAft>
              <a:buNone/>
            </a:pPr>
            <a:r>
              <a:rPr lang="en" sz="1200">
                <a:solidFill>
                  <a:schemeClr val="dk1"/>
                </a:solidFill>
                <a:latin typeface="Quicksand SemiBold"/>
                <a:ea typeface="Quicksand SemiBold"/>
                <a:cs typeface="Quicksand SemiBold"/>
                <a:sym typeface="Quicksand SemiBold"/>
              </a:rPr>
              <a:t>CREDITS: This presentation template was created by </a:t>
            </a:r>
            <a:r>
              <a:rPr lang="en" sz="1200" b="1">
                <a:solidFill>
                  <a:schemeClr val="dk1"/>
                </a:solidFill>
                <a:uFill>
                  <a:noFill/>
                </a:uFill>
                <a:latin typeface="Quicksand"/>
                <a:ea typeface="Quicksand"/>
                <a:cs typeface="Quicksand"/>
                <a:sym typeface="Quicksand"/>
                <a:hlinkClick r:id="rId2">
                  <a:extLst>
                    <a:ext uri="{A12FA001-AC4F-418D-AE19-62706E023703}">
                      <ahyp:hlinkClr xmlns:ahyp="http://schemas.microsoft.com/office/drawing/2018/hyperlinkcolor" val="tx"/>
                    </a:ext>
                  </a:extLst>
                </a:hlinkClick>
              </a:rPr>
              <a:t>Slidesgo</a:t>
            </a:r>
            <a:r>
              <a:rPr lang="en" sz="1200">
                <a:solidFill>
                  <a:schemeClr val="dk1"/>
                </a:solidFill>
                <a:latin typeface="Quicksand SemiBold"/>
                <a:ea typeface="Quicksand SemiBold"/>
                <a:cs typeface="Quicksand SemiBold"/>
                <a:sym typeface="Quicksand SemiBold"/>
              </a:rPr>
              <a:t>, and includes icons by </a:t>
            </a:r>
            <a:r>
              <a:rPr lang="en" sz="1200" b="1">
                <a:solidFill>
                  <a:schemeClr val="dk1"/>
                </a:solidFill>
                <a:uFill>
                  <a:noFill/>
                </a:uFill>
                <a:latin typeface="Quicksand"/>
                <a:ea typeface="Quicksand"/>
                <a:cs typeface="Quicksand"/>
                <a:sym typeface="Quicksand"/>
                <a:hlinkClick r:id="rId3">
                  <a:extLst>
                    <a:ext uri="{A12FA001-AC4F-418D-AE19-62706E023703}">
                      <ahyp:hlinkClr xmlns:ahyp="http://schemas.microsoft.com/office/drawing/2018/hyperlinkcolor" val="tx"/>
                    </a:ext>
                  </a:extLst>
                </a:hlinkClick>
              </a:rPr>
              <a:t>Flaticon</a:t>
            </a:r>
            <a:r>
              <a:rPr lang="en" sz="1200">
                <a:solidFill>
                  <a:schemeClr val="dk1"/>
                </a:solidFill>
                <a:latin typeface="Quicksand SemiBold"/>
                <a:ea typeface="Quicksand SemiBold"/>
                <a:cs typeface="Quicksand SemiBold"/>
                <a:sym typeface="Quicksand SemiBold"/>
              </a:rPr>
              <a:t>, and infographics &amp; images by </a:t>
            </a:r>
            <a:r>
              <a:rPr lang="en" sz="1200" b="1">
                <a:solidFill>
                  <a:schemeClr val="dk1"/>
                </a:solidFill>
                <a:uFill>
                  <a:noFill/>
                </a:uFill>
                <a:latin typeface="Quicksand"/>
                <a:ea typeface="Quicksand"/>
                <a:cs typeface="Quicksand"/>
                <a:sym typeface="Quicksand"/>
                <a:hlinkClick r:id="rId4">
                  <a:extLst>
                    <a:ext uri="{A12FA001-AC4F-418D-AE19-62706E023703}">
                      <ahyp:hlinkClr xmlns:ahyp="http://schemas.microsoft.com/office/drawing/2018/hyperlinkcolor" val="tx"/>
                    </a:ext>
                  </a:extLst>
                </a:hlinkClick>
              </a:rPr>
              <a:t>Freepik</a:t>
            </a:r>
            <a:r>
              <a:rPr lang="en" sz="1200" b="1">
                <a:solidFill>
                  <a:schemeClr val="dk1"/>
                </a:solidFill>
                <a:latin typeface="Quicksand"/>
                <a:ea typeface="Quicksand"/>
                <a:cs typeface="Quicksand"/>
                <a:sym typeface="Quicksand"/>
              </a:rPr>
              <a:t> </a:t>
            </a:r>
            <a:endParaRPr sz="1200" b="1">
              <a:solidFill>
                <a:schemeClr val="dk1"/>
              </a:solidFill>
              <a:latin typeface="Quicksand"/>
              <a:ea typeface="Quicksand"/>
              <a:cs typeface="Quicksand"/>
              <a:sym typeface="Quicksan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456"/>
        <p:cNvGrpSpPr/>
        <p:nvPr/>
      </p:nvGrpSpPr>
      <p:grpSpPr>
        <a:xfrm>
          <a:off x="0" y="0"/>
          <a:ext cx="0" cy="0"/>
          <a:chOff x="0" y="0"/>
          <a:chExt cx="0" cy="0"/>
        </a:xfrm>
      </p:grpSpPr>
      <p:sp>
        <p:nvSpPr>
          <p:cNvPr id="457" name="Google Shape;457;p33"/>
          <p:cNvSpPr/>
          <p:nvPr/>
        </p:nvSpPr>
        <p:spPr>
          <a:xfrm flipH="1">
            <a:off x="5479246" y="2337063"/>
            <a:ext cx="4175300" cy="2806425"/>
          </a:xfrm>
          <a:custGeom>
            <a:avLst/>
            <a:gdLst/>
            <a:ahLst/>
            <a:cxnLst/>
            <a:rect l="l" t="t" r="r" b="b"/>
            <a:pathLst>
              <a:path w="67938" h="49435" extrusionOk="0">
                <a:moveTo>
                  <a:pt x="19861" y="0"/>
                </a:moveTo>
                <a:cubicBezTo>
                  <a:pt x="10467" y="0"/>
                  <a:pt x="2847" y="7608"/>
                  <a:pt x="2847" y="17014"/>
                </a:cubicBezTo>
                <a:cubicBezTo>
                  <a:pt x="2847" y="20848"/>
                  <a:pt x="4109" y="24384"/>
                  <a:pt x="6252" y="27230"/>
                </a:cubicBezTo>
                <a:cubicBezTo>
                  <a:pt x="2394" y="31135"/>
                  <a:pt x="1" y="36505"/>
                  <a:pt x="1" y="42434"/>
                </a:cubicBezTo>
                <a:cubicBezTo>
                  <a:pt x="1" y="44887"/>
                  <a:pt x="418" y="47244"/>
                  <a:pt x="1168" y="49435"/>
                </a:cubicBezTo>
                <a:lnTo>
                  <a:pt x="66628" y="49435"/>
                </a:lnTo>
                <a:cubicBezTo>
                  <a:pt x="67474" y="47399"/>
                  <a:pt x="67938" y="45160"/>
                  <a:pt x="67938" y="42815"/>
                </a:cubicBezTo>
                <a:cubicBezTo>
                  <a:pt x="67938" y="37826"/>
                  <a:pt x="65831" y="33326"/>
                  <a:pt x="62461" y="30171"/>
                </a:cubicBezTo>
                <a:cubicBezTo>
                  <a:pt x="63283" y="27873"/>
                  <a:pt x="63747" y="25396"/>
                  <a:pt x="63747" y="22801"/>
                </a:cubicBezTo>
                <a:cubicBezTo>
                  <a:pt x="63747" y="10835"/>
                  <a:pt x="54032" y="1119"/>
                  <a:pt x="42054" y="1119"/>
                </a:cubicBezTo>
                <a:cubicBezTo>
                  <a:pt x="38018" y="1119"/>
                  <a:pt x="34243" y="2227"/>
                  <a:pt x="31005" y="4155"/>
                </a:cubicBezTo>
                <a:cubicBezTo>
                  <a:pt x="28016" y="1560"/>
                  <a:pt x="24123" y="0"/>
                  <a:pt x="198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8" name="Google Shape;458;p33"/>
          <p:cNvGrpSpPr/>
          <p:nvPr/>
        </p:nvGrpSpPr>
        <p:grpSpPr>
          <a:xfrm rot="-2700000" flipH="1">
            <a:off x="-1121375" y="-598847"/>
            <a:ext cx="2900448" cy="2069042"/>
            <a:chOff x="1382925" y="378350"/>
            <a:chExt cx="6385200" cy="4554900"/>
          </a:xfrm>
        </p:grpSpPr>
        <p:sp>
          <p:nvSpPr>
            <p:cNvPr id="459" name="Google Shape;459;p33"/>
            <p:cNvSpPr/>
            <p:nvPr/>
          </p:nvSpPr>
          <p:spPr>
            <a:xfrm>
              <a:off x="1382925" y="378350"/>
              <a:ext cx="4554900" cy="45549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3"/>
            <p:cNvSpPr/>
            <p:nvPr/>
          </p:nvSpPr>
          <p:spPr>
            <a:xfrm>
              <a:off x="4025925" y="636575"/>
              <a:ext cx="3742200" cy="37422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1" name="Google Shape;461;p33"/>
          <p:cNvSpPr/>
          <p:nvPr/>
        </p:nvSpPr>
        <p:spPr>
          <a:xfrm rot="-2700000" flipH="1">
            <a:off x="1119918" y="4428167"/>
            <a:ext cx="1700026" cy="1700026"/>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3"/>
          <p:cNvSpPr/>
          <p:nvPr/>
        </p:nvSpPr>
        <p:spPr>
          <a:xfrm>
            <a:off x="501473" y="3965225"/>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3"/>
          <p:cNvSpPr/>
          <p:nvPr/>
        </p:nvSpPr>
        <p:spPr>
          <a:xfrm rot="1644435" flipH="1">
            <a:off x="6535184" y="407116"/>
            <a:ext cx="246286" cy="264499"/>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464"/>
        <p:cNvGrpSpPr/>
        <p:nvPr/>
      </p:nvGrpSpPr>
      <p:grpSpPr>
        <a:xfrm>
          <a:off x="0" y="0"/>
          <a:ext cx="0" cy="0"/>
          <a:chOff x="0" y="0"/>
          <a:chExt cx="0" cy="0"/>
        </a:xfrm>
      </p:grpSpPr>
      <p:grpSp>
        <p:nvGrpSpPr>
          <p:cNvPr id="465" name="Google Shape;465;p34"/>
          <p:cNvGrpSpPr/>
          <p:nvPr/>
        </p:nvGrpSpPr>
        <p:grpSpPr>
          <a:xfrm flipH="1">
            <a:off x="-47052" y="4214076"/>
            <a:ext cx="1005032" cy="992760"/>
            <a:chOff x="-2708900" y="3174350"/>
            <a:chExt cx="350100" cy="345825"/>
          </a:xfrm>
        </p:grpSpPr>
        <p:sp>
          <p:nvSpPr>
            <p:cNvPr id="466" name="Google Shape;466;p34"/>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4"/>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4"/>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4"/>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4"/>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4"/>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2" name="Google Shape;472;p34"/>
          <p:cNvSpPr/>
          <p:nvPr/>
        </p:nvSpPr>
        <p:spPr>
          <a:xfrm>
            <a:off x="8561850" y="283102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4"/>
          <p:cNvSpPr/>
          <p:nvPr/>
        </p:nvSpPr>
        <p:spPr>
          <a:xfrm rot="-359463">
            <a:off x="230865" y="2680624"/>
            <a:ext cx="295349" cy="300935"/>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4"/>
          <p:cNvSpPr/>
          <p:nvPr/>
        </p:nvSpPr>
        <p:spPr>
          <a:xfrm>
            <a:off x="262938" y="35247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4"/>
          <p:cNvSpPr/>
          <p:nvPr/>
        </p:nvSpPr>
        <p:spPr>
          <a:xfrm>
            <a:off x="8430888" y="415185"/>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6" name="Google Shape;476;p34"/>
          <p:cNvGrpSpPr/>
          <p:nvPr/>
        </p:nvGrpSpPr>
        <p:grpSpPr>
          <a:xfrm>
            <a:off x="7716652" y="3603792"/>
            <a:ext cx="1622959" cy="1603210"/>
            <a:chOff x="-2708900" y="3174350"/>
            <a:chExt cx="350100" cy="345825"/>
          </a:xfrm>
        </p:grpSpPr>
        <p:sp>
          <p:nvSpPr>
            <p:cNvPr id="477" name="Google Shape;477;p34"/>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4"/>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4"/>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4"/>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4"/>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4"/>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100" y="445025"/>
            <a:ext cx="77178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600"/>
              <a:buFont typeface="Nunito ExtraBold"/>
              <a:buNone/>
              <a:defRPr sz="3600">
                <a:solidFill>
                  <a:schemeClr val="dk1"/>
                </a:solidFill>
                <a:latin typeface="Nunito ExtraBold"/>
                <a:ea typeface="Nunito ExtraBold"/>
                <a:cs typeface="Nunito ExtraBold"/>
                <a:sym typeface="Nunito ExtraBold"/>
              </a:defRPr>
            </a:lvl1pPr>
            <a:lvl2pPr lvl="1" rtl="0">
              <a:spcBef>
                <a:spcPts val="0"/>
              </a:spcBef>
              <a:spcAft>
                <a:spcPts val="0"/>
              </a:spcAft>
              <a:buClr>
                <a:schemeClr val="dk1"/>
              </a:buClr>
              <a:buSzPts val="3600"/>
              <a:buFont typeface="Nunito ExtraBold"/>
              <a:buNone/>
              <a:defRPr sz="3600">
                <a:solidFill>
                  <a:schemeClr val="dk1"/>
                </a:solidFill>
                <a:latin typeface="Nunito ExtraBold"/>
                <a:ea typeface="Nunito ExtraBold"/>
                <a:cs typeface="Nunito ExtraBold"/>
                <a:sym typeface="Nunito ExtraBold"/>
              </a:defRPr>
            </a:lvl2pPr>
            <a:lvl3pPr lvl="2" rtl="0">
              <a:spcBef>
                <a:spcPts val="0"/>
              </a:spcBef>
              <a:spcAft>
                <a:spcPts val="0"/>
              </a:spcAft>
              <a:buClr>
                <a:schemeClr val="dk1"/>
              </a:buClr>
              <a:buSzPts val="3600"/>
              <a:buFont typeface="Nunito ExtraBold"/>
              <a:buNone/>
              <a:defRPr sz="3600">
                <a:solidFill>
                  <a:schemeClr val="dk1"/>
                </a:solidFill>
                <a:latin typeface="Nunito ExtraBold"/>
                <a:ea typeface="Nunito ExtraBold"/>
                <a:cs typeface="Nunito ExtraBold"/>
                <a:sym typeface="Nunito ExtraBold"/>
              </a:defRPr>
            </a:lvl3pPr>
            <a:lvl4pPr lvl="3" rtl="0">
              <a:spcBef>
                <a:spcPts val="0"/>
              </a:spcBef>
              <a:spcAft>
                <a:spcPts val="0"/>
              </a:spcAft>
              <a:buClr>
                <a:schemeClr val="dk1"/>
              </a:buClr>
              <a:buSzPts val="3600"/>
              <a:buFont typeface="Nunito ExtraBold"/>
              <a:buNone/>
              <a:defRPr sz="3600">
                <a:solidFill>
                  <a:schemeClr val="dk1"/>
                </a:solidFill>
                <a:latin typeface="Nunito ExtraBold"/>
                <a:ea typeface="Nunito ExtraBold"/>
                <a:cs typeface="Nunito ExtraBold"/>
                <a:sym typeface="Nunito ExtraBold"/>
              </a:defRPr>
            </a:lvl4pPr>
            <a:lvl5pPr lvl="4" rtl="0">
              <a:spcBef>
                <a:spcPts val="0"/>
              </a:spcBef>
              <a:spcAft>
                <a:spcPts val="0"/>
              </a:spcAft>
              <a:buClr>
                <a:schemeClr val="dk1"/>
              </a:buClr>
              <a:buSzPts val="3600"/>
              <a:buFont typeface="Nunito ExtraBold"/>
              <a:buNone/>
              <a:defRPr sz="3600">
                <a:solidFill>
                  <a:schemeClr val="dk1"/>
                </a:solidFill>
                <a:latin typeface="Nunito ExtraBold"/>
                <a:ea typeface="Nunito ExtraBold"/>
                <a:cs typeface="Nunito ExtraBold"/>
                <a:sym typeface="Nunito ExtraBold"/>
              </a:defRPr>
            </a:lvl5pPr>
            <a:lvl6pPr lvl="5" rtl="0">
              <a:spcBef>
                <a:spcPts val="0"/>
              </a:spcBef>
              <a:spcAft>
                <a:spcPts val="0"/>
              </a:spcAft>
              <a:buClr>
                <a:schemeClr val="dk1"/>
              </a:buClr>
              <a:buSzPts val="3600"/>
              <a:buFont typeface="Nunito ExtraBold"/>
              <a:buNone/>
              <a:defRPr sz="3600">
                <a:solidFill>
                  <a:schemeClr val="dk1"/>
                </a:solidFill>
                <a:latin typeface="Nunito ExtraBold"/>
                <a:ea typeface="Nunito ExtraBold"/>
                <a:cs typeface="Nunito ExtraBold"/>
                <a:sym typeface="Nunito ExtraBold"/>
              </a:defRPr>
            </a:lvl6pPr>
            <a:lvl7pPr lvl="6" rtl="0">
              <a:spcBef>
                <a:spcPts val="0"/>
              </a:spcBef>
              <a:spcAft>
                <a:spcPts val="0"/>
              </a:spcAft>
              <a:buClr>
                <a:schemeClr val="dk1"/>
              </a:buClr>
              <a:buSzPts val="3600"/>
              <a:buFont typeface="Nunito ExtraBold"/>
              <a:buNone/>
              <a:defRPr sz="3600">
                <a:solidFill>
                  <a:schemeClr val="dk1"/>
                </a:solidFill>
                <a:latin typeface="Nunito ExtraBold"/>
                <a:ea typeface="Nunito ExtraBold"/>
                <a:cs typeface="Nunito ExtraBold"/>
                <a:sym typeface="Nunito ExtraBold"/>
              </a:defRPr>
            </a:lvl7pPr>
            <a:lvl8pPr lvl="7" rtl="0">
              <a:spcBef>
                <a:spcPts val="0"/>
              </a:spcBef>
              <a:spcAft>
                <a:spcPts val="0"/>
              </a:spcAft>
              <a:buClr>
                <a:schemeClr val="dk1"/>
              </a:buClr>
              <a:buSzPts val="3600"/>
              <a:buFont typeface="Nunito ExtraBold"/>
              <a:buNone/>
              <a:defRPr sz="3600">
                <a:solidFill>
                  <a:schemeClr val="dk1"/>
                </a:solidFill>
                <a:latin typeface="Nunito ExtraBold"/>
                <a:ea typeface="Nunito ExtraBold"/>
                <a:cs typeface="Nunito ExtraBold"/>
                <a:sym typeface="Nunito ExtraBold"/>
              </a:defRPr>
            </a:lvl8pPr>
            <a:lvl9pPr lvl="8" rtl="0">
              <a:spcBef>
                <a:spcPts val="0"/>
              </a:spcBef>
              <a:spcAft>
                <a:spcPts val="0"/>
              </a:spcAft>
              <a:buClr>
                <a:schemeClr val="dk1"/>
              </a:buClr>
              <a:buSzPts val="3600"/>
              <a:buFont typeface="Nunito ExtraBold"/>
              <a:buNone/>
              <a:defRPr sz="3600">
                <a:solidFill>
                  <a:schemeClr val="dk1"/>
                </a:solidFill>
                <a:latin typeface="Nunito ExtraBold"/>
                <a:ea typeface="Nunito ExtraBold"/>
                <a:cs typeface="Nunito ExtraBold"/>
                <a:sym typeface="Nunito ExtraBold"/>
              </a:defRPr>
            </a:lvl9pPr>
          </a:lstStyle>
          <a:p>
            <a:endParaRPr/>
          </a:p>
        </p:txBody>
      </p:sp>
      <p:sp>
        <p:nvSpPr>
          <p:cNvPr id="7" name="Google Shape;7;p1"/>
          <p:cNvSpPr txBox="1">
            <a:spLocks noGrp="1"/>
          </p:cNvSpPr>
          <p:nvPr>
            <p:ph type="body" idx="1"/>
          </p:nvPr>
        </p:nvSpPr>
        <p:spPr>
          <a:xfrm>
            <a:off x="713100" y="1152475"/>
            <a:ext cx="77178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Quicksand SemiBold"/>
              <a:buChar char="●"/>
              <a:defRPr>
                <a:solidFill>
                  <a:schemeClr val="dk1"/>
                </a:solidFill>
                <a:latin typeface="Quicksand SemiBold"/>
                <a:ea typeface="Quicksand SemiBold"/>
                <a:cs typeface="Quicksand SemiBold"/>
                <a:sym typeface="Quicksand SemiBold"/>
              </a:defRPr>
            </a:lvl1pPr>
            <a:lvl2pPr marL="914400" lvl="1" indent="-317500">
              <a:lnSpc>
                <a:spcPct val="100000"/>
              </a:lnSpc>
              <a:spcBef>
                <a:spcPts val="0"/>
              </a:spcBef>
              <a:spcAft>
                <a:spcPts val="0"/>
              </a:spcAft>
              <a:buClr>
                <a:schemeClr val="dk1"/>
              </a:buClr>
              <a:buSzPts val="1400"/>
              <a:buFont typeface="Quicksand SemiBold"/>
              <a:buChar char="○"/>
              <a:defRPr>
                <a:solidFill>
                  <a:schemeClr val="dk1"/>
                </a:solidFill>
                <a:latin typeface="Quicksand SemiBold"/>
                <a:ea typeface="Quicksand SemiBold"/>
                <a:cs typeface="Quicksand SemiBold"/>
                <a:sym typeface="Quicksand SemiBold"/>
              </a:defRPr>
            </a:lvl2pPr>
            <a:lvl3pPr marL="1371600" lvl="2" indent="-317500">
              <a:lnSpc>
                <a:spcPct val="100000"/>
              </a:lnSpc>
              <a:spcBef>
                <a:spcPts val="0"/>
              </a:spcBef>
              <a:spcAft>
                <a:spcPts val="0"/>
              </a:spcAft>
              <a:buClr>
                <a:schemeClr val="dk1"/>
              </a:buClr>
              <a:buSzPts val="1400"/>
              <a:buFont typeface="Quicksand SemiBold"/>
              <a:buChar char="■"/>
              <a:defRPr>
                <a:solidFill>
                  <a:schemeClr val="dk1"/>
                </a:solidFill>
                <a:latin typeface="Quicksand SemiBold"/>
                <a:ea typeface="Quicksand SemiBold"/>
                <a:cs typeface="Quicksand SemiBold"/>
                <a:sym typeface="Quicksand SemiBold"/>
              </a:defRPr>
            </a:lvl3pPr>
            <a:lvl4pPr marL="1828800" lvl="3" indent="-317500">
              <a:lnSpc>
                <a:spcPct val="100000"/>
              </a:lnSpc>
              <a:spcBef>
                <a:spcPts val="0"/>
              </a:spcBef>
              <a:spcAft>
                <a:spcPts val="0"/>
              </a:spcAft>
              <a:buClr>
                <a:schemeClr val="dk1"/>
              </a:buClr>
              <a:buSzPts val="1400"/>
              <a:buFont typeface="Quicksand SemiBold"/>
              <a:buChar char="●"/>
              <a:defRPr>
                <a:solidFill>
                  <a:schemeClr val="dk1"/>
                </a:solidFill>
                <a:latin typeface="Quicksand SemiBold"/>
                <a:ea typeface="Quicksand SemiBold"/>
                <a:cs typeface="Quicksand SemiBold"/>
                <a:sym typeface="Quicksand SemiBold"/>
              </a:defRPr>
            </a:lvl4pPr>
            <a:lvl5pPr marL="2286000" lvl="4" indent="-317500">
              <a:lnSpc>
                <a:spcPct val="100000"/>
              </a:lnSpc>
              <a:spcBef>
                <a:spcPts val="0"/>
              </a:spcBef>
              <a:spcAft>
                <a:spcPts val="0"/>
              </a:spcAft>
              <a:buClr>
                <a:schemeClr val="dk1"/>
              </a:buClr>
              <a:buSzPts val="1400"/>
              <a:buFont typeface="Quicksand SemiBold"/>
              <a:buChar char="○"/>
              <a:defRPr>
                <a:solidFill>
                  <a:schemeClr val="dk1"/>
                </a:solidFill>
                <a:latin typeface="Quicksand SemiBold"/>
                <a:ea typeface="Quicksand SemiBold"/>
                <a:cs typeface="Quicksand SemiBold"/>
                <a:sym typeface="Quicksand SemiBold"/>
              </a:defRPr>
            </a:lvl5pPr>
            <a:lvl6pPr marL="2743200" lvl="5" indent="-317500">
              <a:lnSpc>
                <a:spcPct val="100000"/>
              </a:lnSpc>
              <a:spcBef>
                <a:spcPts val="0"/>
              </a:spcBef>
              <a:spcAft>
                <a:spcPts val="0"/>
              </a:spcAft>
              <a:buClr>
                <a:schemeClr val="dk1"/>
              </a:buClr>
              <a:buSzPts val="1400"/>
              <a:buFont typeface="Quicksand SemiBold"/>
              <a:buChar char="■"/>
              <a:defRPr>
                <a:solidFill>
                  <a:schemeClr val="dk1"/>
                </a:solidFill>
                <a:latin typeface="Quicksand SemiBold"/>
                <a:ea typeface="Quicksand SemiBold"/>
                <a:cs typeface="Quicksand SemiBold"/>
                <a:sym typeface="Quicksand SemiBold"/>
              </a:defRPr>
            </a:lvl6pPr>
            <a:lvl7pPr marL="3200400" lvl="6" indent="-317500">
              <a:lnSpc>
                <a:spcPct val="100000"/>
              </a:lnSpc>
              <a:spcBef>
                <a:spcPts val="0"/>
              </a:spcBef>
              <a:spcAft>
                <a:spcPts val="0"/>
              </a:spcAft>
              <a:buClr>
                <a:schemeClr val="dk1"/>
              </a:buClr>
              <a:buSzPts val="1400"/>
              <a:buFont typeface="Quicksand SemiBold"/>
              <a:buChar char="●"/>
              <a:defRPr>
                <a:solidFill>
                  <a:schemeClr val="dk1"/>
                </a:solidFill>
                <a:latin typeface="Quicksand SemiBold"/>
                <a:ea typeface="Quicksand SemiBold"/>
                <a:cs typeface="Quicksand SemiBold"/>
                <a:sym typeface="Quicksand SemiBold"/>
              </a:defRPr>
            </a:lvl7pPr>
            <a:lvl8pPr marL="3657600" lvl="7" indent="-317500">
              <a:lnSpc>
                <a:spcPct val="100000"/>
              </a:lnSpc>
              <a:spcBef>
                <a:spcPts val="0"/>
              </a:spcBef>
              <a:spcAft>
                <a:spcPts val="0"/>
              </a:spcAft>
              <a:buClr>
                <a:schemeClr val="dk1"/>
              </a:buClr>
              <a:buSzPts val="1400"/>
              <a:buFont typeface="Quicksand SemiBold"/>
              <a:buChar char="○"/>
              <a:defRPr>
                <a:solidFill>
                  <a:schemeClr val="dk1"/>
                </a:solidFill>
                <a:latin typeface="Quicksand SemiBold"/>
                <a:ea typeface="Quicksand SemiBold"/>
                <a:cs typeface="Quicksand SemiBold"/>
                <a:sym typeface="Quicksand SemiBold"/>
              </a:defRPr>
            </a:lvl8pPr>
            <a:lvl9pPr marL="4114800" lvl="8" indent="-317500">
              <a:lnSpc>
                <a:spcPct val="100000"/>
              </a:lnSpc>
              <a:spcBef>
                <a:spcPts val="0"/>
              </a:spcBef>
              <a:spcAft>
                <a:spcPts val="0"/>
              </a:spcAft>
              <a:buClr>
                <a:schemeClr val="dk1"/>
              </a:buClr>
              <a:buSzPts val="1400"/>
              <a:buFont typeface="Quicksand SemiBold"/>
              <a:buChar char="■"/>
              <a:defRPr>
                <a:solidFill>
                  <a:schemeClr val="dk1"/>
                </a:solidFill>
                <a:latin typeface="Quicksand SemiBold"/>
                <a:ea typeface="Quicksand SemiBold"/>
                <a:cs typeface="Quicksand SemiBold"/>
                <a:sym typeface="Quicksand SemiBold"/>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9.xml"/><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0.xml"/><Relationship Id="rId1" Type="http://schemas.openxmlformats.org/officeDocument/2006/relationships/slideLayout" Target="../slideLayouts/slideLayout1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8.xml"/></Relationships>
</file>

<file path=ppt/slides/_rels/slide54.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54.xml"/><Relationship Id="rId1" Type="http://schemas.openxmlformats.org/officeDocument/2006/relationships/slideLayout" Target="../slideLayouts/slideLayout14.xml"/><Relationship Id="rId5" Type="http://schemas.openxmlformats.org/officeDocument/2006/relationships/image" Target="../media/image3.png"/><Relationship Id="rId4" Type="http://schemas.openxmlformats.org/officeDocument/2006/relationships/hyperlink" Target="https://docs.google.com/spreadsheets/d/1A2aJV4mZt8Fk9XYgf9IJ4w3_W8jg8Q6PVJtTaXEbCzg/copy#gid=37771927" TargetMode="Externa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9.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0.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3.xml"/></Relationships>
</file>

<file path=ppt/slides/_rels/slide62.xml.rels><?xml version="1.0" encoding="UTF-8" standalone="yes"?>
<Relationships xmlns="http://schemas.openxmlformats.org/package/2006/relationships"><Relationship Id="rId3" Type="http://schemas.openxmlformats.org/officeDocument/2006/relationships/hyperlink" Target="https://docs.google.com/spreadsheets/d/1A2aJV4mZt8Fk9XYgf9IJ4w3_W8jg8Q6PVJtTaXEbCzg/copy#gid=273647773" TargetMode="External"/><Relationship Id="rId2" Type="http://schemas.openxmlformats.org/officeDocument/2006/relationships/notesSlide" Target="../notesSlides/notesSlide62.xml"/><Relationship Id="rId1" Type="http://schemas.openxmlformats.org/officeDocument/2006/relationships/slideLayout" Target="../slideLayouts/slideLayout5.xml"/><Relationship Id="rId5"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4" Type="http://schemas.openxmlformats.org/officeDocument/2006/relationships/image" Target="../media/image4.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6.xml"/><Relationship Id="rId1" Type="http://schemas.openxmlformats.org/officeDocument/2006/relationships/slideLayout" Target="../slideLayouts/slideLayout21.xml"/></Relationships>
</file>

<file path=ppt/slides/_rels/slide6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7.xml"/><Relationship Id="rId1" Type="http://schemas.openxmlformats.org/officeDocument/2006/relationships/slideLayout" Target="../slideLayouts/slideLayout18.xml"/></Relationships>
</file>

<file path=ppt/slides/_rels/slide6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8.xml"/><Relationship Id="rId1" Type="http://schemas.openxmlformats.org/officeDocument/2006/relationships/slideLayout" Target="../slideLayouts/slideLayout19.xml"/></Relationships>
</file>

<file path=ppt/slides/_rels/slide6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9.xml"/><Relationship Id="rId1" Type="http://schemas.openxmlformats.org/officeDocument/2006/relationships/slideLayout" Target="../slideLayouts/slideLayout20.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31.xml"/></Relationships>
</file>

<file path=ppt/slides/_rels/slide71.xml.rels><?xml version="1.0" encoding="UTF-8" standalone="yes"?>
<Relationships xmlns="http://schemas.openxmlformats.org/package/2006/relationships"><Relationship Id="rId3" Type="http://schemas.openxmlformats.org/officeDocument/2006/relationships/hyperlink" Target="https://www.freepik.com/free-vector/cartoon-dia-de-los-abuelos-illustration_14351328.htm/?utm_source=slidesgo_template&amp;utm_medium=referral-link&amp;utm_campaign=sg_resources&amp;utm_content=freepik" TargetMode="External"/><Relationship Id="rId2" Type="http://schemas.openxmlformats.org/officeDocument/2006/relationships/notesSlide" Target="../notesSlides/notesSlide71.xml"/><Relationship Id="rId1" Type="http://schemas.openxmlformats.org/officeDocument/2006/relationships/slideLayout" Target="../slideLayouts/slideLayout5.xml"/><Relationship Id="rId5" Type="http://schemas.openxmlformats.org/officeDocument/2006/relationships/hyperlink" Target="https://www.freepik.com/free-vector/older-people-enjoying-beautiful-day_9877614.htm/?utm_source=slidesgo_template&amp;utm_medium=referral-link&amp;utm_campaign=sg_resources&amp;utm_content=freepik" TargetMode="External"/><Relationship Id="rId4" Type="http://schemas.openxmlformats.org/officeDocument/2006/relationships/hyperlink" Target="https://www.freepik.com/free-vector/dia-dos-avos-concept-flat-design_8248097.htm/?utm_source=slidesgo_template&amp;utm_medium=referral-link&amp;utm_campaign=sg_resources&amp;utm_content=freepik" TargetMode="External"/></Relationships>
</file>

<file path=ppt/slides/_rels/slide72.xml.rels><?xml version="1.0" encoding="UTF-8" standalone="yes"?>
<Relationships xmlns="http://schemas.openxmlformats.org/package/2006/relationships"><Relationship Id="rId8" Type="http://schemas.openxmlformats.org/officeDocument/2006/relationships/hyperlink" Target="https://www.freepik.com/free-vector/hand-drawn-national-grandparents-day_9260230.htm/?utm_source=slidesgo_template&amp;utm_medium=referral-link&amp;utm_campaign=sg_resources&amp;utm_content=freepik" TargetMode="External"/><Relationship Id="rId3" Type="http://schemas.openxmlformats.org/officeDocument/2006/relationships/hyperlink" Target="https://www.freepik.com/free-photo/beautiful-happy-family-having-thanksgiving-dinner-together_17836908.htm#from_view=detail_alsolike/?utm_source=slidesgo_template&amp;utm_medium=referral-link&amp;utm_campaign=sg_resources&amp;utm_content=freepik" TargetMode="External"/><Relationship Id="rId7" Type="http://schemas.openxmlformats.org/officeDocument/2006/relationships/hyperlink" Target="https://www.freepik.com/free-vector/hand-drawn-national-grandparents-day-illustration_9260231.htm/?utm_source=slidesgo_template&amp;utm_medium=referral-link&amp;utm_campaign=sg_resources&amp;utm_content=freepik" TargetMode="External"/><Relationship Id="rId2" Type="http://schemas.openxmlformats.org/officeDocument/2006/relationships/notesSlide" Target="../notesSlides/notesSlide72.xml"/><Relationship Id="rId1" Type="http://schemas.openxmlformats.org/officeDocument/2006/relationships/slideLayout" Target="../slideLayouts/slideLayout3.xml"/><Relationship Id="rId6" Type="http://schemas.openxmlformats.org/officeDocument/2006/relationships/hyperlink" Target="https://www.freepik.com/free-vector/flat-design-dia-dos-avos-concept_8274397.htm/?utm_source=slidesgo_template&amp;utm_medium=referral-link&amp;utm_campaign=sg_resources&amp;utm_content=freepik" TargetMode="External"/><Relationship Id="rId11" Type="http://schemas.openxmlformats.org/officeDocument/2006/relationships/hyperlink" Target="https://www.freepik.com/free-vector/people-celebrating-their-golden-wedding-anniversary_14140572.htm/?utm_source=slidesgo_template&amp;utm_medium=referral-link&amp;utm_campaign=sg_resources&amp;utm_content=freepik" TargetMode="External"/><Relationship Id="rId5" Type="http://schemas.openxmlformats.org/officeDocument/2006/relationships/hyperlink" Target="https://www.freepik.com/free-photo/medium-shot-senior-people-eating-ice-cream_20334792.htm#&amp;position=4&amp;from_view=collections/?utm_source=slidesgo_template&amp;utm_medium=referral-link&amp;utm_campaign=sg_resources&amp;utm_content=freepik" TargetMode="External"/><Relationship Id="rId10" Type="http://schemas.openxmlformats.org/officeDocument/2006/relationships/hyperlink" Target="https://www.freepik.com/free-vector/family-enjoying-time-together_7969972.htm/?utm_source=slidesgo_template&amp;utm_medium=referral-link&amp;utm_campaign=sg_resources&amp;utm_content=freepik" TargetMode="External"/><Relationship Id="rId4" Type="http://schemas.openxmlformats.org/officeDocument/2006/relationships/hyperlink" Target="https://www.freepik.com/free-photo/front-view-young-old-friends-playing-videogame_37453358.htm#query=old%20man&amp;position=12&amp;from_view=author/?utm_source=slidesgo_template&amp;utm_medium=referral-link&amp;utm_campaign=sg_resources&amp;utm_content=freepik" TargetMode="External"/><Relationship Id="rId9" Type="http://schemas.openxmlformats.org/officeDocument/2006/relationships/hyperlink" Target="https://www.freepik.com/free-vector/hand-drawn-family-preparing-zongzi_8488577.htm/?utm_source=slidesgo_template&amp;utm_medium=referral-link&amp;utm_campaign=sg_resources&amp;utm_content=freepi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grpSp>
        <p:nvGrpSpPr>
          <p:cNvPr id="493" name="Google Shape;493;p38"/>
          <p:cNvGrpSpPr/>
          <p:nvPr/>
        </p:nvGrpSpPr>
        <p:grpSpPr>
          <a:xfrm>
            <a:off x="5520444" y="166139"/>
            <a:ext cx="2116596" cy="1924130"/>
            <a:chOff x="6494019" y="-137261"/>
            <a:chExt cx="2116596" cy="1924130"/>
          </a:xfrm>
        </p:grpSpPr>
        <p:sp>
          <p:nvSpPr>
            <p:cNvPr id="494" name="Google Shape;494;p38"/>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8"/>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6" name="Google Shape;496;p38"/>
          <p:cNvSpPr/>
          <p:nvPr/>
        </p:nvSpPr>
        <p:spPr>
          <a:xfrm rot="220">
            <a:off x="4236346" y="1503664"/>
            <a:ext cx="4684800" cy="3125400"/>
          </a:xfrm>
          <a:prstGeom prst="roundRect">
            <a:avLst>
              <a:gd name="adj" fmla="val 2972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8"/>
          <p:cNvSpPr txBox="1">
            <a:spLocks noGrp="1"/>
          </p:cNvSpPr>
          <p:nvPr>
            <p:ph type="ctrTitle"/>
          </p:nvPr>
        </p:nvSpPr>
        <p:spPr>
          <a:xfrm>
            <a:off x="4694520" y="2019529"/>
            <a:ext cx="4061400" cy="166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Business Opportunity Analysis for Granhub</a:t>
            </a:r>
            <a:endParaRPr dirty="0"/>
          </a:p>
        </p:txBody>
      </p:sp>
      <p:sp>
        <p:nvSpPr>
          <p:cNvPr id="498" name="Google Shape;498;p38"/>
          <p:cNvSpPr txBox="1">
            <a:spLocks noGrp="1"/>
          </p:cNvSpPr>
          <p:nvPr>
            <p:ph type="subTitle" idx="1"/>
          </p:nvPr>
        </p:nvSpPr>
        <p:spPr>
          <a:xfrm>
            <a:off x="4741336" y="3425586"/>
            <a:ext cx="3973593" cy="677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Business Development Manager</a:t>
            </a:r>
          </a:p>
          <a:p>
            <a:pPr marL="0" lvl="0" indent="0" algn="l" rtl="0">
              <a:spcBef>
                <a:spcPts val="0"/>
              </a:spcBef>
              <a:spcAft>
                <a:spcPts val="0"/>
              </a:spcAft>
              <a:buNone/>
            </a:pPr>
            <a:r>
              <a:rPr lang="en" dirty="0"/>
              <a:t>Betsy Xu</a:t>
            </a:r>
            <a:endParaRPr dirty="0"/>
          </a:p>
        </p:txBody>
      </p:sp>
      <p:grpSp>
        <p:nvGrpSpPr>
          <p:cNvPr id="499" name="Google Shape;499;p38"/>
          <p:cNvGrpSpPr/>
          <p:nvPr/>
        </p:nvGrpSpPr>
        <p:grpSpPr>
          <a:xfrm>
            <a:off x="7197795" y="3593703"/>
            <a:ext cx="1602688" cy="1583118"/>
            <a:chOff x="-2708900" y="3174350"/>
            <a:chExt cx="350100" cy="345825"/>
          </a:xfrm>
        </p:grpSpPr>
        <p:sp>
          <p:nvSpPr>
            <p:cNvPr id="500" name="Google Shape;500;p38"/>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8"/>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8"/>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8"/>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8"/>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8"/>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6" name="Google Shape;506;p38"/>
          <p:cNvSpPr/>
          <p:nvPr/>
        </p:nvSpPr>
        <p:spPr>
          <a:xfrm>
            <a:off x="4691900" y="674325"/>
            <a:ext cx="280153" cy="300952"/>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8"/>
          <p:cNvSpPr/>
          <p:nvPr/>
        </p:nvSpPr>
        <p:spPr>
          <a:xfrm>
            <a:off x="262775" y="-97200"/>
            <a:ext cx="280153" cy="300952"/>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8"/>
          <p:cNvSpPr/>
          <p:nvPr/>
        </p:nvSpPr>
        <p:spPr>
          <a:xfrm>
            <a:off x="221322" y="4676775"/>
            <a:ext cx="191628" cy="205854"/>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8"/>
          <p:cNvSpPr/>
          <p:nvPr/>
        </p:nvSpPr>
        <p:spPr>
          <a:xfrm>
            <a:off x="3761412" y="203750"/>
            <a:ext cx="295359" cy="300946"/>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8"/>
          <p:cNvSpPr/>
          <p:nvPr/>
        </p:nvSpPr>
        <p:spPr>
          <a:xfrm flipH="1">
            <a:off x="4904112" y="4382152"/>
            <a:ext cx="435672" cy="443901"/>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8"/>
          <p:cNvSpPr/>
          <p:nvPr/>
        </p:nvSpPr>
        <p:spPr>
          <a:xfrm>
            <a:off x="8473675" y="1108098"/>
            <a:ext cx="191628" cy="205854"/>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2" name="Google Shape;512;p38"/>
          <p:cNvGrpSpPr/>
          <p:nvPr/>
        </p:nvGrpSpPr>
        <p:grpSpPr>
          <a:xfrm>
            <a:off x="48498" y="342431"/>
            <a:ext cx="4616334" cy="4195664"/>
            <a:chOff x="2376475" y="1553600"/>
            <a:chExt cx="2864975" cy="2603900"/>
          </a:xfrm>
        </p:grpSpPr>
        <p:sp>
          <p:nvSpPr>
            <p:cNvPr id="513" name="Google Shape;513;p38"/>
            <p:cNvSpPr/>
            <p:nvPr/>
          </p:nvSpPr>
          <p:spPr>
            <a:xfrm>
              <a:off x="2376475" y="1553600"/>
              <a:ext cx="2864975" cy="2603900"/>
            </a:xfrm>
            <a:custGeom>
              <a:avLst/>
              <a:gdLst/>
              <a:ahLst/>
              <a:cxnLst/>
              <a:rect l="l" t="t" r="r" b="b"/>
              <a:pathLst>
                <a:path w="114599" h="104156" extrusionOk="0">
                  <a:moveTo>
                    <a:pt x="57698" y="0"/>
                  </a:moveTo>
                  <a:cubicBezTo>
                    <a:pt x="51805" y="0"/>
                    <a:pt x="47018" y="6561"/>
                    <a:pt x="46911" y="14716"/>
                  </a:cubicBezTo>
                  <a:cubicBezTo>
                    <a:pt x="46733" y="14502"/>
                    <a:pt x="46554" y="14300"/>
                    <a:pt x="46375" y="14085"/>
                  </a:cubicBezTo>
                  <a:cubicBezTo>
                    <a:pt x="42615" y="9804"/>
                    <a:pt x="37650" y="7407"/>
                    <a:pt x="33412" y="7407"/>
                  </a:cubicBezTo>
                  <a:cubicBezTo>
                    <a:pt x="31357" y="7407"/>
                    <a:pt x="29473" y="7970"/>
                    <a:pt x="27980" y="9156"/>
                  </a:cubicBezTo>
                  <a:cubicBezTo>
                    <a:pt x="24325" y="12061"/>
                    <a:pt x="24111" y="17812"/>
                    <a:pt x="27016" y="23253"/>
                  </a:cubicBezTo>
                  <a:cubicBezTo>
                    <a:pt x="23978" y="21818"/>
                    <a:pt x="20839" y="21123"/>
                    <a:pt x="17994" y="21123"/>
                  </a:cubicBezTo>
                  <a:cubicBezTo>
                    <a:pt x="13757" y="21123"/>
                    <a:pt x="10173" y="22664"/>
                    <a:pt x="8549" y="25599"/>
                  </a:cubicBezTo>
                  <a:cubicBezTo>
                    <a:pt x="5989" y="30218"/>
                    <a:pt x="9180" y="36683"/>
                    <a:pt x="15717" y="40696"/>
                  </a:cubicBezTo>
                  <a:cubicBezTo>
                    <a:pt x="7025" y="40720"/>
                    <a:pt x="1" y="45303"/>
                    <a:pt x="1" y="50971"/>
                  </a:cubicBezTo>
                  <a:cubicBezTo>
                    <a:pt x="1" y="56364"/>
                    <a:pt x="6382" y="60782"/>
                    <a:pt x="14490" y="61198"/>
                  </a:cubicBezTo>
                  <a:cubicBezTo>
                    <a:pt x="14240" y="61377"/>
                    <a:pt x="14014" y="61555"/>
                    <a:pt x="13776" y="61746"/>
                  </a:cubicBezTo>
                  <a:cubicBezTo>
                    <a:pt x="7085" y="67056"/>
                    <a:pt x="4763" y="74890"/>
                    <a:pt x="8585" y="79248"/>
                  </a:cubicBezTo>
                  <a:cubicBezTo>
                    <a:pt x="10248" y="81139"/>
                    <a:pt x="12802" y="82061"/>
                    <a:pt x="15707" y="82061"/>
                  </a:cubicBezTo>
                  <a:cubicBezTo>
                    <a:pt x="19477" y="82061"/>
                    <a:pt x="23839" y="80509"/>
                    <a:pt x="27611" y="77510"/>
                  </a:cubicBezTo>
                  <a:cubicBezTo>
                    <a:pt x="27694" y="77438"/>
                    <a:pt x="27778" y="77379"/>
                    <a:pt x="27849" y="77307"/>
                  </a:cubicBezTo>
                  <a:lnTo>
                    <a:pt x="27849" y="77307"/>
                  </a:lnTo>
                  <a:cubicBezTo>
                    <a:pt x="27087" y="78260"/>
                    <a:pt x="26385" y="79296"/>
                    <a:pt x="25766" y="80415"/>
                  </a:cubicBezTo>
                  <a:cubicBezTo>
                    <a:pt x="21706" y="87749"/>
                    <a:pt x="22694" y="95833"/>
                    <a:pt x="27968" y="98477"/>
                  </a:cubicBezTo>
                  <a:cubicBezTo>
                    <a:pt x="29105" y="99046"/>
                    <a:pt x="30348" y="99317"/>
                    <a:pt x="31640" y="99317"/>
                  </a:cubicBezTo>
                  <a:cubicBezTo>
                    <a:pt x="36126" y="99317"/>
                    <a:pt x="41197" y="96058"/>
                    <a:pt x="44423" y="90761"/>
                  </a:cubicBezTo>
                  <a:cubicBezTo>
                    <a:pt x="44994" y="98286"/>
                    <a:pt x="49578" y="104156"/>
                    <a:pt x="55150" y="104156"/>
                  </a:cubicBezTo>
                  <a:cubicBezTo>
                    <a:pt x="60651" y="104156"/>
                    <a:pt x="65187" y="98429"/>
                    <a:pt x="65854" y="91047"/>
                  </a:cubicBezTo>
                  <a:cubicBezTo>
                    <a:pt x="66056" y="91285"/>
                    <a:pt x="66259" y="91535"/>
                    <a:pt x="66473" y="91785"/>
                  </a:cubicBezTo>
                  <a:cubicBezTo>
                    <a:pt x="70234" y="96067"/>
                    <a:pt x="75198" y="98464"/>
                    <a:pt x="79436" y="98464"/>
                  </a:cubicBezTo>
                  <a:cubicBezTo>
                    <a:pt x="81491" y="98464"/>
                    <a:pt x="83375" y="97900"/>
                    <a:pt x="84868" y="96715"/>
                  </a:cubicBezTo>
                  <a:cubicBezTo>
                    <a:pt x="89440" y="93083"/>
                    <a:pt x="88631" y="84975"/>
                    <a:pt x="83047" y="78617"/>
                  </a:cubicBezTo>
                  <a:cubicBezTo>
                    <a:pt x="79285" y="74327"/>
                    <a:pt x="74325" y="71927"/>
                    <a:pt x="70087" y="71927"/>
                  </a:cubicBezTo>
                  <a:cubicBezTo>
                    <a:pt x="68033" y="71927"/>
                    <a:pt x="66148" y="72491"/>
                    <a:pt x="64651" y="73676"/>
                  </a:cubicBezTo>
                  <a:cubicBezTo>
                    <a:pt x="63377" y="74700"/>
                    <a:pt x="62520" y="76057"/>
                    <a:pt x="62068" y="77629"/>
                  </a:cubicBezTo>
                  <a:cubicBezTo>
                    <a:pt x="60199" y="75450"/>
                    <a:pt x="57782" y="74140"/>
                    <a:pt x="55150" y="74140"/>
                  </a:cubicBezTo>
                  <a:cubicBezTo>
                    <a:pt x="52019" y="74140"/>
                    <a:pt x="49209" y="75998"/>
                    <a:pt x="47233" y="78950"/>
                  </a:cubicBezTo>
                  <a:cubicBezTo>
                    <a:pt x="46792" y="75795"/>
                    <a:pt x="45244" y="73212"/>
                    <a:pt x="42673" y="71926"/>
                  </a:cubicBezTo>
                  <a:cubicBezTo>
                    <a:pt x="41535" y="71355"/>
                    <a:pt x="40291" y="71085"/>
                    <a:pt x="38998" y="71085"/>
                  </a:cubicBezTo>
                  <a:cubicBezTo>
                    <a:pt x="36354" y="71085"/>
                    <a:pt x="33508" y="72216"/>
                    <a:pt x="30957" y="74224"/>
                  </a:cubicBezTo>
                  <a:cubicBezTo>
                    <a:pt x="34957" y="69330"/>
                    <a:pt x="35886" y="63532"/>
                    <a:pt x="32802" y="60008"/>
                  </a:cubicBezTo>
                  <a:cubicBezTo>
                    <a:pt x="31600" y="58650"/>
                    <a:pt x="29957" y="57793"/>
                    <a:pt x="28040" y="57412"/>
                  </a:cubicBezTo>
                  <a:cubicBezTo>
                    <a:pt x="30230" y="55650"/>
                    <a:pt x="31540" y="53412"/>
                    <a:pt x="31540" y="50971"/>
                  </a:cubicBezTo>
                  <a:cubicBezTo>
                    <a:pt x="31540" y="48304"/>
                    <a:pt x="29980" y="45875"/>
                    <a:pt x="27421" y="44053"/>
                  </a:cubicBezTo>
                  <a:cubicBezTo>
                    <a:pt x="31481" y="43946"/>
                    <a:pt x="34886" y="42422"/>
                    <a:pt x="36457" y="39577"/>
                  </a:cubicBezTo>
                  <a:cubicBezTo>
                    <a:pt x="37636" y="37445"/>
                    <a:pt x="37589" y="34921"/>
                    <a:pt x="36553" y="32421"/>
                  </a:cubicBezTo>
                  <a:lnTo>
                    <a:pt x="36553" y="32421"/>
                  </a:lnTo>
                  <a:cubicBezTo>
                    <a:pt x="38649" y="33414"/>
                    <a:pt x="40785" y="33937"/>
                    <a:pt x="42764" y="33937"/>
                  </a:cubicBezTo>
                  <a:cubicBezTo>
                    <a:pt x="44819" y="33937"/>
                    <a:pt x="46705" y="33372"/>
                    <a:pt x="48197" y="32183"/>
                  </a:cubicBezTo>
                  <a:cubicBezTo>
                    <a:pt x="49840" y="30885"/>
                    <a:pt x="50781" y="29004"/>
                    <a:pt x="51066" y="26837"/>
                  </a:cubicBezTo>
                  <a:cubicBezTo>
                    <a:pt x="52888" y="28825"/>
                    <a:pt x="55198" y="30004"/>
                    <a:pt x="57698" y="30004"/>
                  </a:cubicBezTo>
                  <a:cubicBezTo>
                    <a:pt x="60758" y="30004"/>
                    <a:pt x="63520" y="28230"/>
                    <a:pt x="65485" y="25384"/>
                  </a:cubicBezTo>
                  <a:cubicBezTo>
                    <a:pt x="65592" y="29230"/>
                    <a:pt x="67199" y="32457"/>
                    <a:pt x="70176" y="33945"/>
                  </a:cubicBezTo>
                  <a:cubicBezTo>
                    <a:pt x="71314" y="34516"/>
                    <a:pt x="72560" y="34788"/>
                    <a:pt x="73854" y="34788"/>
                  </a:cubicBezTo>
                  <a:cubicBezTo>
                    <a:pt x="75930" y="34788"/>
                    <a:pt x="78130" y="34090"/>
                    <a:pt x="80213" y="32814"/>
                  </a:cubicBezTo>
                  <a:lnTo>
                    <a:pt x="80213" y="32814"/>
                  </a:lnTo>
                  <a:cubicBezTo>
                    <a:pt x="78665" y="36493"/>
                    <a:pt x="78820" y="40172"/>
                    <a:pt x="81023" y="42684"/>
                  </a:cubicBezTo>
                  <a:cubicBezTo>
                    <a:pt x="82356" y="44196"/>
                    <a:pt x="84237" y="45089"/>
                    <a:pt x="86428" y="45387"/>
                  </a:cubicBezTo>
                  <a:cubicBezTo>
                    <a:pt x="84321" y="47137"/>
                    <a:pt x="83059" y="49340"/>
                    <a:pt x="83059" y="51733"/>
                  </a:cubicBezTo>
                  <a:cubicBezTo>
                    <a:pt x="83059" y="54638"/>
                    <a:pt x="84928" y="57269"/>
                    <a:pt x="87904" y="59139"/>
                  </a:cubicBezTo>
                  <a:cubicBezTo>
                    <a:pt x="87872" y="59138"/>
                    <a:pt x="87839" y="59138"/>
                    <a:pt x="87807" y="59138"/>
                  </a:cubicBezTo>
                  <a:cubicBezTo>
                    <a:pt x="83587" y="59138"/>
                    <a:pt x="80022" y="60673"/>
                    <a:pt x="78403" y="63603"/>
                  </a:cubicBezTo>
                  <a:cubicBezTo>
                    <a:pt x="75629" y="68628"/>
                    <a:pt x="79618" y="75819"/>
                    <a:pt x="87333" y="79689"/>
                  </a:cubicBezTo>
                  <a:cubicBezTo>
                    <a:pt x="90530" y="81290"/>
                    <a:pt x="93864" y="82064"/>
                    <a:pt x="96870" y="82064"/>
                  </a:cubicBezTo>
                  <a:cubicBezTo>
                    <a:pt x="101106" y="82064"/>
                    <a:pt x="104689" y="80525"/>
                    <a:pt x="106311" y="77593"/>
                  </a:cubicBezTo>
                  <a:cubicBezTo>
                    <a:pt x="108978" y="72771"/>
                    <a:pt x="105395" y="65937"/>
                    <a:pt x="98287" y="61984"/>
                  </a:cubicBezTo>
                  <a:lnTo>
                    <a:pt x="98287" y="61984"/>
                  </a:lnTo>
                  <a:cubicBezTo>
                    <a:pt x="98465" y="61996"/>
                    <a:pt x="98644" y="61996"/>
                    <a:pt x="98834" y="61996"/>
                  </a:cubicBezTo>
                  <a:cubicBezTo>
                    <a:pt x="107538" y="61996"/>
                    <a:pt x="114598" y="57400"/>
                    <a:pt x="114598" y="51721"/>
                  </a:cubicBezTo>
                  <a:cubicBezTo>
                    <a:pt x="114598" y="46173"/>
                    <a:pt x="107835" y="41648"/>
                    <a:pt x="99382" y="41470"/>
                  </a:cubicBezTo>
                  <a:cubicBezTo>
                    <a:pt x="99608" y="41303"/>
                    <a:pt x="99823" y="41124"/>
                    <a:pt x="100049" y="40958"/>
                  </a:cubicBezTo>
                  <a:cubicBezTo>
                    <a:pt x="106728" y="35636"/>
                    <a:pt x="109050" y="27801"/>
                    <a:pt x="105228" y="23456"/>
                  </a:cubicBezTo>
                  <a:cubicBezTo>
                    <a:pt x="103565" y="21556"/>
                    <a:pt x="101013" y="20633"/>
                    <a:pt x="98110" y="20633"/>
                  </a:cubicBezTo>
                  <a:cubicBezTo>
                    <a:pt x="94862" y="20633"/>
                    <a:pt x="91173" y="21789"/>
                    <a:pt x="87797" y="24027"/>
                  </a:cubicBezTo>
                  <a:cubicBezTo>
                    <a:pt x="90988" y="17110"/>
                    <a:pt x="89809" y="9871"/>
                    <a:pt x="84880" y="7394"/>
                  </a:cubicBezTo>
                  <a:cubicBezTo>
                    <a:pt x="83740" y="6824"/>
                    <a:pt x="82494" y="6554"/>
                    <a:pt x="81201" y="6554"/>
                  </a:cubicBezTo>
                  <a:cubicBezTo>
                    <a:pt x="76738" y="6554"/>
                    <a:pt x="71707" y="9771"/>
                    <a:pt x="68485" y="15014"/>
                  </a:cubicBezTo>
                  <a:lnTo>
                    <a:pt x="68485" y="15002"/>
                  </a:lnTo>
                  <a:cubicBezTo>
                    <a:pt x="68485" y="6715"/>
                    <a:pt x="63651" y="0"/>
                    <a:pt x="5769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8"/>
            <p:cNvSpPr/>
            <p:nvPr/>
          </p:nvSpPr>
          <p:spPr>
            <a:xfrm>
              <a:off x="3801650" y="1660450"/>
              <a:ext cx="14325" cy="523600"/>
            </a:xfrm>
            <a:custGeom>
              <a:avLst/>
              <a:gdLst/>
              <a:ahLst/>
              <a:cxnLst/>
              <a:rect l="l" t="t" r="r" b="b"/>
              <a:pathLst>
                <a:path w="573" h="20944" extrusionOk="0">
                  <a:moveTo>
                    <a:pt x="382" y="1"/>
                  </a:moveTo>
                  <a:cubicBezTo>
                    <a:pt x="263" y="1739"/>
                    <a:pt x="179" y="3489"/>
                    <a:pt x="120" y="5227"/>
                  </a:cubicBezTo>
                  <a:cubicBezTo>
                    <a:pt x="72" y="6978"/>
                    <a:pt x="36" y="8728"/>
                    <a:pt x="24" y="10466"/>
                  </a:cubicBezTo>
                  <a:cubicBezTo>
                    <a:pt x="13" y="12216"/>
                    <a:pt x="1" y="13955"/>
                    <a:pt x="36" y="15705"/>
                  </a:cubicBezTo>
                  <a:cubicBezTo>
                    <a:pt x="48" y="17455"/>
                    <a:pt x="108" y="19193"/>
                    <a:pt x="191" y="20944"/>
                  </a:cubicBezTo>
                  <a:cubicBezTo>
                    <a:pt x="322" y="19205"/>
                    <a:pt x="405" y="17455"/>
                    <a:pt x="453" y="15705"/>
                  </a:cubicBezTo>
                  <a:cubicBezTo>
                    <a:pt x="513" y="13967"/>
                    <a:pt x="536" y="12216"/>
                    <a:pt x="560" y="10478"/>
                  </a:cubicBezTo>
                  <a:cubicBezTo>
                    <a:pt x="572" y="8728"/>
                    <a:pt x="572" y="6978"/>
                    <a:pt x="548" y="5239"/>
                  </a:cubicBezTo>
                  <a:cubicBezTo>
                    <a:pt x="525" y="3489"/>
                    <a:pt x="465" y="1739"/>
                    <a:pt x="38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8"/>
            <p:cNvSpPr/>
            <p:nvPr/>
          </p:nvSpPr>
          <p:spPr>
            <a:xfrm>
              <a:off x="3180150" y="1878925"/>
              <a:ext cx="335775" cy="401875"/>
            </a:xfrm>
            <a:custGeom>
              <a:avLst/>
              <a:gdLst/>
              <a:ahLst/>
              <a:cxnLst/>
              <a:rect l="l" t="t" r="r" b="b"/>
              <a:pathLst>
                <a:path w="13431" h="16075" extrusionOk="0">
                  <a:moveTo>
                    <a:pt x="0" y="1"/>
                  </a:moveTo>
                  <a:cubicBezTo>
                    <a:pt x="1036" y="1406"/>
                    <a:pt x="2108" y="2787"/>
                    <a:pt x="3191" y="4156"/>
                  </a:cubicBezTo>
                  <a:cubicBezTo>
                    <a:pt x="4275" y="5525"/>
                    <a:pt x="5394" y="6871"/>
                    <a:pt x="6501" y="8216"/>
                  </a:cubicBezTo>
                  <a:cubicBezTo>
                    <a:pt x="7632" y="9550"/>
                    <a:pt x="8751" y="10883"/>
                    <a:pt x="9906" y="12193"/>
                  </a:cubicBezTo>
                  <a:cubicBezTo>
                    <a:pt x="11049" y="13514"/>
                    <a:pt x="12228" y="14800"/>
                    <a:pt x="13431" y="16074"/>
                  </a:cubicBezTo>
                  <a:cubicBezTo>
                    <a:pt x="12383" y="14669"/>
                    <a:pt x="11323" y="13288"/>
                    <a:pt x="10228" y="11919"/>
                  </a:cubicBezTo>
                  <a:cubicBezTo>
                    <a:pt x="9144" y="10550"/>
                    <a:pt x="8037" y="9204"/>
                    <a:pt x="6918" y="7871"/>
                  </a:cubicBezTo>
                  <a:cubicBezTo>
                    <a:pt x="5799" y="6525"/>
                    <a:pt x="4668" y="5192"/>
                    <a:pt x="3513" y="3882"/>
                  </a:cubicBezTo>
                  <a:cubicBezTo>
                    <a:pt x="2370" y="2573"/>
                    <a:pt x="1203" y="1275"/>
                    <a:pt x="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8"/>
            <p:cNvSpPr/>
            <p:nvPr/>
          </p:nvSpPr>
          <p:spPr>
            <a:xfrm>
              <a:off x="4174025" y="1853025"/>
              <a:ext cx="261950" cy="453675"/>
            </a:xfrm>
            <a:custGeom>
              <a:avLst/>
              <a:gdLst/>
              <a:ahLst/>
              <a:cxnLst/>
              <a:rect l="l" t="t" r="r" b="b"/>
              <a:pathLst>
                <a:path w="10478" h="18147" extrusionOk="0">
                  <a:moveTo>
                    <a:pt x="10478" y="1"/>
                  </a:moveTo>
                  <a:lnTo>
                    <a:pt x="10478" y="1"/>
                  </a:lnTo>
                  <a:cubicBezTo>
                    <a:pt x="9513" y="1465"/>
                    <a:pt x="8573" y="2942"/>
                    <a:pt x="7668" y="4430"/>
                  </a:cubicBezTo>
                  <a:cubicBezTo>
                    <a:pt x="6763" y="5918"/>
                    <a:pt x="5882" y="7430"/>
                    <a:pt x="5001" y="8943"/>
                  </a:cubicBezTo>
                  <a:cubicBezTo>
                    <a:pt x="4132" y="10455"/>
                    <a:pt x="3275" y="11967"/>
                    <a:pt x="2429" y="13503"/>
                  </a:cubicBezTo>
                  <a:cubicBezTo>
                    <a:pt x="1596" y="15027"/>
                    <a:pt x="786" y="16574"/>
                    <a:pt x="0" y="18146"/>
                  </a:cubicBezTo>
                  <a:cubicBezTo>
                    <a:pt x="965" y="16682"/>
                    <a:pt x="1893" y="15205"/>
                    <a:pt x="2798" y="13717"/>
                  </a:cubicBezTo>
                  <a:cubicBezTo>
                    <a:pt x="3703" y="12217"/>
                    <a:pt x="4584" y="10717"/>
                    <a:pt x="5465" y="9204"/>
                  </a:cubicBezTo>
                  <a:cubicBezTo>
                    <a:pt x="6334" y="7692"/>
                    <a:pt x="7204" y="6180"/>
                    <a:pt x="8037" y="4644"/>
                  </a:cubicBezTo>
                  <a:cubicBezTo>
                    <a:pt x="8882" y="3108"/>
                    <a:pt x="9692" y="1573"/>
                    <a:pt x="1047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8"/>
            <p:cNvSpPr/>
            <p:nvPr/>
          </p:nvSpPr>
          <p:spPr>
            <a:xfrm>
              <a:off x="3745100" y="3572300"/>
              <a:ext cx="14300" cy="523600"/>
            </a:xfrm>
            <a:custGeom>
              <a:avLst/>
              <a:gdLst/>
              <a:ahLst/>
              <a:cxnLst/>
              <a:rect l="l" t="t" r="r" b="b"/>
              <a:pathLst>
                <a:path w="572" h="20944" extrusionOk="0">
                  <a:moveTo>
                    <a:pt x="381" y="0"/>
                  </a:moveTo>
                  <a:cubicBezTo>
                    <a:pt x="262" y="1739"/>
                    <a:pt x="167" y="3477"/>
                    <a:pt x="120" y="5227"/>
                  </a:cubicBezTo>
                  <a:cubicBezTo>
                    <a:pt x="60" y="6977"/>
                    <a:pt x="36" y="8716"/>
                    <a:pt x="12" y="10466"/>
                  </a:cubicBezTo>
                  <a:cubicBezTo>
                    <a:pt x="0" y="12204"/>
                    <a:pt x="0" y="13954"/>
                    <a:pt x="24" y="15705"/>
                  </a:cubicBezTo>
                  <a:cubicBezTo>
                    <a:pt x="48" y="17443"/>
                    <a:pt x="108" y="19193"/>
                    <a:pt x="191" y="20943"/>
                  </a:cubicBezTo>
                  <a:cubicBezTo>
                    <a:pt x="310" y="19193"/>
                    <a:pt x="393" y="17455"/>
                    <a:pt x="453" y="15705"/>
                  </a:cubicBezTo>
                  <a:cubicBezTo>
                    <a:pt x="512" y="13966"/>
                    <a:pt x="536" y="12216"/>
                    <a:pt x="560" y="10466"/>
                  </a:cubicBezTo>
                  <a:cubicBezTo>
                    <a:pt x="560" y="8728"/>
                    <a:pt x="572" y="6977"/>
                    <a:pt x="536" y="5239"/>
                  </a:cubicBezTo>
                  <a:cubicBezTo>
                    <a:pt x="524" y="3489"/>
                    <a:pt x="465" y="1739"/>
                    <a:pt x="38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8"/>
            <p:cNvSpPr/>
            <p:nvPr/>
          </p:nvSpPr>
          <p:spPr>
            <a:xfrm>
              <a:off x="4045425" y="3475250"/>
              <a:ext cx="335500" cy="402175"/>
            </a:xfrm>
            <a:custGeom>
              <a:avLst/>
              <a:gdLst/>
              <a:ahLst/>
              <a:cxnLst/>
              <a:rect l="l" t="t" r="r" b="b"/>
              <a:pathLst>
                <a:path w="13420" h="16087" extrusionOk="0">
                  <a:moveTo>
                    <a:pt x="1" y="1"/>
                  </a:moveTo>
                  <a:lnTo>
                    <a:pt x="1" y="1"/>
                  </a:lnTo>
                  <a:cubicBezTo>
                    <a:pt x="1037" y="1406"/>
                    <a:pt x="2096" y="2799"/>
                    <a:pt x="3192" y="4156"/>
                  </a:cubicBezTo>
                  <a:cubicBezTo>
                    <a:pt x="4275" y="5525"/>
                    <a:pt x="5382" y="6871"/>
                    <a:pt x="6502" y="8216"/>
                  </a:cubicBezTo>
                  <a:cubicBezTo>
                    <a:pt x="7621" y="9550"/>
                    <a:pt x="8752" y="10883"/>
                    <a:pt x="9907" y="12193"/>
                  </a:cubicBezTo>
                  <a:cubicBezTo>
                    <a:pt x="11050" y="13514"/>
                    <a:pt x="12229" y="14812"/>
                    <a:pt x="13419" y="16086"/>
                  </a:cubicBezTo>
                  <a:cubicBezTo>
                    <a:pt x="12383" y="14681"/>
                    <a:pt x="11312" y="13288"/>
                    <a:pt x="10228" y="11931"/>
                  </a:cubicBezTo>
                  <a:cubicBezTo>
                    <a:pt x="9145" y="10562"/>
                    <a:pt x="8026" y="9216"/>
                    <a:pt x="6918" y="7871"/>
                  </a:cubicBezTo>
                  <a:cubicBezTo>
                    <a:pt x="5799" y="6537"/>
                    <a:pt x="4668" y="5204"/>
                    <a:pt x="3513" y="3894"/>
                  </a:cubicBezTo>
                  <a:cubicBezTo>
                    <a:pt x="2370" y="2573"/>
                    <a:pt x="1191" y="1275"/>
                    <a:pt x="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8"/>
            <p:cNvSpPr/>
            <p:nvPr/>
          </p:nvSpPr>
          <p:spPr>
            <a:xfrm>
              <a:off x="3125375" y="3449650"/>
              <a:ext cx="261675" cy="453375"/>
            </a:xfrm>
            <a:custGeom>
              <a:avLst/>
              <a:gdLst/>
              <a:ahLst/>
              <a:cxnLst/>
              <a:rect l="l" t="t" r="r" b="b"/>
              <a:pathLst>
                <a:path w="10467" h="18135" extrusionOk="0">
                  <a:moveTo>
                    <a:pt x="10466" y="1"/>
                  </a:moveTo>
                  <a:cubicBezTo>
                    <a:pt x="9502" y="1465"/>
                    <a:pt x="8573" y="2942"/>
                    <a:pt x="7668" y="4430"/>
                  </a:cubicBezTo>
                  <a:cubicBezTo>
                    <a:pt x="6763" y="5918"/>
                    <a:pt x="5882" y="7430"/>
                    <a:pt x="5001" y="8931"/>
                  </a:cubicBezTo>
                  <a:cubicBezTo>
                    <a:pt x="4132" y="10455"/>
                    <a:pt x="3275" y="11967"/>
                    <a:pt x="2430" y="13503"/>
                  </a:cubicBezTo>
                  <a:cubicBezTo>
                    <a:pt x="1596" y="15027"/>
                    <a:pt x="775" y="16574"/>
                    <a:pt x="1" y="18134"/>
                  </a:cubicBezTo>
                  <a:cubicBezTo>
                    <a:pt x="953" y="16682"/>
                    <a:pt x="1894" y="15205"/>
                    <a:pt x="2799" y="13705"/>
                  </a:cubicBezTo>
                  <a:cubicBezTo>
                    <a:pt x="3703" y="12217"/>
                    <a:pt x="4585" y="10717"/>
                    <a:pt x="5466" y="9204"/>
                  </a:cubicBezTo>
                  <a:cubicBezTo>
                    <a:pt x="6335" y="7692"/>
                    <a:pt x="7192" y="6168"/>
                    <a:pt x="8037" y="4644"/>
                  </a:cubicBezTo>
                  <a:cubicBezTo>
                    <a:pt x="8871" y="3108"/>
                    <a:pt x="9692" y="1561"/>
                    <a:pt x="1046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8"/>
            <p:cNvSpPr/>
            <p:nvPr/>
          </p:nvSpPr>
          <p:spPr>
            <a:xfrm>
              <a:off x="2520850" y="2848200"/>
              <a:ext cx="523600" cy="13800"/>
            </a:xfrm>
            <a:custGeom>
              <a:avLst/>
              <a:gdLst/>
              <a:ahLst/>
              <a:cxnLst/>
              <a:rect l="l" t="t" r="r" b="b"/>
              <a:pathLst>
                <a:path w="20944" h="552" extrusionOk="0">
                  <a:moveTo>
                    <a:pt x="8307" y="1"/>
                  </a:moveTo>
                  <a:cubicBezTo>
                    <a:pt x="7285" y="1"/>
                    <a:pt x="6264" y="6"/>
                    <a:pt x="5239" y="20"/>
                  </a:cubicBezTo>
                  <a:cubicBezTo>
                    <a:pt x="3500" y="32"/>
                    <a:pt x="1750" y="92"/>
                    <a:pt x="0" y="175"/>
                  </a:cubicBezTo>
                  <a:cubicBezTo>
                    <a:pt x="1750" y="306"/>
                    <a:pt x="3489" y="389"/>
                    <a:pt x="5239" y="437"/>
                  </a:cubicBezTo>
                  <a:cubicBezTo>
                    <a:pt x="6977" y="497"/>
                    <a:pt x="8727" y="520"/>
                    <a:pt x="10466" y="544"/>
                  </a:cubicBezTo>
                  <a:cubicBezTo>
                    <a:pt x="11191" y="549"/>
                    <a:pt x="11916" y="552"/>
                    <a:pt x="12640" y="552"/>
                  </a:cubicBezTo>
                  <a:cubicBezTo>
                    <a:pt x="13664" y="552"/>
                    <a:pt x="14686" y="546"/>
                    <a:pt x="15704" y="532"/>
                  </a:cubicBezTo>
                  <a:cubicBezTo>
                    <a:pt x="17455" y="508"/>
                    <a:pt x="19205" y="461"/>
                    <a:pt x="20943" y="366"/>
                  </a:cubicBezTo>
                  <a:cubicBezTo>
                    <a:pt x="19205" y="246"/>
                    <a:pt x="17455" y="163"/>
                    <a:pt x="15716" y="104"/>
                  </a:cubicBezTo>
                  <a:cubicBezTo>
                    <a:pt x="13966" y="56"/>
                    <a:pt x="12228" y="20"/>
                    <a:pt x="10478" y="8"/>
                  </a:cubicBezTo>
                  <a:cubicBezTo>
                    <a:pt x="9753" y="3"/>
                    <a:pt x="9030" y="1"/>
                    <a:pt x="8307" y="1"/>
                  </a:cubicBezTo>
                  <a:close/>
                </a:path>
              </a:pathLst>
            </a:custGeom>
            <a:solidFill>
              <a:srgbClr val="D168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8"/>
            <p:cNvSpPr/>
            <p:nvPr/>
          </p:nvSpPr>
          <p:spPr>
            <a:xfrm>
              <a:off x="2739325" y="3148125"/>
              <a:ext cx="402150" cy="335800"/>
            </a:xfrm>
            <a:custGeom>
              <a:avLst/>
              <a:gdLst/>
              <a:ahLst/>
              <a:cxnLst/>
              <a:rect l="l" t="t" r="r" b="b"/>
              <a:pathLst>
                <a:path w="16086" h="13432" extrusionOk="0">
                  <a:moveTo>
                    <a:pt x="16086" y="1"/>
                  </a:moveTo>
                  <a:lnTo>
                    <a:pt x="16086" y="1"/>
                  </a:lnTo>
                  <a:cubicBezTo>
                    <a:pt x="14669" y="1037"/>
                    <a:pt x="13288" y="2096"/>
                    <a:pt x="11930" y="3192"/>
                  </a:cubicBezTo>
                  <a:cubicBezTo>
                    <a:pt x="10561" y="4275"/>
                    <a:pt x="9216" y="5394"/>
                    <a:pt x="7870" y="6502"/>
                  </a:cubicBezTo>
                  <a:cubicBezTo>
                    <a:pt x="6537" y="7633"/>
                    <a:pt x="5203" y="8752"/>
                    <a:pt x="3894" y="9907"/>
                  </a:cubicBezTo>
                  <a:cubicBezTo>
                    <a:pt x="2572" y="11050"/>
                    <a:pt x="1274" y="12229"/>
                    <a:pt x="0" y="13431"/>
                  </a:cubicBezTo>
                  <a:cubicBezTo>
                    <a:pt x="1405" y="12383"/>
                    <a:pt x="2798" y="11324"/>
                    <a:pt x="4156" y="10228"/>
                  </a:cubicBezTo>
                  <a:cubicBezTo>
                    <a:pt x="5525" y="9145"/>
                    <a:pt x="6870" y="8038"/>
                    <a:pt x="8216" y="6918"/>
                  </a:cubicBezTo>
                  <a:cubicBezTo>
                    <a:pt x="9549" y="5799"/>
                    <a:pt x="10883" y="4668"/>
                    <a:pt x="12192" y="3513"/>
                  </a:cubicBezTo>
                  <a:cubicBezTo>
                    <a:pt x="13514" y="2370"/>
                    <a:pt x="14812" y="1203"/>
                    <a:pt x="1608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8"/>
            <p:cNvSpPr/>
            <p:nvPr/>
          </p:nvSpPr>
          <p:spPr>
            <a:xfrm>
              <a:off x="2713425" y="2228075"/>
              <a:ext cx="453650" cy="261975"/>
            </a:xfrm>
            <a:custGeom>
              <a:avLst/>
              <a:gdLst/>
              <a:ahLst/>
              <a:cxnLst/>
              <a:rect l="l" t="t" r="r" b="b"/>
              <a:pathLst>
                <a:path w="18146" h="10479" extrusionOk="0">
                  <a:moveTo>
                    <a:pt x="0" y="1"/>
                  </a:moveTo>
                  <a:lnTo>
                    <a:pt x="0" y="1"/>
                  </a:lnTo>
                  <a:cubicBezTo>
                    <a:pt x="1465" y="965"/>
                    <a:pt x="2941" y="1894"/>
                    <a:pt x="4430" y="2799"/>
                  </a:cubicBezTo>
                  <a:cubicBezTo>
                    <a:pt x="5930" y="3716"/>
                    <a:pt x="7430" y="4597"/>
                    <a:pt x="8942" y="5478"/>
                  </a:cubicBezTo>
                  <a:cubicBezTo>
                    <a:pt x="10454" y="6335"/>
                    <a:pt x="11966" y="7204"/>
                    <a:pt x="13502" y="8037"/>
                  </a:cubicBezTo>
                  <a:cubicBezTo>
                    <a:pt x="15038" y="8883"/>
                    <a:pt x="16574" y="9692"/>
                    <a:pt x="18146" y="10478"/>
                  </a:cubicBezTo>
                  <a:cubicBezTo>
                    <a:pt x="16681" y="9514"/>
                    <a:pt x="15205" y="8573"/>
                    <a:pt x="13716" y="7680"/>
                  </a:cubicBezTo>
                  <a:cubicBezTo>
                    <a:pt x="12228" y="6764"/>
                    <a:pt x="10716" y="5882"/>
                    <a:pt x="9204" y="5001"/>
                  </a:cubicBezTo>
                  <a:cubicBezTo>
                    <a:pt x="7692" y="4132"/>
                    <a:pt x="6180" y="3275"/>
                    <a:pt x="4644" y="2442"/>
                  </a:cubicBezTo>
                  <a:cubicBezTo>
                    <a:pt x="3120" y="1596"/>
                    <a:pt x="1572" y="787"/>
                    <a:pt x="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8"/>
            <p:cNvSpPr/>
            <p:nvPr/>
          </p:nvSpPr>
          <p:spPr>
            <a:xfrm>
              <a:off x="4617225" y="2849975"/>
              <a:ext cx="523600" cy="13825"/>
            </a:xfrm>
            <a:custGeom>
              <a:avLst/>
              <a:gdLst/>
              <a:ahLst/>
              <a:cxnLst/>
              <a:rect l="l" t="t" r="r" b="b"/>
              <a:pathLst>
                <a:path w="20944" h="553" extrusionOk="0">
                  <a:moveTo>
                    <a:pt x="8308" y="1"/>
                  </a:moveTo>
                  <a:cubicBezTo>
                    <a:pt x="7286" y="1"/>
                    <a:pt x="6265" y="7"/>
                    <a:pt x="5240" y="21"/>
                  </a:cubicBezTo>
                  <a:cubicBezTo>
                    <a:pt x="3489" y="33"/>
                    <a:pt x="1751" y="92"/>
                    <a:pt x="1" y="187"/>
                  </a:cubicBezTo>
                  <a:cubicBezTo>
                    <a:pt x="1751" y="306"/>
                    <a:pt x="3489" y="390"/>
                    <a:pt x="5240" y="437"/>
                  </a:cubicBezTo>
                  <a:cubicBezTo>
                    <a:pt x="6978" y="497"/>
                    <a:pt x="8728" y="521"/>
                    <a:pt x="10478" y="545"/>
                  </a:cubicBezTo>
                  <a:cubicBezTo>
                    <a:pt x="11198" y="550"/>
                    <a:pt x="11920" y="552"/>
                    <a:pt x="12643" y="552"/>
                  </a:cubicBezTo>
                  <a:cubicBezTo>
                    <a:pt x="13664" y="552"/>
                    <a:pt x="14687" y="547"/>
                    <a:pt x="15705" y="533"/>
                  </a:cubicBezTo>
                  <a:cubicBezTo>
                    <a:pt x="17455" y="509"/>
                    <a:pt x="19206" y="461"/>
                    <a:pt x="20944" y="366"/>
                  </a:cubicBezTo>
                  <a:cubicBezTo>
                    <a:pt x="19206" y="247"/>
                    <a:pt x="17455" y="164"/>
                    <a:pt x="15717" y="116"/>
                  </a:cubicBezTo>
                  <a:cubicBezTo>
                    <a:pt x="13967" y="56"/>
                    <a:pt x="12228" y="21"/>
                    <a:pt x="10478" y="9"/>
                  </a:cubicBezTo>
                  <a:cubicBezTo>
                    <a:pt x="9753" y="4"/>
                    <a:pt x="9030" y="1"/>
                    <a:pt x="830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8"/>
            <p:cNvSpPr/>
            <p:nvPr/>
          </p:nvSpPr>
          <p:spPr>
            <a:xfrm>
              <a:off x="4520500" y="2228075"/>
              <a:ext cx="401850" cy="335800"/>
            </a:xfrm>
            <a:custGeom>
              <a:avLst/>
              <a:gdLst/>
              <a:ahLst/>
              <a:cxnLst/>
              <a:rect l="l" t="t" r="r" b="b"/>
              <a:pathLst>
                <a:path w="16074" h="13432" extrusionOk="0">
                  <a:moveTo>
                    <a:pt x="16074" y="1"/>
                  </a:moveTo>
                  <a:cubicBezTo>
                    <a:pt x="14669" y="1037"/>
                    <a:pt x="13288" y="2108"/>
                    <a:pt x="11918" y="3192"/>
                  </a:cubicBezTo>
                  <a:cubicBezTo>
                    <a:pt x="10561" y="4287"/>
                    <a:pt x="9204" y="5394"/>
                    <a:pt x="7870" y="6502"/>
                  </a:cubicBezTo>
                  <a:cubicBezTo>
                    <a:pt x="6525" y="7633"/>
                    <a:pt x="5191" y="8752"/>
                    <a:pt x="3882" y="9907"/>
                  </a:cubicBezTo>
                  <a:cubicBezTo>
                    <a:pt x="2572" y="11050"/>
                    <a:pt x="1274" y="12228"/>
                    <a:pt x="0" y="13431"/>
                  </a:cubicBezTo>
                  <a:cubicBezTo>
                    <a:pt x="1405" y="12383"/>
                    <a:pt x="2798" y="11324"/>
                    <a:pt x="4156" y="10228"/>
                  </a:cubicBezTo>
                  <a:cubicBezTo>
                    <a:pt x="5525" y="9145"/>
                    <a:pt x="6870" y="8037"/>
                    <a:pt x="8216" y="6918"/>
                  </a:cubicBezTo>
                  <a:cubicBezTo>
                    <a:pt x="9549" y="5799"/>
                    <a:pt x="10883" y="4668"/>
                    <a:pt x="12192" y="3513"/>
                  </a:cubicBezTo>
                  <a:cubicBezTo>
                    <a:pt x="13514" y="2370"/>
                    <a:pt x="14800" y="1203"/>
                    <a:pt x="1607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8"/>
            <p:cNvSpPr/>
            <p:nvPr/>
          </p:nvSpPr>
          <p:spPr>
            <a:xfrm>
              <a:off x="4494900" y="3221950"/>
              <a:ext cx="453350" cy="261975"/>
            </a:xfrm>
            <a:custGeom>
              <a:avLst/>
              <a:gdLst/>
              <a:ahLst/>
              <a:cxnLst/>
              <a:rect l="l" t="t" r="r" b="b"/>
              <a:pathLst>
                <a:path w="18134" h="10479" extrusionOk="0">
                  <a:moveTo>
                    <a:pt x="0" y="1"/>
                  </a:moveTo>
                  <a:cubicBezTo>
                    <a:pt x="1453" y="965"/>
                    <a:pt x="2929" y="1894"/>
                    <a:pt x="4429" y="2799"/>
                  </a:cubicBezTo>
                  <a:cubicBezTo>
                    <a:pt x="5918" y="3704"/>
                    <a:pt x="7418" y="4596"/>
                    <a:pt x="8930" y="5466"/>
                  </a:cubicBezTo>
                  <a:cubicBezTo>
                    <a:pt x="10442" y="6335"/>
                    <a:pt x="11966" y="7204"/>
                    <a:pt x="13490" y="8037"/>
                  </a:cubicBezTo>
                  <a:cubicBezTo>
                    <a:pt x="15026" y="8883"/>
                    <a:pt x="16574" y="9692"/>
                    <a:pt x="18134" y="10478"/>
                  </a:cubicBezTo>
                  <a:cubicBezTo>
                    <a:pt x="16669" y="9514"/>
                    <a:pt x="15193" y="8573"/>
                    <a:pt x="13704" y="7668"/>
                  </a:cubicBezTo>
                  <a:cubicBezTo>
                    <a:pt x="12216" y="6763"/>
                    <a:pt x="10704" y="5882"/>
                    <a:pt x="9204" y="5001"/>
                  </a:cubicBezTo>
                  <a:cubicBezTo>
                    <a:pt x="7692" y="4132"/>
                    <a:pt x="6168" y="3275"/>
                    <a:pt x="4632" y="2430"/>
                  </a:cubicBezTo>
                  <a:cubicBezTo>
                    <a:pt x="3108" y="1596"/>
                    <a:pt x="1560" y="786"/>
                    <a:pt x="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8"/>
            <p:cNvSpPr/>
            <p:nvPr/>
          </p:nvSpPr>
          <p:spPr>
            <a:xfrm>
              <a:off x="2749450" y="1850650"/>
              <a:ext cx="2119025" cy="2070225"/>
            </a:xfrm>
            <a:custGeom>
              <a:avLst/>
              <a:gdLst/>
              <a:ahLst/>
              <a:cxnLst/>
              <a:rect l="l" t="t" r="r" b="b"/>
              <a:pathLst>
                <a:path w="84761" h="82809" extrusionOk="0">
                  <a:moveTo>
                    <a:pt x="42374" y="1"/>
                  </a:moveTo>
                  <a:cubicBezTo>
                    <a:pt x="18979" y="1"/>
                    <a:pt x="0" y="18539"/>
                    <a:pt x="0" y="41399"/>
                  </a:cubicBezTo>
                  <a:cubicBezTo>
                    <a:pt x="0" y="64271"/>
                    <a:pt x="18979" y="82808"/>
                    <a:pt x="42374" y="82808"/>
                  </a:cubicBezTo>
                  <a:cubicBezTo>
                    <a:pt x="65782" y="82808"/>
                    <a:pt x="84761" y="64271"/>
                    <a:pt x="84761" y="41399"/>
                  </a:cubicBezTo>
                  <a:cubicBezTo>
                    <a:pt x="84761" y="18539"/>
                    <a:pt x="65782" y="1"/>
                    <a:pt x="4237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8"/>
            <p:cNvSpPr/>
            <p:nvPr/>
          </p:nvSpPr>
          <p:spPr>
            <a:xfrm>
              <a:off x="3775450" y="2874600"/>
              <a:ext cx="532850" cy="688350"/>
            </a:xfrm>
            <a:custGeom>
              <a:avLst/>
              <a:gdLst/>
              <a:ahLst/>
              <a:cxnLst/>
              <a:rect l="l" t="t" r="r" b="b"/>
              <a:pathLst>
                <a:path w="21314" h="27534" extrusionOk="0">
                  <a:moveTo>
                    <a:pt x="1858" y="0"/>
                  </a:moveTo>
                  <a:lnTo>
                    <a:pt x="1" y="24432"/>
                  </a:lnTo>
                  <a:cubicBezTo>
                    <a:pt x="1541" y="26111"/>
                    <a:pt x="4389" y="27534"/>
                    <a:pt x="7474" y="27534"/>
                  </a:cubicBezTo>
                  <a:cubicBezTo>
                    <a:pt x="10186" y="27534"/>
                    <a:pt x="13081" y="26434"/>
                    <a:pt x="15431" y="23443"/>
                  </a:cubicBezTo>
                  <a:cubicBezTo>
                    <a:pt x="19134" y="18741"/>
                    <a:pt x="21313" y="7846"/>
                    <a:pt x="21170" y="4644"/>
                  </a:cubicBezTo>
                  <a:cubicBezTo>
                    <a:pt x="19099" y="3489"/>
                    <a:pt x="16443" y="2870"/>
                    <a:pt x="14241" y="2227"/>
                  </a:cubicBezTo>
                  <a:cubicBezTo>
                    <a:pt x="11217" y="5763"/>
                    <a:pt x="9597" y="10954"/>
                    <a:pt x="9597" y="10954"/>
                  </a:cubicBezTo>
                  <a:cubicBezTo>
                    <a:pt x="7407" y="6358"/>
                    <a:pt x="5144" y="3203"/>
                    <a:pt x="2977" y="1036"/>
                  </a:cubicBezTo>
                  <a:cubicBezTo>
                    <a:pt x="2596" y="667"/>
                    <a:pt x="2227" y="322"/>
                    <a:pt x="18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8"/>
            <p:cNvSpPr/>
            <p:nvPr/>
          </p:nvSpPr>
          <p:spPr>
            <a:xfrm>
              <a:off x="4086800" y="2894225"/>
              <a:ext cx="222075" cy="155700"/>
            </a:xfrm>
            <a:custGeom>
              <a:avLst/>
              <a:gdLst/>
              <a:ahLst/>
              <a:cxnLst/>
              <a:rect l="l" t="t" r="r" b="b"/>
              <a:pathLst>
                <a:path w="8883" h="6228" extrusionOk="0">
                  <a:moveTo>
                    <a:pt x="1965" y="1"/>
                  </a:moveTo>
                  <a:cubicBezTo>
                    <a:pt x="1156" y="691"/>
                    <a:pt x="1" y="3811"/>
                    <a:pt x="1" y="3811"/>
                  </a:cubicBezTo>
                  <a:lnTo>
                    <a:pt x="8538" y="6228"/>
                  </a:lnTo>
                  <a:lnTo>
                    <a:pt x="8883" y="2537"/>
                  </a:lnTo>
                  <a:lnTo>
                    <a:pt x="1965" y="1"/>
                  </a:lnTo>
                  <a:close/>
                </a:path>
              </a:pathLst>
            </a:custGeom>
            <a:solidFill>
              <a:srgbClr val="E24E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8"/>
            <p:cNvSpPr/>
            <p:nvPr/>
          </p:nvSpPr>
          <p:spPr>
            <a:xfrm>
              <a:off x="3650750" y="3372575"/>
              <a:ext cx="38125" cy="161050"/>
            </a:xfrm>
            <a:custGeom>
              <a:avLst/>
              <a:gdLst/>
              <a:ahLst/>
              <a:cxnLst/>
              <a:rect l="l" t="t" r="r" b="b"/>
              <a:pathLst>
                <a:path w="1525" h="6442" extrusionOk="0">
                  <a:moveTo>
                    <a:pt x="0" y="0"/>
                  </a:moveTo>
                  <a:lnTo>
                    <a:pt x="0" y="0"/>
                  </a:lnTo>
                  <a:cubicBezTo>
                    <a:pt x="274" y="1393"/>
                    <a:pt x="643" y="3310"/>
                    <a:pt x="1524" y="6441"/>
                  </a:cubicBezTo>
                  <a:lnTo>
                    <a:pt x="0" y="0"/>
                  </a:ln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8"/>
            <p:cNvSpPr/>
            <p:nvPr/>
          </p:nvSpPr>
          <p:spPr>
            <a:xfrm>
              <a:off x="2507450" y="2627000"/>
              <a:ext cx="863825" cy="821525"/>
            </a:xfrm>
            <a:custGeom>
              <a:avLst/>
              <a:gdLst/>
              <a:ahLst/>
              <a:cxnLst/>
              <a:rect l="l" t="t" r="r" b="b"/>
              <a:pathLst>
                <a:path w="34553" h="32861" extrusionOk="0">
                  <a:moveTo>
                    <a:pt x="4281" y="1"/>
                  </a:moveTo>
                  <a:cubicBezTo>
                    <a:pt x="4221" y="1"/>
                    <a:pt x="4159" y="15"/>
                    <a:pt x="4096" y="46"/>
                  </a:cubicBezTo>
                  <a:cubicBezTo>
                    <a:pt x="3382" y="427"/>
                    <a:pt x="4596" y="5011"/>
                    <a:pt x="4596" y="5011"/>
                  </a:cubicBezTo>
                  <a:cubicBezTo>
                    <a:pt x="4596" y="5011"/>
                    <a:pt x="3175" y="835"/>
                    <a:pt x="2378" y="835"/>
                  </a:cubicBezTo>
                  <a:cubicBezTo>
                    <a:pt x="2346" y="835"/>
                    <a:pt x="2316" y="842"/>
                    <a:pt x="2286" y="855"/>
                  </a:cubicBezTo>
                  <a:cubicBezTo>
                    <a:pt x="1512" y="1213"/>
                    <a:pt x="3167" y="5475"/>
                    <a:pt x="3167" y="5475"/>
                  </a:cubicBezTo>
                  <a:cubicBezTo>
                    <a:pt x="3167" y="5475"/>
                    <a:pt x="1718" y="2439"/>
                    <a:pt x="904" y="2439"/>
                  </a:cubicBezTo>
                  <a:cubicBezTo>
                    <a:pt x="854" y="2439"/>
                    <a:pt x="807" y="2451"/>
                    <a:pt x="762" y="2475"/>
                  </a:cubicBezTo>
                  <a:cubicBezTo>
                    <a:pt x="0" y="2903"/>
                    <a:pt x="1965" y="8797"/>
                    <a:pt x="2941" y="10535"/>
                  </a:cubicBezTo>
                  <a:cubicBezTo>
                    <a:pt x="2941" y="10535"/>
                    <a:pt x="3715" y="28764"/>
                    <a:pt x="11049" y="32371"/>
                  </a:cubicBezTo>
                  <a:cubicBezTo>
                    <a:pt x="11734" y="32708"/>
                    <a:pt x="12420" y="32860"/>
                    <a:pt x="13101" y="32860"/>
                  </a:cubicBezTo>
                  <a:cubicBezTo>
                    <a:pt x="18765" y="32860"/>
                    <a:pt x="24119" y="22331"/>
                    <a:pt x="25575" y="19239"/>
                  </a:cubicBezTo>
                  <a:lnTo>
                    <a:pt x="27432" y="20655"/>
                  </a:lnTo>
                  <a:cubicBezTo>
                    <a:pt x="29456" y="15941"/>
                    <a:pt x="32076" y="12583"/>
                    <a:pt x="34552" y="8166"/>
                  </a:cubicBezTo>
                  <a:cubicBezTo>
                    <a:pt x="34221" y="8071"/>
                    <a:pt x="32563" y="6344"/>
                    <a:pt x="32529" y="6344"/>
                  </a:cubicBezTo>
                  <a:cubicBezTo>
                    <a:pt x="32528" y="6344"/>
                    <a:pt x="32528" y="6344"/>
                    <a:pt x="32528" y="6344"/>
                  </a:cubicBezTo>
                  <a:cubicBezTo>
                    <a:pt x="32528" y="6344"/>
                    <a:pt x="31526" y="5961"/>
                    <a:pt x="29955" y="5961"/>
                  </a:cubicBezTo>
                  <a:cubicBezTo>
                    <a:pt x="27578" y="5961"/>
                    <a:pt x="23898" y="6837"/>
                    <a:pt x="20408" y="11238"/>
                  </a:cubicBezTo>
                  <a:cubicBezTo>
                    <a:pt x="17086" y="16453"/>
                    <a:pt x="13978" y="20286"/>
                    <a:pt x="13978" y="20286"/>
                  </a:cubicBezTo>
                  <a:lnTo>
                    <a:pt x="8156" y="10928"/>
                  </a:lnTo>
                  <a:cubicBezTo>
                    <a:pt x="8156" y="10928"/>
                    <a:pt x="10430" y="5225"/>
                    <a:pt x="9621" y="4332"/>
                  </a:cubicBezTo>
                  <a:cubicBezTo>
                    <a:pt x="9498" y="4201"/>
                    <a:pt x="9377" y="4145"/>
                    <a:pt x="9259" y="4145"/>
                  </a:cubicBezTo>
                  <a:cubicBezTo>
                    <a:pt x="8589" y="4145"/>
                    <a:pt x="8037" y="5963"/>
                    <a:pt x="8037" y="5963"/>
                  </a:cubicBezTo>
                  <a:cubicBezTo>
                    <a:pt x="8037" y="5963"/>
                    <a:pt x="7968" y="292"/>
                    <a:pt x="7030" y="292"/>
                  </a:cubicBezTo>
                  <a:cubicBezTo>
                    <a:pt x="7017" y="292"/>
                    <a:pt x="7003" y="293"/>
                    <a:pt x="6989" y="296"/>
                  </a:cubicBezTo>
                  <a:cubicBezTo>
                    <a:pt x="6013" y="462"/>
                    <a:pt x="6168" y="4963"/>
                    <a:pt x="6168" y="4963"/>
                  </a:cubicBezTo>
                  <a:cubicBezTo>
                    <a:pt x="6168" y="4963"/>
                    <a:pt x="5407" y="1"/>
                    <a:pt x="4281" y="1"/>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8"/>
            <p:cNvSpPr/>
            <p:nvPr/>
          </p:nvSpPr>
          <p:spPr>
            <a:xfrm>
              <a:off x="2578875" y="2762325"/>
              <a:ext cx="119100" cy="46800"/>
            </a:xfrm>
            <a:custGeom>
              <a:avLst/>
              <a:gdLst/>
              <a:ahLst/>
              <a:cxnLst/>
              <a:rect l="l" t="t" r="r" b="b"/>
              <a:pathLst>
                <a:path w="4764" h="1872" extrusionOk="0">
                  <a:moveTo>
                    <a:pt x="3469" y="1"/>
                  </a:moveTo>
                  <a:cubicBezTo>
                    <a:pt x="2356" y="1"/>
                    <a:pt x="762" y="278"/>
                    <a:pt x="25" y="1717"/>
                  </a:cubicBezTo>
                  <a:cubicBezTo>
                    <a:pt x="1" y="1765"/>
                    <a:pt x="25" y="1824"/>
                    <a:pt x="72" y="1848"/>
                  </a:cubicBezTo>
                  <a:cubicBezTo>
                    <a:pt x="84" y="1860"/>
                    <a:pt x="108" y="1872"/>
                    <a:pt x="120" y="1872"/>
                  </a:cubicBezTo>
                  <a:cubicBezTo>
                    <a:pt x="156" y="1872"/>
                    <a:pt x="191" y="1848"/>
                    <a:pt x="215" y="1812"/>
                  </a:cubicBezTo>
                  <a:cubicBezTo>
                    <a:pt x="897" y="470"/>
                    <a:pt x="2398" y="212"/>
                    <a:pt x="3457" y="212"/>
                  </a:cubicBezTo>
                  <a:cubicBezTo>
                    <a:pt x="4118" y="212"/>
                    <a:pt x="4607" y="312"/>
                    <a:pt x="4620" y="312"/>
                  </a:cubicBezTo>
                  <a:cubicBezTo>
                    <a:pt x="4628" y="314"/>
                    <a:pt x="4636" y="314"/>
                    <a:pt x="4643" y="314"/>
                  </a:cubicBezTo>
                  <a:cubicBezTo>
                    <a:pt x="4694" y="314"/>
                    <a:pt x="4741" y="281"/>
                    <a:pt x="4751" y="229"/>
                  </a:cubicBezTo>
                  <a:cubicBezTo>
                    <a:pt x="4763" y="181"/>
                    <a:pt x="4728" y="122"/>
                    <a:pt x="4668" y="110"/>
                  </a:cubicBezTo>
                  <a:cubicBezTo>
                    <a:pt x="4654" y="105"/>
                    <a:pt x="4152" y="1"/>
                    <a:pt x="3469" y="1"/>
                  </a:cubicBezTo>
                  <a:close/>
                </a:path>
              </a:pathLst>
            </a:custGeom>
            <a:solidFill>
              <a:srgbClr val="6C48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8"/>
            <p:cNvSpPr/>
            <p:nvPr/>
          </p:nvSpPr>
          <p:spPr>
            <a:xfrm>
              <a:off x="3250400" y="2741975"/>
              <a:ext cx="324475" cy="121925"/>
            </a:xfrm>
            <a:custGeom>
              <a:avLst/>
              <a:gdLst/>
              <a:ahLst/>
              <a:cxnLst/>
              <a:rect l="l" t="t" r="r" b="b"/>
              <a:pathLst>
                <a:path w="12979" h="4877" extrusionOk="0">
                  <a:moveTo>
                    <a:pt x="6386" y="0"/>
                  </a:moveTo>
                  <a:cubicBezTo>
                    <a:pt x="2540" y="0"/>
                    <a:pt x="0" y="328"/>
                    <a:pt x="0" y="328"/>
                  </a:cubicBezTo>
                  <a:cubicBezTo>
                    <a:pt x="0" y="507"/>
                    <a:pt x="143" y="4876"/>
                    <a:pt x="143" y="4876"/>
                  </a:cubicBezTo>
                  <a:lnTo>
                    <a:pt x="12978" y="4876"/>
                  </a:lnTo>
                  <a:lnTo>
                    <a:pt x="12978" y="328"/>
                  </a:lnTo>
                  <a:cubicBezTo>
                    <a:pt x="10557" y="82"/>
                    <a:pt x="8308" y="0"/>
                    <a:pt x="6386" y="0"/>
                  </a:cubicBezTo>
                  <a:close/>
                </a:path>
              </a:pathLst>
            </a:custGeom>
            <a:solidFill>
              <a:srgbClr val="E24E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8"/>
            <p:cNvSpPr/>
            <p:nvPr/>
          </p:nvSpPr>
          <p:spPr>
            <a:xfrm>
              <a:off x="3195925" y="2779725"/>
              <a:ext cx="411675" cy="178725"/>
            </a:xfrm>
            <a:custGeom>
              <a:avLst/>
              <a:gdLst/>
              <a:ahLst/>
              <a:cxnLst/>
              <a:rect l="l" t="t" r="r" b="b"/>
              <a:pathLst>
                <a:path w="16467" h="7149" extrusionOk="0">
                  <a:moveTo>
                    <a:pt x="7618" y="1"/>
                  </a:moveTo>
                  <a:cubicBezTo>
                    <a:pt x="4167" y="1"/>
                    <a:pt x="178" y="487"/>
                    <a:pt x="0" y="497"/>
                  </a:cubicBezTo>
                  <a:cubicBezTo>
                    <a:pt x="0" y="497"/>
                    <a:pt x="3050" y="7149"/>
                    <a:pt x="8043" y="7149"/>
                  </a:cubicBezTo>
                  <a:cubicBezTo>
                    <a:pt x="8579" y="7149"/>
                    <a:pt x="9137" y="7072"/>
                    <a:pt x="9716" y="6903"/>
                  </a:cubicBezTo>
                  <a:cubicBezTo>
                    <a:pt x="15669" y="5152"/>
                    <a:pt x="16467" y="711"/>
                    <a:pt x="16467" y="711"/>
                  </a:cubicBezTo>
                  <a:cubicBezTo>
                    <a:pt x="16467" y="711"/>
                    <a:pt x="12943" y="235"/>
                    <a:pt x="9037" y="33"/>
                  </a:cubicBezTo>
                  <a:cubicBezTo>
                    <a:pt x="8583" y="11"/>
                    <a:pt x="8106" y="1"/>
                    <a:pt x="7618" y="1"/>
                  </a:cubicBezTo>
                  <a:close/>
                </a:path>
              </a:pathLst>
            </a:custGeom>
            <a:solidFill>
              <a:srgbClr val="B893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8"/>
            <p:cNvSpPr/>
            <p:nvPr/>
          </p:nvSpPr>
          <p:spPr>
            <a:xfrm>
              <a:off x="3309025" y="2621575"/>
              <a:ext cx="217625" cy="105025"/>
            </a:xfrm>
            <a:custGeom>
              <a:avLst/>
              <a:gdLst/>
              <a:ahLst/>
              <a:cxnLst/>
              <a:rect l="l" t="t" r="r" b="b"/>
              <a:pathLst>
                <a:path w="8705" h="4201" extrusionOk="0">
                  <a:moveTo>
                    <a:pt x="8704" y="1"/>
                  </a:moveTo>
                  <a:lnTo>
                    <a:pt x="1" y="918"/>
                  </a:lnTo>
                  <a:lnTo>
                    <a:pt x="227" y="3585"/>
                  </a:lnTo>
                  <a:cubicBezTo>
                    <a:pt x="1809" y="3992"/>
                    <a:pt x="3421" y="4201"/>
                    <a:pt x="5006" y="4201"/>
                  </a:cubicBezTo>
                  <a:cubicBezTo>
                    <a:pt x="6249" y="4201"/>
                    <a:pt x="7474" y="4072"/>
                    <a:pt x="8657" y="3811"/>
                  </a:cubicBezTo>
                  <a:lnTo>
                    <a:pt x="8704" y="1"/>
                  </a:lnTo>
                  <a:close/>
                </a:path>
              </a:pathLst>
            </a:custGeom>
            <a:solidFill>
              <a:srgbClr val="EAA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8"/>
            <p:cNvSpPr/>
            <p:nvPr/>
          </p:nvSpPr>
          <p:spPr>
            <a:xfrm>
              <a:off x="3274800" y="2724875"/>
              <a:ext cx="277750" cy="61475"/>
            </a:xfrm>
            <a:custGeom>
              <a:avLst/>
              <a:gdLst/>
              <a:ahLst/>
              <a:cxnLst/>
              <a:rect l="l" t="t" r="r" b="b"/>
              <a:pathLst>
                <a:path w="11110" h="2459" extrusionOk="0">
                  <a:moveTo>
                    <a:pt x="1" y="0"/>
                  </a:moveTo>
                  <a:lnTo>
                    <a:pt x="203" y="1798"/>
                  </a:lnTo>
                  <a:cubicBezTo>
                    <a:pt x="2023" y="2261"/>
                    <a:pt x="3884" y="2458"/>
                    <a:pt x="5769" y="2458"/>
                  </a:cubicBezTo>
                  <a:cubicBezTo>
                    <a:pt x="7522" y="2458"/>
                    <a:pt x="9295" y="2287"/>
                    <a:pt x="11073" y="2001"/>
                  </a:cubicBezTo>
                  <a:lnTo>
                    <a:pt x="11109" y="226"/>
                  </a:lnTo>
                  <a:lnTo>
                    <a:pt x="11109" y="226"/>
                  </a:lnTo>
                  <a:cubicBezTo>
                    <a:pt x="9550" y="488"/>
                    <a:pt x="7936" y="616"/>
                    <a:pt x="6300" y="616"/>
                  </a:cubicBezTo>
                  <a:cubicBezTo>
                    <a:pt x="4213" y="616"/>
                    <a:pt x="2090" y="407"/>
                    <a:pt x="1" y="0"/>
                  </a:cubicBezTo>
                  <a:close/>
                </a:path>
              </a:pathLst>
            </a:custGeom>
            <a:solidFill>
              <a:srgbClr val="EAA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8"/>
            <p:cNvSpPr/>
            <p:nvPr/>
          </p:nvSpPr>
          <p:spPr>
            <a:xfrm>
              <a:off x="3279850" y="2769825"/>
              <a:ext cx="271800" cy="250950"/>
            </a:xfrm>
            <a:custGeom>
              <a:avLst/>
              <a:gdLst/>
              <a:ahLst/>
              <a:cxnLst/>
              <a:rect l="l" t="t" r="r" b="b"/>
              <a:pathLst>
                <a:path w="10872" h="10038" extrusionOk="0">
                  <a:moveTo>
                    <a:pt x="1" y="0"/>
                  </a:moveTo>
                  <a:lnTo>
                    <a:pt x="251" y="2250"/>
                  </a:lnTo>
                  <a:cubicBezTo>
                    <a:pt x="251" y="2250"/>
                    <a:pt x="953" y="10037"/>
                    <a:pt x="5311" y="10037"/>
                  </a:cubicBezTo>
                  <a:cubicBezTo>
                    <a:pt x="10205" y="10037"/>
                    <a:pt x="10836" y="2250"/>
                    <a:pt x="10836" y="2250"/>
                  </a:cubicBezTo>
                  <a:lnTo>
                    <a:pt x="10871" y="203"/>
                  </a:lnTo>
                  <a:lnTo>
                    <a:pt x="10871" y="203"/>
                  </a:lnTo>
                  <a:cubicBezTo>
                    <a:pt x="9093" y="489"/>
                    <a:pt x="7320" y="660"/>
                    <a:pt x="5567" y="660"/>
                  </a:cubicBezTo>
                  <a:cubicBezTo>
                    <a:pt x="3682" y="660"/>
                    <a:pt x="1821" y="463"/>
                    <a:pt x="1" y="0"/>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8"/>
            <p:cNvSpPr/>
            <p:nvPr/>
          </p:nvSpPr>
          <p:spPr>
            <a:xfrm>
              <a:off x="3000075" y="1881200"/>
              <a:ext cx="773325" cy="798175"/>
            </a:xfrm>
            <a:custGeom>
              <a:avLst/>
              <a:gdLst/>
              <a:ahLst/>
              <a:cxnLst/>
              <a:rect l="l" t="t" r="r" b="b"/>
              <a:pathLst>
                <a:path w="30933" h="31927" extrusionOk="0">
                  <a:moveTo>
                    <a:pt x="16179" y="1"/>
                  </a:moveTo>
                  <a:cubicBezTo>
                    <a:pt x="14641" y="1"/>
                    <a:pt x="13019" y="190"/>
                    <a:pt x="11335" y="600"/>
                  </a:cubicBezTo>
                  <a:cubicBezTo>
                    <a:pt x="2358" y="2803"/>
                    <a:pt x="0" y="11173"/>
                    <a:pt x="1441" y="19603"/>
                  </a:cubicBezTo>
                  <a:cubicBezTo>
                    <a:pt x="3025" y="28901"/>
                    <a:pt x="9912" y="31927"/>
                    <a:pt x="16551" y="31927"/>
                  </a:cubicBezTo>
                  <a:cubicBezTo>
                    <a:pt x="17045" y="31927"/>
                    <a:pt x="17537" y="31910"/>
                    <a:pt x="18026" y="31878"/>
                  </a:cubicBezTo>
                  <a:cubicBezTo>
                    <a:pt x="25539" y="31390"/>
                    <a:pt x="30004" y="25353"/>
                    <a:pt x="30444" y="19222"/>
                  </a:cubicBezTo>
                  <a:cubicBezTo>
                    <a:pt x="30933" y="12590"/>
                    <a:pt x="30492" y="10899"/>
                    <a:pt x="29480" y="8006"/>
                  </a:cubicBezTo>
                  <a:cubicBezTo>
                    <a:pt x="27913" y="3555"/>
                    <a:pt x="22846" y="1"/>
                    <a:pt x="16179" y="1"/>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8"/>
            <p:cNvSpPr/>
            <p:nvPr/>
          </p:nvSpPr>
          <p:spPr>
            <a:xfrm>
              <a:off x="3000075" y="2126525"/>
              <a:ext cx="164625" cy="291475"/>
            </a:xfrm>
            <a:custGeom>
              <a:avLst/>
              <a:gdLst/>
              <a:ahLst/>
              <a:cxnLst/>
              <a:rect l="l" t="t" r="r" b="b"/>
              <a:pathLst>
                <a:path w="6585" h="11659" extrusionOk="0">
                  <a:moveTo>
                    <a:pt x="3361" y="0"/>
                  </a:moveTo>
                  <a:cubicBezTo>
                    <a:pt x="2589" y="0"/>
                    <a:pt x="1844" y="150"/>
                    <a:pt x="1488" y="574"/>
                  </a:cubicBezTo>
                  <a:cubicBezTo>
                    <a:pt x="226" y="2074"/>
                    <a:pt x="286" y="4872"/>
                    <a:pt x="143" y="6837"/>
                  </a:cubicBezTo>
                  <a:cubicBezTo>
                    <a:pt x="0" y="8801"/>
                    <a:pt x="988" y="10945"/>
                    <a:pt x="2822" y="11659"/>
                  </a:cubicBezTo>
                  <a:lnTo>
                    <a:pt x="2012" y="10611"/>
                  </a:lnTo>
                  <a:cubicBezTo>
                    <a:pt x="3489" y="9659"/>
                    <a:pt x="4167" y="7635"/>
                    <a:pt x="3560" y="5980"/>
                  </a:cubicBezTo>
                  <a:lnTo>
                    <a:pt x="3560" y="5980"/>
                  </a:lnTo>
                  <a:cubicBezTo>
                    <a:pt x="3749" y="6421"/>
                    <a:pt x="4238" y="6665"/>
                    <a:pt x="4722" y="6665"/>
                  </a:cubicBezTo>
                  <a:cubicBezTo>
                    <a:pt x="4878" y="6665"/>
                    <a:pt x="5034" y="6639"/>
                    <a:pt x="5179" y="6587"/>
                  </a:cubicBezTo>
                  <a:cubicBezTo>
                    <a:pt x="5775" y="6373"/>
                    <a:pt x="6179" y="5801"/>
                    <a:pt x="6370" y="5194"/>
                  </a:cubicBezTo>
                  <a:cubicBezTo>
                    <a:pt x="6572" y="4599"/>
                    <a:pt x="6572" y="3956"/>
                    <a:pt x="6572" y="3325"/>
                  </a:cubicBezTo>
                  <a:cubicBezTo>
                    <a:pt x="6584" y="2729"/>
                    <a:pt x="6584" y="2122"/>
                    <a:pt x="6394" y="1562"/>
                  </a:cubicBezTo>
                  <a:cubicBezTo>
                    <a:pt x="6215" y="991"/>
                    <a:pt x="5822" y="467"/>
                    <a:pt x="5263" y="277"/>
                  </a:cubicBezTo>
                  <a:cubicBezTo>
                    <a:pt x="4787" y="124"/>
                    <a:pt x="4063" y="0"/>
                    <a:pt x="33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8"/>
            <p:cNvSpPr/>
            <p:nvPr/>
          </p:nvSpPr>
          <p:spPr>
            <a:xfrm>
              <a:off x="3648950" y="2131625"/>
              <a:ext cx="146775" cy="286375"/>
            </a:xfrm>
            <a:custGeom>
              <a:avLst/>
              <a:gdLst/>
              <a:ahLst/>
              <a:cxnLst/>
              <a:rect l="l" t="t" r="r" b="b"/>
              <a:pathLst>
                <a:path w="5871" h="11455" extrusionOk="0">
                  <a:moveTo>
                    <a:pt x="1789" y="0"/>
                  </a:moveTo>
                  <a:cubicBezTo>
                    <a:pt x="1639" y="0"/>
                    <a:pt x="1486" y="23"/>
                    <a:pt x="1334" y="73"/>
                  </a:cubicBezTo>
                  <a:cubicBezTo>
                    <a:pt x="763" y="263"/>
                    <a:pt x="370" y="787"/>
                    <a:pt x="191" y="1358"/>
                  </a:cubicBezTo>
                  <a:cubicBezTo>
                    <a:pt x="1" y="1918"/>
                    <a:pt x="13" y="2525"/>
                    <a:pt x="13" y="3121"/>
                  </a:cubicBezTo>
                  <a:cubicBezTo>
                    <a:pt x="13" y="3752"/>
                    <a:pt x="25" y="4395"/>
                    <a:pt x="215" y="4990"/>
                  </a:cubicBezTo>
                  <a:cubicBezTo>
                    <a:pt x="406" y="5597"/>
                    <a:pt x="822" y="6169"/>
                    <a:pt x="1418" y="6383"/>
                  </a:cubicBezTo>
                  <a:cubicBezTo>
                    <a:pt x="1560" y="6435"/>
                    <a:pt x="1713" y="6461"/>
                    <a:pt x="1868" y="6461"/>
                  </a:cubicBezTo>
                  <a:cubicBezTo>
                    <a:pt x="2347" y="6461"/>
                    <a:pt x="2836" y="6217"/>
                    <a:pt x="3025" y="5776"/>
                  </a:cubicBezTo>
                  <a:lnTo>
                    <a:pt x="3025" y="5776"/>
                  </a:lnTo>
                  <a:cubicBezTo>
                    <a:pt x="2418" y="7431"/>
                    <a:pt x="3096" y="9455"/>
                    <a:pt x="4585" y="10407"/>
                  </a:cubicBezTo>
                  <a:lnTo>
                    <a:pt x="3763" y="11455"/>
                  </a:lnTo>
                  <a:cubicBezTo>
                    <a:pt x="5597" y="10741"/>
                    <a:pt x="5871" y="8919"/>
                    <a:pt x="5728" y="6954"/>
                  </a:cubicBezTo>
                  <a:cubicBezTo>
                    <a:pt x="5585" y="4990"/>
                    <a:pt x="5239" y="2882"/>
                    <a:pt x="3977" y="1370"/>
                  </a:cubicBezTo>
                  <a:cubicBezTo>
                    <a:pt x="3413" y="685"/>
                    <a:pt x="2619" y="0"/>
                    <a:pt x="17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8"/>
            <p:cNvSpPr/>
            <p:nvPr/>
          </p:nvSpPr>
          <p:spPr>
            <a:xfrm>
              <a:off x="3624550" y="2318875"/>
              <a:ext cx="188250" cy="213475"/>
            </a:xfrm>
            <a:custGeom>
              <a:avLst/>
              <a:gdLst/>
              <a:ahLst/>
              <a:cxnLst/>
              <a:rect l="l" t="t" r="r" b="b"/>
              <a:pathLst>
                <a:path w="7530" h="8539" extrusionOk="0">
                  <a:moveTo>
                    <a:pt x="3801" y="1"/>
                  </a:moveTo>
                  <a:cubicBezTo>
                    <a:pt x="2712" y="1"/>
                    <a:pt x="1798" y="334"/>
                    <a:pt x="1798" y="334"/>
                  </a:cubicBezTo>
                  <a:cubicBezTo>
                    <a:pt x="1798" y="334"/>
                    <a:pt x="0" y="4608"/>
                    <a:pt x="155" y="6108"/>
                  </a:cubicBezTo>
                  <a:cubicBezTo>
                    <a:pt x="315" y="7723"/>
                    <a:pt x="1662" y="8538"/>
                    <a:pt x="3149" y="8538"/>
                  </a:cubicBezTo>
                  <a:cubicBezTo>
                    <a:pt x="5204" y="8538"/>
                    <a:pt x="7529" y="6983"/>
                    <a:pt x="7370" y="3834"/>
                  </a:cubicBezTo>
                  <a:cubicBezTo>
                    <a:pt x="7210" y="660"/>
                    <a:pt x="5333" y="1"/>
                    <a:pt x="3801" y="1"/>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8"/>
            <p:cNvSpPr/>
            <p:nvPr/>
          </p:nvSpPr>
          <p:spPr>
            <a:xfrm>
              <a:off x="3640925" y="2361375"/>
              <a:ext cx="147050" cy="117950"/>
            </a:xfrm>
            <a:custGeom>
              <a:avLst/>
              <a:gdLst/>
              <a:ahLst/>
              <a:cxnLst/>
              <a:rect l="l" t="t" r="r" b="b"/>
              <a:pathLst>
                <a:path w="5882" h="4718" extrusionOk="0">
                  <a:moveTo>
                    <a:pt x="3555" y="1"/>
                  </a:moveTo>
                  <a:cubicBezTo>
                    <a:pt x="3036" y="1"/>
                    <a:pt x="2506" y="180"/>
                    <a:pt x="1977" y="527"/>
                  </a:cubicBezTo>
                  <a:cubicBezTo>
                    <a:pt x="0" y="1848"/>
                    <a:pt x="1239" y="4622"/>
                    <a:pt x="1250" y="4658"/>
                  </a:cubicBezTo>
                  <a:cubicBezTo>
                    <a:pt x="1274" y="4694"/>
                    <a:pt x="1310" y="4718"/>
                    <a:pt x="1358" y="4718"/>
                  </a:cubicBezTo>
                  <a:cubicBezTo>
                    <a:pt x="1369" y="4718"/>
                    <a:pt x="1381" y="4718"/>
                    <a:pt x="1393" y="4706"/>
                  </a:cubicBezTo>
                  <a:cubicBezTo>
                    <a:pt x="1453" y="4682"/>
                    <a:pt x="1477" y="4622"/>
                    <a:pt x="1453" y="4563"/>
                  </a:cubicBezTo>
                  <a:cubicBezTo>
                    <a:pt x="1441" y="4539"/>
                    <a:pt x="274" y="1932"/>
                    <a:pt x="2096" y="717"/>
                  </a:cubicBezTo>
                  <a:cubicBezTo>
                    <a:pt x="2591" y="387"/>
                    <a:pt x="3078" y="220"/>
                    <a:pt x="3554" y="220"/>
                  </a:cubicBezTo>
                  <a:cubicBezTo>
                    <a:pt x="3696" y="220"/>
                    <a:pt x="3837" y="235"/>
                    <a:pt x="3977" y="265"/>
                  </a:cubicBezTo>
                  <a:cubicBezTo>
                    <a:pt x="5025" y="491"/>
                    <a:pt x="5656" y="1491"/>
                    <a:pt x="5656" y="1503"/>
                  </a:cubicBezTo>
                  <a:cubicBezTo>
                    <a:pt x="5680" y="1535"/>
                    <a:pt x="5714" y="1556"/>
                    <a:pt x="5752" y="1556"/>
                  </a:cubicBezTo>
                  <a:cubicBezTo>
                    <a:pt x="5771" y="1556"/>
                    <a:pt x="5791" y="1551"/>
                    <a:pt x="5811" y="1539"/>
                  </a:cubicBezTo>
                  <a:cubicBezTo>
                    <a:pt x="5858" y="1503"/>
                    <a:pt x="5882" y="1443"/>
                    <a:pt x="5846" y="1384"/>
                  </a:cubicBezTo>
                  <a:cubicBezTo>
                    <a:pt x="5822" y="1348"/>
                    <a:pt x="5168" y="300"/>
                    <a:pt x="4025" y="50"/>
                  </a:cubicBezTo>
                  <a:cubicBezTo>
                    <a:pt x="3869" y="17"/>
                    <a:pt x="3713" y="1"/>
                    <a:pt x="3555"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8"/>
            <p:cNvSpPr/>
            <p:nvPr/>
          </p:nvSpPr>
          <p:spPr>
            <a:xfrm>
              <a:off x="3662350" y="2406325"/>
              <a:ext cx="82475" cy="19800"/>
            </a:xfrm>
            <a:custGeom>
              <a:avLst/>
              <a:gdLst/>
              <a:ahLst/>
              <a:cxnLst/>
              <a:rect l="l" t="t" r="r" b="b"/>
              <a:pathLst>
                <a:path w="3299" h="792" extrusionOk="0">
                  <a:moveTo>
                    <a:pt x="1491" y="1"/>
                  </a:moveTo>
                  <a:cubicBezTo>
                    <a:pt x="1015" y="1"/>
                    <a:pt x="505" y="153"/>
                    <a:pt x="48" y="610"/>
                  </a:cubicBezTo>
                  <a:cubicBezTo>
                    <a:pt x="1" y="646"/>
                    <a:pt x="1" y="717"/>
                    <a:pt x="48" y="765"/>
                  </a:cubicBezTo>
                  <a:cubicBezTo>
                    <a:pt x="66" y="782"/>
                    <a:pt x="93" y="791"/>
                    <a:pt x="121" y="791"/>
                  </a:cubicBezTo>
                  <a:cubicBezTo>
                    <a:pt x="149" y="791"/>
                    <a:pt x="179" y="782"/>
                    <a:pt x="203" y="765"/>
                  </a:cubicBezTo>
                  <a:cubicBezTo>
                    <a:pt x="608" y="356"/>
                    <a:pt x="1064" y="220"/>
                    <a:pt x="1493" y="220"/>
                  </a:cubicBezTo>
                  <a:cubicBezTo>
                    <a:pt x="2351" y="220"/>
                    <a:pt x="3100" y="765"/>
                    <a:pt x="3108" y="765"/>
                  </a:cubicBezTo>
                  <a:cubicBezTo>
                    <a:pt x="3132" y="788"/>
                    <a:pt x="3156" y="788"/>
                    <a:pt x="3179" y="788"/>
                  </a:cubicBezTo>
                  <a:cubicBezTo>
                    <a:pt x="3215" y="788"/>
                    <a:pt x="3239" y="777"/>
                    <a:pt x="3263" y="753"/>
                  </a:cubicBezTo>
                  <a:cubicBezTo>
                    <a:pt x="3299" y="705"/>
                    <a:pt x="3287" y="634"/>
                    <a:pt x="3239" y="598"/>
                  </a:cubicBezTo>
                  <a:cubicBezTo>
                    <a:pt x="3231" y="590"/>
                    <a:pt x="2427" y="1"/>
                    <a:pt x="1491"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8"/>
            <p:cNvSpPr/>
            <p:nvPr/>
          </p:nvSpPr>
          <p:spPr>
            <a:xfrm>
              <a:off x="3028650" y="2305475"/>
              <a:ext cx="803675" cy="469725"/>
            </a:xfrm>
            <a:custGeom>
              <a:avLst/>
              <a:gdLst/>
              <a:ahLst/>
              <a:cxnLst/>
              <a:rect l="l" t="t" r="r" b="b"/>
              <a:pathLst>
                <a:path w="32147" h="18789" extrusionOk="0">
                  <a:moveTo>
                    <a:pt x="27504" y="0"/>
                  </a:moveTo>
                  <a:cubicBezTo>
                    <a:pt x="27503" y="1"/>
                    <a:pt x="26789" y="1037"/>
                    <a:pt x="24563" y="5203"/>
                  </a:cubicBezTo>
                  <a:cubicBezTo>
                    <a:pt x="24061" y="6138"/>
                    <a:pt x="23237" y="6439"/>
                    <a:pt x="22264" y="6439"/>
                  </a:cubicBezTo>
                  <a:cubicBezTo>
                    <a:pt x="20498" y="6439"/>
                    <a:pt x="18241" y="5448"/>
                    <a:pt x="16520" y="5448"/>
                  </a:cubicBezTo>
                  <a:cubicBezTo>
                    <a:pt x="16446" y="5448"/>
                    <a:pt x="16372" y="5450"/>
                    <a:pt x="16300" y="5453"/>
                  </a:cubicBezTo>
                  <a:cubicBezTo>
                    <a:pt x="13633" y="5608"/>
                    <a:pt x="12454" y="6120"/>
                    <a:pt x="9501" y="6192"/>
                  </a:cubicBezTo>
                  <a:cubicBezTo>
                    <a:pt x="9482" y="6192"/>
                    <a:pt x="9462" y="6192"/>
                    <a:pt x="9443" y="6192"/>
                  </a:cubicBezTo>
                  <a:cubicBezTo>
                    <a:pt x="6545" y="6192"/>
                    <a:pt x="5710" y="940"/>
                    <a:pt x="1607" y="940"/>
                  </a:cubicBezTo>
                  <a:cubicBezTo>
                    <a:pt x="1579" y="940"/>
                    <a:pt x="1552" y="941"/>
                    <a:pt x="1524" y="941"/>
                  </a:cubicBezTo>
                  <a:cubicBezTo>
                    <a:pt x="1524" y="941"/>
                    <a:pt x="0" y="18788"/>
                    <a:pt x="15752" y="18788"/>
                  </a:cubicBezTo>
                  <a:cubicBezTo>
                    <a:pt x="32147" y="18788"/>
                    <a:pt x="27504" y="1"/>
                    <a:pt x="275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8"/>
            <p:cNvSpPr/>
            <p:nvPr/>
          </p:nvSpPr>
          <p:spPr>
            <a:xfrm>
              <a:off x="3417975" y="2495375"/>
              <a:ext cx="57475" cy="38125"/>
            </a:xfrm>
            <a:custGeom>
              <a:avLst/>
              <a:gdLst/>
              <a:ahLst/>
              <a:cxnLst/>
              <a:rect l="l" t="t" r="r" b="b"/>
              <a:pathLst>
                <a:path w="2299" h="1525" extrusionOk="0">
                  <a:moveTo>
                    <a:pt x="108" y="1"/>
                  </a:moveTo>
                  <a:cubicBezTo>
                    <a:pt x="48" y="12"/>
                    <a:pt x="0" y="60"/>
                    <a:pt x="12" y="120"/>
                  </a:cubicBezTo>
                  <a:cubicBezTo>
                    <a:pt x="12" y="143"/>
                    <a:pt x="203" y="1525"/>
                    <a:pt x="1870" y="1525"/>
                  </a:cubicBezTo>
                  <a:cubicBezTo>
                    <a:pt x="1965" y="1525"/>
                    <a:pt x="2084" y="1513"/>
                    <a:pt x="2191" y="1501"/>
                  </a:cubicBezTo>
                  <a:cubicBezTo>
                    <a:pt x="2251" y="1501"/>
                    <a:pt x="2298" y="1441"/>
                    <a:pt x="2286" y="1382"/>
                  </a:cubicBezTo>
                  <a:cubicBezTo>
                    <a:pt x="2286" y="1322"/>
                    <a:pt x="2227" y="1286"/>
                    <a:pt x="2167" y="1286"/>
                  </a:cubicBezTo>
                  <a:cubicBezTo>
                    <a:pt x="2063" y="1296"/>
                    <a:pt x="1964" y="1301"/>
                    <a:pt x="1870" y="1301"/>
                  </a:cubicBezTo>
                  <a:cubicBezTo>
                    <a:pt x="407" y="1301"/>
                    <a:pt x="238" y="152"/>
                    <a:pt x="227" y="96"/>
                  </a:cubicBezTo>
                  <a:cubicBezTo>
                    <a:pt x="215" y="36"/>
                    <a:pt x="167" y="1"/>
                    <a:pt x="108"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8"/>
            <p:cNvSpPr/>
            <p:nvPr/>
          </p:nvSpPr>
          <p:spPr>
            <a:xfrm>
              <a:off x="3188475" y="2208725"/>
              <a:ext cx="152425" cy="82825"/>
            </a:xfrm>
            <a:custGeom>
              <a:avLst/>
              <a:gdLst/>
              <a:ahLst/>
              <a:cxnLst/>
              <a:rect l="l" t="t" r="r" b="b"/>
              <a:pathLst>
                <a:path w="6097" h="3313" extrusionOk="0">
                  <a:moveTo>
                    <a:pt x="4781" y="1"/>
                  </a:moveTo>
                  <a:cubicBezTo>
                    <a:pt x="4246" y="1"/>
                    <a:pt x="3464" y="233"/>
                    <a:pt x="2299" y="846"/>
                  </a:cubicBezTo>
                  <a:cubicBezTo>
                    <a:pt x="1" y="2049"/>
                    <a:pt x="1084" y="3013"/>
                    <a:pt x="1084" y="3013"/>
                  </a:cubicBezTo>
                  <a:cubicBezTo>
                    <a:pt x="1302" y="3218"/>
                    <a:pt x="1579" y="3313"/>
                    <a:pt x="1918" y="3313"/>
                  </a:cubicBezTo>
                  <a:cubicBezTo>
                    <a:pt x="2507" y="3313"/>
                    <a:pt x="3286" y="3028"/>
                    <a:pt x="4275" y="2537"/>
                  </a:cubicBezTo>
                  <a:cubicBezTo>
                    <a:pt x="5573" y="1882"/>
                    <a:pt x="6097" y="1061"/>
                    <a:pt x="5763" y="513"/>
                  </a:cubicBezTo>
                  <a:cubicBezTo>
                    <a:pt x="5583" y="215"/>
                    <a:pt x="5296" y="1"/>
                    <a:pt x="47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8"/>
            <p:cNvSpPr/>
            <p:nvPr/>
          </p:nvSpPr>
          <p:spPr>
            <a:xfrm>
              <a:off x="3289375" y="2337325"/>
              <a:ext cx="55100" cy="67000"/>
            </a:xfrm>
            <a:custGeom>
              <a:avLst/>
              <a:gdLst/>
              <a:ahLst/>
              <a:cxnLst/>
              <a:rect l="l" t="t" r="r" b="b"/>
              <a:pathLst>
                <a:path w="2204" h="2680" extrusionOk="0">
                  <a:moveTo>
                    <a:pt x="1108" y="0"/>
                  </a:moveTo>
                  <a:cubicBezTo>
                    <a:pt x="501" y="0"/>
                    <a:pt x="1" y="596"/>
                    <a:pt x="1" y="1346"/>
                  </a:cubicBezTo>
                  <a:cubicBezTo>
                    <a:pt x="1" y="2084"/>
                    <a:pt x="501" y="2679"/>
                    <a:pt x="1108" y="2679"/>
                  </a:cubicBezTo>
                  <a:cubicBezTo>
                    <a:pt x="1715" y="2679"/>
                    <a:pt x="2204" y="2084"/>
                    <a:pt x="2204" y="1346"/>
                  </a:cubicBezTo>
                  <a:cubicBezTo>
                    <a:pt x="2204" y="596"/>
                    <a:pt x="1715" y="0"/>
                    <a:pt x="1108" y="0"/>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8"/>
            <p:cNvSpPr/>
            <p:nvPr/>
          </p:nvSpPr>
          <p:spPr>
            <a:xfrm>
              <a:off x="3557875" y="2208725"/>
              <a:ext cx="152425" cy="82825"/>
            </a:xfrm>
            <a:custGeom>
              <a:avLst/>
              <a:gdLst/>
              <a:ahLst/>
              <a:cxnLst/>
              <a:rect l="l" t="t" r="r" b="b"/>
              <a:pathLst>
                <a:path w="6097" h="3313" extrusionOk="0">
                  <a:moveTo>
                    <a:pt x="1316" y="1"/>
                  </a:moveTo>
                  <a:cubicBezTo>
                    <a:pt x="801" y="1"/>
                    <a:pt x="515" y="215"/>
                    <a:pt x="334" y="513"/>
                  </a:cubicBezTo>
                  <a:cubicBezTo>
                    <a:pt x="0" y="1061"/>
                    <a:pt x="524" y="1882"/>
                    <a:pt x="1822" y="2537"/>
                  </a:cubicBezTo>
                  <a:cubicBezTo>
                    <a:pt x="2811" y="3028"/>
                    <a:pt x="3590" y="3313"/>
                    <a:pt x="4179" y="3313"/>
                  </a:cubicBezTo>
                  <a:cubicBezTo>
                    <a:pt x="4518" y="3313"/>
                    <a:pt x="4795" y="3218"/>
                    <a:pt x="5013" y="3013"/>
                  </a:cubicBezTo>
                  <a:cubicBezTo>
                    <a:pt x="5013" y="3013"/>
                    <a:pt x="6096" y="2049"/>
                    <a:pt x="3799" y="846"/>
                  </a:cubicBezTo>
                  <a:cubicBezTo>
                    <a:pt x="2633" y="233"/>
                    <a:pt x="1851" y="1"/>
                    <a:pt x="13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8"/>
            <p:cNvSpPr/>
            <p:nvPr/>
          </p:nvSpPr>
          <p:spPr>
            <a:xfrm>
              <a:off x="3560250" y="2346850"/>
              <a:ext cx="55100" cy="67300"/>
            </a:xfrm>
            <a:custGeom>
              <a:avLst/>
              <a:gdLst/>
              <a:ahLst/>
              <a:cxnLst/>
              <a:rect l="l" t="t" r="r" b="b"/>
              <a:pathLst>
                <a:path w="2204" h="2692" extrusionOk="0">
                  <a:moveTo>
                    <a:pt x="1108" y="0"/>
                  </a:moveTo>
                  <a:cubicBezTo>
                    <a:pt x="501" y="0"/>
                    <a:pt x="1" y="608"/>
                    <a:pt x="1" y="1346"/>
                  </a:cubicBezTo>
                  <a:cubicBezTo>
                    <a:pt x="1" y="2084"/>
                    <a:pt x="501" y="2691"/>
                    <a:pt x="1108" y="2691"/>
                  </a:cubicBezTo>
                  <a:cubicBezTo>
                    <a:pt x="1715" y="2691"/>
                    <a:pt x="2203" y="2084"/>
                    <a:pt x="2203" y="1346"/>
                  </a:cubicBezTo>
                  <a:cubicBezTo>
                    <a:pt x="2203" y="608"/>
                    <a:pt x="1715" y="0"/>
                    <a:pt x="1108" y="0"/>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8"/>
            <p:cNvSpPr/>
            <p:nvPr/>
          </p:nvSpPr>
          <p:spPr>
            <a:xfrm>
              <a:off x="2981500" y="2347750"/>
              <a:ext cx="188250" cy="213675"/>
            </a:xfrm>
            <a:custGeom>
              <a:avLst/>
              <a:gdLst/>
              <a:ahLst/>
              <a:cxnLst/>
              <a:rect l="l" t="t" r="r" b="b"/>
              <a:pathLst>
                <a:path w="7530" h="8547" extrusionOk="0">
                  <a:moveTo>
                    <a:pt x="3722" y="1"/>
                  </a:moveTo>
                  <a:cubicBezTo>
                    <a:pt x="2193" y="1"/>
                    <a:pt x="320" y="660"/>
                    <a:pt x="160" y="3834"/>
                  </a:cubicBezTo>
                  <a:cubicBezTo>
                    <a:pt x="1" y="6989"/>
                    <a:pt x="2320" y="8547"/>
                    <a:pt x="4373" y="8547"/>
                  </a:cubicBezTo>
                  <a:cubicBezTo>
                    <a:pt x="5861" y="8547"/>
                    <a:pt x="7210" y="7729"/>
                    <a:pt x="7375" y="6108"/>
                  </a:cubicBezTo>
                  <a:cubicBezTo>
                    <a:pt x="7530" y="4608"/>
                    <a:pt x="5720" y="333"/>
                    <a:pt x="5720" y="333"/>
                  </a:cubicBezTo>
                  <a:cubicBezTo>
                    <a:pt x="5720" y="333"/>
                    <a:pt x="4808" y="1"/>
                    <a:pt x="3722" y="1"/>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8"/>
            <p:cNvSpPr/>
            <p:nvPr/>
          </p:nvSpPr>
          <p:spPr>
            <a:xfrm>
              <a:off x="3006325" y="2390500"/>
              <a:ext cx="146750" cy="117700"/>
            </a:xfrm>
            <a:custGeom>
              <a:avLst/>
              <a:gdLst/>
              <a:ahLst/>
              <a:cxnLst/>
              <a:rect l="l" t="t" r="r" b="b"/>
              <a:pathLst>
                <a:path w="5870" h="4708" extrusionOk="0">
                  <a:moveTo>
                    <a:pt x="2337" y="1"/>
                  </a:moveTo>
                  <a:cubicBezTo>
                    <a:pt x="2177" y="1"/>
                    <a:pt x="2017" y="18"/>
                    <a:pt x="1858" y="52"/>
                  </a:cubicBezTo>
                  <a:cubicBezTo>
                    <a:pt x="715" y="290"/>
                    <a:pt x="60" y="1338"/>
                    <a:pt x="36" y="1386"/>
                  </a:cubicBezTo>
                  <a:cubicBezTo>
                    <a:pt x="0" y="1433"/>
                    <a:pt x="24" y="1505"/>
                    <a:pt x="72" y="1529"/>
                  </a:cubicBezTo>
                  <a:cubicBezTo>
                    <a:pt x="89" y="1542"/>
                    <a:pt x="111" y="1549"/>
                    <a:pt x="131" y="1549"/>
                  </a:cubicBezTo>
                  <a:cubicBezTo>
                    <a:pt x="166" y="1549"/>
                    <a:pt x="200" y="1530"/>
                    <a:pt x="214" y="1493"/>
                  </a:cubicBezTo>
                  <a:cubicBezTo>
                    <a:pt x="226" y="1481"/>
                    <a:pt x="857" y="493"/>
                    <a:pt x="1905" y="255"/>
                  </a:cubicBezTo>
                  <a:cubicBezTo>
                    <a:pt x="2045" y="224"/>
                    <a:pt x="2186" y="209"/>
                    <a:pt x="2328" y="209"/>
                  </a:cubicBezTo>
                  <a:cubicBezTo>
                    <a:pt x="2803" y="209"/>
                    <a:pt x="3289" y="377"/>
                    <a:pt x="3774" y="707"/>
                  </a:cubicBezTo>
                  <a:cubicBezTo>
                    <a:pt x="5596" y="1921"/>
                    <a:pt x="4441" y="4529"/>
                    <a:pt x="4429" y="4553"/>
                  </a:cubicBezTo>
                  <a:cubicBezTo>
                    <a:pt x="4405" y="4612"/>
                    <a:pt x="4429" y="4672"/>
                    <a:pt x="4477" y="4708"/>
                  </a:cubicBezTo>
                  <a:lnTo>
                    <a:pt x="4525" y="4708"/>
                  </a:lnTo>
                  <a:cubicBezTo>
                    <a:pt x="4560" y="4708"/>
                    <a:pt x="4608" y="4684"/>
                    <a:pt x="4620" y="4648"/>
                  </a:cubicBezTo>
                  <a:cubicBezTo>
                    <a:pt x="4632" y="4624"/>
                    <a:pt x="5870" y="1838"/>
                    <a:pt x="3893" y="528"/>
                  </a:cubicBezTo>
                  <a:cubicBezTo>
                    <a:pt x="3368" y="175"/>
                    <a:pt x="2849" y="1"/>
                    <a:pt x="2337"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8"/>
            <p:cNvSpPr/>
            <p:nvPr/>
          </p:nvSpPr>
          <p:spPr>
            <a:xfrm>
              <a:off x="3049175" y="2435200"/>
              <a:ext cx="82775" cy="20025"/>
            </a:xfrm>
            <a:custGeom>
              <a:avLst/>
              <a:gdLst/>
              <a:ahLst/>
              <a:cxnLst/>
              <a:rect l="l" t="t" r="r" b="b"/>
              <a:pathLst>
                <a:path w="3311" h="801" extrusionOk="0">
                  <a:moveTo>
                    <a:pt x="1820" y="1"/>
                  </a:moveTo>
                  <a:cubicBezTo>
                    <a:pt x="883" y="1"/>
                    <a:pt x="76" y="590"/>
                    <a:pt x="60" y="598"/>
                  </a:cubicBezTo>
                  <a:cubicBezTo>
                    <a:pt x="13" y="634"/>
                    <a:pt x="1" y="705"/>
                    <a:pt x="36" y="753"/>
                  </a:cubicBezTo>
                  <a:cubicBezTo>
                    <a:pt x="60" y="776"/>
                    <a:pt x="96" y="800"/>
                    <a:pt x="132" y="800"/>
                  </a:cubicBezTo>
                  <a:cubicBezTo>
                    <a:pt x="155" y="800"/>
                    <a:pt x="179" y="788"/>
                    <a:pt x="191" y="776"/>
                  </a:cubicBezTo>
                  <a:cubicBezTo>
                    <a:pt x="207" y="768"/>
                    <a:pt x="954" y="220"/>
                    <a:pt x="1814" y="220"/>
                  </a:cubicBezTo>
                  <a:cubicBezTo>
                    <a:pt x="2243" y="220"/>
                    <a:pt x="2700" y="356"/>
                    <a:pt x="3108" y="765"/>
                  </a:cubicBezTo>
                  <a:cubicBezTo>
                    <a:pt x="3132" y="788"/>
                    <a:pt x="3159" y="800"/>
                    <a:pt x="3186" y="800"/>
                  </a:cubicBezTo>
                  <a:cubicBezTo>
                    <a:pt x="3212" y="800"/>
                    <a:pt x="3239" y="788"/>
                    <a:pt x="3263" y="765"/>
                  </a:cubicBezTo>
                  <a:cubicBezTo>
                    <a:pt x="3311" y="729"/>
                    <a:pt x="3311" y="657"/>
                    <a:pt x="3263" y="610"/>
                  </a:cubicBezTo>
                  <a:cubicBezTo>
                    <a:pt x="2806" y="153"/>
                    <a:pt x="2296" y="1"/>
                    <a:pt x="1820"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8"/>
            <p:cNvSpPr/>
            <p:nvPr/>
          </p:nvSpPr>
          <p:spPr>
            <a:xfrm>
              <a:off x="3406375" y="2163200"/>
              <a:ext cx="111625" cy="279825"/>
            </a:xfrm>
            <a:custGeom>
              <a:avLst/>
              <a:gdLst/>
              <a:ahLst/>
              <a:cxnLst/>
              <a:rect l="l" t="t" r="r" b="b"/>
              <a:pathLst>
                <a:path w="4465" h="11193" extrusionOk="0">
                  <a:moveTo>
                    <a:pt x="595" y="0"/>
                  </a:moveTo>
                  <a:cubicBezTo>
                    <a:pt x="536" y="0"/>
                    <a:pt x="476" y="48"/>
                    <a:pt x="476" y="107"/>
                  </a:cubicBezTo>
                  <a:cubicBezTo>
                    <a:pt x="429" y="810"/>
                    <a:pt x="0" y="7049"/>
                    <a:pt x="488" y="7846"/>
                  </a:cubicBezTo>
                  <a:cubicBezTo>
                    <a:pt x="644" y="8090"/>
                    <a:pt x="907" y="8306"/>
                    <a:pt x="1349" y="8306"/>
                  </a:cubicBezTo>
                  <a:cubicBezTo>
                    <a:pt x="1686" y="8306"/>
                    <a:pt x="2127" y="8181"/>
                    <a:pt x="2703" y="7846"/>
                  </a:cubicBezTo>
                  <a:cubicBezTo>
                    <a:pt x="2727" y="7835"/>
                    <a:pt x="2750" y="7823"/>
                    <a:pt x="2762" y="7811"/>
                  </a:cubicBezTo>
                  <a:cubicBezTo>
                    <a:pt x="2935" y="7719"/>
                    <a:pt x="3098" y="7674"/>
                    <a:pt x="3247" y="7674"/>
                  </a:cubicBezTo>
                  <a:cubicBezTo>
                    <a:pt x="3428" y="7674"/>
                    <a:pt x="3590" y="7740"/>
                    <a:pt x="3727" y="7870"/>
                  </a:cubicBezTo>
                  <a:cubicBezTo>
                    <a:pt x="4132" y="8263"/>
                    <a:pt x="4227" y="9180"/>
                    <a:pt x="3917" y="9799"/>
                  </a:cubicBezTo>
                  <a:cubicBezTo>
                    <a:pt x="3536" y="10573"/>
                    <a:pt x="2667" y="10978"/>
                    <a:pt x="2655" y="10990"/>
                  </a:cubicBezTo>
                  <a:cubicBezTo>
                    <a:pt x="2608" y="11013"/>
                    <a:pt x="2572" y="11073"/>
                    <a:pt x="2608" y="11133"/>
                  </a:cubicBezTo>
                  <a:cubicBezTo>
                    <a:pt x="2620" y="11168"/>
                    <a:pt x="2655" y="11192"/>
                    <a:pt x="2703" y="11192"/>
                  </a:cubicBezTo>
                  <a:cubicBezTo>
                    <a:pt x="2715" y="11192"/>
                    <a:pt x="2739" y="11192"/>
                    <a:pt x="2750" y="11180"/>
                  </a:cubicBezTo>
                  <a:cubicBezTo>
                    <a:pt x="2786" y="11168"/>
                    <a:pt x="3691" y="10740"/>
                    <a:pt x="4120" y="9894"/>
                  </a:cubicBezTo>
                  <a:cubicBezTo>
                    <a:pt x="4465" y="9192"/>
                    <a:pt x="4346" y="8180"/>
                    <a:pt x="3870" y="7715"/>
                  </a:cubicBezTo>
                  <a:cubicBezTo>
                    <a:pt x="3697" y="7543"/>
                    <a:pt x="3487" y="7455"/>
                    <a:pt x="3254" y="7455"/>
                  </a:cubicBezTo>
                  <a:cubicBezTo>
                    <a:pt x="3070" y="7455"/>
                    <a:pt x="2872" y="7510"/>
                    <a:pt x="2667" y="7620"/>
                  </a:cubicBezTo>
                  <a:cubicBezTo>
                    <a:pt x="2655" y="7620"/>
                    <a:pt x="2631" y="7644"/>
                    <a:pt x="2596" y="7656"/>
                  </a:cubicBezTo>
                  <a:cubicBezTo>
                    <a:pt x="2101" y="7947"/>
                    <a:pt x="1689" y="8090"/>
                    <a:pt x="1363" y="8090"/>
                  </a:cubicBezTo>
                  <a:cubicBezTo>
                    <a:pt x="1062" y="8090"/>
                    <a:pt x="833" y="7968"/>
                    <a:pt x="679" y="7727"/>
                  </a:cubicBezTo>
                  <a:cubicBezTo>
                    <a:pt x="286" y="7108"/>
                    <a:pt x="560" y="2024"/>
                    <a:pt x="691" y="119"/>
                  </a:cubicBezTo>
                  <a:cubicBezTo>
                    <a:pt x="703" y="60"/>
                    <a:pt x="655" y="12"/>
                    <a:pt x="595" y="0"/>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8"/>
            <p:cNvSpPr/>
            <p:nvPr/>
          </p:nvSpPr>
          <p:spPr>
            <a:xfrm>
              <a:off x="2978050" y="2236075"/>
              <a:ext cx="792075" cy="262950"/>
            </a:xfrm>
            <a:custGeom>
              <a:avLst/>
              <a:gdLst/>
              <a:ahLst/>
              <a:cxnLst/>
              <a:rect l="l" t="t" r="r" b="b"/>
              <a:pathLst>
                <a:path w="31683" h="10518" extrusionOk="0">
                  <a:moveTo>
                    <a:pt x="12653" y="263"/>
                  </a:moveTo>
                  <a:cubicBezTo>
                    <a:pt x="12690" y="263"/>
                    <a:pt x="12727" y="263"/>
                    <a:pt x="12764" y="264"/>
                  </a:cubicBezTo>
                  <a:cubicBezTo>
                    <a:pt x="15419" y="336"/>
                    <a:pt x="17514" y="2550"/>
                    <a:pt x="17455" y="5205"/>
                  </a:cubicBezTo>
                  <a:cubicBezTo>
                    <a:pt x="17384" y="7816"/>
                    <a:pt x="15241" y="9886"/>
                    <a:pt x="12645" y="9886"/>
                  </a:cubicBezTo>
                  <a:cubicBezTo>
                    <a:pt x="12601" y="9886"/>
                    <a:pt x="12558" y="9886"/>
                    <a:pt x="12514" y="9884"/>
                  </a:cubicBezTo>
                  <a:cubicBezTo>
                    <a:pt x="9858" y="9825"/>
                    <a:pt x="7763" y="7610"/>
                    <a:pt x="7834" y="4955"/>
                  </a:cubicBezTo>
                  <a:cubicBezTo>
                    <a:pt x="7893" y="2337"/>
                    <a:pt x="10047" y="263"/>
                    <a:pt x="12653" y="263"/>
                  </a:cubicBezTo>
                  <a:close/>
                  <a:moveTo>
                    <a:pt x="26516" y="632"/>
                  </a:moveTo>
                  <a:cubicBezTo>
                    <a:pt x="26559" y="632"/>
                    <a:pt x="26603" y="632"/>
                    <a:pt x="26646" y="633"/>
                  </a:cubicBezTo>
                  <a:cubicBezTo>
                    <a:pt x="29301" y="693"/>
                    <a:pt x="31409" y="2907"/>
                    <a:pt x="31337" y="5562"/>
                  </a:cubicBezTo>
                  <a:cubicBezTo>
                    <a:pt x="31267" y="8174"/>
                    <a:pt x="29124" y="10255"/>
                    <a:pt x="26539" y="10255"/>
                  </a:cubicBezTo>
                  <a:cubicBezTo>
                    <a:pt x="26495" y="10255"/>
                    <a:pt x="26452" y="10255"/>
                    <a:pt x="26408" y="10254"/>
                  </a:cubicBezTo>
                  <a:cubicBezTo>
                    <a:pt x="23753" y="10182"/>
                    <a:pt x="21646" y="7968"/>
                    <a:pt x="21717" y="5312"/>
                  </a:cubicBezTo>
                  <a:cubicBezTo>
                    <a:pt x="21787" y="2713"/>
                    <a:pt x="23931" y="632"/>
                    <a:pt x="26516" y="632"/>
                  </a:cubicBezTo>
                  <a:close/>
                  <a:moveTo>
                    <a:pt x="12641" y="1"/>
                  </a:moveTo>
                  <a:cubicBezTo>
                    <a:pt x="9939" y="1"/>
                    <a:pt x="7713" y="2118"/>
                    <a:pt x="7572" y="4812"/>
                  </a:cubicBezTo>
                  <a:lnTo>
                    <a:pt x="1476" y="4681"/>
                  </a:lnTo>
                  <a:lnTo>
                    <a:pt x="1429" y="4681"/>
                  </a:lnTo>
                  <a:cubicBezTo>
                    <a:pt x="1369" y="4705"/>
                    <a:pt x="83" y="5181"/>
                    <a:pt x="12" y="6384"/>
                  </a:cubicBezTo>
                  <a:cubicBezTo>
                    <a:pt x="0" y="6455"/>
                    <a:pt x="60" y="6515"/>
                    <a:pt x="131" y="6527"/>
                  </a:cubicBezTo>
                  <a:lnTo>
                    <a:pt x="143" y="6527"/>
                  </a:lnTo>
                  <a:cubicBezTo>
                    <a:pt x="214" y="6527"/>
                    <a:pt x="274" y="6467"/>
                    <a:pt x="274" y="6396"/>
                  </a:cubicBezTo>
                  <a:cubicBezTo>
                    <a:pt x="333" y="5455"/>
                    <a:pt x="1334" y="5015"/>
                    <a:pt x="1500" y="4943"/>
                  </a:cubicBezTo>
                  <a:lnTo>
                    <a:pt x="7561" y="5086"/>
                  </a:lnTo>
                  <a:cubicBezTo>
                    <a:pt x="7561" y="7825"/>
                    <a:pt x="9751" y="10087"/>
                    <a:pt x="12502" y="10158"/>
                  </a:cubicBezTo>
                  <a:cubicBezTo>
                    <a:pt x="12546" y="10159"/>
                    <a:pt x="12590" y="10160"/>
                    <a:pt x="12634" y="10160"/>
                  </a:cubicBezTo>
                  <a:cubicBezTo>
                    <a:pt x="15384" y="10160"/>
                    <a:pt x="17646" y="7971"/>
                    <a:pt x="17717" y="5217"/>
                  </a:cubicBezTo>
                  <a:cubicBezTo>
                    <a:pt x="17728" y="5003"/>
                    <a:pt x="17717" y="4789"/>
                    <a:pt x="17693" y="4586"/>
                  </a:cubicBezTo>
                  <a:cubicBezTo>
                    <a:pt x="17916" y="4478"/>
                    <a:pt x="18647" y="4164"/>
                    <a:pt x="19564" y="4164"/>
                  </a:cubicBezTo>
                  <a:cubicBezTo>
                    <a:pt x="20161" y="4164"/>
                    <a:pt x="20836" y="4297"/>
                    <a:pt x="21503" y="4705"/>
                  </a:cubicBezTo>
                  <a:cubicBezTo>
                    <a:pt x="21479" y="4908"/>
                    <a:pt x="21455" y="5110"/>
                    <a:pt x="21443" y="5312"/>
                  </a:cubicBezTo>
                  <a:cubicBezTo>
                    <a:pt x="21372" y="8110"/>
                    <a:pt x="23598" y="10444"/>
                    <a:pt x="26396" y="10515"/>
                  </a:cubicBezTo>
                  <a:cubicBezTo>
                    <a:pt x="26447" y="10517"/>
                    <a:pt x="26498" y="10518"/>
                    <a:pt x="26548" y="10518"/>
                  </a:cubicBezTo>
                  <a:cubicBezTo>
                    <a:pt x="29279" y="10518"/>
                    <a:pt x="31541" y="8322"/>
                    <a:pt x="31611" y="5574"/>
                  </a:cubicBezTo>
                  <a:cubicBezTo>
                    <a:pt x="31683" y="2776"/>
                    <a:pt x="29456" y="431"/>
                    <a:pt x="26658" y="359"/>
                  </a:cubicBezTo>
                  <a:cubicBezTo>
                    <a:pt x="26617" y="358"/>
                    <a:pt x="26576" y="358"/>
                    <a:pt x="26534" y="358"/>
                  </a:cubicBezTo>
                  <a:cubicBezTo>
                    <a:pt x="24088" y="358"/>
                    <a:pt x="22030" y="2089"/>
                    <a:pt x="21550" y="4419"/>
                  </a:cubicBezTo>
                  <a:cubicBezTo>
                    <a:pt x="20863" y="4027"/>
                    <a:pt x="20170" y="3897"/>
                    <a:pt x="19555" y="3897"/>
                  </a:cubicBezTo>
                  <a:cubicBezTo>
                    <a:pt x="18680" y="3897"/>
                    <a:pt x="17965" y="4160"/>
                    <a:pt x="17657" y="4300"/>
                  </a:cubicBezTo>
                  <a:cubicBezTo>
                    <a:pt x="17288" y="1919"/>
                    <a:pt x="15264" y="62"/>
                    <a:pt x="12775" y="2"/>
                  </a:cubicBezTo>
                  <a:cubicBezTo>
                    <a:pt x="12731" y="1"/>
                    <a:pt x="12686" y="1"/>
                    <a:pt x="12641" y="1"/>
                  </a:cubicBezTo>
                  <a:close/>
                </a:path>
              </a:pathLst>
            </a:custGeom>
            <a:solidFill>
              <a:srgbClr val="4532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8"/>
            <p:cNvSpPr/>
            <p:nvPr/>
          </p:nvSpPr>
          <p:spPr>
            <a:xfrm>
              <a:off x="3267950" y="2074600"/>
              <a:ext cx="362575" cy="26400"/>
            </a:xfrm>
            <a:custGeom>
              <a:avLst/>
              <a:gdLst/>
              <a:ahLst/>
              <a:cxnLst/>
              <a:rect l="l" t="t" r="r" b="b"/>
              <a:pathLst>
                <a:path w="14503" h="1056" extrusionOk="0">
                  <a:moveTo>
                    <a:pt x="6952" y="1"/>
                  </a:moveTo>
                  <a:cubicBezTo>
                    <a:pt x="4635" y="1"/>
                    <a:pt x="2317" y="257"/>
                    <a:pt x="60" y="770"/>
                  </a:cubicBezTo>
                  <a:cubicBezTo>
                    <a:pt x="25" y="770"/>
                    <a:pt x="1" y="806"/>
                    <a:pt x="13" y="853"/>
                  </a:cubicBezTo>
                  <a:cubicBezTo>
                    <a:pt x="22" y="883"/>
                    <a:pt x="48" y="904"/>
                    <a:pt x="77" y="904"/>
                  </a:cubicBezTo>
                  <a:cubicBezTo>
                    <a:pt x="83" y="904"/>
                    <a:pt x="90" y="903"/>
                    <a:pt x="96" y="901"/>
                  </a:cubicBezTo>
                  <a:cubicBezTo>
                    <a:pt x="2335" y="390"/>
                    <a:pt x="4634" y="136"/>
                    <a:pt x="6932" y="136"/>
                  </a:cubicBezTo>
                  <a:cubicBezTo>
                    <a:pt x="9450" y="136"/>
                    <a:pt x="11968" y="440"/>
                    <a:pt x="14407" y="1044"/>
                  </a:cubicBezTo>
                  <a:cubicBezTo>
                    <a:pt x="14419" y="1056"/>
                    <a:pt x="14419" y="1056"/>
                    <a:pt x="14431" y="1056"/>
                  </a:cubicBezTo>
                  <a:cubicBezTo>
                    <a:pt x="14455" y="1056"/>
                    <a:pt x="14491" y="1032"/>
                    <a:pt x="14491" y="996"/>
                  </a:cubicBezTo>
                  <a:cubicBezTo>
                    <a:pt x="14503" y="961"/>
                    <a:pt x="14479" y="925"/>
                    <a:pt x="14443" y="913"/>
                  </a:cubicBezTo>
                  <a:cubicBezTo>
                    <a:pt x="11998" y="305"/>
                    <a:pt x="9475" y="1"/>
                    <a:pt x="6952" y="1"/>
                  </a:cubicBezTo>
                  <a:close/>
                </a:path>
              </a:pathLst>
            </a:custGeom>
            <a:solidFill>
              <a:srgbClr val="EAA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8"/>
            <p:cNvSpPr/>
            <p:nvPr/>
          </p:nvSpPr>
          <p:spPr>
            <a:xfrm>
              <a:off x="3300400" y="1986125"/>
              <a:ext cx="297975" cy="38675"/>
            </a:xfrm>
            <a:custGeom>
              <a:avLst/>
              <a:gdLst/>
              <a:ahLst/>
              <a:cxnLst/>
              <a:rect l="l" t="t" r="r" b="b"/>
              <a:pathLst>
                <a:path w="11919" h="1547" extrusionOk="0">
                  <a:moveTo>
                    <a:pt x="4729" y="0"/>
                  </a:moveTo>
                  <a:cubicBezTo>
                    <a:pt x="3158" y="0"/>
                    <a:pt x="1586" y="198"/>
                    <a:pt x="60" y="594"/>
                  </a:cubicBezTo>
                  <a:cubicBezTo>
                    <a:pt x="12" y="594"/>
                    <a:pt x="1" y="630"/>
                    <a:pt x="1" y="678"/>
                  </a:cubicBezTo>
                  <a:cubicBezTo>
                    <a:pt x="12" y="713"/>
                    <a:pt x="48" y="725"/>
                    <a:pt x="84" y="725"/>
                  </a:cubicBezTo>
                  <a:cubicBezTo>
                    <a:pt x="1597" y="334"/>
                    <a:pt x="3155" y="140"/>
                    <a:pt x="4713" y="140"/>
                  </a:cubicBezTo>
                  <a:cubicBezTo>
                    <a:pt x="7139" y="140"/>
                    <a:pt x="9564" y="611"/>
                    <a:pt x="11812" y="1547"/>
                  </a:cubicBezTo>
                  <a:lnTo>
                    <a:pt x="11835" y="1547"/>
                  </a:lnTo>
                  <a:cubicBezTo>
                    <a:pt x="11859" y="1547"/>
                    <a:pt x="11895" y="1535"/>
                    <a:pt x="11895" y="1511"/>
                  </a:cubicBezTo>
                  <a:cubicBezTo>
                    <a:pt x="11919" y="1475"/>
                    <a:pt x="11895" y="1428"/>
                    <a:pt x="11859" y="1416"/>
                  </a:cubicBezTo>
                  <a:cubicBezTo>
                    <a:pt x="9601" y="475"/>
                    <a:pt x="7166" y="0"/>
                    <a:pt x="4729" y="0"/>
                  </a:cubicBezTo>
                  <a:close/>
                </a:path>
              </a:pathLst>
            </a:custGeom>
            <a:solidFill>
              <a:srgbClr val="EAA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8"/>
            <p:cNvSpPr/>
            <p:nvPr/>
          </p:nvSpPr>
          <p:spPr>
            <a:xfrm>
              <a:off x="3028650" y="3559800"/>
              <a:ext cx="779875" cy="361075"/>
            </a:xfrm>
            <a:custGeom>
              <a:avLst/>
              <a:gdLst/>
              <a:ahLst/>
              <a:cxnLst/>
              <a:rect l="l" t="t" r="r" b="b"/>
              <a:pathLst>
                <a:path w="31195" h="14443" extrusionOk="0">
                  <a:moveTo>
                    <a:pt x="24" y="0"/>
                  </a:moveTo>
                  <a:cubicBezTo>
                    <a:pt x="12" y="346"/>
                    <a:pt x="12" y="691"/>
                    <a:pt x="0" y="1048"/>
                  </a:cubicBezTo>
                  <a:cubicBezTo>
                    <a:pt x="7727" y="9251"/>
                    <a:pt x="18800" y="14407"/>
                    <a:pt x="31111" y="14442"/>
                  </a:cubicBezTo>
                  <a:lnTo>
                    <a:pt x="31194" y="286"/>
                  </a:lnTo>
                  <a:lnTo>
                    <a:pt x="2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8"/>
            <p:cNvSpPr/>
            <p:nvPr/>
          </p:nvSpPr>
          <p:spPr>
            <a:xfrm>
              <a:off x="3454000" y="3643725"/>
              <a:ext cx="5375" cy="216725"/>
            </a:xfrm>
            <a:custGeom>
              <a:avLst/>
              <a:gdLst/>
              <a:ahLst/>
              <a:cxnLst/>
              <a:rect l="l" t="t" r="r" b="b"/>
              <a:pathLst>
                <a:path w="215" h="8669" extrusionOk="0">
                  <a:moveTo>
                    <a:pt x="107" y="1"/>
                  </a:moveTo>
                  <a:cubicBezTo>
                    <a:pt x="48" y="1"/>
                    <a:pt x="0" y="60"/>
                    <a:pt x="0" y="120"/>
                  </a:cubicBezTo>
                  <a:lnTo>
                    <a:pt x="0" y="8549"/>
                  </a:lnTo>
                  <a:cubicBezTo>
                    <a:pt x="0" y="8621"/>
                    <a:pt x="48" y="8669"/>
                    <a:pt x="107" y="8669"/>
                  </a:cubicBezTo>
                  <a:cubicBezTo>
                    <a:pt x="167" y="8669"/>
                    <a:pt x="214" y="8621"/>
                    <a:pt x="214" y="8549"/>
                  </a:cubicBezTo>
                  <a:lnTo>
                    <a:pt x="214" y="120"/>
                  </a:lnTo>
                  <a:cubicBezTo>
                    <a:pt x="214" y="48"/>
                    <a:pt x="167" y="1"/>
                    <a:pt x="1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8"/>
            <p:cNvSpPr/>
            <p:nvPr/>
          </p:nvSpPr>
          <p:spPr>
            <a:xfrm>
              <a:off x="3709975" y="3577650"/>
              <a:ext cx="84250" cy="248275"/>
            </a:xfrm>
            <a:custGeom>
              <a:avLst/>
              <a:gdLst/>
              <a:ahLst/>
              <a:cxnLst/>
              <a:rect l="l" t="t" r="r" b="b"/>
              <a:pathLst>
                <a:path w="3370" h="9931" extrusionOk="0">
                  <a:moveTo>
                    <a:pt x="489" y="1"/>
                  </a:moveTo>
                  <a:cubicBezTo>
                    <a:pt x="429" y="1"/>
                    <a:pt x="382" y="36"/>
                    <a:pt x="370" y="96"/>
                  </a:cubicBezTo>
                  <a:cubicBezTo>
                    <a:pt x="179" y="1656"/>
                    <a:pt x="1" y="3965"/>
                    <a:pt x="632" y="6109"/>
                  </a:cubicBezTo>
                  <a:cubicBezTo>
                    <a:pt x="1120" y="7775"/>
                    <a:pt x="2096" y="9157"/>
                    <a:pt x="3299" y="9930"/>
                  </a:cubicBezTo>
                  <a:cubicBezTo>
                    <a:pt x="3310" y="9859"/>
                    <a:pt x="3334" y="9788"/>
                    <a:pt x="3370" y="9716"/>
                  </a:cubicBezTo>
                  <a:cubicBezTo>
                    <a:pt x="2227" y="8966"/>
                    <a:pt x="1298" y="7644"/>
                    <a:pt x="822" y="6037"/>
                  </a:cubicBezTo>
                  <a:cubicBezTo>
                    <a:pt x="203" y="3942"/>
                    <a:pt x="382" y="1656"/>
                    <a:pt x="572" y="132"/>
                  </a:cubicBezTo>
                  <a:cubicBezTo>
                    <a:pt x="584" y="72"/>
                    <a:pt x="548" y="13"/>
                    <a:pt x="4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8"/>
            <p:cNvSpPr/>
            <p:nvPr/>
          </p:nvSpPr>
          <p:spPr>
            <a:xfrm>
              <a:off x="3403400" y="3597600"/>
              <a:ext cx="55975" cy="252125"/>
            </a:xfrm>
            <a:custGeom>
              <a:avLst/>
              <a:gdLst/>
              <a:ahLst/>
              <a:cxnLst/>
              <a:rect l="l" t="t" r="r" b="b"/>
              <a:pathLst>
                <a:path w="2239" h="10085" extrusionOk="0">
                  <a:moveTo>
                    <a:pt x="95" y="0"/>
                  </a:moveTo>
                  <a:cubicBezTo>
                    <a:pt x="48" y="0"/>
                    <a:pt x="0" y="48"/>
                    <a:pt x="0" y="119"/>
                  </a:cubicBezTo>
                  <a:cubicBezTo>
                    <a:pt x="0" y="155"/>
                    <a:pt x="72" y="4108"/>
                    <a:pt x="393" y="7037"/>
                  </a:cubicBezTo>
                  <a:cubicBezTo>
                    <a:pt x="726" y="10049"/>
                    <a:pt x="2072" y="10085"/>
                    <a:pt x="2131" y="10085"/>
                  </a:cubicBezTo>
                  <a:cubicBezTo>
                    <a:pt x="2191" y="10085"/>
                    <a:pt x="2238" y="10025"/>
                    <a:pt x="2227" y="9966"/>
                  </a:cubicBezTo>
                  <a:cubicBezTo>
                    <a:pt x="2238" y="9906"/>
                    <a:pt x="2191" y="9859"/>
                    <a:pt x="2131" y="9859"/>
                  </a:cubicBezTo>
                  <a:cubicBezTo>
                    <a:pt x="2119" y="9859"/>
                    <a:pt x="905" y="9799"/>
                    <a:pt x="595" y="7001"/>
                  </a:cubicBezTo>
                  <a:cubicBezTo>
                    <a:pt x="274" y="4096"/>
                    <a:pt x="202" y="155"/>
                    <a:pt x="202" y="107"/>
                  </a:cubicBezTo>
                  <a:cubicBezTo>
                    <a:pt x="202" y="48"/>
                    <a:pt x="155" y="0"/>
                    <a:pt x="1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8"/>
            <p:cNvSpPr/>
            <p:nvPr/>
          </p:nvSpPr>
          <p:spPr>
            <a:xfrm>
              <a:off x="2563403" y="2775199"/>
              <a:ext cx="1284700" cy="987675"/>
            </a:xfrm>
            <a:custGeom>
              <a:avLst/>
              <a:gdLst/>
              <a:ahLst/>
              <a:cxnLst/>
              <a:rect l="l" t="t" r="r" b="b"/>
              <a:pathLst>
                <a:path w="51388" h="39507" extrusionOk="0">
                  <a:moveTo>
                    <a:pt x="27600" y="0"/>
                  </a:moveTo>
                  <a:cubicBezTo>
                    <a:pt x="25385" y="0"/>
                    <a:pt x="22007" y="782"/>
                    <a:pt x="18336" y="4447"/>
                  </a:cubicBezTo>
                  <a:cubicBezTo>
                    <a:pt x="16169" y="6613"/>
                    <a:pt x="13895" y="9781"/>
                    <a:pt x="11704" y="14376"/>
                  </a:cubicBezTo>
                  <a:cubicBezTo>
                    <a:pt x="11704" y="14376"/>
                    <a:pt x="10085" y="9173"/>
                    <a:pt x="7073" y="5637"/>
                  </a:cubicBezTo>
                  <a:cubicBezTo>
                    <a:pt x="4858" y="6280"/>
                    <a:pt x="2203" y="6899"/>
                    <a:pt x="143" y="8066"/>
                  </a:cubicBezTo>
                  <a:cubicBezTo>
                    <a:pt x="0" y="11257"/>
                    <a:pt x="2167" y="22163"/>
                    <a:pt x="5882" y="26866"/>
                  </a:cubicBezTo>
                  <a:cubicBezTo>
                    <a:pt x="8164" y="29764"/>
                    <a:pt x="10074" y="30825"/>
                    <a:pt x="11752" y="30825"/>
                  </a:cubicBezTo>
                  <a:cubicBezTo>
                    <a:pt x="13768" y="30825"/>
                    <a:pt x="15447" y="29291"/>
                    <a:pt x="17026" y="27568"/>
                  </a:cubicBezTo>
                  <a:lnTo>
                    <a:pt x="17026" y="27568"/>
                  </a:lnTo>
                  <a:cubicBezTo>
                    <a:pt x="16943" y="28485"/>
                    <a:pt x="16860" y="29426"/>
                    <a:pt x="16776" y="30402"/>
                  </a:cubicBezTo>
                  <a:cubicBezTo>
                    <a:pt x="19598" y="33807"/>
                    <a:pt x="22956" y="36784"/>
                    <a:pt x="26730" y="39177"/>
                  </a:cubicBezTo>
                  <a:cubicBezTo>
                    <a:pt x="29937" y="39356"/>
                    <a:pt x="33070" y="39507"/>
                    <a:pt x="33783" y="39507"/>
                  </a:cubicBezTo>
                  <a:cubicBezTo>
                    <a:pt x="33877" y="39507"/>
                    <a:pt x="33929" y="39504"/>
                    <a:pt x="33933" y="39498"/>
                  </a:cubicBezTo>
                  <a:cubicBezTo>
                    <a:pt x="33946" y="39485"/>
                    <a:pt x="34103" y="39481"/>
                    <a:pt x="34376" y="39481"/>
                  </a:cubicBezTo>
                  <a:cubicBezTo>
                    <a:pt x="34928" y="39481"/>
                    <a:pt x="35955" y="39499"/>
                    <a:pt x="37224" y="39499"/>
                  </a:cubicBezTo>
                  <a:cubicBezTo>
                    <a:pt x="41588" y="39499"/>
                    <a:pt x="48828" y="39287"/>
                    <a:pt x="49566" y="37403"/>
                  </a:cubicBezTo>
                  <a:cubicBezTo>
                    <a:pt x="49578" y="37367"/>
                    <a:pt x="51388" y="34986"/>
                    <a:pt x="50161" y="29890"/>
                  </a:cubicBezTo>
                  <a:cubicBezTo>
                    <a:pt x="50030" y="29366"/>
                    <a:pt x="50042" y="28819"/>
                    <a:pt x="49995" y="28295"/>
                  </a:cubicBezTo>
                  <a:lnTo>
                    <a:pt x="50983" y="4887"/>
                  </a:lnTo>
                  <a:cubicBezTo>
                    <a:pt x="49066" y="2482"/>
                    <a:pt x="46590" y="1589"/>
                    <a:pt x="41720" y="756"/>
                  </a:cubicBezTo>
                  <a:cubicBezTo>
                    <a:pt x="41720" y="756"/>
                    <a:pt x="36862" y="1851"/>
                    <a:pt x="35660" y="1922"/>
                  </a:cubicBezTo>
                  <a:lnTo>
                    <a:pt x="32207" y="1922"/>
                  </a:lnTo>
                  <a:cubicBezTo>
                    <a:pt x="32056" y="1941"/>
                    <a:pt x="31903" y="1949"/>
                    <a:pt x="31749" y="1949"/>
                  </a:cubicBezTo>
                  <a:cubicBezTo>
                    <a:pt x="31098" y="1949"/>
                    <a:pt x="30420" y="1796"/>
                    <a:pt x="29766" y="1565"/>
                  </a:cubicBezTo>
                  <a:cubicBezTo>
                    <a:pt x="30076" y="851"/>
                    <a:pt x="30254" y="434"/>
                    <a:pt x="30254" y="434"/>
                  </a:cubicBezTo>
                  <a:cubicBezTo>
                    <a:pt x="30254" y="434"/>
                    <a:pt x="29250" y="0"/>
                    <a:pt x="276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8"/>
            <p:cNvSpPr/>
            <p:nvPr/>
          </p:nvSpPr>
          <p:spPr>
            <a:xfrm>
              <a:off x="3325700" y="2875425"/>
              <a:ext cx="183075" cy="40275"/>
            </a:xfrm>
            <a:custGeom>
              <a:avLst/>
              <a:gdLst/>
              <a:ahLst/>
              <a:cxnLst/>
              <a:rect l="l" t="t" r="r" b="b"/>
              <a:pathLst>
                <a:path w="7323" h="1611" extrusionOk="0">
                  <a:moveTo>
                    <a:pt x="7162" y="0"/>
                  </a:moveTo>
                  <a:cubicBezTo>
                    <a:pt x="7143" y="0"/>
                    <a:pt x="7125" y="5"/>
                    <a:pt x="7109" y="15"/>
                  </a:cubicBezTo>
                  <a:cubicBezTo>
                    <a:pt x="5106" y="1038"/>
                    <a:pt x="3517" y="1321"/>
                    <a:pt x="2373" y="1321"/>
                  </a:cubicBezTo>
                  <a:cubicBezTo>
                    <a:pt x="974" y="1321"/>
                    <a:pt x="240" y="897"/>
                    <a:pt x="227" y="884"/>
                  </a:cubicBezTo>
                  <a:cubicBezTo>
                    <a:pt x="208" y="872"/>
                    <a:pt x="186" y="867"/>
                    <a:pt x="164" y="867"/>
                  </a:cubicBezTo>
                  <a:cubicBezTo>
                    <a:pt x="117" y="867"/>
                    <a:pt x="69" y="891"/>
                    <a:pt x="36" y="932"/>
                  </a:cubicBezTo>
                  <a:cubicBezTo>
                    <a:pt x="1" y="1003"/>
                    <a:pt x="24" y="1086"/>
                    <a:pt x="84" y="1122"/>
                  </a:cubicBezTo>
                  <a:cubicBezTo>
                    <a:pt x="143" y="1158"/>
                    <a:pt x="917" y="1610"/>
                    <a:pt x="2370" y="1610"/>
                  </a:cubicBezTo>
                  <a:cubicBezTo>
                    <a:pt x="3549" y="1610"/>
                    <a:pt x="5168" y="1313"/>
                    <a:pt x="7228" y="265"/>
                  </a:cubicBezTo>
                  <a:cubicBezTo>
                    <a:pt x="7299" y="229"/>
                    <a:pt x="7323" y="146"/>
                    <a:pt x="7287" y="74"/>
                  </a:cubicBezTo>
                  <a:cubicBezTo>
                    <a:pt x="7261" y="31"/>
                    <a:pt x="7210" y="0"/>
                    <a:pt x="716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8"/>
            <p:cNvSpPr/>
            <p:nvPr/>
          </p:nvSpPr>
          <p:spPr>
            <a:xfrm>
              <a:off x="3405475" y="2821300"/>
              <a:ext cx="10750" cy="944200"/>
            </a:xfrm>
            <a:custGeom>
              <a:avLst/>
              <a:gdLst/>
              <a:ahLst/>
              <a:cxnLst/>
              <a:rect l="l" t="t" r="r" b="b"/>
              <a:pathLst>
                <a:path w="430" h="37768" extrusionOk="0">
                  <a:moveTo>
                    <a:pt x="143" y="1"/>
                  </a:moveTo>
                  <a:cubicBezTo>
                    <a:pt x="60" y="1"/>
                    <a:pt x="0" y="60"/>
                    <a:pt x="0" y="144"/>
                  </a:cubicBezTo>
                  <a:lnTo>
                    <a:pt x="155" y="37636"/>
                  </a:lnTo>
                  <a:cubicBezTo>
                    <a:pt x="155" y="37708"/>
                    <a:pt x="215" y="37767"/>
                    <a:pt x="286" y="37767"/>
                  </a:cubicBezTo>
                  <a:cubicBezTo>
                    <a:pt x="370" y="37767"/>
                    <a:pt x="429" y="37708"/>
                    <a:pt x="429" y="37636"/>
                  </a:cubicBezTo>
                  <a:lnTo>
                    <a:pt x="274" y="144"/>
                  </a:lnTo>
                  <a:cubicBezTo>
                    <a:pt x="274" y="60"/>
                    <a:pt x="215" y="1"/>
                    <a:pt x="1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8"/>
            <p:cNvSpPr/>
            <p:nvPr/>
          </p:nvSpPr>
          <p:spPr>
            <a:xfrm>
              <a:off x="3195925" y="2750175"/>
              <a:ext cx="218800" cy="184550"/>
            </a:xfrm>
            <a:custGeom>
              <a:avLst/>
              <a:gdLst/>
              <a:ahLst/>
              <a:cxnLst/>
              <a:rect l="l" t="t" r="r" b="b"/>
              <a:pathLst>
                <a:path w="8752" h="7382" extrusionOk="0">
                  <a:moveTo>
                    <a:pt x="2215" y="0"/>
                  </a:moveTo>
                  <a:cubicBezTo>
                    <a:pt x="2215" y="0"/>
                    <a:pt x="1227" y="1453"/>
                    <a:pt x="620" y="2810"/>
                  </a:cubicBezTo>
                  <a:cubicBezTo>
                    <a:pt x="0" y="4179"/>
                    <a:pt x="4477" y="6644"/>
                    <a:pt x="6525" y="7370"/>
                  </a:cubicBezTo>
                  <a:cubicBezTo>
                    <a:pt x="6555" y="7378"/>
                    <a:pt x="6586" y="7382"/>
                    <a:pt x="6616" y="7382"/>
                  </a:cubicBezTo>
                  <a:cubicBezTo>
                    <a:pt x="7661" y="7382"/>
                    <a:pt x="8752" y="2929"/>
                    <a:pt x="8752" y="2929"/>
                  </a:cubicBezTo>
                  <a:cubicBezTo>
                    <a:pt x="8752" y="2929"/>
                    <a:pt x="4739" y="1881"/>
                    <a:pt x="221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8"/>
            <p:cNvSpPr/>
            <p:nvPr/>
          </p:nvSpPr>
          <p:spPr>
            <a:xfrm>
              <a:off x="3409050" y="2749875"/>
              <a:ext cx="218500" cy="181900"/>
            </a:xfrm>
            <a:custGeom>
              <a:avLst/>
              <a:gdLst/>
              <a:ahLst/>
              <a:cxnLst/>
              <a:rect l="l" t="t" r="r" b="b"/>
              <a:pathLst>
                <a:path w="8740" h="7276" extrusionOk="0">
                  <a:moveTo>
                    <a:pt x="6584" y="0"/>
                  </a:moveTo>
                  <a:cubicBezTo>
                    <a:pt x="4287" y="2013"/>
                    <a:pt x="0" y="3001"/>
                    <a:pt x="0" y="3001"/>
                  </a:cubicBezTo>
                  <a:cubicBezTo>
                    <a:pt x="0" y="3001"/>
                    <a:pt x="1548" y="7275"/>
                    <a:pt x="2630" y="7275"/>
                  </a:cubicBezTo>
                  <a:cubicBezTo>
                    <a:pt x="2663" y="7275"/>
                    <a:pt x="2695" y="7271"/>
                    <a:pt x="2727" y="7263"/>
                  </a:cubicBezTo>
                  <a:cubicBezTo>
                    <a:pt x="4799" y="6537"/>
                    <a:pt x="8739" y="4275"/>
                    <a:pt x="8132" y="2906"/>
                  </a:cubicBezTo>
                  <a:cubicBezTo>
                    <a:pt x="7513" y="1548"/>
                    <a:pt x="6584" y="0"/>
                    <a:pt x="658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8"/>
            <p:cNvSpPr/>
            <p:nvPr/>
          </p:nvSpPr>
          <p:spPr>
            <a:xfrm>
              <a:off x="2563400" y="2879650"/>
              <a:ext cx="222375" cy="155700"/>
            </a:xfrm>
            <a:custGeom>
              <a:avLst/>
              <a:gdLst/>
              <a:ahLst/>
              <a:cxnLst/>
              <a:rect l="l" t="t" r="r" b="b"/>
              <a:pathLst>
                <a:path w="8895" h="6228" extrusionOk="0">
                  <a:moveTo>
                    <a:pt x="6930" y="1"/>
                  </a:moveTo>
                  <a:lnTo>
                    <a:pt x="1" y="2537"/>
                  </a:lnTo>
                  <a:lnTo>
                    <a:pt x="346" y="6227"/>
                  </a:lnTo>
                  <a:lnTo>
                    <a:pt x="8895" y="3811"/>
                  </a:lnTo>
                  <a:cubicBezTo>
                    <a:pt x="8895" y="3811"/>
                    <a:pt x="7740" y="691"/>
                    <a:pt x="69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8"/>
            <p:cNvSpPr/>
            <p:nvPr/>
          </p:nvSpPr>
          <p:spPr>
            <a:xfrm>
              <a:off x="3714150" y="3112975"/>
              <a:ext cx="103900" cy="372725"/>
            </a:xfrm>
            <a:custGeom>
              <a:avLst/>
              <a:gdLst/>
              <a:ahLst/>
              <a:cxnLst/>
              <a:rect l="l" t="t" r="r" b="b"/>
              <a:pathLst>
                <a:path w="4156" h="14909" extrusionOk="0">
                  <a:moveTo>
                    <a:pt x="150" y="0"/>
                  </a:moveTo>
                  <a:cubicBezTo>
                    <a:pt x="144" y="0"/>
                    <a:pt x="137" y="1"/>
                    <a:pt x="131" y="2"/>
                  </a:cubicBezTo>
                  <a:cubicBezTo>
                    <a:pt x="60" y="2"/>
                    <a:pt x="0" y="73"/>
                    <a:pt x="12" y="145"/>
                  </a:cubicBezTo>
                  <a:cubicBezTo>
                    <a:pt x="465" y="4610"/>
                    <a:pt x="3834" y="14718"/>
                    <a:pt x="3870" y="14813"/>
                  </a:cubicBezTo>
                  <a:cubicBezTo>
                    <a:pt x="3894" y="14873"/>
                    <a:pt x="3941" y="14909"/>
                    <a:pt x="4001" y="14909"/>
                  </a:cubicBezTo>
                  <a:cubicBezTo>
                    <a:pt x="4013" y="14909"/>
                    <a:pt x="4025" y="14909"/>
                    <a:pt x="4048" y="14897"/>
                  </a:cubicBezTo>
                  <a:cubicBezTo>
                    <a:pt x="4120" y="14873"/>
                    <a:pt x="4155" y="14801"/>
                    <a:pt x="4132" y="14730"/>
                  </a:cubicBezTo>
                  <a:cubicBezTo>
                    <a:pt x="4096" y="14623"/>
                    <a:pt x="738" y="4550"/>
                    <a:pt x="274" y="121"/>
                  </a:cubicBezTo>
                  <a:cubicBezTo>
                    <a:pt x="274" y="56"/>
                    <a:pt x="214" y="0"/>
                    <a:pt x="1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8"/>
            <p:cNvSpPr/>
            <p:nvPr/>
          </p:nvSpPr>
          <p:spPr>
            <a:xfrm>
              <a:off x="2981600" y="2965550"/>
              <a:ext cx="90825" cy="493375"/>
            </a:xfrm>
            <a:custGeom>
              <a:avLst/>
              <a:gdLst/>
              <a:ahLst/>
              <a:cxnLst/>
              <a:rect l="l" t="t" r="r" b="b"/>
              <a:pathLst>
                <a:path w="3633" h="19735" extrusionOk="0">
                  <a:moveTo>
                    <a:pt x="3469" y="1"/>
                  </a:moveTo>
                  <a:cubicBezTo>
                    <a:pt x="3419" y="1"/>
                    <a:pt x="3371" y="28"/>
                    <a:pt x="3347" y="77"/>
                  </a:cubicBezTo>
                  <a:cubicBezTo>
                    <a:pt x="3347" y="101"/>
                    <a:pt x="2287" y="2232"/>
                    <a:pt x="1144" y="7268"/>
                  </a:cubicBezTo>
                  <a:cubicBezTo>
                    <a:pt x="1" y="12305"/>
                    <a:pt x="501" y="19532"/>
                    <a:pt x="513" y="19603"/>
                  </a:cubicBezTo>
                  <a:cubicBezTo>
                    <a:pt x="513" y="19675"/>
                    <a:pt x="572" y="19734"/>
                    <a:pt x="644" y="19734"/>
                  </a:cubicBezTo>
                  <a:lnTo>
                    <a:pt x="656" y="19734"/>
                  </a:lnTo>
                  <a:cubicBezTo>
                    <a:pt x="727" y="19722"/>
                    <a:pt x="787" y="19663"/>
                    <a:pt x="787" y="19579"/>
                  </a:cubicBezTo>
                  <a:cubicBezTo>
                    <a:pt x="775" y="19508"/>
                    <a:pt x="275" y="12328"/>
                    <a:pt x="1418" y="7328"/>
                  </a:cubicBezTo>
                  <a:cubicBezTo>
                    <a:pt x="2549" y="2327"/>
                    <a:pt x="3585" y="220"/>
                    <a:pt x="3597" y="208"/>
                  </a:cubicBezTo>
                  <a:cubicBezTo>
                    <a:pt x="3632" y="136"/>
                    <a:pt x="3609" y="53"/>
                    <a:pt x="3537" y="17"/>
                  </a:cubicBezTo>
                  <a:cubicBezTo>
                    <a:pt x="3515" y="6"/>
                    <a:pt x="3492" y="1"/>
                    <a:pt x="34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8"/>
            <p:cNvSpPr/>
            <p:nvPr/>
          </p:nvSpPr>
          <p:spPr>
            <a:xfrm>
              <a:off x="3260525" y="3283525"/>
              <a:ext cx="471200" cy="323925"/>
            </a:xfrm>
            <a:custGeom>
              <a:avLst/>
              <a:gdLst/>
              <a:ahLst/>
              <a:cxnLst/>
              <a:rect l="l" t="t" r="r" b="b"/>
              <a:pathLst>
                <a:path w="18848" h="12957" extrusionOk="0">
                  <a:moveTo>
                    <a:pt x="18692" y="1"/>
                  </a:moveTo>
                  <a:cubicBezTo>
                    <a:pt x="18648" y="1"/>
                    <a:pt x="18604" y="24"/>
                    <a:pt x="18574" y="62"/>
                  </a:cubicBezTo>
                  <a:cubicBezTo>
                    <a:pt x="16478" y="3324"/>
                    <a:pt x="12895" y="5241"/>
                    <a:pt x="9704" y="6777"/>
                  </a:cubicBezTo>
                  <a:cubicBezTo>
                    <a:pt x="9358" y="6944"/>
                    <a:pt x="9013" y="7110"/>
                    <a:pt x="8668" y="7265"/>
                  </a:cubicBezTo>
                  <a:cubicBezTo>
                    <a:pt x="5596" y="8730"/>
                    <a:pt x="2429" y="10254"/>
                    <a:pt x="48" y="12718"/>
                  </a:cubicBezTo>
                  <a:cubicBezTo>
                    <a:pt x="0" y="12778"/>
                    <a:pt x="0" y="12861"/>
                    <a:pt x="48" y="12909"/>
                  </a:cubicBezTo>
                  <a:cubicBezTo>
                    <a:pt x="72" y="12944"/>
                    <a:pt x="107" y="12956"/>
                    <a:pt x="143" y="12956"/>
                  </a:cubicBezTo>
                  <a:cubicBezTo>
                    <a:pt x="179" y="12956"/>
                    <a:pt x="214" y="12932"/>
                    <a:pt x="238" y="12909"/>
                  </a:cubicBezTo>
                  <a:cubicBezTo>
                    <a:pt x="2584" y="10480"/>
                    <a:pt x="5739" y="8968"/>
                    <a:pt x="8787" y="7515"/>
                  </a:cubicBezTo>
                  <a:cubicBezTo>
                    <a:pt x="9132" y="7348"/>
                    <a:pt x="9477" y="7194"/>
                    <a:pt x="9811" y="7027"/>
                  </a:cubicBezTo>
                  <a:cubicBezTo>
                    <a:pt x="13049" y="5467"/>
                    <a:pt x="16669" y="3527"/>
                    <a:pt x="18812" y="205"/>
                  </a:cubicBezTo>
                  <a:cubicBezTo>
                    <a:pt x="18848" y="145"/>
                    <a:pt x="18836" y="62"/>
                    <a:pt x="18764" y="26"/>
                  </a:cubicBezTo>
                  <a:cubicBezTo>
                    <a:pt x="18742" y="9"/>
                    <a:pt x="18717" y="1"/>
                    <a:pt x="1869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8"/>
            <p:cNvSpPr/>
            <p:nvPr/>
          </p:nvSpPr>
          <p:spPr>
            <a:xfrm>
              <a:off x="3275100" y="3442175"/>
              <a:ext cx="427150" cy="237000"/>
            </a:xfrm>
            <a:custGeom>
              <a:avLst/>
              <a:gdLst/>
              <a:ahLst/>
              <a:cxnLst/>
              <a:rect l="l" t="t" r="r" b="b"/>
              <a:pathLst>
                <a:path w="17086" h="9480" extrusionOk="0">
                  <a:moveTo>
                    <a:pt x="16942" y="0"/>
                  </a:moveTo>
                  <a:cubicBezTo>
                    <a:pt x="16872" y="0"/>
                    <a:pt x="16822" y="45"/>
                    <a:pt x="16800" y="109"/>
                  </a:cubicBezTo>
                  <a:cubicBezTo>
                    <a:pt x="16729" y="574"/>
                    <a:pt x="16276" y="907"/>
                    <a:pt x="15872" y="1181"/>
                  </a:cubicBezTo>
                  <a:cubicBezTo>
                    <a:pt x="10966" y="4491"/>
                    <a:pt x="5668" y="7194"/>
                    <a:pt x="108" y="9218"/>
                  </a:cubicBezTo>
                  <a:cubicBezTo>
                    <a:pt x="36" y="9242"/>
                    <a:pt x="0" y="9325"/>
                    <a:pt x="24" y="9396"/>
                  </a:cubicBezTo>
                  <a:cubicBezTo>
                    <a:pt x="48" y="9444"/>
                    <a:pt x="96" y="9480"/>
                    <a:pt x="155" y="9480"/>
                  </a:cubicBezTo>
                  <a:lnTo>
                    <a:pt x="203" y="9480"/>
                  </a:lnTo>
                  <a:cubicBezTo>
                    <a:pt x="5775" y="7444"/>
                    <a:pt x="11097" y="4729"/>
                    <a:pt x="16026" y="1407"/>
                  </a:cubicBezTo>
                  <a:cubicBezTo>
                    <a:pt x="16479" y="1098"/>
                    <a:pt x="16979" y="729"/>
                    <a:pt x="17074" y="157"/>
                  </a:cubicBezTo>
                  <a:cubicBezTo>
                    <a:pt x="17086" y="86"/>
                    <a:pt x="17038" y="14"/>
                    <a:pt x="16967" y="2"/>
                  </a:cubicBezTo>
                  <a:cubicBezTo>
                    <a:pt x="16958" y="1"/>
                    <a:pt x="16950" y="0"/>
                    <a:pt x="169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8"/>
            <p:cNvSpPr/>
            <p:nvPr/>
          </p:nvSpPr>
          <p:spPr>
            <a:xfrm>
              <a:off x="3448925" y="2847500"/>
              <a:ext cx="15500" cy="909950"/>
            </a:xfrm>
            <a:custGeom>
              <a:avLst/>
              <a:gdLst/>
              <a:ahLst/>
              <a:cxnLst/>
              <a:rect l="l" t="t" r="r" b="b"/>
              <a:pathLst>
                <a:path w="620" h="36398" extrusionOk="0">
                  <a:moveTo>
                    <a:pt x="132" y="1"/>
                  </a:moveTo>
                  <a:cubicBezTo>
                    <a:pt x="60" y="1"/>
                    <a:pt x="1" y="60"/>
                    <a:pt x="1" y="132"/>
                  </a:cubicBezTo>
                  <a:lnTo>
                    <a:pt x="346" y="36255"/>
                  </a:lnTo>
                  <a:cubicBezTo>
                    <a:pt x="346" y="36338"/>
                    <a:pt x="406" y="36398"/>
                    <a:pt x="477" y="36398"/>
                  </a:cubicBezTo>
                  <a:cubicBezTo>
                    <a:pt x="560" y="36398"/>
                    <a:pt x="620" y="36338"/>
                    <a:pt x="620" y="36255"/>
                  </a:cubicBezTo>
                  <a:lnTo>
                    <a:pt x="263" y="132"/>
                  </a:lnTo>
                  <a:cubicBezTo>
                    <a:pt x="263" y="60"/>
                    <a:pt x="203" y="1"/>
                    <a:pt x="13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8"/>
            <p:cNvSpPr/>
            <p:nvPr/>
          </p:nvSpPr>
          <p:spPr>
            <a:xfrm>
              <a:off x="4533300" y="3303225"/>
              <a:ext cx="31875" cy="134550"/>
            </a:xfrm>
            <a:custGeom>
              <a:avLst/>
              <a:gdLst/>
              <a:ahLst/>
              <a:cxnLst/>
              <a:rect l="l" t="t" r="r" b="b"/>
              <a:pathLst>
                <a:path w="1275" h="5382" extrusionOk="0">
                  <a:moveTo>
                    <a:pt x="0" y="0"/>
                  </a:moveTo>
                  <a:lnTo>
                    <a:pt x="0" y="0"/>
                  </a:lnTo>
                  <a:cubicBezTo>
                    <a:pt x="226" y="1155"/>
                    <a:pt x="536" y="2762"/>
                    <a:pt x="1274" y="5382"/>
                  </a:cubicBezTo>
                  <a:lnTo>
                    <a:pt x="0" y="0"/>
                  </a:ln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8"/>
            <p:cNvSpPr/>
            <p:nvPr/>
          </p:nvSpPr>
          <p:spPr>
            <a:xfrm>
              <a:off x="4110925" y="2736475"/>
              <a:ext cx="199150" cy="80400"/>
            </a:xfrm>
            <a:custGeom>
              <a:avLst/>
              <a:gdLst/>
              <a:ahLst/>
              <a:cxnLst/>
              <a:rect l="l" t="t" r="r" b="b"/>
              <a:pathLst>
                <a:path w="7966" h="3216" extrusionOk="0">
                  <a:moveTo>
                    <a:pt x="7966" y="1"/>
                  </a:moveTo>
                  <a:lnTo>
                    <a:pt x="155" y="394"/>
                  </a:lnTo>
                  <a:lnTo>
                    <a:pt x="0" y="3215"/>
                  </a:lnTo>
                  <a:cubicBezTo>
                    <a:pt x="2643" y="3049"/>
                    <a:pt x="5394" y="2977"/>
                    <a:pt x="7918" y="2441"/>
                  </a:cubicBezTo>
                  <a:lnTo>
                    <a:pt x="7966" y="1"/>
                  </a:ln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8"/>
            <p:cNvSpPr/>
            <p:nvPr/>
          </p:nvSpPr>
          <p:spPr>
            <a:xfrm>
              <a:off x="3993050" y="2797500"/>
              <a:ext cx="745650" cy="793850"/>
            </a:xfrm>
            <a:custGeom>
              <a:avLst/>
              <a:gdLst/>
              <a:ahLst/>
              <a:cxnLst/>
              <a:rect l="l" t="t" r="r" b="b"/>
              <a:pathLst>
                <a:path w="29826" h="31754" extrusionOk="0">
                  <a:moveTo>
                    <a:pt x="21063" y="17907"/>
                  </a:moveTo>
                  <a:lnTo>
                    <a:pt x="21063" y="17907"/>
                  </a:lnTo>
                  <a:cubicBezTo>
                    <a:pt x="21313" y="18586"/>
                    <a:pt x="21432" y="19253"/>
                    <a:pt x="21610" y="20229"/>
                  </a:cubicBezTo>
                  <a:lnTo>
                    <a:pt x="21063" y="17907"/>
                  </a:lnTo>
                  <a:close/>
                  <a:moveTo>
                    <a:pt x="12633" y="0"/>
                  </a:moveTo>
                  <a:cubicBezTo>
                    <a:pt x="10109" y="524"/>
                    <a:pt x="7358" y="596"/>
                    <a:pt x="4715" y="774"/>
                  </a:cubicBezTo>
                  <a:lnTo>
                    <a:pt x="4644" y="2048"/>
                  </a:lnTo>
                  <a:cubicBezTo>
                    <a:pt x="4644" y="2048"/>
                    <a:pt x="2655" y="2429"/>
                    <a:pt x="1727" y="2655"/>
                  </a:cubicBezTo>
                  <a:cubicBezTo>
                    <a:pt x="1751" y="6882"/>
                    <a:pt x="0" y="22884"/>
                    <a:pt x="489" y="27147"/>
                  </a:cubicBezTo>
                  <a:lnTo>
                    <a:pt x="13026" y="28325"/>
                  </a:lnTo>
                  <a:lnTo>
                    <a:pt x="22884" y="25611"/>
                  </a:lnTo>
                  <a:cubicBezTo>
                    <a:pt x="22146" y="22991"/>
                    <a:pt x="21836" y="21384"/>
                    <a:pt x="21610" y="20229"/>
                  </a:cubicBezTo>
                  <a:lnTo>
                    <a:pt x="21610" y="20229"/>
                  </a:lnTo>
                  <a:lnTo>
                    <a:pt x="22884" y="25611"/>
                  </a:lnTo>
                  <a:cubicBezTo>
                    <a:pt x="22947" y="25600"/>
                    <a:pt x="23009" y="25595"/>
                    <a:pt x="23070" y="25595"/>
                  </a:cubicBezTo>
                  <a:cubicBezTo>
                    <a:pt x="25144" y="25595"/>
                    <a:pt x="25618" y="31754"/>
                    <a:pt x="27631" y="31754"/>
                  </a:cubicBezTo>
                  <a:cubicBezTo>
                    <a:pt x="27702" y="31754"/>
                    <a:pt x="27774" y="31746"/>
                    <a:pt x="27849" y="31730"/>
                  </a:cubicBezTo>
                  <a:cubicBezTo>
                    <a:pt x="29492" y="29790"/>
                    <a:pt x="29826" y="21503"/>
                    <a:pt x="28992" y="19241"/>
                  </a:cubicBezTo>
                  <a:cubicBezTo>
                    <a:pt x="26456" y="9740"/>
                    <a:pt x="23837" y="6716"/>
                    <a:pt x="22456" y="5334"/>
                  </a:cubicBezTo>
                  <a:cubicBezTo>
                    <a:pt x="20396" y="3251"/>
                    <a:pt x="16002" y="2334"/>
                    <a:pt x="16002" y="2334"/>
                  </a:cubicBezTo>
                  <a:lnTo>
                    <a:pt x="12609" y="2048"/>
                  </a:lnTo>
                  <a:lnTo>
                    <a:pt x="12633" y="0"/>
                  </a:ln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8"/>
            <p:cNvSpPr/>
            <p:nvPr/>
          </p:nvSpPr>
          <p:spPr>
            <a:xfrm>
              <a:off x="3429575" y="2858500"/>
              <a:ext cx="682250" cy="694700"/>
            </a:xfrm>
            <a:custGeom>
              <a:avLst/>
              <a:gdLst/>
              <a:ahLst/>
              <a:cxnLst/>
              <a:rect l="l" t="t" r="r" b="b"/>
              <a:pathLst>
                <a:path w="27290" h="27788" extrusionOk="0">
                  <a:moveTo>
                    <a:pt x="25042" y="0"/>
                  </a:moveTo>
                  <a:cubicBezTo>
                    <a:pt x="25040" y="0"/>
                    <a:pt x="25040" y="1"/>
                    <a:pt x="25040" y="1"/>
                  </a:cubicBezTo>
                  <a:cubicBezTo>
                    <a:pt x="25040" y="1"/>
                    <a:pt x="19444" y="847"/>
                    <a:pt x="18265" y="8562"/>
                  </a:cubicBezTo>
                  <a:cubicBezTo>
                    <a:pt x="18003" y="13717"/>
                    <a:pt x="17348" y="17789"/>
                    <a:pt x="17348" y="17789"/>
                  </a:cubicBezTo>
                  <a:lnTo>
                    <a:pt x="9252" y="13408"/>
                  </a:lnTo>
                  <a:cubicBezTo>
                    <a:pt x="9252" y="13408"/>
                    <a:pt x="8538" y="8324"/>
                    <a:pt x="7573" y="8026"/>
                  </a:cubicBezTo>
                  <a:cubicBezTo>
                    <a:pt x="7509" y="8005"/>
                    <a:pt x="7451" y="7995"/>
                    <a:pt x="7400" y="7995"/>
                  </a:cubicBezTo>
                  <a:cubicBezTo>
                    <a:pt x="6684" y="7995"/>
                    <a:pt x="7109" y="9860"/>
                    <a:pt x="7109" y="9860"/>
                  </a:cubicBezTo>
                  <a:cubicBezTo>
                    <a:pt x="7109" y="9860"/>
                    <a:pt x="4914" y="6135"/>
                    <a:pt x="4121" y="6135"/>
                  </a:cubicBezTo>
                  <a:cubicBezTo>
                    <a:pt x="4071" y="6135"/>
                    <a:pt x="4027" y="6150"/>
                    <a:pt x="3989" y="6181"/>
                  </a:cubicBezTo>
                  <a:cubicBezTo>
                    <a:pt x="3358" y="6704"/>
                    <a:pt x="5323" y="9907"/>
                    <a:pt x="5323" y="9907"/>
                  </a:cubicBezTo>
                  <a:cubicBezTo>
                    <a:pt x="5323" y="9907"/>
                    <a:pt x="3052" y="7038"/>
                    <a:pt x="2087" y="7038"/>
                  </a:cubicBezTo>
                  <a:cubicBezTo>
                    <a:pt x="1963" y="7038"/>
                    <a:pt x="1860" y="7085"/>
                    <a:pt x="1787" y="7193"/>
                  </a:cubicBezTo>
                  <a:cubicBezTo>
                    <a:pt x="1430" y="7764"/>
                    <a:pt x="4204" y="10598"/>
                    <a:pt x="4204" y="10598"/>
                  </a:cubicBezTo>
                  <a:cubicBezTo>
                    <a:pt x="4204" y="10598"/>
                    <a:pt x="1780" y="8445"/>
                    <a:pt x="1000" y="8445"/>
                  </a:cubicBezTo>
                  <a:cubicBezTo>
                    <a:pt x="916" y="8445"/>
                    <a:pt x="851" y="8470"/>
                    <a:pt x="810" y="8526"/>
                  </a:cubicBezTo>
                  <a:cubicBezTo>
                    <a:pt x="394" y="9109"/>
                    <a:pt x="3370" y="11514"/>
                    <a:pt x="3370" y="11514"/>
                  </a:cubicBezTo>
                  <a:cubicBezTo>
                    <a:pt x="3370" y="11514"/>
                    <a:pt x="1488" y="10202"/>
                    <a:pt x="687" y="10202"/>
                  </a:cubicBezTo>
                  <a:cubicBezTo>
                    <a:pt x="547" y="10202"/>
                    <a:pt x="440" y="10242"/>
                    <a:pt x="382" y="10336"/>
                  </a:cubicBezTo>
                  <a:cubicBezTo>
                    <a:pt x="1" y="10967"/>
                    <a:pt x="3870" y="14432"/>
                    <a:pt x="5299" y="15277"/>
                  </a:cubicBezTo>
                  <a:cubicBezTo>
                    <a:pt x="5299" y="15277"/>
                    <a:pt x="13159" y="27788"/>
                    <a:pt x="19913" y="27788"/>
                  </a:cubicBezTo>
                  <a:cubicBezTo>
                    <a:pt x="20019" y="27788"/>
                    <a:pt x="20124" y="27785"/>
                    <a:pt x="20230" y="27778"/>
                  </a:cubicBezTo>
                  <a:cubicBezTo>
                    <a:pt x="26135" y="27421"/>
                    <a:pt x="25575" y="15420"/>
                    <a:pt x="25325" y="12229"/>
                  </a:cubicBezTo>
                  <a:lnTo>
                    <a:pt x="25325" y="12229"/>
                  </a:lnTo>
                  <a:lnTo>
                    <a:pt x="27266" y="12491"/>
                  </a:lnTo>
                  <a:cubicBezTo>
                    <a:pt x="26778" y="8228"/>
                    <a:pt x="27290" y="4716"/>
                    <a:pt x="27266" y="477"/>
                  </a:cubicBezTo>
                  <a:lnTo>
                    <a:pt x="27266" y="477"/>
                  </a:lnTo>
                  <a:cubicBezTo>
                    <a:pt x="27249" y="482"/>
                    <a:pt x="27227" y="484"/>
                    <a:pt x="27199" y="484"/>
                  </a:cubicBezTo>
                  <a:cubicBezTo>
                    <a:pt x="26768" y="484"/>
                    <a:pt x="25114" y="0"/>
                    <a:pt x="25042" y="0"/>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8"/>
            <p:cNvSpPr/>
            <p:nvPr/>
          </p:nvSpPr>
          <p:spPr>
            <a:xfrm>
              <a:off x="3590325" y="3199625"/>
              <a:ext cx="107775" cy="122950"/>
            </a:xfrm>
            <a:custGeom>
              <a:avLst/>
              <a:gdLst/>
              <a:ahLst/>
              <a:cxnLst/>
              <a:rect l="l" t="t" r="r" b="b"/>
              <a:pathLst>
                <a:path w="4311" h="4918" extrusionOk="0">
                  <a:moveTo>
                    <a:pt x="3263" y="1"/>
                  </a:moveTo>
                  <a:cubicBezTo>
                    <a:pt x="3263" y="1"/>
                    <a:pt x="726" y="1477"/>
                    <a:pt x="0" y="3311"/>
                  </a:cubicBezTo>
                  <a:cubicBezTo>
                    <a:pt x="0" y="3311"/>
                    <a:pt x="238" y="3942"/>
                    <a:pt x="738" y="4918"/>
                  </a:cubicBezTo>
                  <a:cubicBezTo>
                    <a:pt x="1762" y="3227"/>
                    <a:pt x="2965" y="1715"/>
                    <a:pt x="4310" y="346"/>
                  </a:cubicBezTo>
                  <a:cubicBezTo>
                    <a:pt x="3965" y="215"/>
                    <a:pt x="3608" y="96"/>
                    <a:pt x="326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8"/>
            <p:cNvSpPr/>
            <p:nvPr/>
          </p:nvSpPr>
          <p:spPr>
            <a:xfrm>
              <a:off x="3608775" y="2858525"/>
              <a:ext cx="446800" cy="719125"/>
            </a:xfrm>
            <a:custGeom>
              <a:avLst/>
              <a:gdLst/>
              <a:ahLst/>
              <a:cxnLst/>
              <a:rect l="l" t="t" r="r" b="b"/>
              <a:pathLst>
                <a:path w="17872" h="28765" extrusionOk="0">
                  <a:moveTo>
                    <a:pt x="17872" y="0"/>
                  </a:moveTo>
                  <a:cubicBezTo>
                    <a:pt x="17871" y="0"/>
                    <a:pt x="12883" y="548"/>
                    <a:pt x="10883" y="7846"/>
                  </a:cubicBezTo>
                  <a:cubicBezTo>
                    <a:pt x="10204" y="10311"/>
                    <a:pt x="9859" y="13538"/>
                    <a:pt x="10180" y="17788"/>
                  </a:cubicBezTo>
                  <a:cubicBezTo>
                    <a:pt x="10180" y="17788"/>
                    <a:pt x="7227" y="15300"/>
                    <a:pt x="3572" y="13990"/>
                  </a:cubicBezTo>
                  <a:cubicBezTo>
                    <a:pt x="2227" y="15359"/>
                    <a:pt x="1024" y="16871"/>
                    <a:pt x="0" y="18562"/>
                  </a:cubicBezTo>
                  <a:cubicBezTo>
                    <a:pt x="1227" y="20943"/>
                    <a:pt x="4001" y="25325"/>
                    <a:pt x="8632" y="27206"/>
                  </a:cubicBezTo>
                  <a:cubicBezTo>
                    <a:pt x="11230" y="28258"/>
                    <a:pt x="12884" y="28765"/>
                    <a:pt x="13983" y="28765"/>
                  </a:cubicBezTo>
                  <a:cubicBezTo>
                    <a:pt x="15646" y="28765"/>
                    <a:pt x="16041" y="27606"/>
                    <a:pt x="16514" y="25420"/>
                  </a:cubicBezTo>
                  <a:cubicBezTo>
                    <a:pt x="17312" y="21789"/>
                    <a:pt x="17872" y="0"/>
                    <a:pt x="178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8"/>
            <p:cNvSpPr/>
            <p:nvPr/>
          </p:nvSpPr>
          <p:spPr>
            <a:xfrm>
              <a:off x="3885600" y="3432400"/>
              <a:ext cx="756350" cy="485800"/>
            </a:xfrm>
            <a:custGeom>
              <a:avLst/>
              <a:gdLst/>
              <a:ahLst/>
              <a:cxnLst/>
              <a:rect l="l" t="t" r="r" b="b"/>
              <a:pathLst>
                <a:path w="30254" h="19432" extrusionOk="0">
                  <a:moveTo>
                    <a:pt x="27182" y="0"/>
                  </a:moveTo>
                  <a:cubicBezTo>
                    <a:pt x="22332" y="1362"/>
                    <a:pt x="17195" y="1770"/>
                    <a:pt x="12155" y="1770"/>
                  </a:cubicBezTo>
                  <a:cubicBezTo>
                    <a:pt x="9659" y="1770"/>
                    <a:pt x="7188" y="1670"/>
                    <a:pt x="4787" y="1536"/>
                  </a:cubicBezTo>
                  <a:cubicBezTo>
                    <a:pt x="4513" y="2358"/>
                    <a:pt x="1393" y="6632"/>
                    <a:pt x="0" y="19431"/>
                  </a:cubicBezTo>
                  <a:cubicBezTo>
                    <a:pt x="12264" y="18574"/>
                    <a:pt x="23086" y="12621"/>
                    <a:pt x="30254" y="3715"/>
                  </a:cubicBezTo>
                  <a:cubicBezTo>
                    <a:pt x="28742" y="1012"/>
                    <a:pt x="27361" y="286"/>
                    <a:pt x="271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8"/>
            <p:cNvSpPr/>
            <p:nvPr/>
          </p:nvSpPr>
          <p:spPr>
            <a:xfrm>
              <a:off x="3523350" y="3102100"/>
              <a:ext cx="72950" cy="79400"/>
            </a:xfrm>
            <a:custGeom>
              <a:avLst/>
              <a:gdLst/>
              <a:ahLst/>
              <a:cxnLst/>
              <a:rect l="l" t="t" r="r" b="b"/>
              <a:pathLst>
                <a:path w="2918" h="3176" extrusionOk="0">
                  <a:moveTo>
                    <a:pt x="2830" y="1"/>
                  </a:moveTo>
                  <a:cubicBezTo>
                    <a:pt x="2820" y="1"/>
                    <a:pt x="2809" y="3"/>
                    <a:pt x="2798" y="8"/>
                  </a:cubicBezTo>
                  <a:cubicBezTo>
                    <a:pt x="2774" y="20"/>
                    <a:pt x="0" y="925"/>
                    <a:pt x="96" y="3092"/>
                  </a:cubicBezTo>
                  <a:cubicBezTo>
                    <a:pt x="96" y="3140"/>
                    <a:pt x="131" y="3175"/>
                    <a:pt x="179" y="3175"/>
                  </a:cubicBezTo>
                  <a:lnTo>
                    <a:pt x="191" y="3175"/>
                  </a:lnTo>
                  <a:cubicBezTo>
                    <a:pt x="238" y="3164"/>
                    <a:pt x="274" y="3128"/>
                    <a:pt x="262" y="3080"/>
                  </a:cubicBezTo>
                  <a:cubicBezTo>
                    <a:pt x="179" y="1044"/>
                    <a:pt x="2822" y="175"/>
                    <a:pt x="2846" y="175"/>
                  </a:cubicBezTo>
                  <a:cubicBezTo>
                    <a:pt x="2894" y="151"/>
                    <a:pt x="2917" y="104"/>
                    <a:pt x="2905" y="56"/>
                  </a:cubicBezTo>
                  <a:cubicBezTo>
                    <a:pt x="2896" y="28"/>
                    <a:pt x="2866" y="1"/>
                    <a:pt x="283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8"/>
            <p:cNvSpPr/>
            <p:nvPr/>
          </p:nvSpPr>
          <p:spPr>
            <a:xfrm>
              <a:off x="3851075" y="3301075"/>
              <a:ext cx="14300" cy="165575"/>
            </a:xfrm>
            <a:custGeom>
              <a:avLst/>
              <a:gdLst/>
              <a:ahLst/>
              <a:cxnLst/>
              <a:rect l="l" t="t" r="r" b="b"/>
              <a:pathLst>
                <a:path w="572" h="6623" extrusionOk="0">
                  <a:moveTo>
                    <a:pt x="470" y="0"/>
                  </a:moveTo>
                  <a:cubicBezTo>
                    <a:pt x="432" y="0"/>
                    <a:pt x="403" y="33"/>
                    <a:pt x="393" y="74"/>
                  </a:cubicBezTo>
                  <a:cubicBezTo>
                    <a:pt x="393" y="122"/>
                    <a:pt x="0" y="3979"/>
                    <a:pt x="0" y="6539"/>
                  </a:cubicBezTo>
                  <a:cubicBezTo>
                    <a:pt x="0" y="6587"/>
                    <a:pt x="36" y="6623"/>
                    <a:pt x="83" y="6623"/>
                  </a:cubicBezTo>
                  <a:cubicBezTo>
                    <a:pt x="131" y="6623"/>
                    <a:pt x="179" y="6587"/>
                    <a:pt x="179" y="6539"/>
                  </a:cubicBezTo>
                  <a:cubicBezTo>
                    <a:pt x="179" y="3991"/>
                    <a:pt x="560" y="134"/>
                    <a:pt x="572" y="98"/>
                  </a:cubicBezTo>
                  <a:cubicBezTo>
                    <a:pt x="572" y="50"/>
                    <a:pt x="536" y="3"/>
                    <a:pt x="488" y="3"/>
                  </a:cubicBezTo>
                  <a:cubicBezTo>
                    <a:pt x="482" y="1"/>
                    <a:pt x="476" y="0"/>
                    <a:pt x="47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8"/>
            <p:cNvSpPr/>
            <p:nvPr/>
          </p:nvSpPr>
          <p:spPr>
            <a:xfrm>
              <a:off x="4160925" y="3425225"/>
              <a:ext cx="555500" cy="480000"/>
            </a:xfrm>
            <a:custGeom>
              <a:avLst/>
              <a:gdLst/>
              <a:ahLst/>
              <a:cxnLst/>
              <a:rect l="l" t="t" r="r" b="b"/>
              <a:pathLst>
                <a:path w="22220" h="19200" extrusionOk="0">
                  <a:moveTo>
                    <a:pt x="17763" y="1"/>
                  </a:moveTo>
                  <a:cubicBezTo>
                    <a:pt x="17247" y="1"/>
                    <a:pt x="16709" y="96"/>
                    <a:pt x="16169" y="287"/>
                  </a:cubicBezTo>
                  <a:cubicBezTo>
                    <a:pt x="11085" y="4752"/>
                    <a:pt x="5108" y="12075"/>
                    <a:pt x="5108" y="12075"/>
                  </a:cubicBezTo>
                  <a:cubicBezTo>
                    <a:pt x="5108" y="12075"/>
                    <a:pt x="1346" y="12408"/>
                    <a:pt x="953" y="13337"/>
                  </a:cubicBezTo>
                  <a:cubicBezTo>
                    <a:pt x="710" y="13912"/>
                    <a:pt x="1452" y="14021"/>
                    <a:pt x="2053" y="14021"/>
                  </a:cubicBezTo>
                  <a:cubicBezTo>
                    <a:pt x="2423" y="14021"/>
                    <a:pt x="2739" y="13980"/>
                    <a:pt x="2739" y="13980"/>
                  </a:cubicBezTo>
                  <a:lnTo>
                    <a:pt x="2739" y="13980"/>
                  </a:lnTo>
                  <a:cubicBezTo>
                    <a:pt x="2739" y="13980"/>
                    <a:pt x="0" y="15361"/>
                    <a:pt x="465" y="16051"/>
                  </a:cubicBezTo>
                  <a:cubicBezTo>
                    <a:pt x="677" y="16361"/>
                    <a:pt x="987" y="16445"/>
                    <a:pt x="1263" y="16445"/>
                  </a:cubicBezTo>
                  <a:cubicBezTo>
                    <a:pt x="1591" y="16445"/>
                    <a:pt x="1870" y="16325"/>
                    <a:pt x="1870" y="16325"/>
                  </a:cubicBezTo>
                  <a:lnTo>
                    <a:pt x="1870" y="16325"/>
                  </a:lnTo>
                  <a:cubicBezTo>
                    <a:pt x="1869" y="16325"/>
                    <a:pt x="751" y="16861"/>
                    <a:pt x="1632" y="17587"/>
                  </a:cubicBezTo>
                  <a:cubicBezTo>
                    <a:pt x="1778" y="17700"/>
                    <a:pt x="1912" y="17741"/>
                    <a:pt x="2029" y="17741"/>
                  </a:cubicBezTo>
                  <a:cubicBezTo>
                    <a:pt x="2259" y="17741"/>
                    <a:pt x="2425" y="17584"/>
                    <a:pt x="2492" y="17508"/>
                  </a:cubicBezTo>
                  <a:lnTo>
                    <a:pt x="2492" y="17508"/>
                  </a:lnTo>
                  <a:cubicBezTo>
                    <a:pt x="2384" y="17649"/>
                    <a:pt x="2072" y="18135"/>
                    <a:pt x="2525" y="18528"/>
                  </a:cubicBezTo>
                  <a:cubicBezTo>
                    <a:pt x="2661" y="18646"/>
                    <a:pt x="2795" y="18690"/>
                    <a:pt x="2918" y="18690"/>
                  </a:cubicBezTo>
                  <a:cubicBezTo>
                    <a:pt x="3261" y="18690"/>
                    <a:pt x="3523" y="18348"/>
                    <a:pt x="3547" y="18316"/>
                  </a:cubicBezTo>
                  <a:lnTo>
                    <a:pt x="3547" y="18316"/>
                  </a:lnTo>
                  <a:cubicBezTo>
                    <a:pt x="3524" y="18348"/>
                    <a:pt x="3290" y="18703"/>
                    <a:pt x="3846" y="19123"/>
                  </a:cubicBezTo>
                  <a:cubicBezTo>
                    <a:pt x="3913" y="19175"/>
                    <a:pt x="3999" y="19200"/>
                    <a:pt x="4101" y="19200"/>
                  </a:cubicBezTo>
                  <a:cubicBezTo>
                    <a:pt x="4881" y="19200"/>
                    <a:pt x="6583" y="17760"/>
                    <a:pt x="7847" y="16349"/>
                  </a:cubicBezTo>
                  <a:cubicBezTo>
                    <a:pt x="7847" y="16349"/>
                    <a:pt x="15443" y="10801"/>
                    <a:pt x="21134" y="6621"/>
                  </a:cubicBezTo>
                  <a:cubicBezTo>
                    <a:pt x="22220" y="2239"/>
                    <a:pt x="20262" y="1"/>
                    <a:pt x="17763"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8"/>
            <p:cNvSpPr/>
            <p:nvPr/>
          </p:nvSpPr>
          <p:spPr>
            <a:xfrm>
              <a:off x="4338325" y="2563525"/>
              <a:ext cx="306925" cy="234225"/>
            </a:xfrm>
            <a:custGeom>
              <a:avLst/>
              <a:gdLst/>
              <a:ahLst/>
              <a:cxnLst/>
              <a:rect l="l" t="t" r="r" b="b"/>
              <a:pathLst>
                <a:path w="12277" h="9369" extrusionOk="0">
                  <a:moveTo>
                    <a:pt x="9960" y="1"/>
                  </a:moveTo>
                  <a:cubicBezTo>
                    <a:pt x="9904" y="1"/>
                    <a:pt x="9846" y="5"/>
                    <a:pt x="9788" y="13"/>
                  </a:cubicBezTo>
                  <a:cubicBezTo>
                    <a:pt x="8061" y="263"/>
                    <a:pt x="1846" y="2787"/>
                    <a:pt x="2001" y="4049"/>
                  </a:cubicBezTo>
                  <a:cubicBezTo>
                    <a:pt x="2001" y="4049"/>
                    <a:pt x="1" y="7395"/>
                    <a:pt x="3156" y="8836"/>
                  </a:cubicBezTo>
                  <a:cubicBezTo>
                    <a:pt x="3960" y="9201"/>
                    <a:pt x="4859" y="9368"/>
                    <a:pt x="5764" y="9368"/>
                  </a:cubicBezTo>
                  <a:cubicBezTo>
                    <a:pt x="8420" y="9368"/>
                    <a:pt x="11124" y="7928"/>
                    <a:pt x="11621" y="5859"/>
                  </a:cubicBezTo>
                  <a:cubicBezTo>
                    <a:pt x="12277" y="3180"/>
                    <a:pt x="11555" y="1"/>
                    <a:pt x="9960"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8"/>
            <p:cNvSpPr/>
            <p:nvPr/>
          </p:nvSpPr>
          <p:spPr>
            <a:xfrm>
              <a:off x="3804025" y="2127175"/>
              <a:ext cx="884375" cy="637700"/>
            </a:xfrm>
            <a:custGeom>
              <a:avLst/>
              <a:gdLst/>
              <a:ahLst/>
              <a:cxnLst/>
              <a:rect l="l" t="t" r="r" b="b"/>
              <a:pathLst>
                <a:path w="35375" h="25508" extrusionOk="0">
                  <a:moveTo>
                    <a:pt x="15652" y="0"/>
                  </a:moveTo>
                  <a:cubicBezTo>
                    <a:pt x="10636" y="0"/>
                    <a:pt x="5915" y="603"/>
                    <a:pt x="3418" y="2001"/>
                  </a:cubicBezTo>
                  <a:cubicBezTo>
                    <a:pt x="3418" y="2001"/>
                    <a:pt x="1823" y="6692"/>
                    <a:pt x="906" y="9954"/>
                  </a:cubicBezTo>
                  <a:cubicBezTo>
                    <a:pt x="1" y="13216"/>
                    <a:pt x="4871" y="20241"/>
                    <a:pt x="6573" y="21551"/>
                  </a:cubicBezTo>
                  <a:cubicBezTo>
                    <a:pt x="7852" y="22536"/>
                    <a:pt x="14264" y="25507"/>
                    <a:pt x="20647" y="25507"/>
                  </a:cubicBezTo>
                  <a:cubicBezTo>
                    <a:pt x="26681" y="25507"/>
                    <a:pt x="32689" y="22853"/>
                    <a:pt x="34315" y="13359"/>
                  </a:cubicBezTo>
                  <a:cubicBezTo>
                    <a:pt x="34886" y="9966"/>
                    <a:pt x="35374" y="8109"/>
                    <a:pt x="34339" y="4311"/>
                  </a:cubicBezTo>
                  <a:cubicBezTo>
                    <a:pt x="33648" y="1757"/>
                    <a:pt x="24219" y="0"/>
                    <a:pt x="15652"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8"/>
            <p:cNvSpPr/>
            <p:nvPr/>
          </p:nvSpPr>
          <p:spPr>
            <a:xfrm>
              <a:off x="4449650" y="2492225"/>
              <a:ext cx="162475" cy="183900"/>
            </a:xfrm>
            <a:custGeom>
              <a:avLst/>
              <a:gdLst/>
              <a:ahLst/>
              <a:cxnLst/>
              <a:rect l="l" t="t" r="r" b="b"/>
              <a:pathLst>
                <a:path w="6499" h="7356" extrusionOk="0">
                  <a:moveTo>
                    <a:pt x="3218" y="1"/>
                  </a:moveTo>
                  <a:cubicBezTo>
                    <a:pt x="2413" y="1"/>
                    <a:pt x="1775" y="186"/>
                    <a:pt x="1775" y="186"/>
                  </a:cubicBezTo>
                  <a:lnTo>
                    <a:pt x="1" y="5151"/>
                  </a:lnTo>
                  <a:cubicBezTo>
                    <a:pt x="615" y="6563"/>
                    <a:pt x="1982" y="7356"/>
                    <a:pt x="3300" y="7356"/>
                  </a:cubicBezTo>
                  <a:cubicBezTo>
                    <a:pt x="4892" y="7356"/>
                    <a:pt x="6415" y="6199"/>
                    <a:pt x="6454" y="3579"/>
                  </a:cubicBezTo>
                  <a:cubicBezTo>
                    <a:pt x="6499" y="555"/>
                    <a:pt x="4609" y="1"/>
                    <a:pt x="3218"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8"/>
            <p:cNvSpPr/>
            <p:nvPr/>
          </p:nvSpPr>
          <p:spPr>
            <a:xfrm>
              <a:off x="3882025" y="2039600"/>
              <a:ext cx="706350" cy="744300"/>
            </a:xfrm>
            <a:custGeom>
              <a:avLst/>
              <a:gdLst/>
              <a:ahLst/>
              <a:cxnLst/>
              <a:rect l="l" t="t" r="r" b="b"/>
              <a:pathLst>
                <a:path w="28254" h="29772" extrusionOk="0">
                  <a:moveTo>
                    <a:pt x="10818" y="0"/>
                  </a:moveTo>
                  <a:cubicBezTo>
                    <a:pt x="6538" y="0"/>
                    <a:pt x="2997" y="1488"/>
                    <a:pt x="1429" y="5480"/>
                  </a:cubicBezTo>
                  <a:cubicBezTo>
                    <a:pt x="1429" y="5480"/>
                    <a:pt x="798" y="11088"/>
                    <a:pt x="358" y="17743"/>
                  </a:cubicBezTo>
                  <a:cubicBezTo>
                    <a:pt x="0" y="23137"/>
                    <a:pt x="2465" y="28590"/>
                    <a:pt x="10514" y="29554"/>
                  </a:cubicBezTo>
                  <a:cubicBezTo>
                    <a:pt x="11694" y="29696"/>
                    <a:pt x="12798" y="29771"/>
                    <a:pt x="13831" y="29771"/>
                  </a:cubicBezTo>
                  <a:cubicBezTo>
                    <a:pt x="20002" y="29771"/>
                    <a:pt x="23612" y="27079"/>
                    <a:pt x="25754" y="19756"/>
                  </a:cubicBezTo>
                  <a:cubicBezTo>
                    <a:pt x="28254" y="11207"/>
                    <a:pt x="27361" y="4016"/>
                    <a:pt x="19622" y="1563"/>
                  </a:cubicBezTo>
                  <a:cubicBezTo>
                    <a:pt x="16601" y="610"/>
                    <a:pt x="13558" y="0"/>
                    <a:pt x="10818" y="0"/>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8"/>
            <p:cNvSpPr/>
            <p:nvPr/>
          </p:nvSpPr>
          <p:spPr>
            <a:xfrm>
              <a:off x="4137700" y="2552700"/>
              <a:ext cx="76825" cy="34375"/>
            </a:xfrm>
            <a:custGeom>
              <a:avLst/>
              <a:gdLst/>
              <a:ahLst/>
              <a:cxnLst/>
              <a:rect l="l" t="t" r="r" b="b"/>
              <a:pathLst>
                <a:path w="3073" h="1375" extrusionOk="0">
                  <a:moveTo>
                    <a:pt x="2955" y="0"/>
                  </a:moveTo>
                  <a:cubicBezTo>
                    <a:pt x="2918" y="0"/>
                    <a:pt x="2886" y="21"/>
                    <a:pt x="2870" y="53"/>
                  </a:cubicBezTo>
                  <a:cubicBezTo>
                    <a:pt x="2370" y="959"/>
                    <a:pt x="1671" y="1180"/>
                    <a:pt x="1108" y="1180"/>
                  </a:cubicBezTo>
                  <a:cubicBezTo>
                    <a:pt x="598" y="1180"/>
                    <a:pt x="201" y="999"/>
                    <a:pt x="167" y="982"/>
                  </a:cubicBezTo>
                  <a:cubicBezTo>
                    <a:pt x="149" y="974"/>
                    <a:pt x="130" y="970"/>
                    <a:pt x="112" y="970"/>
                  </a:cubicBezTo>
                  <a:cubicBezTo>
                    <a:pt x="74" y="970"/>
                    <a:pt x="41" y="989"/>
                    <a:pt x="25" y="1029"/>
                  </a:cubicBezTo>
                  <a:cubicBezTo>
                    <a:pt x="1" y="1077"/>
                    <a:pt x="25" y="1137"/>
                    <a:pt x="72" y="1160"/>
                  </a:cubicBezTo>
                  <a:cubicBezTo>
                    <a:pt x="84" y="1172"/>
                    <a:pt x="525" y="1375"/>
                    <a:pt x="1108" y="1375"/>
                  </a:cubicBezTo>
                  <a:cubicBezTo>
                    <a:pt x="1727" y="1375"/>
                    <a:pt x="2501" y="1137"/>
                    <a:pt x="3049" y="148"/>
                  </a:cubicBezTo>
                  <a:cubicBezTo>
                    <a:pt x="3073" y="101"/>
                    <a:pt x="3061" y="41"/>
                    <a:pt x="3013" y="17"/>
                  </a:cubicBezTo>
                  <a:cubicBezTo>
                    <a:pt x="2993" y="5"/>
                    <a:pt x="2973" y="0"/>
                    <a:pt x="295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8"/>
            <p:cNvSpPr/>
            <p:nvPr/>
          </p:nvSpPr>
          <p:spPr>
            <a:xfrm>
              <a:off x="4149025" y="2144150"/>
              <a:ext cx="1500" cy="1800"/>
            </a:xfrm>
            <a:custGeom>
              <a:avLst/>
              <a:gdLst/>
              <a:ahLst/>
              <a:cxnLst/>
              <a:rect l="l" t="t" r="r" b="b"/>
              <a:pathLst>
                <a:path w="60" h="72" extrusionOk="0">
                  <a:moveTo>
                    <a:pt x="0" y="72"/>
                  </a:moveTo>
                  <a:cubicBezTo>
                    <a:pt x="36" y="24"/>
                    <a:pt x="60" y="0"/>
                    <a:pt x="60" y="0"/>
                  </a:cubicBezTo>
                  <a:cubicBezTo>
                    <a:pt x="60" y="0"/>
                    <a:pt x="36" y="24"/>
                    <a:pt x="0" y="72"/>
                  </a:cubicBez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8"/>
            <p:cNvSpPr/>
            <p:nvPr/>
          </p:nvSpPr>
          <p:spPr>
            <a:xfrm>
              <a:off x="4302300" y="2313800"/>
              <a:ext cx="146175" cy="108325"/>
            </a:xfrm>
            <a:custGeom>
              <a:avLst/>
              <a:gdLst/>
              <a:ahLst/>
              <a:cxnLst/>
              <a:rect l="l" t="t" r="r" b="b"/>
              <a:pathLst>
                <a:path w="5847" h="4333" extrusionOk="0">
                  <a:moveTo>
                    <a:pt x="1284" y="1"/>
                  </a:moveTo>
                  <a:cubicBezTo>
                    <a:pt x="839" y="1"/>
                    <a:pt x="568" y="239"/>
                    <a:pt x="382" y="572"/>
                  </a:cubicBezTo>
                  <a:cubicBezTo>
                    <a:pt x="1" y="1239"/>
                    <a:pt x="441" y="2311"/>
                    <a:pt x="1656" y="3204"/>
                  </a:cubicBezTo>
                  <a:cubicBezTo>
                    <a:pt x="2626" y="3919"/>
                    <a:pt x="3390" y="4332"/>
                    <a:pt x="3974" y="4332"/>
                  </a:cubicBezTo>
                  <a:cubicBezTo>
                    <a:pt x="4264" y="4332"/>
                    <a:pt x="4510" y="4231"/>
                    <a:pt x="4716" y="4013"/>
                  </a:cubicBezTo>
                  <a:cubicBezTo>
                    <a:pt x="4716" y="4013"/>
                    <a:pt x="5847" y="2870"/>
                    <a:pt x="3728" y="1227"/>
                  </a:cubicBezTo>
                  <a:cubicBezTo>
                    <a:pt x="2575" y="332"/>
                    <a:pt x="1808" y="1"/>
                    <a:pt x="1284"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8"/>
            <p:cNvSpPr/>
            <p:nvPr/>
          </p:nvSpPr>
          <p:spPr>
            <a:xfrm>
              <a:off x="3946600" y="2278575"/>
              <a:ext cx="151850" cy="84950"/>
            </a:xfrm>
            <a:custGeom>
              <a:avLst/>
              <a:gdLst/>
              <a:ahLst/>
              <a:cxnLst/>
              <a:rect l="l" t="t" r="r" b="b"/>
              <a:pathLst>
                <a:path w="6074" h="3398" extrusionOk="0">
                  <a:moveTo>
                    <a:pt x="4663" y="0"/>
                  </a:moveTo>
                  <a:cubicBezTo>
                    <a:pt x="4165" y="0"/>
                    <a:pt x="3483" y="134"/>
                    <a:pt x="2549" y="457"/>
                  </a:cubicBezTo>
                  <a:cubicBezTo>
                    <a:pt x="1" y="1338"/>
                    <a:pt x="715" y="2779"/>
                    <a:pt x="715" y="2779"/>
                  </a:cubicBezTo>
                  <a:cubicBezTo>
                    <a:pt x="911" y="3209"/>
                    <a:pt x="1302" y="3397"/>
                    <a:pt x="1884" y="3397"/>
                  </a:cubicBezTo>
                  <a:cubicBezTo>
                    <a:pt x="2398" y="3397"/>
                    <a:pt x="3061" y="3250"/>
                    <a:pt x="3871" y="2993"/>
                  </a:cubicBezTo>
                  <a:cubicBezTo>
                    <a:pt x="5311" y="2529"/>
                    <a:pt x="6073" y="1672"/>
                    <a:pt x="5930" y="922"/>
                  </a:cubicBezTo>
                  <a:cubicBezTo>
                    <a:pt x="5832" y="401"/>
                    <a:pt x="5524" y="0"/>
                    <a:pt x="4663" y="0"/>
                  </a:cubicBezTo>
                  <a:close/>
                </a:path>
              </a:pathLst>
            </a:custGeom>
            <a:solidFill>
              <a:srgbClr val="EED9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8"/>
            <p:cNvSpPr/>
            <p:nvPr/>
          </p:nvSpPr>
          <p:spPr>
            <a:xfrm>
              <a:off x="4464525" y="2527025"/>
              <a:ext cx="129225" cy="100250"/>
            </a:xfrm>
            <a:custGeom>
              <a:avLst/>
              <a:gdLst/>
              <a:ahLst/>
              <a:cxnLst/>
              <a:rect l="l" t="t" r="r" b="b"/>
              <a:pathLst>
                <a:path w="5169" h="4010" extrusionOk="0">
                  <a:moveTo>
                    <a:pt x="3077" y="1"/>
                  </a:moveTo>
                  <a:cubicBezTo>
                    <a:pt x="2668" y="1"/>
                    <a:pt x="2242" y="125"/>
                    <a:pt x="1811" y="378"/>
                  </a:cubicBezTo>
                  <a:cubicBezTo>
                    <a:pt x="1" y="1413"/>
                    <a:pt x="930" y="3926"/>
                    <a:pt x="941" y="3950"/>
                  </a:cubicBezTo>
                  <a:cubicBezTo>
                    <a:pt x="953" y="3985"/>
                    <a:pt x="989" y="4009"/>
                    <a:pt x="1025" y="4009"/>
                  </a:cubicBezTo>
                  <a:lnTo>
                    <a:pt x="1061" y="4009"/>
                  </a:lnTo>
                  <a:cubicBezTo>
                    <a:pt x="1108" y="3985"/>
                    <a:pt x="1132" y="3926"/>
                    <a:pt x="1120" y="3878"/>
                  </a:cubicBezTo>
                  <a:cubicBezTo>
                    <a:pt x="1108" y="3854"/>
                    <a:pt x="239" y="1497"/>
                    <a:pt x="1906" y="544"/>
                  </a:cubicBezTo>
                  <a:cubicBezTo>
                    <a:pt x="2314" y="311"/>
                    <a:pt x="2711" y="194"/>
                    <a:pt x="3092" y="194"/>
                  </a:cubicBezTo>
                  <a:cubicBezTo>
                    <a:pt x="3255" y="194"/>
                    <a:pt x="3416" y="216"/>
                    <a:pt x="3573" y="259"/>
                  </a:cubicBezTo>
                  <a:cubicBezTo>
                    <a:pt x="4478" y="521"/>
                    <a:pt x="4978" y="1437"/>
                    <a:pt x="4978" y="1437"/>
                  </a:cubicBezTo>
                  <a:cubicBezTo>
                    <a:pt x="4995" y="1472"/>
                    <a:pt x="5032" y="1494"/>
                    <a:pt x="5069" y="1494"/>
                  </a:cubicBezTo>
                  <a:cubicBezTo>
                    <a:pt x="5082" y="1494"/>
                    <a:pt x="5096" y="1491"/>
                    <a:pt x="5109" y="1485"/>
                  </a:cubicBezTo>
                  <a:cubicBezTo>
                    <a:pt x="5156" y="1461"/>
                    <a:pt x="5168" y="1402"/>
                    <a:pt x="5144" y="1354"/>
                  </a:cubicBezTo>
                  <a:cubicBezTo>
                    <a:pt x="5132" y="1306"/>
                    <a:pt x="4620" y="366"/>
                    <a:pt x="3632" y="80"/>
                  </a:cubicBezTo>
                  <a:cubicBezTo>
                    <a:pt x="3452" y="27"/>
                    <a:pt x="3266" y="1"/>
                    <a:pt x="307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8"/>
            <p:cNvSpPr/>
            <p:nvPr/>
          </p:nvSpPr>
          <p:spPr>
            <a:xfrm>
              <a:off x="4482400" y="2564450"/>
              <a:ext cx="72350" cy="19950"/>
            </a:xfrm>
            <a:custGeom>
              <a:avLst/>
              <a:gdLst/>
              <a:ahLst/>
              <a:cxnLst/>
              <a:rect l="l" t="t" r="r" b="b"/>
              <a:pathLst>
                <a:path w="2894" h="798" extrusionOk="0">
                  <a:moveTo>
                    <a:pt x="1216" y="0"/>
                  </a:moveTo>
                  <a:cubicBezTo>
                    <a:pt x="835" y="0"/>
                    <a:pt x="430" y="117"/>
                    <a:pt x="48" y="452"/>
                  </a:cubicBezTo>
                  <a:cubicBezTo>
                    <a:pt x="0" y="488"/>
                    <a:pt x="0" y="548"/>
                    <a:pt x="36" y="595"/>
                  </a:cubicBezTo>
                  <a:cubicBezTo>
                    <a:pt x="56" y="615"/>
                    <a:pt x="82" y="624"/>
                    <a:pt x="109" y="624"/>
                  </a:cubicBezTo>
                  <a:cubicBezTo>
                    <a:pt x="130" y="624"/>
                    <a:pt x="151" y="618"/>
                    <a:pt x="167" y="607"/>
                  </a:cubicBezTo>
                  <a:cubicBezTo>
                    <a:pt x="510" y="303"/>
                    <a:pt x="877" y="197"/>
                    <a:pt x="1223" y="197"/>
                  </a:cubicBezTo>
                  <a:cubicBezTo>
                    <a:pt x="2028" y="197"/>
                    <a:pt x="2718" y="774"/>
                    <a:pt x="2727" y="774"/>
                  </a:cubicBezTo>
                  <a:cubicBezTo>
                    <a:pt x="2739" y="798"/>
                    <a:pt x="2762" y="798"/>
                    <a:pt x="2774" y="798"/>
                  </a:cubicBezTo>
                  <a:cubicBezTo>
                    <a:pt x="2810" y="798"/>
                    <a:pt x="2834" y="798"/>
                    <a:pt x="2858" y="774"/>
                  </a:cubicBezTo>
                  <a:cubicBezTo>
                    <a:pt x="2893" y="726"/>
                    <a:pt x="2882" y="667"/>
                    <a:pt x="2846" y="631"/>
                  </a:cubicBezTo>
                  <a:cubicBezTo>
                    <a:pt x="2838" y="623"/>
                    <a:pt x="2094" y="0"/>
                    <a:pt x="121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8"/>
            <p:cNvSpPr/>
            <p:nvPr/>
          </p:nvSpPr>
          <p:spPr>
            <a:xfrm>
              <a:off x="4116275" y="2284925"/>
              <a:ext cx="100925" cy="242025"/>
            </a:xfrm>
            <a:custGeom>
              <a:avLst/>
              <a:gdLst/>
              <a:ahLst/>
              <a:cxnLst/>
              <a:rect l="l" t="t" r="r" b="b"/>
              <a:pathLst>
                <a:path w="4037" h="9681" extrusionOk="0">
                  <a:moveTo>
                    <a:pt x="3918" y="1"/>
                  </a:moveTo>
                  <a:cubicBezTo>
                    <a:pt x="3870" y="1"/>
                    <a:pt x="3822" y="37"/>
                    <a:pt x="3822" y="96"/>
                  </a:cubicBezTo>
                  <a:cubicBezTo>
                    <a:pt x="3834" y="1775"/>
                    <a:pt x="3775" y="6240"/>
                    <a:pt x="3394" y="6764"/>
                  </a:cubicBezTo>
                  <a:cubicBezTo>
                    <a:pt x="3258" y="6952"/>
                    <a:pt x="3074" y="7046"/>
                    <a:pt x="2842" y="7046"/>
                  </a:cubicBezTo>
                  <a:cubicBezTo>
                    <a:pt x="2545" y="7046"/>
                    <a:pt x="2169" y="6892"/>
                    <a:pt x="1715" y="6585"/>
                  </a:cubicBezTo>
                  <a:cubicBezTo>
                    <a:pt x="1691" y="6573"/>
                    <a:pt x="1679" y="6561"/>
                    <a:pt x="1667" y="6549"/>
                  </a:cubicBezTo>
                  <a:cubicBezTo>
                    <a:pt x="1467" y="6432"/>
                    <a:pt x="1276" y="6372"/>
                    <a:pt x="1098" y="6372"/>
                  </a:cubicBezTo>
                  <a:cubicBezTo>
                    <a:pt x="915" y="6372"/>
                    <a:pt x="746" y="6435"/>
                    <a:pt x="596" y="6561"/>
                  </a:cubicBezTo>
                  <a:cubicBezTo>
                    <a:pt x="155" y="6942"/>
                    <a:pt x="1" y="7835"/>
                    <a:pt x="262" y="8466"/>
                  </a:cubicBezTo>
                  <a:cubicBezTo>
                    <a:pt x="584" y="9228"/>
                    <a:pt x="1358" y="9657"/>
                    <a:pt x="1382" y="9669"/>
                  </a:cubicBezTo>
                  <a:cubicBezTo>
                    <a:pt x="1394" y="9681"/>
                    <a:pt x="1417" y="9681"/>
                    <a:pt x="1429" y="9681"/>
                  </a:cubicBezTo>
                  <a:cubicBezTo>
                    <a:pt x="1465" y="9681"/>
                    <a:pt x="1501" y="9669"/>
                    <a:pt x="1513" y="9633"/>
                  </a:cubicBezTo>
                  <a:cubicBezTo>
                    <a:pt x="1536" y="9585"/>
                    <a:pt x="1525" y="9526"/>
                    <a:pt x="1477" y="9502"/>
                  </a:cubicBezTo>
                  <a:cubicBezTo>
                    <a:pt x="1465" y="9502"/>
                    <a:pt x="727" y="9097"/>
                    <a:pt x="441" y="8383"/>
                  </a:cubicBezTo>
                  <a:cubicBezTo>
                    <a:pt x="203" y="7835"/>
                    <a:pt x="346" y="7037"/>
                    <a:pt x="727" y="6704"/>
                  </a:cubicBezTo>
                  <a:cubicBezTo>
                    <a:pt x="838" y="6610"/>
                    <a:pt x="964" y="6563"/>
                    <a:pt x="1101" y="6563"/>
                  </a:cubicBezTo>
                  <a:cubicBezTo>
                    <a:pt x="1243" y="6563"/>
                    <a:pt x="1397" y="6613"/>
                    <a:pt x="1560" y="6716"/>
                  </a:cubicBezTo>
                  <a:cubicBezTo>
                    <a:pt x="1572" y="6716"/>
                    <a:pt x="1596" y="6728"/>
                    <a:pt x="1608" y="6740"/>
                  </a:cubicBezTo>
                  <a:cubicBezTo>
                    <a:pt x="2138" y="7097"/>
                    <a:pt x="2540" y="7227"/>
                    <a:pt x="2845" y="7227"/>
                  </a:cubicBezTo>
                  <a:cubicBezTo>
                    <a:pt x="3190" y="7227"/>
                    <a:pt x="3409" y="7060"/>
                    <a:pt x="3549" y="6871"/>
                  </a:cubicBezTo>
                  <a:cubicBezTo>
                    <a:pt x="4037" y="6204"/>
                    <a:pt x="4025" y="715"/>
                    <a:pt x="4013" y="96"/>
                  </a:cubicBezTo>
                  <a:cubicBezTo>
                    <a:pt x="4013" y="37"/>
                    <a:pt x="3977" y="1"/>
                    <a:pt x="391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8"/>
            <p:cNvSpPr/>
            <p:nvPr/>
          </p:nvSpPr>
          <p:spPr>
            <a:xfrm>
              <a:off x="4273725" y="2547700"/>
              <a:ext cx="161675" cy="85575"/>
            </a:xfrm>
            <a:custGeom>
              <a:avLst/>
              <a:gdLst/>
              <a:ahLst/>
              <a:cxnLst/>
              <a:rect l="l" t="t" r="r" b="b"/>
              <a:pathLst>
                <a:path w="6467" h="3423" extrusionOk="0">
                  <a:moveTo>
                    <a:pt x="3777" y="1"/>
                  </a:moveTo>
                  <a:cubicBezTo>
                    <a:pt x="3534" y="1"/>
                    <a:pt x="3282" y="17"/>
                    <a:pt x="3025" y="51"/>
                  </a:cubicBezTo>
                  <a:cubicBezTo>
                    <a:pt x="1299" y="277"/>
                    <a:pt x="1" y="1206"/>
                    <a:pt x="120" y="2122"/>
                  </a:cubicBezTo>
                  <a:cubicBezTo>
                    <a:pt x="221" y="2902"/>
                    <a:pt x="1320" y="3423"/>
                    <a:pt x="2700" y="3423"/>
                  </a:cubicBezTo>
                  <a:cubicBezTo>
                    <a:pt x="2944" y="3423"/>
                    <a:pt x="3196" y="3406"/>
                    <a:pt x="3454" y="3373"/>
                  </a:cubicBezTo>
                  <a:cubicBezTo>
                    <a:pt x="5168" y="3146"/>
                    <a:pt x="6466" y="2230"/>
                    <a:pt x="6347" y="1313"/>
                  </a:cubicBezTo>
                  <a:cubicBezTo>
                    <a:pt x="6246" y="523"/>
                    <a:pt x="5155" y="1"/>
                    <a:pt x="3777" y="1"/>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8"/>
            <p:cNvSpPr/>
            <p:nvPr/>
          </p:nvSpPr>
          <p:spPr>
            <a:xfrm>
              <a:off x="3925775" y="2513325"/>
              <a:ext cx="163450" cy="93025"/>
            </a:xfrm>
            <a:custGeom>
              <a:avLst/>
              <a:gdLst/>
              <a:ahLst/>
              <a:cxnLst/>
              <a:rect l="l" t="t" r="r" b="b"/>
              <a:pathLst>
                <a:path w="6538" h="3721" extrusionOk="0">
                  <a:moveTo>
                    <a:pt x="2187" y="0"/>
                  </a:moveTo>
                  <a:cubicBezTo>
                    <a:pt x="1218" y="0"/>
                    <a:pt x="464" y="328"/>
                    <a:pt x="274" y="914"/>
                  </a:cubicBezTo>
                  <a:cubicBezTo>
                    <a:pt x="1" y="1795"/>
                    <a:pt x="1108" y="2938"/>
                    <a:pt x="2763" y="3462"/>
                  </a:cubicBezTo>
                  <a:cubicBezTo>
                    <a:pt x="3317" y="3637"/>
                    <a:pt x="3863" y="3721"/>
                    <a:pt x="4353" y="3721"/>
                  </a:cubicBezTo>
                  <a:cubicBezTo>
                    <a:pt x="5325" y="3721"/>
                    <a:pt x="6081" y="3393"/>
                    <a:pt x="6263" y="2807"/>
                  </a:cubicBezTo>
                  <a:cubicBezTo>
                    <a:pt x="6537" y="1926"/>
                    <a:pt x="5430" y="783"/>
                    <a:pt x="3775" y="259"/>
                  </a:cubicBezTo>
                  <a:cubicBezTo>
                    <a:pt x="3220" y="83"/>
                    <a:pt x="2676" y="0"/>
                    <a:pt x="2187" y="0"/>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8"/>
            <p:cNvSpPr/>
            <p:nvPr/>
          </p:nvSpPr>
          <p:spPr>
            <a:xfrm>
              <a:off x="3825175" y="2000875"/>
              <a:ext cx="846250" cy="494775"/>
            </a:xfrm>
            <a:custGeom>
              <a:avLst/>
              <a:gdLst/>
              <a:ahLst/>
              <a:cxnLst/>
              <a:rect l="l" t="t" r="r" b="b"/>
              <a:pathLst>
                <a:path w="33850" h="19791" extrusionOk="0">
                  <a:moveTo>
                    <a:pt x="15691" y="1"/>
                  </a:moveTo>
                  <a:cubicBezTo>
                    <a:pt x="10661" y="1"/>
                    <a:pt x="6285" y="2039"/>
                    <a:pt x="4263" y="4124"/>
                  </a:cubicBezTo>
                  <a:cubicBezTo>
                    <a:pt x="1191" y="7279"/>
                    <a:pt x="0" y="17197"/>
                    <a:pt x="1441" y="18090"/>
                  </a:cubicBezTo>
                  <a:cubicBezTo>
                    <a:pt x="1495" y="18124"/>
                    <a:pt x="1575" y="18141"/>
                    <a:pt x="1679" y="18141"/>
                  </a:cubicBezTo>
                  <a:cubicBezTo>
                    <a:pt x="3768" y="18141"/>
                    <a:pt x="15430" y="11433"/>
                    <a:pt x="20467" y="9005"/>
                  </a:cubicBezTo>
                  <a:cubicBezTo>
                    <a:pt x="20730" y="8878"/>
                    <a:pt x="21005" y="8819"/>
                    <a:pt x="21274" y="8819"/>
                  </a:cubicBezTo>
                  <a:cubicBezTo>
                    <a:pt x="22064" y="8819"/>
                    <a:pt x="22805" y="9331"/>
                    <a:pt x="23063" y="10148"/>
                  </a:cubicBezTo>
                  <a:cubicBezTo>
                    <a:pt x="24622" y="15090"/>
                    <a:pt x="26849" y="17864"/>
                    <a:pt x="28432" y="19304"/>
                  </a:cubicBezTo>
                  <a:cubicBezTo>
                    <a:pt x="28791" y="19635"/>
                    <a:pt x="29233" y="19791"/>
                    <a:pt x="29672" y="19791"/>
                  </a:cubicBezTo>
                  <a:cubicBezTo>
                    <a:pt x="30369" y="19791"/>
                    <a:pt x="31056" y="19399"/>
                    <a:pt x="31385" y="18697"/>
                  </a:cubicBezTo>
                  <a:cubicBezTo>
                    <a:pt x="32433" y="16435"/>
                    <a:pt x="33850" y="12589"/>
                    <a:pt x="33373" y="9125"/>
                  </a:cubicBezTo>
                  <a:cubicBezTo>
                    <a:pt x="32695" y="4219"/>
                    <a:pt x="25146" y="2219"/>
                    <a:pt x="23896" y="1921"/>
                  </a:cubicBezTo>
                  <a:cubicBezTo>
                    <a:pt x="23765" y="1886"/>
                    <a:pt x="23646" y="1838"/>
                    <a:pt x="23539" y="1790"/>
                  </a:cubicBezTo>
                  <a:cubicBezTo>
                    <a:pt x="20902" y="514"/>
                    <a:pt x="18214" y="1"/>
                    <a:pt x="15691"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8"/>
            <p:cNvSpPr/>
            <p:nvPr/>
          </p:nvSpPr>
          <p:spPr>
            <a:xfrm>
              <a:off x="4391900" y="1963525"/>
              <a:ext cx="142000" cy="133625"/>
            </a:xfrm>
            <a:custGeom>
              <a:avLst/>
              <a:gdLst/>
              <a:ahLst/>
              <a:cxnLst/>
              <a:rect l="l" t="t" r="r" b="b"/>
              <a:pathLst>
                <a:path w="5680" h="5345" extrusionOk="0">
                  <a:moveTo>
                    <a:pt x="1915" y="1"/>
                  </a:moveTo>
                  <a:cubicBezTo>
                    <a:pt x="1840" y="1"/>
                    <a:pt x="1758" y="15"/>
                    <a:pt x="1668" y="46"/>
                  </a:cubicBezTo>
                  <a:cubicBezTo>
                    <a:pt x="1" y="617"/>
                    <a:pt x="120" y="4261"/>
                    <a:pt x="1310" y="5082"/>
                  </a:cubicBezTo>
                  <a:lnTo>
                    <a:pt x="2727" y="5344"/>
                  </a:lnTo>
                  <a:cubicBezTo>
                    <a:pt x="2727" y="5344"/>
                    <a:pt x="5680" y="2689"/>
                    <a:pt x="4537" y="2189"/>
                  </a:cubicBezTo>
                  <a:cubicBezTo>
                    <a:pt x="4438" y="2146"/>
                    <a:pt x="4339" y="2126"/>
                    <a:pt x="4241" y="2126"/>
                  </a:cubicBezTo>
                  <a:cubicBezTo>
                    <a:pt x="3199" y="2126"/>
                    <a:pt x="2215" y="4332"/>
                    <a:pt x="2215" y="4332"/>
                  </a:cubicBezTo>
                  <a:cubicBezTo>
                    <a:pt x="2215" y="4332"/>
                    <a:pt x="3205" y="1"/>
                    <a:pt x="1915"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8"/>
            <p:cNvSpPr/>
            <p:nvPr/>
          </p:nvSpPr>
          <p:spPr>
            <a:xfrm>
              <a:off x="4020425" y="2449525"/>
              <a:ext cx="43775" cy="52150"/>
            </a:xfrm>
            <a:custGeom>
              <a:avLst/>
              <a:gdLst/>
              <a:ahLst/>
              <a:cxnLst/>
              <a:rect l="l" t="t" r="r" b="b"/>
              <a:pathLst>
                <a:path w="1751" h="2086" extrusionOk="0">
                  <a:moveTo>
                    <a:pt x="899" y="1"/>
                  </a:moveTo>
                  <a:cubicBezTo>
                    <a:pt x="431" y="1"/>
                    <a:pt x="36" y="449"/>
                    <a:pt x="25" y="1013"/>
                  </a:cubicBezTo>
                  <a:cubicBezTo>
                    <a:pt x="1" y="1596"/>
                    <a:pt x="370" y="2073"/>
                    <a:pt x="834" y="2085"/>
                  </a:cubicBezTo>
                  <a:cubicBezTo>
                    <a:pt x="846" y="2085"/>
                    <a:pt x="858" y="2086"/>
                    <a:pt x="870" y="2086"/>
                  </a:cubicBezTo>
                  <a:cubicBezTo>
                    <a:pt x="1331" y="2086"/>
                    <a:pt x="1716" y="1641"/>
                    <a:pt x="1727" y="1073"/>
                  </a:cubicBezTo>
                  <a:cubicBezTo>
                    <a:pt x="1751" y="501"/>
                    <a:pt x="1382" y="25"/>
                    <a:pt x="918" y="1"/>
                  </a:cubicBezTo>
                  <a:cubicBezTo>
                    <a:pt x="911" y="1"/>
                    <a:pt x="905" y="1"/>
                    <a:pt x="89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8"/>
            <p:cNvSpPr/>
            <p:nvPr/>
          </p:nvSpPr>
          <p:spPr>
            <a:xfrm>
              <a:off x="4282675" y="2473925"/>
              <a:ext cx="43775" cy="52150"/>
            </a:xfrm>
            <a:custGeom>
              <a:avLst/>
              <a:gdLst/>
              <a:ahLst/>
              <a:cxnLst/>
              <a:rect l="l" t="t" r="r" b="b"/>
              <a:pathLst>
                <a:path w="1751" h="2086" extrusionOk="0">
                  <a:moveTo>
                    <a:pt x="882" y="0"/>
                  </a:moveTo>
                  <a:cubicBezTo>
                    <a:pt x="432" y="0"/>
                    <a:pt x="47" y="445"/>
                    <a:pt x="24" y="1013"/>
                  </a:cubicBezTo>
                  <a:cubicBezTo>
                    <a:pt x="0" y="1585"/>
                    <a:pt x="369" y="2073"/>
                    <a:pt x="845" y="2085"/>
                  </a:cubicBezTo>
                  <a:cubicBezTo>
                    <a:pt x="852" y="2085"/>
                    <a:pt x="858" y="2085"/>
                    <a:pt x="864" y="2085"/>
                  </a:cubicBezTo>
                  <a:cubicBezTo>
                    <a:pt x="1332" y="2085"/>
                    <a:pt x="1715" y="1637"/>
                    <a:pt x="1738" y="1073"/>
                  </a:cubicBezTo>
                  <a:cubicBezTo>
                    <a:pt x="1750" y="501"/>
                    <a:pt x="1393" y="13"/>
                    <a:pt x="917" y="1"/>
                  </a:cubicBezTo>
                  <a:cubicBezTo>
                    <a:pt x="905" y="1"/>
                    <a:pt x="894" y="0"/>
                    <a:pt x="88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8"/>
            <p:cNvSpPr/>
            <p:nvPr/>
          </p:nvSpPr>
          <p:spPr>
            <a:xfrm>
              <a:off x="3848675" y="2336275"/>
              <a:ext cx="790300" cy="282800"/>
            </a:xfrm>
            <a:custGeom>
              <a:avLst/>
              <a:gdLst/>
              <a:ahLst/>
              <a:cxnLst/>
              <a:rect l="l" t="t" r="r" b="b"/>
              <a:pathLst>
                <a:path w="31612" h="11312" extrusionOk="0">
                  <a:moveTo>
                    <a:pt x="5298" y="265"/>
                  </a:moveTo>
                  <a:cubicBezTo>
                    <a:pt x="5428" y="265"/>
                    <a:pt x="5560" y="270"/>
                    <a:pt x="5692" y="281"/>
                  </a:cubicBezTo>
                  <a:cubicBezTo>
                    <a:pt x="8335" y="507"/>
                    <a:pt x="10312" y="2828"/>
                    <a:pt x="10085" y="5472"/>
                  </a:cubicBezTo>
                  <a:cubicBezTo>
                    <a:pt x="9882" y="7983"/>
                    <a:pt x="7765" y="9893"/>
                    <a:pt x="5286" y="9893"/>
                  </a:cubicBezTo>
                  <a:cubicBezTo>
                    <a:pt x="5157" y="9893"/>
                    <a:pt x="5026" y="9888"/>
                    <a:pt x="4894" y="9877"/>
                  </a:cubicBezTo>
                  <a:cubicBezTo>
                    <a:pt x="2251" y="9651"/>
                    <a:pt x="275" y="7329"/>
                    <a:pt x="501" y="4686"/>
                  </a:cubicBezTo>
                  <a:cubicBezTo>
                    <a:pt x="704" y="2164"/>
                    <a:pt x="2821" y="265"/>
                    <a:pt x="5298" y="265"/>
                  </a:cubicBezTo>
                  <a:close/>
                  <a:moveTo>
                    <a:pt x="19147" y="1408"/>
                  </a:moveTo>
                  <a:cubicBezTo>
                    <a:pt x="19277" y="1408"/>
                    <a:pt x="19407" y="1413"/>
                    <a:pt x="19539" y="1423"/>
                  </a:cubicBezTo>
                  <a:cubicBezTo>
                    <a:pt x="22182" y="1650"/>
                    <a:pt x="24159" y="3971"/>
                    <a:pt x="23932" y="6627"/>
                  </a:cubicBezTo>
                  <a:cubicBezTo>
                    <a:pt x="23729" y="9137"/>
                    <a:pt x="21613" y="11036"/>
                    <a:pt x="19136" y="11036"/>
                  </a:cubicBezTo>
                  <a:cubicBezTo>
                    <a:pt x="19005" y="11036"/>
                    <a:pt x="18874" y="11031"/>
                    <a:pt x="18741" y="11020"/>
                  </a:cubicBezTo>
                  <a:cubicBezTo>
                    <a:pt x="16098" y="10806"/>
                    <a:pt x="14122" y="8472"/>
                    <a:pt x="14348" y="5829"/>
                  </a:cubicBezTo>
                  <a:cubicBezTo>
                    <a:pt x="14551" y="3317"/>
                    <a:pt x="16669" y="1408"/>
                    <a:pt x="19147" y="1408"/>
                  </a:cubicBezTo>
                  <a:close/>
                  <a:moveTo>
                    <a:pt x="5281" y="0"/>
                  </a:moveTo>
                  <a:cubicBezTo>
                    <a:pt x="2668" y="0"/>
                    <a:pt x="453" y="2010"/>
                    <a:pt x="227" y="4662"/>
                  </a:cubicBezTo>
                  <a:cubicBezTo>
                    <a:pt x="1" y="7448"/>
                    <a:pt x="2084" y="9913"/>
                    <a:pt x="4870" y="10139"/>
                  </a:cubicBezTo>
                  <a:cubicBezTo>
                    <a:pt x="5017" y="10151"/>
                    <a:pt x="5162" y="10157"/>
                    <a:pt x="5306" y="10157"/>
                  </a:cubicBezTo>
                  <a:cubicBezTo>
                    <a:pt x="7919" y="10157"/>
                    <a:pt x="10134" y="8147"/>
                    <a:pt x="10359" y="5495"/>
                  </a:cubicBezTo>
                  <a:cubicBezTo>
                    <a:pt x="10371" y="5293"/>
                    <a:pt x="10371" y="5091"/>
                    <a:pt x="10371" y="4888"/>
                  </a:cubicBezTo>
                  <a:cubicBezTo>
                    <a:pt x="10916" y="4630"/>
                    <a:pt x="11449" y="4537"/>
                    <a:pt x="11937" y="4537"/>
                  </a:cubicBezTo>
                  <a:cubicBezTo>
                    <a:pt x="13051" y="4537"/>
                    <a:pt x="13929" y="5025"/>
                    <a:pt x="14169" y="5174"/>
                  </a:cubicBezTo>
                  <a:cubicBezTo>
                    <a:pt x="14122" y="5388"/>
                    <a:pt x="14086" y="5591"/>
                    <a:pt x="14074" y="5805"/>
                  </a:cubicBezTo>
                  <a:cubicBezTo>
                    <a:pt x="13848" y="8591"/>
                    <a:pt x="15931" y="11056"/>
                    <a:pt x="18717" y="11294"/>
                  </a:cubicBezTo>
                  <a:cubicBezTo>
                    <a:pt x="18858" y="11305"/>
                    <a:pt x="18998" y="11311"/>
                    <a:pt x="19137" y="11311"/>
                  </a:cubicBezTo>
                  <a:cubicBezTo>
                    <a:pt x="21710" y="11311"/>
                    <a:pt x="23900" y="9357"/>
                    <a:pt x="24182" y="6781"/>
                  </a:cubicBezTo>
                  <a:lnTo>
                    <a:pt x="30231" y="7305"/>
                  </a:lnTo>
                  <a:cubicBezTo>
                    <a:pt x="30386" y="7377"/>
                    <a:pt x="31326" y="7924"/>
                    <a:pt x="31279" y="8877"/>
                  </a:cubicBezTo>
                  <a:cubicBezTo>
                    <a:pt x="31279" y="8948"/>
                    <a:pt x="31338" y="9008"/>
                    <a:pt x="31410" y="9020"/>
                  </a:cubicBezTo>
                  <a:cubicBezTo>
                    <a:pt x="31481" y="9020"/>
                    <a:pt x="31552" y="8960"/>
                    <a:pt x="31552" y="8889"/>
                  </a:cubicBezTo>
                  <a:cubicBezTo>
                    <a:pt x="31612" y="7686"/>
                    <a:pt x="30386" y="7067"/>
                    <a:pt x="30326" y="7043"/>
                  </a:cubicBezTo>
                  <a:cubicBezTo>
                    <a:pt x="30314" y="7043"/>
                    <a:pt x="30302" y="7031"/>
                    <a:pt x="30278" y="7031"/>
                  </a:cubicBezTo>
                  <a:lnTo>
                    <a:pt x="24206" y="6507"/>
                  </a:lnTo>
                  <a:cubicBezTo>
                    <a:pt x="24361" y="3769"/>
                    <a:pt x="22301" y="1388"/>
                    <a:pt x="19563" y="1162"/>
                  </a:cubicBezTo>
                  <a:cubicBezTo>
                    <a:pt x="19422" y="1150"/>
                    <a:pt x="19282" y="1144"/>
                    <a:pt x="19144" y="1144"/>
                  </a:cubicBezTo>
                  <a:cubicBezTo>
                    <a:pt x="16829" y="1144"/>
                    <a:pt x="14825" y="2710"/>
                    <a:pt x="14241" y="4912"/>
                  </a:cubicBezTo>
                  <a:cubicBezTo>
                    <a:pt x="13897" y="4707"/>
                    <a:pt x="13017" y="4271"/>
                    <a:pt x="11928" y="4271"/>
                  </a:cubicBezTo>
                  <a:cubicBezTo>
                    <a:pt x="11434" y="4271"/>
                    <a:pt x="10897" y="4361"/>
                    <a:pt x="10347" y="4602"/>
                  </a:cubicBezTo>
                  <a:cubicBezTo>
                    <a:pt x="10121" y="2197"/>
                    <a:pt x="8204" y="221"/>
                    <a:pt x="5716" y="19"/>
                  </a:cubicBezTo>
                  <a:cubicBezTo>
                    <a:pt x="5570" y="6"/>
                    <a:pt x="5425" y="0"/>
                    <a:pt x="5281" y="0"/>
                  </a:cubicBezTo>
                  <a:close/>
                </a:path>
              </a:pathLst>
            </a:custGeom>
            <a:solidFill>
              <a:srgbClr val="4532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38"/>
            <p:cNvSpPr/>
            <p:nvPr/>
          </p:nvSpPr>
          <p:spPr>
            <a:xfrm>
              <a:off x="4481800" y="2635275"/>
              <a:ext cx="48550" cy="67000"/>
            </a:xfrm>
            <a:custGeom>
              <a:avLst/>
              <a:gdLst/>
              <a:ahLst/>
              <a:cxnLst/>
              <a:rect l="l" t="t" r="r" b="b"/>
              <a:pathLst>
                <a:path w="1942" h="2680" extrusionOk="0">
                  <a:moveTo>
                    <a:pt x="965" y="1"/>
                  </a:moveTo>
                  <a:cubicBezTo>
                    <a:pt x="441" y="1"/>
                    <a:pt x="0" y="608"/>
                    <a:pt x="0" y="1346"/>
                  </a:cubicBezTo>
                  <a:cubicBezTo>
                    <a:pt x="0" y="2084"/>
                    <a:pt x="441" y="2679"/>
                    <a:pt x="965" y="2679"/>
                  </a:cubicBezTo>
                  <a:cubicBezTo>
                    <a:pt x="1501" y="2679"/>
                    <a:pt x="1941" y="2084"/>
                    <a:pt x="1941" y="1346"/>
                  </a:cubicBezTo>
                  <a:cubicBezTo>
                    <a:pt x="1941" y="608"/>
                    <a:pt x="1501" y="1"/>
                    <a:pt x="96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8"/>
            <p:cNvSpPr/>
            <p:nvPr/>
          </p:nvSpPr>
          <p:spPr>
            <a:xfrm>
              <a:off x="4053775" y="2849650"/>
              <a:ext cx="336975" cy="103825"/>
            </a:xfrm>
            <a:custGeom>
              <a:avLst/>
              <a:gdLst/>
              <a:ahLst/>
              <a:cxnLst/>
              <a:rect l="l" t="t" r="r" b="b"/>
              <a:pathLst>
                <a:path w="13479" h="4153" extrusionOk="0">
                  <a:moveTo>
                    <a:pt x="12214" y="1"/>
                  </a:moveTo>
                  <a:cubicBezTo>
                    <a:pt x="11622" y="1"/>
                    <a:pt x="11275" y="58"/>
                    <a:pt x="11275" y="58"/>
                  </a:cubicBezTo>
                  <a:cubicBezTo>
                    <a:pt x="11275" y="58"/>
                    <a:pt x="8564" y="2571"/>
                    <a:pt x="5351" y="2571"/>
                  </a:cubicBezTo>
                  <a:cubicBezTo>
                    <a:pt x="5314" y="2571"/>
                    <a:pt x="5276" y="2570"/>
                    <a:pt x="5239" y="2570"/>
                  </a:cubicBezTo>
                  <a:cubicBezTo>
                    <a:pt x="1977" y="2510"/>
                    <a:pt x="1715" y="58"/>
                    <a:pt x="1715" y="58"/>
                  </a:cubicBezTo>
                  <a:cubicBezTo>
                    <a:pt x="1626" y="54"/>
                    <a:pt x="1538" y="53"/>
                    <a:pt x="1453" y="53"/>
                  </a:cubicBezTo>
                  <a:cubicBezTo>
                    <a:pt x="879" y="53"/>
                    <a:pt x="394" y="121"/>
                    <a:pt x="0" y="224"/>
                  </a:cubicBezTo>
                  <a:cubicBezTo>
                    <a:pt x="822" y="2165"/>
                    <a:pt x="2346" y="3748"/>
                    <a:pt x="4394" y="4010"/>
                  </a:cubicBezTo>
                  <a:cubicBezTo>
                    <a:pt x="4973" y="4107"/>
                    <a:pt x="5525" y="4153"/>
                    <a:pt x="6053" y="4153"/>
                  </a:cubicBezTo>
                  <a:cubicBezTo>
                    <a:pt x="9303" y="4153"/>
                    <a:pt x="11624" y="2417"/>
                    <a:pt x="13478" y="81"/>
                  </a:cubicBezTo>
                  <a:cubicBezTo>
                    <a:pt x="12987" y="20"/>
                    <a:pt x="12559" y="1"/>
                    <a:pt x="1221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8"/>
            <p:cNvSpPr/>
            <p:nvPr/>
          </p:nvSpPr>
          <p:spPr>
            <a:xfrm>
              <a:off x="4288625" y="3689875"/>
              <a:ext cx="133375" cy="127425"/>
            </a:xfrm>
            <a:custGeom>
              <a:avLst/>
              <a:gdLst/>
              <a:ahLst/>
              <a:cxnLst/>
              <a:rect l="l" t="t" r="r" b="b"/>
              <a:pathLst>
                <a:path w="5335" h="5097" extrusionOk="0">
                  <a:moveTo>
                    <a:pt x="953" y="0"/>
                  </a:moveTo>
                  <a:cubicBezTo>
                    <a:pt x="334" y="905"/>
                    <a:pt x="0" y="1489"/>
                    <a:pt x="0" y="1489"/>
                  </a:cubicBezTo>
                  <a:lnTo>
                    <a:pt x="3644" y="5096"/>
                  </a:lnTo>
                  <a:cubicBezTo>
                    <a:pt x="3644" y="5096"/>
                    <a:pt x="4370" y="4941"/>
                    <a:pt x="5334" y="4525"/>
                  </a:cubicBezTo>
                  <a:cubicBezTo>
                    <a:pt x="4036" y="2882"/>
                    <a:pt x="2489" y="1393"/>
                    <a:pt x="95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8"/>
            <p:cNvSpPr/>
            <p:nvPr/>
          </p:nvSpPr>
          <p:spPr>
            <a:xfrm>
              <a:off x="3923700" y="2851675"/>
              <a:ext cx="836425" cy="951325"/>
            </a:xfrm>
            <a:custGeom>
              <a:avLst/>
              <a:gdLst/>
              <a:ahLst/>
              <a:cxnLst/>
              <a:rect l="l" t="t" r="r" b="b"/>
              <a:pathLst>
                <a:path w="33457" h="38053" extrusionOk="0">
                  <a:moveTo>
                    <a:pt x="18681" y="0"/>
                  </a:moveTo>
                  <a:cubicBezTo>
                    <a:pt x="16827" y="2336"/>
                    <a:pt x="14506" y="4072"/>
                    <a:pt x="11256" y="4072"/>
                  </a:cubicBezTo>
                  <a:cubicBezTo>
                    <a:pt x="10728" y="4072"/>
                    <a:pt x="10176" y="4026"/>
                    <a:pt x="9597" y="3929"/>
                  </a:cubicBezTo>
                  <a:cubicBezTo>
                    <a:pt x="7549" y="3667"/>
                    <a:pt x="6025" y="2084"/>
                    <a:pt x="5203" y="143"/>
                  </a:cubicBezTo>
                  <a:cubicBezTo>
                    <a:pt x="4191" y="381"/>
                    <a:pt x="3715" y="810"/>
                    <a:pt x="3715" y="810"/>
                  </a:cubicBezTo>
                  <a:cubicBezTo>
                    <a:pt x="2346" y="3751"/>
                    <a:pt x="0" y="10847"/>
                    <a:pt x="72" y="17169"/>
                  </a:cubicBezTo>
                  <a:cubicBezTo>
                    <a:pt x="131" y="23491"/>
                    <a:pt x="3263" y="24980"/>
                    <a:pt x="3263" y="24980"/>
                  </a:cubicBezTo>
                  <a:cubicBezTo>
                    <a:pt x="3263" y="24980"/>
                    <a:pt x="3024" y="25503"/>
                    <a:pt x="10752" y="25694"/>
                  </a:cubicBezTo>
                  <a:cubicBezTo>
                    <a:pt x="11121" y="25703"/>
                    <a:pt x="11488" y="25707"/>
                    <a:pt x="11850" y="25707"/>
                  </a:cubicBezTo>
                  <a:cubicBezTo>
                    <a:pt x="19060" y="25707"/>
                    <a:pt x="24812" y="23992"/>
                    <a:pt x="24813" y="23991"/>
                  </a:cubicBezTo>
                  <a:lnTo>
                    <a:pt x="24813" y="23991"/>
                  </a:lnTo>
                  <a:cubicBezTo>
                    <a:pt x="20312" y="27004"/>
                    <a:pt x="17062" y="31290"/>
                    <a:pt x="15550" y="33528"/>
                  </a:cubicBezTo>
                  <a:cubicBezTo>
                    <a:pt x="17086" y="34921"/>
                    <a:pt x="18633" y="36410"/>
                    <a:pt x="19931" y="38053"/>
                  </a:cubicBezTo>
                  <a:cubicBezTo>
                    <a:pt x="20419" y="37838"/>
                    <a:pt x="20979" y="37564"/>
                    <a:pt x="21515" y="37207"/>
                  </a:cubicBezTo>
                  <a:cubicBezTo>
                    <a:pt x="23122" y="36160"/>
                    <a:pt x="32480" y="30802"/>
                    <a:pt x="32969" y="26932"/>
                  </a:cubicBezTo>
                  <a:cubicBezTo>
                    <a:pt x="33457" y="23051"/>
                    <a:pt x="32409" y="15169"/>
                    <a:pt x="28016" y="7001"/>
                  </a:cubicBezTo>
                  <a:cubicBezTo>
                    <a:pt x="25158" y="1679"/>
                    <a:pt x="21134" y="310"/>
                    <a:pt x="186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8"/>
            <p:cNvSpPr/>
            <p:nvPr/>
          </p:nvSpPr>
          <p:spPr>
            <a:xfrm>
              <a:off x="3912375" y="3043250"/>
              <a:ext cx="95275" cy="435000"/>
            </a:xfrm>
            <a:custGeom>
              <a:avLst/>
              <a:gdLst/>
              <a:ahLst/>
              <a:cxnLst/>
              <a:rect l="l" t="t" r="r" b="b"/>
              <a:pathLst>
                <a:path w="3811" h="17400" extrusionOk="0">
                  <a:moveTo>
                    <a:pt x="1806" y="1"/>
                  </a:moveTo>
                  <a:cubicBezTo>
                    <a:pt x="1772" y="1"/>
                    <a:pt x="1733" y="16"/>
                    <a:pt x="1715" y="53"/>
                  </a:cubicBezTo>
                  <a:cubicBezTo>
                    <a:pt x="1703" y="88"/>
                    <a:pt x="1" y="3898"/>
                    <a:pt x="429" y="10066"/>
                  </a:cubicBezTo>
                  <a:cubicBezTo>
                    <a:pt x="858" y="16269"/>
                    <a:pt x="3573" y="17352"/>
                    <a:pt x="3680" y="17400"/>
                  </a:cubicBezTo>
                  <a:lnTo>
                    <a:pt x="3716" y="17400"/>
                  </a:lnTo>
                  <a:cubicBezTo>
                    <a:pt x="3751" y="17400"/>
                    <a:pt x="3787" y="17376"/>
                    <a:pt x="3799" y="17340"/>
                  </a:cubicBezTo>
                  <a:cubicBezTo>
                    <a:pt x="3811" y="17305"/>
                    <a:pt x="3787" y="17257"/>
                    <a:pt x="3739" y="17233"/>
                  </a:cubicBezTo>
                  <a:cubicBezTo>
                    <a:pt x="3716" y="17221"/>
                    <a:pt x="1025" y="16138"/>
                    <a:pt x="608" y="10054"/>
                  </a:cubicBezTo>
                  <a:cubicBezTo>
                    <a:pt x="179" y="3934"/>
                    <a:pt x="1858" y="160"/>
                    <a:pt x="1882" y="124"/>
                  </a:cubicBezTo>
                  <a:cubicBezTo>
                    <a:pt x="1894" y="76"/>
                    <a:pt x="1882" y="29"/>
                    <a:pt x="1834" y="5"/>
                  </a:cubicBezTo>
                  <a:cubicBezTo>
                    <a:pt x="1826" y="2"/>
                    <a:pt x="1816" y="1"/>
                    <a:pt x="180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8"/>
            <p:cNvSpPr/>
            <p:nvPr/>
          </p:nvSpPr>
          <p:spPr>
            <a:xfrm>
              <a:off x="4413050" y="3043275"/>
              <a:ext cx="133375" cy="410275"/>
            </a:xfrm>
            <a:custGeom>
              <a:avLst/>
              <a:gdLst/>
              <a:ahLst/>
              <a:cxnLst/>
              <a:rect l="l" t="t" r="r" b="b"/>
              <a:pathLst>
                <a:path w="5335" h="16411" extrusionOk="0">
                  <a:moveTo>
                    <a:pt x="548" y="1"/>
                  </a:moveTo>
                  <a:cubicBezTo>
                    <a:pt x="512" y="1"/>
                    <a:pt x="486" y="24"/>
                    <a:pt x="476" y="63"/>
                  </a:cubicBezTo>
                  <a:cubicBezTo>
                    <a:pt x="453" y="159"/>
                    <a:pt x="0" y="2492"/>
                    <a:pt x="1584" y="8172"/>
                  </a:cubicBezTo>
                  <a:cubicBezTo>
                    <a:pt x="3167" y="13851"/>
                    <a:pt x="5155" y="16363"/>
                    <a:pt x="5167" y="16387"/>
                  </a:cubicBezTo>
                  <a:cubicBezTo>
                    <a:pt x="5191" y="16399"/>
                    <a:pt x="5215" y="16411"/>
                    <a:pt x="5239" y="16411"/>
                  </a:cubicBezTo>
                  <a:cubicBezTo>
                    <a:pt x="5263" y="16411"/>
                    <a:pt x="5275" y="16411"/>
                    <a:pt x="5298" y="16399"/>
                  </a:cubicBezTo>
                  <a:cubicBezTo>
                    <a:pt x="5334" y="16363"/>
                    <a:pt x="5334" y="16304"/>
                    <a:pt x="5310" y="16268"/>
                  </a:cubicBezTo>
                  <a:cubicBezTo>
                    <a:pt x="5286" y="16244"/>
                    <a:pt x="3322" y="13768"/>
                    <a:pt x="1750" y="8124"/>
                  </a:cubicBezTo>
                  <a:cubicBezTo>
                    <a:pt x="179" y="2504"/>
                    <a:pt x="643" y="123"/>
                    <a:pt x="643" y="99"/>
                  </a:cubicBezTo>
                  <a:cubicBezTo>
                    <a:pt x="655" y="52"/>
                    <a:pt x="619" y="4"/>
                    <a:pt x="572" y="4"/>
                  </a:cubicBezTo>
                  <a:cubicBezTo>
                    <a:pt x="563" y="2"/>
                    <a:pt x="556" y="1"/>
                    <a:pt x="54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8"/>
            <p:cNvSpPr/>
            <p:nvPr/>
          </p:nvSpPr>
          <p:spPr>
            <a:xfrm>
              <a:off x="4327025" y="2815675"/>
              <a:ext cx="230100" cy="121250"/>
            </a:xfrm>
            <a:custGeom>
              <a:avLst/>
              <a:gdLst/>
              <a:ahLst/>
              <a:cxnLst/>
              <a:rect l="l" t="t" r="r" b="b"/>
              <a:pathLst>
                <a:path w="9204" h="4850" extrusionOk="0">
                  <a:moveTo>
                    <a:pt x="1941" y="1"/>
                  </a:moveTo>
                  <a:cubicBezTo>
                    <a:pt x="1665" y="1"/>
                    <a:pt x="1441" y="143"/>
                    <a:pt x="1441" y="143"/>
                  </a:cubicBezTo>
                  <a:cubicBezTo>
                    <a:pt x="1441" y="143"/>
                    <a:pt x="0" y="1988"/>
                    <a:pt x="1036" y="2738"/>
                  </a:cubicBezTo>
                  <a:cubicBezTo>
                    <a:pt x="1173" y="2839"/>
                    <a:pt x="1303" y="2883"/>
                    <a:pt x="1425" y="2883"/>
                  </a:cubicBezTo>
                  <a:cubicBezTo>
                    <a:pt x="1948" y="2883"/>
                    <a:pt x="2329" y="2077"/>
                    <a:pt x="2529" y="1520"/>
                  </a:cubicBezTo>
                  <a:lnTo>
                    <a:pt x="2529" y="1520"/>
                  </a:lnTo>
                  <a:cubicBezTo>
                    <a:pt x="2369" y="2153"/>
                    <a:pt x="2244" y="3168"/>
                    <a:pt x="3001" y="3393"/>
                  </a:cubicBezTo>
                  <a:cubicBezTo>
                    <a:pt x="3072" y="3414"/>
                    <a:pt x="3141" y="3424"/>
                    <a:pt x="3207" y="3424"/>
                  </a:cubicBezTo>
                  <a:cubicBezTo>
                    <a:pt x="3834" y="3424"/>
                    <a:pt x="4198" y="2521"/>
                    <a:pt x="4376" y="1891"/>
                  </a:cubicBezTo>
                  <a:lnTo>
                    <a:pt x="4376" y="1891"/>
                  </a:lnTo>
                  <a:cubicBezTo>
                    <a:pt x="4252" y="2512"/>
                    <a:pt x="4125" y="3435"/>
                    <a:pt x="4394" y="3726"/>
                  </a:cubicBezTo>
                  <a:cubicBezTo>
                    <a:pt x="4542" y="3887"/>
                    <a:pt x="4784" y="4016"/>
                    <a:pt x="5074" y="4016"/>
                  </a:cubicBezTo>
                  <a:cubicBezTo>
                    <a:pt x="5528" y="4016"/>
                    <a:pt x="6099" y="3699"/>
                    <a:pt x="6602" y="2687"/>
                  </a:cubicBezTo>
                  <a:lnTo>
                    <a:pt x="6602" y="2687"/>
                  </a:lnTo>
                  <a:cubicBezTo>
                    <a:pt x="6376" y="3277"/>
                    <a:pt x="6125" y="4198"/>
                    <a:pt x="6561" y="4595"/>
                  </a:cubicBezTo>
                  <a:cubicBezTo>
                    <a:pt x="6749" y="4767"/>
                    <a:pt x="6945" y="4849"/>
                    <a:pt x="7144" y="4849"/>
                  </a:cubicBezTo>
                  <a:cubicBezTo>
                    <a:pt x="7647" y="4849"/>
                    <a:pt x="8159" y="4318"/>
                    <a:pt x="8561" y="3369"/>
                  </a:cubicBezTo>
                  <a:cubicBezTo>
                    <a:pt x="8561" y="3369"/>
                    <a:pt x="9204" y="2429"/>
                    <a:pt x="7930" y="1881"/>
                  </a:cubicBezTo>
                  <a:cubicBezTo>
                    <a:pt x="7722" y="1788"/>
                    <a:pt x="7548" y="1754"/>
                    <a:pt x="7405" y="1754"/>
                  </a:cubicBezTo>
                  <a:cubicBezTo>
                    <a:pt x="7056" y="1754"/>
                    <a:pt x="6894" y="1952"/>
                    <a:pt x="6894" y="1952"/>
                  </a:cubicBezTo>
                  <a:cubicBezTo>
                    <a:pt x="6894" y="1952"/>
                    <a:pt x="6561" y="1190"/>
                    <a:pt x="5679" y="952"/>
                  </a:cubicBezTo>
                  <a:cubicBezTo>
                    <a:pt x="5473" y="899"/>
                    <a:pt x="5301" y="879"/>
                    <a:pt x="5159" y="879"/>
                  </a:cubicBezTo>
                  <a:cubicBezTo>
                    <a:pt x="4695" y="879"/>
                    <a:pt x="4548" y="1095"/>
                    <a:pt x="4548" y="1095"/>
                  </a:cubicBezTo>
                  <a:cubicBezTo>
                    <a:pt x="4548" y="1095"/>
                    <a:pt x="4441" y="678"/>
                    <a:pt x="3667" y="452"/>
                  </a:cubicBezTo>
                  <a:cubicBezTo>
                    <a:pt x="3522" y="410"/>
                    <a:pt x="3398" y="393"/>
                    <a:pt x="3291" y="393"/>
                  </a:cubicBezTo>
                  <a:cubicBezTo>
                    <a:pt x="2818" y="393"/>
                    <a:pt x="2691" y="726"/>
                    <a:pt x="2691" y="726"/>
                  </a:cubicBezTo>
                  <a:cubicBezTo>
                    <a:pt x="2691" y="726"/>
                    <a:pt x="2536" y="143"/>
                    <a:pt x="2167" y="35"/>
                  </a:cubicBezTo>
                  <a:cubicBezTo>
                    <a:pt x="2090" y="11"/>
                    <a:pt x="2014" y="1"/>
                    <a:pt x="1941" y="1"/>
                  </a:cubicBezTo>
                  <a:close/>
                </a:path>
              </a:pathLst>
            </a:custGeom>
            <a:solidFill>
              <a:srgbClr val="F8BC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6" name="Google Shape;606;p38"/>
          <p:cNvGrpSpPr/>
          <p:nvPr/>
        </p:nvGrpSpPr>
        <p:grpSpPr>
          <a:xfrm flipH="1">
            <a:off x="615944" y="4009952"/>
            <a:ext cx="1181377" cy="1166917"/>
            <a:chOff x="-2708900" y="3174350"/>
            <a:chExt cx="350100" cy="345825"/>
          </a:xfrm>
        </p:grpSpPr>
        <p:sp>
          <p:nvSpPr>
            <p:cNvPr id="607" name="Google Shape;607;p38"/>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8"/>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8"/>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8"/>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8"/>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8"/>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3" name="Google Shape;613;p38"/>
          <p:cNvSpPr/>
          <p:nvPr/>
        </p:nvSpPr>
        <p:spPr>
          <a:xfrm>
            <a:off x="3534875" y="4382150"/>
            <a:ext cx="280153" cy="300952"/>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6"/>
        <p:cNvGrpSpPr/>
        <p:nvPr/>
      </p:nvGrpSpPr>
      <p:grpSpPr>
        <a:xfrm>
          <a:off x="0" y="0"/>
          <a:ext cx="0" cy="0"/>
          <a:chOff x="0" y="0"/>
          <a:chExt cx="0" cy="0"/>
        </a:xfrm>
      </p:grpSpPr>
      <p:sp>
        <p:nvSpPr>
          <p:cNvPr id="627" name="Google Shape;627;p40"/>
          <p:cNvSpPr/>
          <p:nvPr/>
        </p:nvSpPr>
        <p:spPr>
          <a:xfrm>
            <a:off x="6600825" y="-161925"/>
            <a:ext cx="3933900" cy="39339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40"/>
          <p:cNvSpPr txBox="1">
            <a:spLocks noGrp="1"/>
          </p:cNvSpPr>
          <p:nvPr>
            <p:ph type="title"/>
          </p:nvPr>
        </p:nvSpPr>
        <p:spPr>
          <a:xfrm>
            <a:off x="720000" y="445025"/>
            <a:ext cx="6568500" cy="73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Table of contents</a:t>
            </a:r>
            <a:endParaRPr dirty="0"/>
          </a:p>
        </p:txBody>
      </p:sp>
      <p:sp>
        <p:nvSpPr>
          <p:cNvPr id="629" name="Google Shape;629;p40"/>
          <p:cNvSpPr txBox="1">
            <a:spLocks noGrp="1"/>
          </p:cNvSpPr>
          <p:nvPr>
            <p:ph type="title" idx="2"/>
          </p:nvPr>
        </p:nvSpPr>
        <p:spPr>
          <a:xfrm>
            <a:off x="720124" y="1953763"/>
            <a:ext cx="26952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dirty="0"/>
              <a:t>Subscription</a:t>
            </a:r>
            <a:endParaRPr dirty="0"/>
          </a:p>
        </p:txBody>
      </p:sp>
      <p:sp>
        <p:nvSpPr>
          <p:cNvPr id="630" name="Google Shape;630;p40"/>
          <p:cNvSpPr txBox="1">
            <a:spLocks noGrp="1"/>
          </p:cNvSpPr>
          <p:nvPr>
            <p:ph type="subTitle" idx="1"/>
          </p:nvPr>
        </p:nvSpPr>
        <p:spPr>
          <a:xfrm>
            <a:off x="720124" y="2397413"/>
            <a:ext cx="2695200" cy="615600"/>
          </a:xfrm>
          <a:prstGeom prst="rect">
            <a:avLst/>
          </a:prstGeom>
        </p:spPr>
        <p:txBody>
          <a:bodyPr spcFirstLastPara="1" wrap="square" lIns="91425" tIns="91425" rIns="91425" bIns="91425" anchor="ctr" anchorCtr="0">
            <a:noAutofit/>
          </a:bodyPr>
          <a:lstStyle/>
          <a:p>
            <a:pPr marL="0" indent="0"/>
            <a:r>
              <a:rPr lang="en-GB" dirty="0"/>
              <a:t>Grow subscriber base</a:t>
            </a:r>
          </a:p>
          <a:p>
            <a:pPr marL="0" lvl="0" indent="0" algn="l" rtl="0">
              <a:spcBef>
                <a:spcPts val="0"/>
              </a:spcBef>
              <a:spcAft>
                <a:spcPts val="0"/>
              </a:spcAft>
              <a:buNone/>
            </a:pPr>
            <a:endParaRPr dirty="0"/>
          </a:p>
        </p:txBody>
      </p:sp>
      <p:sp>
        <p:nvSpPr>
          <p:cNvPr id="631" name="Google Shape;631;p40"/>
          <p:cNvSpPr txBox="1">
            <a:spLocks noGrp="1"/>
          </p:cNvSpPr>
          <p:nvPr>
            <p:ph type="title" idx="3"/>
          </p:nvPr>
        </p:nvSpPr>
        <p:spPr>
          <a:xfrm>
            <a:off x="3866405" y="1953763"/>
            <a:ext cx="26952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dirty="0"/>
              <a:t>Advertising </a:t>
            </a:r>
            <a:endParaRPr dirty="0"/>
          </a:p>
        </p:txBody>
      </p:sp>
      <p:sp>
        <p:nvSpPr>
          <p:cNvPr id="632" name="Google Shape;632;p40"/>
          <p:cNvSpPr txBox="1">
            <a:spLocks noGrp="1"/>
          </p:cNvSpPr>
          <p:nvPr>
            <p:ph type="subTitle" idx="4"/>
          </p:nvPr>
        </p:nvSpPr>
        <p:spPr>
          <a:xfrm>
            <a:off x="3866405" y="2397413"/>
            <a:ext cx="2695200" cy="615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Attract more advertising aimed at growing revenue</a:t>
            </a:r>
            <a:endParaRPr dirty="0"/>
          </a:p>
        </p:txBody>
      </p:sp>
      <p:sp>
        <p:nvSpPr>
          <p:cNvPr id="633" name="Google Shape;633;p40"/>
          <p:cNvSpPr txBox="1">
            <a:spLocks noGrp="1"/>
          </p:cNvSpPr>
          <p:nvPr>
            <p:ph type="title" idx="5"/>
          </p:nvPr>
        </p:nvSpPr>
        <p:spPr>
          <a:xfrm>
            <a:off x="720124" y="3608975"/>
            <a:ext cx="26952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dirty="0"/>
              <a:t>E-commerce </a:t>
            </a:r>
            <a:endParaRPr dirty="0"/>
          </a:p>
        </p:txBody>
      </p:sp>
      <p:sp>
        <p:nvSpPr>
          <p:cNvPr id="634" name="Google Shape;634;p40"/>
          <p:cNvSpPr txBox="1">
            <a:spLocks noGrp="1"/>
          </p:cNvSpPr>
          <p:nvPr>
            <p:ph type="subTitle" idx="6"/>
          </p:nvPr>
        </p:nvSpPr>
        <p:spPr>
          <a:xfrm>
            <a:off x="720124" y="4052625"/>
            <a:ext cx="2695200" cy="615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dirty="0"/>
              <a:t>E-commerce integration helps increase revenue</a:t>
            </a:r>
            <a:endParaRPr dirty="0"/>
          </a:p>
        </p:txBody>
      </p:sp>
      <p:sp>
        <p:nvSpPr>
          <p:cNvPr id="635" name="Google Shape;635;p40"/>
          <p:cNvSpPr txBox="1">
            <a:spLocks noGrp="1"/>
          </p:cNvSpPr>
          <p:nvPr>
            <p:ph type="title" idx="7"/>
          </p:nvPr>
        </p:nvSpPr>
        <p:spPr>
          <a:xfrm>
            <a:off x="3866405" y="3608975"/>
            <a:ext cx="26952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Virtual events</a:t>
            </a:r>
            <a:endParaRPr dirty="0"/>
          </a:p>
        </p:txBody>
      </p:sp>
      <p:sp>
        <p:nvSpPr>
          <p:cNvPr id="636" name="Google Shape;636;p40"/>
          <p:cNvSpPr txBox="1">
            <a:spLocks noGrp="1"/>
          </p:cNvSpPr>
          <p:nvPr>
            <p:ph type="subTitle" idx="8"/>
          </p:nvPr>
        </p:nvSpPr>
        <p:spPr>
          <a:xfrm>
            <a:off x="3866405" y="4052625"/>
            <a:ext cx="2695200" cy="615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Organize virtual events to boost revenue</a:t>
            </a:r>
            <a:endParaRPr dirty="0"/>
          </a:p>
        </p:txBody>
      </p:sp>
      <p:sp>
        <p:nvSpPr>
          <p:cNvPr id="637" name="Google Shape;637;p40"/>
          <p:cNvSpPr txBox="1">
            <a:spLocks noGrp="1"/>
          </p:cNvSpPr>
          <p:nvPr>
            <p:ph type="title" idx="9"/>
          </p:nvPr>
        </p:nvSpPr>
        <p:spPr>
          <a:xfrm>
            <a:off x="720124" y="1434000"/>
            <a:ext cx="1498200" cy="646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01</a:t>
            </a:r>
            <a:endParaRPr dirty="0"/>
          </a:p>
        </p:txBody>
      </p:sp>
      <p:sp>
        <p:nvSpPr>
          <p:cNvPr id="638" name="Google Shape;638;p40"/>
          <p:cNvSpPr txBox="1">
            <a:spLocks noGrp="1"/>
          </p:cNvSpPr>
          <p:nvPr>
            <p:ph type="title" idx="13"/>
          </p:nvPr>
        </p:nvSpPr>
        <p:spPr>
          <a:xfrm>
            <a:off x="720124" y="3089213"/>
            <a:ext cx="1498200" cy="646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03</a:t>
            </a:r>
            <a:endParaRPr dirty="0"/>
          </a:p>
        </p:txBody>
      </p:sp>
      <p:sp>
        <p:nvSpPr>
          <p:cNvPr id="639" name="Google Shape;639;p40"/>
          <p:cNvSpPr txBox="1">
            <a:spLocks noGrp="1"/>
          </p:cNvSpPr>
          <p:nvPr>
            <p:ph type="title" idx="14"/>
          </p:nvPr>
        </p:nvSpPr>
        <p:spPr>
          <a:xfrm>
            <a:off x="3866400" y="1434000"/>
            <a:ext cx="1498200" cy="646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02</a:t>
            </a:r>
            <a:endParaRPr/>
          </a:p>
        </p:txBody>
      </p:sp>
      <p:sp>
        <p:nvSpPr>
          <p:cNvPr id="640" name="Google Shape;640;p40"/>
          <p:cNvSpPr txBox="1">
            <a:spLocks noGrp="1"/>
          </p:cNvSpPr>
          <p:nvPr>
            <p:ph type="title" idx="15"/>
          </p:nvPr>
        </p:nvSpPr>
        <p:spPr>
          <a:xfrm>
            <a:off x="3866400" y="3089213"/>
            <a:ext cx="1498200" cy="646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04</a:t>
            </a:r>
            <a:endParaRPr/>
          </a:p>
        </p:txBody>
      </p:sp>
      <p:grpSp>
        <p:nvGrpSpPr>
          <p:cNvPr id="641" name="Google Shape;641;p40"/>
          <p:cNvGrpSpPr/>
          <p:nvPr/>
        </p:nvGrpSpPr>
        <p:grpSpPr>
          <a:xfrm flipH="1">
            <a:off x="6702732" y="908722"/>
            <a:ext cx="2295532" cy="4990074"/>
            <a:chOff x="7583975" y="1255950"/>
            <a:chExt cx="927825" cy="2016925"/>
          </a:xfrm>
        </p:grpSpPr>
        <p:sp>
          <p:nvSpPr>
            <p:cNvPr id="642" name="Google Shape;642;p40"/>
            <p:cNvSpPr/>
            <p:nvPr/>
          </p:nvSpPr>
          <p:spPr>
            <a:xfrm>
              <a:off x="7672075" y="1255950"/>
              <a:ext cx="640000" cy="639975"/>
            </a:xfrm>
            <a:custGeom>
              <a:avLst/>
              <a:gdLst/>
              <a:ahLst/>
              <a:cxnLst/>
              <a:rect l="l" t="t" r="r" b="b"/>
              <a:pathLst>
                <a:path w="25600" h="25599" extrusionOk="0">
                  <a:moveTo>
                    <a:pt x="12800" y="0"/>
                  </a:moveTo>
                  <a:cubicBezTo>
                    <a:pt x="11693" y="0"/>
                    <a:pt x="10740" y="1024"/>
                    <a:pt x="9716" y="1298"/>
                  </a:cubicBezTo>
                  <a:cubicBezTo>
                    <a:pt x="9339" y="1401"/>
                    <a:pt x="8924" y="1414"/>
                    <a:pt x="8504" y="1414"/>
                  </a:cubicBezTo>
                  <a:cubicBezTo>
                    <a:pt x="8355" y="1414"/>
                    <a:pt x="8206" y="1412"/>
                    <a:pt x="8057" y="1412"/>
                  </a:cubicBezTo>
                  <a:cubicBezTo>
                    <a:pt x="7460" y="1412"/>
                    <a:pt x="6876" y="1440"/>
                    <a:pt x="6406" y="1715"/>
                  </a:cubicBezTo>
                  <a:cubicBezTo>
                    <a:pt x="5466" y="2262"/>
                    <a:pt x="5144" y="3620"/>
                    <a:pt x="4382" y="4382"/>
                  </a:cubicBezTo>
                  <a:cubicBezTo>
                    <a:pt x="3620" y="5144"/>
                    <a:pt x="2263" y="5465"/>
                    <a:pt x="1715" y="6406"/>
                  </a:cubicBezTo>
                  <a:cubicBezTo>
                    <a:pt x="1179" y="7322"/>
                    <a:pt x="1584" y="8668"/>
                    <a:pt x="1298" y="9716"/>
                  </a:cubicBezTo>
                  <a:cubicBezTo>
                    <a:pt x="1025" y="10739"/>
                    <a:pt x="1" y="11692"/>
                    <a:pt x="1" y="12799"/>
                  </a:cubicBezTo>
                  <a:cubicBezTo>
                    <a:pt x="1" y="13907"/>
                    <a:pt x="1025" y="14859"/>
                    <a:pt x="1298" y="15883"/>
                  </a:cubicBezTo>
                  <a:cubicBezTo>
                    <a:pt x="1584" y="16943"/>
                    <a:pt x="1179" y="18276"/>
                    <a:pt x="1715" y="19205"/>
                  </a:cubicBezTo>
                  <a:cubicBezTo>
                    <a:pt x="2263" y="20133"/>
                    <a:pt x="3620" y="20455"/>
                    <a:pt x="4382" y="21217"/>
                  </a:cubicBezTo>
                  <a:cubicBezTo>
                    <a:pt x="5144" y="21979"/>
                    <a:pt x="5466" y="23348"/>
                    <a:pt x="6406" y="23884"/>
                  </a:cubicBezTo>
                  <a:cubicBezTo>
                    <a:pt x="6876" y="24159"/>
                    <a:pt x="7460" y="24186"/>
                    <a:pt x="8057" y="24186"/>
                  </a:cubicBezTo>
                  <a:cubicBezTo>
                    <a:pt x="8206" y="24186"/>
                    <a:pt x="8355" y="24184"/>
                    <a:pt x="8504" y="24184"/>
                  </a:cubicBezTo>
                  <a:cubicBezTo>
                    <a:pt x="8924" y="24184"/>
                    <a:pt x="9339" y="24198"/>
                    <a:pt x="9716" y="24301"/>
                  </a:cubicBezTo>
                  <a:cubicBezTo>
                    <a:pt x="10740" y="24575"/>
                    <a:pt x="11693" y="25598"/>
                    <a:pt x="12800" y="25598"/>
                  </a:cubicBezTo>
                  <a:cubicBezTo>
                    <a:pt x="13907" y="25598"/>
                    <a:pt x="14860" y="24575"/>
                    <a:pt x="15884" y="24301"/>
                  </a:cubicBezTo>
                  <a:cubicBezTo>
                    <a:pt x="16265" y="24198"/>
                    <a:pt x="16681" y="24184"/>
                    <a:pt x="17102" y="24184"/>
                  </a:cubicBezTo>
                  <a:cubicBezTo>
                    <a:pt x="17251" y="24184"/>
                    <a:pt x="17400" y="24186"/>
                    <a:pt x="17548" y="24186"/>
                  </a:cubicBezTo>
                  <a:cubicBezTo>
                    <a:pt x="18146" y="24186"/>
                    <a:pt x="18729" y="24159"/>
                    <a:pt x="19205" y="23884"/>
                  </a:cubicBezTo>
                  <a:cubicBezTo>
                    <a:pt x="20134" y="23336"/>
                    <a:pt x="20456" y="21979"/>
                    <a:pt x="21218" y="21217"/>
                  </a:cubicBezTo>
                  <a:cubicBezTo>
                    <a:pt x="21980" y="20455"/>
                    <a:pt x="23349" y="20133"/>
                    <a:pt x="23885" y="19205"/>
                  </a:cubicBezTo>
                  <a:cubicBezTo>
                    <a:pt x="24420" y="18276"/>
                    <a:pt x="24016" y="16943"/>
                    <a:pt x="24301" y="15883"/>
                  </a:cubicBezTo>
                  <a:cubicBezTo>
                    <a:pt x="24575" y="14859"/>
                    <a:pt x="25599" y="13907"/>
                    <a:pt x="25599" y="12799"/>
                  </a:cubicBezTo>
                  <a:cubicBezTo>
                    <a:pt x="25599" y="11692"/>
                    <a:pt x="24575" y="10739"/>
                    <a:pt x="24301" y="9716"/>
                  </a:cubicBezTo>
                  <a:cubicBezTo>
                    <a:pt x="24016" y="8668"/>
                    <a:pt x="24420" y="7322"/>
                    <a:pt x="23885" y="6406"/>
                  </a:cubicBezTo>
                  <a:cubicBezTo>
                    <a:pt x="23349" y="5465"/>
                    <a:pt x="21980" y="5144"/>
                    <a:pt x="21218" y="4382"/>
                  </a:cubicBezTo>
                  <a:cubicBezTo>
                    <a:pt x="20456" y="3620"/>
                    <a:pt x="20134" y="2262"/>
                    <a:pt x="19205" y="1715"/>
                  </a:cubicBezTo>
                  <a:cubicBezTo>
                    <a:pt x="18729" y="1440"/>
                    <a:pt x="18146" y="1412"/>
                    <a:pt x="17548" y="1412"/>
                  </a:cubicBezTo>
                  <a:cubicBezTo>
                    <a:pt x="17400" y="1412"/>
                    <a:pt x="17251" y="1414"/>
                    <a:pt x="17102" y="1414"/>
                  </a:cubicBezTo>
                  <a:cubicBezTo>
                    <a:pt x="16681" y="1414"/>
                    <a:pt x="16265" y="1401"/>
                    <a:pt x="15884" y="1298"/>
                  </a:cubicBezTo>
                  <a:cubicBezTo>
                    <a:pt x="14860" y="1024"/>
                    <a:pt x="13907" y="0"/>
                    <a:pt x="12800"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40"/>
            <p:cNvSpPr/>
            <p:nvPr/>
          </p:nvSpPr>
          <p:spPr>
            <a:xfrm>
              <a:off x="7638750" y="2322725"/>
              <a:ext cx="129800" cy="117325"/>
            </a:xfrm>
            <a:custGeom>
              <a:avLst/>
              <a:gdLst/>
              <a:ahLst/>
              <a:cxnLst/>
              <a:rect l="l" t="t" r="r" b="b"/>
              <a:pathLst>
                <a:path w="5192" h="4693" extrusionOk="0">
                  <a:moveTo>
                    <a:pt x="3941" y="1"/>
                  </a:moveTo>
                  <a:cubicBezTo>
                    <a:pt x="3929" y="965"/>
                    <a:pt x="3489" y="1918"/>
                    <a:pt x="2786" y="2549"/>
                  </a:cubicBezTo>
                  <a:cubicBezTo>
                    <a:pt x="2146" y="3125"/>
                    <a:pt x="1277" y="3443"/>
                    <a:pt x="418" y="3443"/>
                  </a:cubicBezTo>
                  <a:cubicBezTo>
                    <a:pt x="318" y="3443"/>
                    <a:pt x="218" y="3439"/>
                    <a:pt x="119" y="3430"/>
                  </a:cubicBezTo>
                  <a:lnTo>
                    <a:pt x="0" y="4668"/>
                  </a:lnTo>
                  <a:cubicBezTo>
                    <a:pt x="143" y="4680"/>
                    <a:pt x="298" y="4692"/>
                    <a:pt x="441" y="4692"/>
                  </a:cubicBezTo>
                  <a:cubicBezTo>
                    <a:pt x="1596" y="4692"/>
                    <a:pt x="2762" y="4251"/>
                    <a:pt x="3620" y="3478"/>
                  </a:cubicBezTo>
                  <a:cubicBezTo>
                    <a:pt x="4584" y="2608"/>
                    <a:pt x="5167" y="1323"/>
                    <a:pt x="5191" y="13"/>
                  </a:cubicBezTo>
                  <a:lnTo>
                    <a:pt x="394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40"/>
            <p:cNvSpPr/>
            <p:nvPr/>
          </p:nvSpPr>
          <p:spPr>
            <a:xfrm>
              <a:off x="7696200" y="2309350"/>
              <a:ext cx="95250" cy="105100"/>
            </a:xfrm>
            <a:custGeom>
              <a:avLst/>
              <a:gdLst/>
              <a:ahLst/>
              <a:cxnLst/>
              <a:rect l="l" t="t" r="r" b="b"/>
              <a:pathLst>
                <a:path w="3810" h="4204" extrusionOk="0">
                  <a:moveTo>
                    <a:pt x="2715" y="1072"/>
                  </a:moveTo>
                  <a:cubicBezTo>
                    <a:pt x="2846" y="1072"/>
                    <a:pt x="2988" y="1084"/>
                    <a:pt x="3131" y="1119"/>
                  </a:cubicBezTo>
                  <a:cubicBezTo>
                    <a:pt x="2822" y="1310"/>
                    <a:pt x="2572" y="1643"/>
                    <a:pt x="2369" y="2096"/>
                  </a:cubicBezTo>
                  <a:cubicBezTo>
                    <a:pt x="2322" y="2179"/>
                    <a:pt x="2286" y="2274"/>
                    <a:pt x="2250" y="2358"/>
                  </a:cubicBezTo>
                  <a:cubicBezTo>
                    <a:pt x="2131" y="2655"/>
                    <a:pt x="2012" y="2941"/>
                    <a:pt x="1845" y="3084"/>
                  </a:cubicBezTo>
                  <a:cubicBezTo>
                    <a:pt x="1796" y="3113"/>
                    <a:pt x="1731" y="3135"/>
                    <a:pt x="1663" y="3135"/>
                  </a:cubicBezTo>
                  <a:cubicBezTo>
                    <a:pt x="1649" y="3135"/>
                    <a:pt x="1634" y="3134"/>
                    <a:pt x="1619" y="3132"/>
                  </a:cubicBezTo>
                  <a:cubicBezTo>
                    <a:pt x="1536" y="3132"/>
                    <a:pt x="1417" y="3096"/>
                    <a:pt x="1322" y="2965"/>
                  </a:cubicBezTo>
                  <a:cubicBezTo>
                    <a:pt x="1119" y="2703"/>
                    <a:pt x="1155" y="2322"/>
                    <a:pt x="1250" y="2072"/>
                  </a:cubicBezTo>
                  <a:cubicBezTo>
                    <a:pt x="1488" y="1441"/>
                    <a:pt x="2048" y="1072"/>
                    <a:pt x="2715" y="1072"/>
                  </a:cubicBezTo>
                  <a:close/>
                  <a:moveTo>
                    <a:pt x="2717" y="1"/>
                  </a:moveTo>
                  <a:cubicBezTo>
                    <a:pt x="1613" y="1"/>
                    <a:pt x="644" y="634"/>
                    <a:pt x="250" y="1703"/>
                  </a:cubicBezTo>
                  <a:cubicBezTo>
                    <a:pt x="48" y="2239"/>
                    <a:pt x="0" y="3024"/>
                    <a:pt x="476" y="3620"/>
                  </a:cubicBezTo>
                  <a:cubicBezTo>
                    <a:pt x="738" y="3953"/>
                    <a:pt x="1107" y="4155"/>
                    <a:pt x="1500" y="4203"/>
                  </a:cubicBezTo>
                  <a:lnTo>
                    <a:pt x="1655" y="4203"/>
                  </a:lnTo>
                  <a:cubicBezTo>
                    <a:pt x="1976" y="4203"/>
                    <a:pt x="2286" y="4096"/>
                    <a:pt x="2524" y="3894"/>
                  </a:cubicBezTo>
                  <a:cubicBezTo>
                    <a:pt x="2893" y="3596"/>
                    <a:pt x="3072" y="3155"/>
                    <a:pt x="3239" y="2774"/>
                  </a:cubicBezTo>
                  <a:cubicBezTo>
                    <a:pt x="3274" y="2691"/>
                    <a:pt x="3298" y="2608"/>
                    <a:pt x="3334" y="2536"/>
                  </a:cubicBezTo>
                  <a:cubicBezTo>
                    <a:pt x="3453" y="2298"/>
                    <a:pt x="3620" y="2000"/>
                    <a:pt x="3810" y="1989"/>
                  </a:cubicBezTo>
                  <a:lnTo>
                    <a:pt x="3727" y="917"/>
                  </a:lnTo>
                  <a:cubicBezTo>
                    <a:pt x="3596" y="929"/>
                    <a:pt x="3477" y="953"/>
                    <a:pt x="3358" y="1000"/>
                  </a:cubicBezTo>
                  <a:lnTo>
                    <a:pt x="3631" y="143"/>
                  </a:lnTo>
                  <a:cubicBezTo>
                    <a:pt x="3323" y="47"/>
                    <a:pt x="3015" y="1"/>
                    <a:pt x="27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40"/>
            <p:cNvSpPr/>
            <p:nvPr/>
          </p:nvSpPr>
          <p:spPr>
            <a:xfrm>
              <a:off x="8331975" y="2142725"/>
              <a:ext cx="179825" cy="143125"/>
            </a:xfrm>
            <a:custGeom>
              <a:avLst/>
              <a:gdLst/>
              <a:ahLst/>
              <a:cxnLst/>
              <a:rect l="l" t="t" r="r" b="b"/>
              <a:pathLst>
                <a:path w="7193" h="5725" extrusionOk="0">
                  <a:moveTo>
                    <a:pt x="5852" y="1"/>
                  </a:moveTo>
                  <a:cubicBezTo>
                    <a:pt x="5240" y="1"/>
                    <a:pt x="3346" y="1236"/>
                    <a:pt x="3346" y="1236"/>
                  </a:cubicBezTo>
                  <a:cubicBezTo>
                    <a:pt x="3346" y="1236"/>
                    <a:pt x="4192" y="212"/>
                    <a:pt x="3585" y="117"/>
                  </a:cubicBezTo>
                  <a:cubicBezTo>
                    <a:pt x="3575" y="115"/>
                    <a:pt x="3565" y="115"/>
                    <a:pt x="3555" y="115"/>
                  </a:cubicBezTo>
                  <a:cubicBezTo>
                    <a:pt x="2922" y="115"/>
                    <a:pt x="1239" y="2593"/>
                    <a:pt x="1239" y="2593"/>
                  </a:cubicBezTo>
                  <a:lnTo>
                    <a:pt x="1" y="2641"/>
                  </a:lnTo>
                  <a:cubicBezTo>
                    <a:pt x="203" y="3712"/>
                    <a:pt x="513" y="4736"/>
                    <a:pt x="929" y="5725"/>
                  </a:cubicBezTo>
                  <a:cubicBezTo>
                    <a:pt x="2096" y="5141"/>
                    <a:pt x="2870" y="4665"/>
                    <a:pt x="2870" y="4665"/>
                  </a:cubicBezTo>
                  <a:cubicBezTo>
                    <a:pt x="3882" y="4594"/>
                    <a:pt x="6906" y="3748"/>
                    <a:pt x="6859" y="3308"/>
                  </a:cubicBezTo>
                  <a:cubicBezTo>
                    <a:pt x="6843" y="3116"/>
                    <a:pt x="6476" y="3062"/>
                    <a:pt x="6066" y="3062"/>
                  </a:cubicBezTo>
                  <a:cubicBezTo>
                    <a:pt x="5534" y="3062"/>
                    <a:pt x="4930" y="3153"/>
                    <a:pt x="4930" y="3153"/>
                  </a:cubicBezTo>
                  <a:cubicBezTo>
                    <a:pt x="4930" y="3153"/>
                    <a:pt x="7192" y="2641"/>
                    <a:pt x="7121" y="2212"/>
                  </a:cubicBezTo>
                  <a:cubicBezTo>
                    <a:pt x="7103" y="2104"/>
                    <a:pt x="6939" y="2063"/>
                    <a:pt x="6705" y="2063"/>
                  </a:cubicBezTo>
                  <a:cubicBezTo>
                    <a:pt x="6016" y="2063"/>
                    <a:pt x="4716" y="2415"/>
                    <a:pt x="4716" y="2415"/>
                  </a:cubicBezTo>
                  <a:cubicBezTo>
                    <a:pt x="4716" y="2415"/>
                    <a:pt x="6990" y="1629"/>
                    <a:pt x="6942" y="1224"/>
                  </a:cubicBezTo>
                  <a:cubicBezTo>
                    <a:pt x="6921" y="1075"/>
                    <a:pt x="6781" y="1016"/>
                    <a:pt x="6576" y="1016"/>
                  </a:cubicBezTo>
                  <a:cubicBezTo>
                    <a:pt x="5849" y="1016"/>
                    <a:pt x="4299" y="1748"/>
                    <a:pt x="4299" y="1748"/>
                  </a:cubicBezTo>
                  <a:cubicBezTo>
                    <a:pt x="4299" y="1748"/>
                    <a:pt x="6228" y="533"/>
                    <a:pt x="6025" y="81"/>
                  </a:cubicBezTo>
                  <a:cubicBezTo>
                    <a:pt x="5999" y="25"/>
                    <a:pt x="5938" y="1"/>
                    <a:pt x="5852"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40"/>
            <p:cNvSpPr/>
            <p:nvPr/>
          </p:nvSpPr>
          <p:spPr>
            <a:xfrm>
              <a:off x="7817325" y="2212900"/>
              <a:ext cx="19075" cy="81575"/>
            </a:xfrm>
            <a:custGeom>
              <a:avLst/>
              <a:gdLst/>
              <a:ahLst/>
              <a:cxnLst/>
              <a:rect l="l" t="t" r="r" b="b"/>
              <a:pathLst>
                <a:path w="763" h="3263" extrusionOk="0">
                  <a:moveTo>
                    <a:pt x="763" y="1"/>
                  </a:moveTo>
                  <a:lnTo>
                    <a:pt x="1" y="3263"/>
                  </a:lnTo>
                  <a:cubicBezTo>
                    <a:pt x="441" y="1667"/>
                    <a:pt x="632" y="703"/>
                    <a:pt x="763" y="1"/>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40"/>
            <p:cNvSpPr/>
            <p:nvPr/>
          </p:nvSpPr>
          <p:spPr>
            <a:xfrm>
              <a:off x="7971526" y="1870003"/>
              <a:ext cx="120575" cy="51546"/>
            </a:xfrm>
            <a:custGeom>
              <a:avLst/>
              <a:gdLst/>
              <a:ahLst/>
              <a:cxnLst/>
              <a:rect l="l" t="t" r="r" b="b"/>
              <a:pathLst>
                <a:path w="4823" h="1942" extrusionOk="0">
                  <a:moveTo>
                    <a:pt x="0" y="1"/>
                  </a:moveTo>
                  <a:lnTo>
                    <a:pt x="24" y="1477"/>
                  </a:lnTo>
                  <a:cubicBezTo>
                    <a:pt x="1560" y="1798"/>
                    <a:pt x="3227" y="1834"/>
                    <a:pt x="4822" y="1941"/>
                  </a:cubicBezTo>
                  <a:lnTo>
                    <a:pt x="4727" y="239"/>
                  </a:lnTo>
                  <a:lnTo>
                    <a:pt x="0" y="1"/>
                  </a:ln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40"/>
            <p:cNvSpPr/>
            <p:nvPr/>
          </p:nvSpPr>
          <p:spPr>
            <a:xfrm>
              <a:off x="7750350" y="1906900"/>
              <a:ext cx="412875" cy="428650"/>
            </a:xfrm>
            <a:custGeom>
              <a:avLst/>
              <a:gdLst/>
              <a:ahLst/>
              <a:cxnLst/>
              <a:rect l="l" t="t" r="r" b="b"/>
              <a:pathLst>
                <a:path w="16515" h="17146" extrusionOk="0">
                  <a:moveTo>
                    <a:pt x="3775" y="10836"/>
                  </a:moveTo>
                  <a:lnTo>
                    <a:pt x="3442" y="12241"/>
                  </a:lnTo>
                  <a:cubicBezTo>
                    <a:pt x="3561" y="11645"/>
                    <a:pt x="3632" y="11252"/>
                    <a:pt x="3775" y="10836"/>
                  </a:cubicBezTo>
                  <a:close/>
                  <a:moveTo>
                    <a:pt x="8871" y="1"/>
                  </a:moveTo>
                  <a:lnTo>
                    <a:pt x="8895" y="1239"/>
                  </a:lnTo>
                  <a:lnTo>
                    <a:pt x="6847" y="1418"/>
                  </a:lnTo>
                  <a:cubicBezTo>
                    <a:pt x="6847" y="1418"/>
                    <a:pt x="4180" y="1966"/>
                    <a:pt x="2930" y="3228"/>
                  </a:cubicBezTo>
                  <a:cubicBezTo>
                    <a:pt x="2108" y="4061"/>
                    <a:pt x="2037" y="6014"/>
                    <a:pt x="501" y="11752"/>
                  </a:cubicBezTo>
                  <a:cubicBezTo>
                    <a:pt x="1" y="13122"/>
                    <a:pt x="1275" y="15265"/>
                    <a:pt x="2680" y="15503"/>
                  </a:cubicBezTo>
                  <a:lnTo>
                    <a:pt x="3442" y="12241"/>
                  </a:lnTo>
                  <a:lnTo>
                    <a:pt x="3442" y="12241"/>
                  </a:lnTo>
                  <a:cubicBezTo>
                    <a:pt x="3311" y="12943"/>
                    <a:pt x="3120" y="13907"/>
                    <a:pt x="2680" y="15503"/>
                  </a:cubicBezTo>
                  <a:lnTo>
                    <a:pt x="8645" y="17146"/>
                  </a:lnTo>
                  <a:lnTo>
                    <a:pt x="16229" y="16420"/>
                  </a:lnTo>
                  <a:cubicBezTo>
                    <a:pt x="16515" y="13848"/>
                    <a:pt x="15467" y="4168"/>
                    <a:pt x="15479" y="1608"/>
                  </a:cubicBezTo>
                  <a:cubicBezTo>
                    <a:pt x="14919" y="1465"/>
                    <a:pt x="13705" y="1239"/>
                    <a:pt x="13705" y="1239"/>
                  </a:cubicBezTo>
                  <a:lnTo>
                    <a:pt x="13669" y="465"/>
                  </a:lnTo>
                  <a:cubicBezTo>
                    <a:pt x="12074" y="358"/>
                    <a:pt x="10407" y="322"/>
                    <a:pt x="8871"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40"/>
            <p:cNvSpPr/>
            <p:nvPr/>
          </p:nvSpPr>
          <p:spPr>
            <a:xfrm>
              <a:off x="8061125" y="1957225"/>
              <a:ext cx="305400" cy="428975"/>
            </a:xfrm>
            <a:custGeom>
              <a:avLst/>
              <a:gdLst/>
              <a:ahLst/>
              <a:cxnLst/>
              <a:rect l="l" t="t" r="r" b="b"/>
              <a:pathLst>
                <a:path w="12216" h="17159" extrusionOk="0">
                  <a:moveTo>
                    <a:pt x="2655" y="0"/>
                  </a:moveTo>
                  <a:cubicBezTo>
                    <a:pt x="2119" y="2500"/>
                    <a:pt x="1988" y="4655"/>
                    <a:pt x="1179" y="7120"/>
                  </a:cubicBezTo>
                  <a:lnTo>
                    <a:pt x="2358" y="7203"/>
                  </a:lnTo>
                  <a:cubicBezTo>
                    <a:pt x="1810" y="9061"/>
                    <a:pt x="0" y="16097"/>
                    <a:pt x="3453" y="17038"/>
                  </a:cubicBezTo>
                  <a:cubicBezTo>
                    <a:pt x="3755" y="17121"/>
                    <a:pt x="4071" y="17159"/>
                    <a:pt x="4397" y="17159"/>
                  </a:cubicBezTo>
                  <a:cubicBezTo>
                    <a:pt x="7025" y="17159"/>
                    <a:pt x="10299" y="14674"/>
                    <a:pt x="12216" y="12990"/>
                  </a:cubicBezTo>
                  <a:cubicBezTo>
                    <a:pt x="11573" y="12144"/>
                    <a:pt x="11001" y="11216"/>
                    <a:pt x="10537" y="10239"/>
                  </a:cubicBezTo>
                  <a:lnTo>
                    <a:pt x="6394" y="11478"/>
                  </a:lnTo>
                  <a:cubicBezTo>
                    <a:pt x="6394" y="11478"/>
                    <a:pt x="6501" y="8989"/>
                    <a:pt x="6989" y="5906"/>
                  </a:cubicBezTo>
                  <a:cubicBezTo>
                    <a:pt x="6096" y="2548"/>
                    <a:pt x="3596" y="0"/>
                    <a:pt x="3596" y="0"/>
                  </a:cubicBezTo>
                  <a:cubicBezTo>
                    <a:pt x="3472" y="37"/>
                    <a:pt x="3265" y="58"/>
                    <a:pt x="3073" y="58"/>
                  </a:cubicBezTo>
                  <a:cubicBezTo>
                    <a:pt x="2895" y="58"/>
                    <a:pt x="2730" y="40"/>
                    <a:pt x="2655" y="0"/>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40"/>
            <p:cNvSpPr/>
            <p:nvPr/>
          </p:nvSpPr>
          <p:spPr>
            <a:xfrm>
              <a:off x="8330500" y="2206350"/>
              <a:ext cx="54775" cy="80700"/>
            </a:xfrm>
            <a:custGeom>
              <a:avLst/>
              <a:gdLst/>
              <a:ahLst/>
              <a:cxnLst/>
              <a:rect l="l" t="t" r="r" b="b"/>
              <a:pathLst>
                <a:path w="2191" h="3228" extrusionOk="0">
                  <a:moveTo>
                    <a:pt x="667" y="1"/>
                  </a:moveTo>
                  <a:cubicBezTo>
                    <a:pt x="441" y="24"/>
                    <a:pt x="226" y="48"/>
                    <a:pt x="0" y="84"/>
                  </a:cubicBezTo>
                  <a:cubicBezTo>
                    <a:pt x="619" y="1060"/>
                    <a:pt x="1155" y="2096"/>
                    <a:pt x="1548" y="3227"/>
                  </a:cubicBezTo>
                  <a:cubicBezTo>
                    <a:pt x="1965" y="2715"/>
                    <a:pt x="2191" y="2370"/>
                    <a:pt x="2191" y="2370"/>
                  </a:cubicBezTo>
                  <a:cubicBezTo>
                    <a:pt x="1977" y="1191"/>
                    <a:pt x="667" y="1"/>
                    <a:pt x="6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40"/>
            <p:cNvSpPr/>
            <p:nvPr/>
          </p:nvSpPr>
          <p:spPr>
            <a:xfrm>
              <a:off x="8103075" y="1941150"/>
              <a:ext cx="266150" cy="455475"/>
            </a:xfrm>
            <a:custGeom>
              <a:avLst/>
              <a:gdLst/>
              <a:ahLst/>
              <a:cxnLst/>
              <a:rect l="l" t="t" r="r" b="b"/>
              <a:pathLst>
                <a:path w="10646" h="18219" extrusionOk="0">
                  <a:moveTo>
                    <a:pt x="1025" y="0"/>
                  </a:moveTo>
                  <a:cubicBezTo>
                    <a:pt x="1025" y="0"/>
                    <a:pt x="1" y="13609"/>
                    <a:pt x="13" y="15859"/>
                  </a:cubicBezTo>
                  <a:cubicBezTo>
                    <a:pt x="30" y="17481"/>
                    <a:pt x="158" y="18219"/>
                    <a:pt x="1798" y="18219"/>
                  </a:cubicBezTo>
                  <a:cubicBezTo>
                    <a:pt x="2433" y="18219"/>
                    <a:pt x="3296" y="18108"/>
                    <a:pt x="4466" y="17895"/>
                  </a:cubicBezTo>
                  <a:cubicBezTo>
                    <a:pt x="7442" y="17348"/>
                    <a:pt x="9633" y="15097"/>
                    <a:pt x="10645" y="13835"/>
                  </a:cubicBezTo>
                  <a:cubicBezTo>
                    <a:pt x="10252" y="12704"/>
                    <a:pt x="9728" y="11668"/>
                    <a:pt x="9097" y="10692"/>
                  </a:cubicBezTo>
                  <a:cubicBezTo>
                    <a:pt x="6776" y="11013"/>
                    <a:pt x="4716" y="12121"/>
                    <a:pt x="4716" y="12121"/>
                  </a:cubicBezTo>
                  <a:cubicBezTo>
                    <a:pt x="5430" y="9644"/>
                    <a:pt x="5621" y="7692"/>
                    <a:pt x="5525" y="6144"/>
                  </a:cubicBezTo>
                  <a:cubicBezTo>
                    <a:pt x="5240" y="1572"/>
                    <a:pt x="1025" y="0"/>
                    <a:pt x="10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40"/>
            <p:cNvSpPr/>
            <p:nvPr/>
          </p:nvSpPr>
          <p:spPr>
            <a:xfrm>
              <a:off x="8012225" y="3069550"/>
              <a:ext cx="265000" cy="183800"/>
            </a:xfrm>
            <a:custGeom>
              <a:avLst/>
              <a:gdLst/>
              <a:ahLst/>
              <a:cxnLst/>
              <a:rect l="l" t="t" r="r" b="b"/>
              <a:pathLst>
                <a:path w="10600" h="7352" extrusionOk="0">
                  <a:moveTo>
                    <a:pt x="694" y="1"/>
                  </a:moveTo>
                  <a:lnTo>
                    <a:pt x="861" y="4358"/>
                  </a:lnTo>
                  <a:cubicBezTo>
                    <a:pt x="1" y="6700"/>
                    <a:pt x="1438" y="7116"/>
                    <a:pt x="2567" y="7116"/>
                  </a:cubicBezTo>
                  <a:cubicBezTo>
                    <a:pt x="3189" y="7116"/>
                    <a:pt x="3718" y="6990"/>
                    <a:pt x="3718" y="6990"/>
                  </a:cubicBezTo>
                  <a:cubicBezTo>
                    <a:pt x="3718" y="6990"/>
                    <a:pt x="6370" y="7351"/>
                    <a:pt x="8373" y="7351"/>
                  </a:cubicBezTo>
                  <a:cubicBezTo>
                    <a:pt x="9580" y="7351"/>
                    <a:pt x="10551" y="7220"/>
                    <a:pt x="10564" y="6799"/>
                  </a:cubicBezTo>
                  <a:cubicBezTo>
                    <a:pt x="10600" y="5680"/>
                    <a:pt x="4695" y="3477"/>
                    <a:pt x="4695" y="3477"/>
                  </a:cubicBezTo>
                  <a:cubicBezTo>
                    <a:pt x="4837" y="2561"/>
                    <a:pt x="4968" y="1477"/>
                    <a:pt x="5087" y="263"/>
                  </a:cubicBezTo>
                  <a:cubicBezTo>
                    <a:pt x="3623" y="120"/>
                    <a:pt x="2158" y="60"/>
                    <a:pt x="694"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40"/>
            <p:cNvSpPr/>
            <p:nvPr/>
          </p:nvSpPr>
          <p:spPr>
            <a:xfrm>
              <a:off x="8008124" y="2470459"/>
              <a:ext cx="153625" cy="615018"/>
            </a:xfrm>
            <a:custGeom>
              <a:avLst/>
              <a:gdLst/>
              <a:ahLst/>
              <a:cxnLst/>
              <a:rect l="l" t="t" r="r" b="b"/>
              <a:pathLst>
                <a:path w="6145" h="24230" extrusionOk="0">
                  <a:moveTo>
                    <a:pt x="6144" y="0"/>
                  </a:moveTo>
                  <a:lnTo>
                    <a:pt x="1" y="1786"/>
                  </a:lnTo>
                  <a:lnTo>
                    <a:pt x="858" y="23968"/>
                  </a:lnTo>
                  <a:cubicBezTo>
                    <a:pt x="2322" y="24027"/>
                    <a:pt x="3787" y="24087"/>
                    <a:pt x="5251" y="24230"/>
                  </a:cubicBezTo>
                  <a:cubicBezTo>
                    <a:pt x="6085" y="15372"/>
                    <a:pt x="6144" y="1"/>
                    <a:pt x="6144" y="0"/>
                  </a:cubicBez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40"/>
            <p:cNvSpPr/>
            <p:nvPr/>
          </p:nvSpPr>
          <p:spPr>
            <a:xfrm>
              <a:off x="7765329" y="2465179"/>
              <a:ext cx="206525" cy="606109"/>
            </a:xfrm>
            <a:custGeom>
              <a:avLst/>
              <a:gdLst/>
              <a:ahLst/>
              <a:cxnLst/>
              <a:rect l="l" t="t" r="r" b="b"/>
              <a:pathLst>
                <a:path w="8261" h="23879" extrusionOk="0">
                  <a:moveTo>
                    <a:pt x="2288" y="0"/>
                  </a:moveTo>
                  <a:cubicBezTo>
                    <a:pt x="991" y="0"/>
                    <a:pt x="1" y="254"/>
                    <a:pt x="9" y="1030"/>
                  </a:cubicBezTo>
                  <a:cubicBezTo>
                    <a:pt x="81" y="9793"/>
                    <a:pt x="343" y="17901"/>
                    <a:pt x="557" y="23152"/>
                  </a:cubicBezTo>
                  <a:cubicBezTo>
                    <a:pt x="1890" y="23497"/>
                    <a:pt x="3283" y="23723"/>
                    <a:pt x="4724" y="23819"/>
                  </a:cubicBezTo>
                  <a:cubicBezTo>
                    <a:pt x="4915" y="23830"/>
                    <a:pt x="5117" y="23854"/>
                    <a:pt x="5319" y="23878"/>
                  </a:cubicBezTo>
                  <a:cubicBezTo>
                    <a:pt x="6570" y="14901"/>
                    <a:pt x="8260" y="899"/>
                    <a:pt x="8260" y="899"/>
                  </a:cubicBezTo>
                  <a:cubicBezTo>
                    <a:pt x="8260" y="899"/>
                    <a:pt x="4730" y="0"/>
                    <a:pt x="2288" y="0"/>
                  </a:cubicBez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40"/>
            <p:cNvSpPr/>
            <p:nvPr/>
          </p:nvSpPr>
          <p:spPr>
            <a:xfrm>
              <a:off x="7764475" y="3043950"/>
              <a:ext cx="260050" cy="225425"/>
            </a:xfrm>
            <a:custGeom>
              <a:avLst/>
              <a:gdLst/>
              <a:ahLst/>
              <a:cxnLst/>
              <a:rect l="l" t="t" r="r" b="b"/>
              <a:pathLst>
                <a:path w="10402" h="9017" extrusionOk="0">
                  <a:moveTo>
                    <a:pt x="591" y="1"/>
                  </a:moveTo>
                  <a:lnTo>
                    <a:pt x="591" y="1"/>
                  </a:lnTo>
                  <a:cubicBezTo>
                    <a:pt x="734" y="3763"/>
                    <a:pt x="853" y="6061"/>
                    <a:pt x="853" y="6061"/>
                  </a:cubicBezTo>
                  <a:cubicBezTo>
                    <a:pt x="1" y="8403"/>
                    <a:pt x="1436" y="8818"/>
                    <a:pt x="2562" y="8818"/>
                  </a:cubicBezTo>
                  <a:cubicBezTo>
                    <a:pt x="3183" y="8818"/>
                    <a:pt x="3710" y="8692"/>
                    <a:pt x="3710" y="8692"/>
                  </a:cubicBezTo>
                  <a:cubicBezTo>
                    <a:pt x="3710" y="8692"/>
                    <a:pt x="6181" y="9017"/>
                    <a:pt x="8111" y="9017"/>
                  </a:cubicBezTo>
                  <a:cubicBezTo>
                    <a:pt x="9341" y="9017"/>
                    <a:pt x="10352" y="8885"/>
                    <a:pt x="10366" y="8454"/>
                  </a:cubicBezTo>
                  <a:cubicBezTo>
                    <a:pt x="10402" y="7335"/>
                    <a:pt x="4687" y="5168"/>
                    <a:pt x="4687" y="5168"/>
                  </a:cubicBezTo>
                  <a:cubicBezTo>
                    <a:pt x="4889" y="3966"/>
                    <a:pt x="5103" y="2430"/>
                    <a:pt x="5353" y="727"/>
                  </a:cubicBezTo>
                  <a:cubicBezTo>
                    <a:pt x="5151" y="703"/>
                    <a:pt x="4949" y="679"/>
                    <a:pt x="4758" y="668"/>
                  </a:cubicBezTo>
                  <a:cubicBezTo>
                    <a:pt x="3317" y="572"/>
                    <a:pt x="1924" y="346"/>
                    <a:pt x="591"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40"/>
            <p:cNvSpPr/>
            <p:nvPr/>
          </p:nvSpPr>
          <p:spPr>
            <a:xfrm>
              <a:off x="7583975" y="2291175"/>
              <a:ext cx="682550" cy="712650"/>
            </a:xfrm>
            <a:custGeom>
              <a:avLst/>
              <a:gdLst/>
              <a:ahLst/>
              <a:cxnLst/>
              <a:rect l="l" t="t" r="r" b="b"/>
              <a:pathLst>
                <a:path w="27302" h="28506" extrusionOk="0">
                  <a:moveTo>
                    <a:pt x="9335" y="1"/>
                  </a:moveTo>
                  <a:cubicBezTo>
                    <a:pt x="9037" y="477"/>
                    <a:pt x="0" y="2025"/>
                    <a:pt x="2143" y="26052"/>
                  </a:cubicBezTo>
                  <a:cubicBezTo>
                    <a:pt x="5813" y="28005"/>
                    <a:pt x="11563" y="28505"/>
                    <a:pt x="16487" y="28505"/>
                  </a:cubicBezTo>
                  <a:cubicBezTo>
                    <a:pt x="21645" y="28505"/>
                    <a:pt x="25896" y="27957"/>
                    <a:pt x="25896" y="27957"/>
                  </a:cubicBezTo>
                  <a:cubicBezTo>
                    <a:pt x="27301" y="7168"/>
                    <a:pt x="23134" y="1680"/>
                    <a:pt x="22884" y="930"/>
                  </a:cubicBezTo>
                  <a:cubicBezTo>
                    <a:pt x="21436" y="1008"/>
                    <a:pt x="19946" y="1067"/>
                    <a:pt x="18442" y="1067"/>
                  </a:cubicBezTo>
                  <a:cubicBezTo>
                    <a:pt x="15385" y="1067"/>
                    <a:pt x="12272" y="823"/>
                    <a:pt x="933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40"/>
            <p:cNvSpPr/>
            <p:nvPr/>
          </p:nvSpPr>
          <p:spPr>
            <a:xfrm>
              <a:off x="7782200" y="3241300"/>
              <a:ext cx="242025" cy="31575"/>
            </a:xfrm>
            <a:custGeom>
              <a:avLst/>
              <a:gdLst/>
              <a:ahLst/>
              <a:cxnLst/>
              <a:rect l="l" t="t" r="r" b="b"/>
              <a:pathLst>
                <a:path w="9681" h="1263" extrusionOk="0">
                  <a:moveTo>
                    <a:pt x="1" y="1"/>
                  </a:moveTo>
                  <a:cubicBezTo>
                    <a:pt x="13" y="251"/>
                    <a:pt x="37" y="501"/>
                    <a:pt x="84" y="774"/>
                  </a:cubicBezTo>
                  <a:cubicBezTo>
                    <a:pt x="84" y="774"/>
                    <a:pt x="1430" y="1263"/>
                    <a:pt x="5061" y="1263"/>
                  </a:cubicBezTo>
                  <a:cubicBezTo>
                    <a:pt x="9133" y="1263"/>
                    <a:pt x="9657" y="703"/>
                    <a:pt x="9657" y="703"/>
                  </a:cubicBezTo>
                  <a:cubicBezTo>
                    <a:pt x="9657" y="703"/>
                    <a:pt x="9681" y="501"/>
                    <a:pt x="9597" y="191"/>
                  </a:cubicBezTo>
                  <a:cubicBezTo>
                    <a:pt x="7972" y="523"/>
                    <a:pt x="6469" y="647"/>
                    <a:pt x="5130" y="647"/>
                  </a:cubicBezTo>
                  <a:cubicBezTo>
                    <a:pt x="2909" y="647"/>
                    <a:pt x="1137" y="305"/>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40"/>
            <p:cNvSpPr/>
            <p:nvPr/>
          </p:nvSpPr>
          <p:spPr>
            <a:xfrm>
              <a:off x="7864075" y="3181475"/>
              <a:ext cx="158075" cy="84225"/>
            </a:xfrm>
            <a:custGeom>
              <a:avLst/>
              <a:gdLst/>
              <a:ahLst/>
              <a:cxnLst/>
              <a:rect l="l" t="t" r="r" b="b"/>
              <a:pathLst>
                <a:path w="6323" h="3369" extrusionOk="0">
                  <a:moveTo>
                    <a:pt x="1548" y="0"/>
                  </a:moveTo>
                  <a:cubicBezTo>
                    <a:pt x="655" y="881"/>
                    <a:pt x="0" y="3227"/>
                    <a:pt x="0" y="3227"/>
                  </a:cubicBezTo>
                  <a:lnTo>
                    <a:pt x="1346" y="3275"/>
                  </a:lnTo>
                  <a:cubicBezTo>
                    <a:pt x="2304" y="3336"/>
                    <a:pt x="3108" y="3368"/>
                    <a:pt x="3771" y="3368"/>
                  </a:cubicBezTo>
                  <a:cubicBezTo>
                    <a:pt x="5561" y="3368"/>
                    <a:pt x="6322" y="3132"/>
                    <a:pt x="6322" y="2584"/>
                  </a:cubicBezTo>
                  <a:cubicBezTo>
                    <a:pt x="6322" y="1227"/>
                    <a:pt x="1548" y="0"/>
                    <a:pt x="15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40"/>
            <p:cNvSpPr/>
            <p:nvPr/>
          </p:nvSpPr>
          <p:spPr>
            <a:xfrm>
              <a:off x="8028075" y="3222850"/>
              <a:ext cx="248875" cy="34250"/>
            </a:xfrm>
            <a:custGeom>
              <a:avLst/>
              <a:gdLst/>
              <a:ahLst/>
              <a:cxnLst/>
              <a:rect l="l" t="t" r="r" b="b"/>
              <a:pathLst>
                <a:path w="9955" h="1370" extrusionOk="0">
                  <a:moveTo>
                    <a:pt x="0" y="0"/>
                  </a:moveTo>
                  <a:lnTo>
                    <a:pt x="0" y="0"/>
                  </a:lnTo>
                  <a:cubicBezTo>
                    <a:pt x="12" y="250"/>
                    <a:pt x="48" y="500"/>
                    <a:pt x="96" y="774"/>
                  </a:cubicBezTo>
                  <a:cubicBezTo>
                    <a:pt x="96" y="774"/>
                    <a:pt x="1703" y="1370"/>
                    <a:pt x="5346" y="1370"/>
                  </a:cubicBezTo>
                  <a:cubicBezTo>
                    <a:pt x="9406" y="1370"/>
                    <a:pt x="9930" y="810"/>
                    <a:pt x="9930" y="810"/>
                  </a:cubicBezTo>
                  <a:cubicBezTo>
                    <a:pt x="9930" y="810"/>
                    <a:pt x="9954" y="608"/>
                    <a:pt x="9871" y="298"/>
                  </a:cubicBezTo>
                  <a:cubicBezTo>
                    <a:pt x="8366" y="606"/>
                    <a:pt x="6933" y="722"/>
                    <a:pt x="5626" y="722"/>
                  </a:cubicBezTo>
                  <a:cubicBezTo>
                    <a:pt x="3190" y="722"/>
                    <a:pt x="1194" y="318"/>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40"/>
            <p:cNvSpPr/>
            <p:nvPr/>
          </p:nvSpPr>
          <p:spPr>
            <a:xfrm>
              <a:off x="8116775" y="3166000"/>
              <a:ext cx="158075" cy="83925"/>
            </a:xfrm>
            <a:custGeom>
              <a:avLst/>
              <a:gdLst/>
              <a:ahLst/>
              <a:cxnLst/>
              <a:rect l="l" t="t" r="r" b="b"/>
              <a:pathLst>
                <a:path w="6323" h="3357" extrusionOk="0">
                  <a:moveTo>
                    <a:pt x="1560" y="0"/>
                  </a:moveTo>
                  <a:cubicBezTo>
                    <a:pt x="655" y="869"/>
                    <a:pt x="1" y="3215"/>
                    <a:pt x="1" y="3215"/>
                  </a:cubicBezTo>
                  <a:lnTo>
                    <a:pt x="1346" y="3263"/>
                  </a:lnTo>
                  <a:cubicBezTo>
                    <a:pt x="2305" y="3324"/>
                    <a:pt x="3108" y="3356"/>
                    <a:pt x="3771" y="3356"/>
                  </a:cubicBezTo>
                  <a:cubicBezTo>
                    <a:pt x="5562" y="3356"/>
                    <a:pt x="6323" y="3119"/>
                    <a:pt x="6323" y="2572"/>
                  </a:cubicBezTo>
                  <a:cubicBezTo>
                    <a:pt x="6323" y="1215"/>
                    <a:pt x="1560" y="0"/>
                    <a:pt x="15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40"/>
            <p:cNvSpPr/>
            <p:nvPr/>
          </p:nvSpPr>
          <p:spPr>
            <a:xfrm>
              <a:off x="7788900" y="1722250"/>
              <a:ext cx="98400" cy="111225"/>
            </a:xfrm>
            <a:custGeom>
              <a:avLst/>
              <a:gdLst/>
              <a:ahLst/>
              <a:cxnLst/>
              <a:rect l="l" t="t" r="r" b="b"/>
              <a:pathLst>
                <a:path w="3936" h="4449" extrusionOk="0">
                  <a:moveTo>
                    <a:pt x="1985" y="1"/>
                  </a:moveTo>
                  <a:cubicBezTo>
                    <a:pt x="1144" y="1"/>
                    <a:pt x="0" y="336"/>
                    <a:pt x="31" y="2172"/>
                  </a:cubicBezTo>
                  <a:cubicBezTo>
                    <a:pt x="50" y="3749"/>
                    <a:pt x="968" y="4449"/>
                    <a:pt x="1932" y="4449"/>
                  </a:cubicBezTo>
                  <a:cubicBezTo>
                    <a:pt x="2730" y="4449"/>
                    <a:pt x="3559" y="3970"/>
                    <a:pt x="3936" y="3113"/>
                  </a:cubicBezTo>
                  <a:lnTo>
                    <a:pt x="2852" y="112"/>
                  </a:lnTo>
                  <a:cubicBezTo>
                    <a:pt x="2852" y="112"/>
                    <a:pt x="2469" y="1"/>
                    <a:pt x="1985"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40"/>
            <p:cNvSpPr/>
            <p:nvPr/>
          </p:nvSpPr>
          <p:spPr>
            <a:xfrm>
              <a:off x="7803050" y="1448375"/>
              <a:ext cx="427450" cy="450325"/>
            </a:xfrm>
            <a:custGeom>
              <a:avLst/>
              <a:gdLst/>
              <a:ahLst/>
              <a:cxnLst/>
              <a:rect l="l" t="t" r="r" b="b"/>
              <a:pathLst>
                <a:path w="17098" h="18013" extrusionOk="0">
                  <a:moveTo>
                    <a:pt x="10562" y="1"/>
                  </a:moveTo>
                  <a:cubicBezTo>
                    <a:pt x="8903" y="1"/>
                    <a:pt x="7060" y="370"/>
                    <a:pt x="5227" y="947"/>
                  </a:cubicBezTo>
                  <a:cubicBezTo>
                    <a:pt x="548" y="2423"/>
                    <a:pt x="0" y="6781"/>
                    <a:pt x="1512" y="11948"/>
                  </a:cubicBezTo>
                  <a:cubicBezTo>
                    <a:pt x="2806" y="16378"/>
                    <a:pt x="4988" y="18012"/>
                    <a:pt x="8714" y="18012"/>
                  </a:cubicBezTo>
                  <a:cubicBezTo>
                    <a:pt x="9344" y="18012"/>
                    <a:pt x="10018" y="17965"/>
                    <a:pt x="10740" y="17878"/>
                  </a:cubicBezTo>
                  <a:cubicBezTo>
                    <a:pt x="15609" y="17294"/>
                    <a:pt x="17098" y="13996"/>
                    <a:pt x="16883" y="10734"/>
                  </a:cubicBezTo>
                  <a:cubicBezTo>
                    <a:pt x="16621" y="6710"/>
                    <a:pt x="16240" y="3316"/>
                    <a:pt x="16240" y="3316"/>
                  </a:cubicBezTo>
                  <a:cubicBezTo>
                    <a:pt x="15290" y="900"/>
                    <a:pt x="13150" y="1"/>
                    <a:pt x="10562"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40"/>
            <p:cNvSpPr/>
            <p:nvPr/>
          </p:nvSpPr>
          <p:spPr>
            <a:xfrm>
              <a:off x="8029275" y="1758800"/>
              <a:ext cx="46750" cy="20750"/>
            </a:xfrm>
            <a:custGeom>
              <a:avLst/>
              <a:gdLst/>
              <a:ahLst/>
              <a:cxnLst/>
              <a:rect l="l" t="t" r="r" b="b"/>
              <a:pathLst>
                <a:path w="1870" h="830" extrusionOk="0">
                  <a:moveTo>
                    <a:pt x="81" y="0"/>
                  </a:moveTo>
                  <a:cubicBezTo>
                    <a:pt x="68" y="0"/>
                    <a:pt x="56" y="3"/>
                    <a:pt x="48" y="8"/>
                  </a:cubicBezTo>
                  <a:cubicBezTo>
                    <a:pt x="12" y="19"/>
                    <a:pt x="0" y="67"/>
                    <a:pt x="24" y="91"/>
                  </a:cubicBezTo>
                  <a:cubicBezTo>
                    <a:pt x="345" y="686"/>
                    <a:pt x="822" y="829"/>
                    <a:pt x="1191" y="829"/>
                  </a:cubicBezTo>
                  <a:cubicBezTo>
                    <a:pt x="1548" y="829"/>
                    <a:pt x="1810" y="710"/>
                    <a:pt x="1822" y="698"/>
                  </a:cubicBezTo>
                  <a:cubicBezTo>
                    <a:pt x="1857" y="686"/>
                    <a:pt x="1869" y="651"/>
                    <a:pt x="1846" y="615"/>
                  </a:cubicBezTo>
                  <a:cubicBezTo>
                    <a:pt x="1837" y="597"/>
                    <a:pt x="1815" y="586"/>
                    <a:pt x="1790" y="586"/>
                  </a:cubicBezTo>
                  <a:cubicBezTo>
                    <a:pt x="1781" y="586"/>
                    <a:pt x="1772" y="588"/>
                    <a:pt x="1762" y="591"/>
                  </a:cubicBezTo>
                  <a:cubicBezTo>
                    <a:pt x="1745" y="597"/>
                    <a:pt x="1504" y="705"/>
                    <a:pt x="1194" y="705"/>
                  </a:cubicBezTo>
                  <a:cubicBezTo>
                    <a:pt x="854" y="705"/>
                    <a:pt x="430" y="574"/>
                    <a:pt x="131" y="31"/>
                  </a:cubicBezTo>
                  <a:cubicBezTo>
                    <a:pt x="124" y="9"/>
                    <a:pt x="102" y="0"/>
                    <a:pt x="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40"/>
            <p:cNvSpPr/>
            <p:nvPr/>
          </p:nvSpPr>
          <p:spPr>
            <a:xfrm>
              <a:off x="7887875" y="1614275"/>
              <a:ext cx="88425" cy="65550"/>
            </a:xfrm>
            <a:custGeom>
              <a:avLst/>
              <a:gdLst/>
              <a:ahLst/>
              <a:cxnLst/>
              <a:rect l="l" t="t" r="r" b="b"/>
              <a:pathLst>
                <a:path w="3537" h="2622" extrusionOk="0">
                  <a:moveTo>
                    <a:pt x="2760" y="0"/>
                  </a:moveTo>
                  <a:cubicBezTo>
                    <a:pt x="2443" y="0"/>
                    <a:pt x="1981" y="200"/>
                    <a:pt x="1287" y="740"/>
                  </a:cubicBezTo>
                  <a:cubicBezTo>
                    <a:pt x="1" y="1740"/>
                    <a:pt x="679" y="2431"/>
                    <a:pt x="679" y="2431"/>
                  </a:cubicBezTo>
                  <a:cubicBezTo>
                    <a:pt x="805" y="2561"/>
                    <a:pt x="955" y="2622"/>
                    <a:pt x="1131" y="2622"/>
                  </a:cubicBezTo>
                  <a:cubicBezTo>
                    <a:pt x="1486" y="2622"/>
                    <a:pt x="1947" y="2373"/>
                    <a:pt x="2537" y="1943"/>
                  </a:cubicBezTo>
                  <a:cubicBezTo>
                    <a:pt x="3263" y="1395"/>
                    <a:pt x="3537" y="752"/>
                    <a:pt x="3311" y="347"/>
                  </a:cubicBezTo>
                  <a:cubicBezTo>
                    <a:pt x="3196" y="145"/>
                    <a:pt x="3030" y="0"/>
                    <a:pt x="2760"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40"/>
            <p:cNvSpPr/>
            <p:nvPr/>
          </p:nvSpPr>
          <p:spPr>
            <a:xfrm>
              <a:off x="8099800" y="1592800"/>
              <a:ext cx="91700" cy="51550"/>
            </a:xfrm>
            <a:custGeom>
              <a:avLst/>
              <a:gdLst/>
              <a:ahLst/>
              <a:cxnLst/>
              <a:rect l="l" t="t" r="r" b="b"/>
              <a:pathLst>
                <a:path w="3668" h="2062" extrusionOk="0">
                  <a:moveTo>
                    <a:pt x="850" y="1"/>
                  </a:moveTo>
                  <a:cubicBezTo>
                    <a:pt x="330" y="1"/>
                    <a:pt x="145" y="246"/>
                    <a:pt x="84" y="563"/>
                  </a:cubicBezTo>
                  <a:cubicBezTo>
                    <a:pt x="1" y="1016"/>
                    <a:pt x="465" y="1540"/>
                    <a:pt x="1322" y="1814"/>
                  </a:cubicBezTo>
                  <a:cubicBezTo>
                    <a:pt x="1816" y="1971"/>
                    <a:pt x="2220" y="2062"/>
                    <a:pt x="2533" y="2062"/>
                  </a:cubicBezTo>
                  <a:cubicBezTo>
                    <a:pt x="2884" y="2062"/>
                    <a:pt x="3120" y="1947"/>
                    <a:pt x="3239" y="1683"/>
                  </a:cubicBezTo>
                  <a:cubicBezTo>
                    <a:pt x="3239" y="1683"/>
                    <a:pt x="3668" y="814"/>
                    <a:pt x="2120" y="278"/>
                  </a:cubicBezTo>
                  <a:cubicBezTo>
                    <a:pt x="1559" y="82"/>
                    <a:pt x="1149" y="1"/>
                    <a:pt x="850"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40"/>
            <p:cNvSpPr/>
            <p:nvPr/>
          </p:nvSpPr>
          <p:spPr>
            <a:xfrm>
              <a:off x="7799775" y="1743300"/>
              <a:ext cx="78300" cy="60650"/>
            </a:xfrm>
            <a:custGeom>
              <a:avLst/>
              <a:gdLst/>
              <a:ahLst/>
              <a:cxnLst/>
              <a:rect l="l" t="t" r="r" b="b"/>
              <a:pathLst>
                <a:path w="3132" h="2426" extrusionOk="0">
                  <a:moveTo>
                    <a:pt x="1266" y="0"/>
                  </a:moveTo>
                  <a:cubicBezTo>
                    <a:pt x="1156" y="0"/>
                    <a:pt x="1047" y="15"/>
                    <a:pt x="941" y="44"/>
                  </a:cubicBezTo>
                  <a:cubicBezTo>
                    <a:pt x="346" y="223"/>
                    <a:pt x="36" y="794"/>
                    <a:pt x="24" y="818"/>
                  </a:cubicBezTo>
                  <a:cubicBezTo>
                    <a:pt x="0" y="842"/>
                    <a:pt x="12" y="878"/>
                    <a:pt x="48" y="890"/>
                  </a:cubicBezTo>
                  <a:cubicBezTo>
                    <a:pt x="56" y="898"/>
                    <a:pt x="66" y="902"/>
                    <a:pt x="76" y="902"/>
                  </a:cubicBezTo>
                  <a:cubicBezTo>
                    <a:pt x="94" y="902"/>
                    <a:pt x="112" y="889"/>
                    <a:pt x="119" y="866"/>
                  </a:cubicBezTo>
                  <a:cubicBezTo>
                    <a:pt x="119" y="866"/>
                    <a:pt x="429" y="318"/>
                    <a:pt x="965" y="151"/>
                  </a:cubicBezTo>
                  <a:cubicBezTo>
                    <a:pt x="1059" y="127"/>
                    <a:pt x="1154" y="115"/>
                    <a:pt x="1252" y="115"/>
                  </a:cubicBezTo>
                  <a:cubicBezTo>
                    <a:pt x="1488" y="115"/>
                    <a:pt x="1732" y="187"/>
                    <a:pt x="1977" y="330"/>
                  </a:cubicBezTo>
                  <a:cubicBezTo>
                    <a:pt x="2989" y="901"/>
                    <a:pt x="2465" y="2330"/>
                    <a:pt x="2465" y="2342"/>
                  </a:cubicBezTo>
                  <a:cubicBezTo>
                    <a:pt x="2453" y="2378"/>
                    <a:pt x="2465" y="2414"/>
                    <a:pt x="2489" y="2425"/>
                  </a:cubicBezTo>
                  <a:lnTo>
                    <a:pt x="2513" y="2425"/>
                  </a:lnTo>
                  <a:cubicBezTo>
                    <a:pt x="2536" y="2425"/>
                    <a:pt x="2560" y="2414"/>
                    <a:pt x="2572" y="2390"/>
                  </a:cubicBezTo>
                  <a:cubicBezTo>
                    <a:pt x="2572" y="2378"/>
                    <a:pt x="3132" y="854"/>
                    <a:pt x="2036" y="223"/>
                  </a:cubicBezTo>
                  <a:cubicBezTo>
                    <a:pt x="1773" y="74"/>
                    <a:pt x="1515" y="0"/>
                    <a:pt x="1266" y="0"/>
                  </a:cubicBezTo>
                  <a:close/>
                </a:path>
              </a:pathLst>
            </a:custGeom>
            <a:solidFill>
              <a:srgbClr val="6C48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40"/>
            <p:cNvSpPr/>
            <p:nvPr/>
          </p:nvSpPr>
          <p:spPr>
            <a:xfrm>
              <a:off x="7823575" y="1765900"/>
              <a:ext cx="43800" cy="12150"/>
            </a:xfrm>
            <a:custGeom>
              <a:avLst/>
              <a:gdLst/>
              <a:ahLst/>
              <a:cxnLst/>
              <a:rect l="l" t="t" r="r" b="b"/>
              <a:pathLst>
                <a:path w="1752" h="486" extrusionOk="0">
                  <a:moveTo>
                    <a:pt x="1018" y="0"/>
                  </a:moveTo>
                  <a:cubicBezTo>
                    <a:pt x="483" y="0"/>
                    <a:pt x="33" y="378"/>
                    <a:pt x="25" y="378"/>
                  </a:cubicBezTo>
                  <a:cubicBezTo>
                    <a:pt x="1" y="402"/>
                    <a:pt x="1" y="438"/>
                    <a:pt x="25" y="462"/>
                  </a:cubicBezTo>
                  <a:cubicBezTo>
                    <a:pt x="37" y="474"/>
                    <a:pt x="49" y="486"/>
                    <a:pt x="72" y="486"/>
                  </a:cubicBezTo>
                  <a:cubicBezTo>
                    <a:pt x="84" y="486"/>
                    <a:pt x="96" y="486"/>
                    <a:pt x="108" y="474"/>
                  </a:cubicBezTo>
                  <a:cubicBezTo>
                    <a:pt x="108" y="465"/>
                    <a:pt x="521" y="120"/>
                    <a:pt x="1006" y="120"/>
                  </a:cubicBezTo>
                  <a:cubicBezTo>
                    <a:pt x="1214" y="120"/>
                    <a:pt x="1436" y="184"/>
                    <a:pt x="1644" y="367"/>
                  </a:cubicBezTo>
                  <a:cubicBezTo>
                    <a:pt x="1654" y="371"/>
                    <a:pt x="1668" y="374"/>
                    <a:pt x="1682" y="374"/>
                  </a:cubicBezTo>
                  <a:cubicBezTo>
                    <a:pt x="1701" y="374"/>
                    <a:pt x="1720" y="369"/>
                    <a:pt x="1727" y="355"/>
                  </a:cubicBezTo>
                  <a:cubicBezTo>
                    <a:pt x="1751" y="331"/>
                    <a:pt x="1751" y="295"/>
                    <a:pt x="1727" y="271"/>
                  </a:cubicBezTo>
                  <a:cubicBezTo>
                    <a:pt x="1494" y="71"/>
                    <a:pt x="1248" y="0"/>
                    <a:pt x="1018" y="0"/>
                  </a:cubicBezTo>
                  <a:close/>
                </a:path>
              </a:pathLst>
            </a:custGeom>
            <a:solidFill>
              <a:srgbClr val="6C48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40"/>
            <p:cNvSpPr/>
            <p:nvPr/>
          </p:nvSpPr>
          <p:spPr>
            <a:xfrm>
              <a:off x="8027775" y="1596750"/>
              <a:ext cx="61050" cy="146475"/>
            </a:xfrm>
            <a:custGeom>
              <a:avLst/>
              <a:gdLst/>
              <a:ahLst/>
              <a:cxnLst/>
              <a:rect l="l" t="t" r="r" b="b"/>
              <a:pathLst>
                <a:path w="2442" h="5859" extrusionOk="0">
                  <a:moveTo>
                    <a:pt x="72" y="1"/>
                  </a:moveTo>
                  <a:cubicBezTo>
                    <a:pt x="36" y="1"/>
                    <a:pt x="12" y="25"/>
                    <a:pt x="12" y="60"/>
                  </a:cubicBezTo>
                  <a:cubicBezTo>
                    <a:pt x="12" y="441"/>
                    <a:pt x="1" y="3763"/>
                    <a:pt x="298" y="4156"/>
                  </a:cubicBezTo>
                  <a:cubicBezTo>
                    <a:pt x="381" y="4277"/>
                    <a:pt x="514" y="4380"/>
                    <a:pt x="724" y="4380"/>
                  </a:cubicBezTo>
                  <a:cubicBezTo>
                    <a:pt x="907" y="4380"/>
                    <a:pt x="1148" y="4301"/>
                    <a:pt x="1465" y="4085"/>
                  </a:cubicBezTo>
                  <a:cubicBezTo>
                    <a:pt x="1477" y="4073"/>
                    <a:pt x="1489" y="4073"/>
                    <a:pt x="1501" y="4061"/>
                  </a:cubicBezTo>
                  <a:cubicBezTo>
                    <a:pt x="1596" y="4001"/>
                    <a:pt x="1688" y="3971"/>
                    <a:pt x="1775" y="3971"/>
                  </a:cubicBezTo>
                  <a:cubicBezTo>
                    <a:pt x="1861" y="3971"/>
                    <a:pt x="1941" y="4001"/>
                    <a:pt x="2013" y="4061"/>
                  </a:cubicBezTo>
                  <a:cubicBezTo>
                    <a:pt x="2239" y="4263"/>
                    <a:pt x="2322" y="4739"/>
                    <a:pt x="2179" y="5073"/>
                  </a:cubicBezTo>
                  <a:cubicBezTo>
                    <a:pt x="2001" y="5501"/>
                    <a:pt x="1560" y="5751"/>
                    <a:pt x="1548" y="5751"/>
                  </a:cubicBezTo>
                  <a:cubicBezTo>
                    <a:pt x="1525" y="5763"/>
                    <a:pt x="1513" y="5799"/>
                    <a:pt x="1525" y="5823"/>
                  </a:cubicBezTo>
                  <a:cubicBezTo>
                    <a:pt x="1536" y="5847"/>
                    <a:pt x="1560" y="5859"/>
                    <a:pt x="1584" y="5859"/>
                  </a:cubicBezTo>
                  <a:cubicBezTo>
                    <a:pt x="1584" y="5859"/>
                    <a:pt x="1596" y="5859"/>
                    <a:pt x="1608" y="5847"/>
                  </a:cubicBezTo>
                  <a:cubicBezTo>
                    <a:pt x="1620" y="5835"/>
                    <a:pt x="2096" y="5585"/>
                    <a:pt x="2287" y="5120"/>
                  </a:cubicBezTo>
                  <a:cubicBezTo>
                    <a:pt x="2441" y="4739"/>
                    <a:pt x="2346" y="4204"/>
                    <a:pt x="2084" y="3965"/>
                  </a:cubicBezTo>
                  <a:cubicBezTo>
                    <a:pt x="1995" y="3894"/>
                    <a:pt x="1894" y="3858"/>
                    <a:pt x="1784" y="3858"/>
                  </a:cubicBezTo>
                  <a:cubicBezTo>
                    <a:pt x="1673" y="3858"/>
                    <a:pt x="1554" y="3894"/>
                    <a:pt x="1429" y="3965"/>
                  </a:cubicBezTo>
                  <a:cubicBezTo>
                    <a:pt x="1429" y="3965"/>
                    <a:pt x="1417" y="3977"/>
                    <a:pt x="1406" y="3989"/>
                  </a:cubicBezTo>
                  <a:cubicBezTo>
                    <a:pt x="1134" y="4168"/>
                    <a:pt x="907" y="4258"/>
                    <a:pt x="726" y="4258"/>
                  </a:cubicBezTo>
                  <a:cubicBezTo>
                    <a:pt x="581" y="4258"/>
                    <a:pt x="466" y="4201"/>
                    <a:pt x="382" y="4085"/>
                  </a:cubicBezTo>
                  <a:cubicBezTo>
                    <a:pt x="155" y="3775"/>
                    <a:pt x="120" y="1072"/>
                    <a:pt x="132" y="60"/>
                  </a:cubicBezTo>
                  <a:cubicBezTo>
                    <a:pt x="132" y="25"/>
                    <a:pt x="108" y="1"/>
                    <a:pt x="72" y="1"/>
                  </a:cubicBezTo>
                  <a:close/>
                </a:path>
              </a:pathLst>
            </a:custGeom>
            <a:solidFill>
              <a:srgbClr val="6C48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40"/>
            <p:cNvSpPr/>
            <p:nvPr/>
          </p:nvSpPr>
          <p:spPr>
            <a:xfrm>
              <a:off x="7881025" y="1645000"/>
              <a:ext cx="160475" cy="153875"/>
            </a:xfrm>
            <a:custGeom>
              <a:avLst/>
              <a:gdLst/>
              <a:ahLst/>
              <a:cxnLst/>
              <a:rect l="l" t="t" r="r" b="b"/>
              <a:pathLst>
                <a:path w="6419" h="6155" extrusionOk="0">
                  <a:moveTo>
                    <a:pt x="3207" y="168"/>
                  </a:moveTo>
                  <a:cubicBezTo>
                    <a:pt x="4711" y="168"/>
                    <a:pt x="5984" y="1318"/>
                    <a:pt x="6109" y="2833"/>
                  </a:cubicBezTo>
                  <a:cubicBezTo>
                    <a:pt x="6240" y="4441"/>
                    <a:pt x="5049" y="5845"/>
                    <a:pt x="3454" y="5976"/>
                  </a:cubicBezTo>
                  <a:cubicBezTo>
                    <a:pt x="3373" y="5983"/>
                    <a:pt x="3292" y="5986"/>
                    <a:pt x="3212" y="5986"/>
                  </a:cubicBezTo>
                  <a:cubicBezTo>
                    <a:pt x="1708" y="5986"/>
                    <a:pt x="435" y="4836"/>
                    <a:pt x="310" y="3321"/>
                  </a:cubicBezTo>
                  <a:cubicBezTo>
                    <a:pt x="179" y="1714"/>
                    <a:pt x="1370" y="309"/>
                    <a:pt x="2965" y="178"/>
                  </a:cubicBezTo>
                  <a:cubicBezTo>
                    <a:pt x="3047" y="171"/>
                    <a:pt x="3127" y="168"/>
                    <a:pt x="3207" y="168"/>
                  </a:cubicBezTo>
                  <a:close/>
                  <a:moveTo>
                    <a:pt x="3214" y="0"/>
                  </a:moveTo>
                  <a:cubicBezTo>
                    <a:pt x="3128" y="0"/>
                    <a:pt x="3041" y="4"/>
                    <a:pt x="2954" y="11"/>
                  </a:cubicBezTo>
                  <a:cubicBezTo>
                    <a:pt x="1263" y="154"/>
                    <a:pt x="1" y="1643"/>
                    <a:pt x="144" y="3333"/>
                  </a:cubicBezTo>
                  <a:cubicBezTo>
                    <a:pt x="279" y="4936"/>
                    <a:pt x="1624" y="6154"/>
                    <a:pt x="3205" y="6154"/>
                  </a:cubicBezTo>
                  <a:cubicBezTo>
                    <a:pt x="3291" y="6154"/>
                    <a:pt x="3378" y="6151"/>
                    <a:pt x="3466" y="6143"/>
                  </a:cubicBezTo>
                  <a:cubicBezTo>
                    <a:pt x="5156" y="6000"/>
                    <a:pt x="6418" y="4512"/>
                    <a:pt x="6275" y="2821"/>
                  </a:cubicBezTo>
                  <a:cubicBezTo>
                    <a:pt x="6140" y="1218"/>
                    <a:pt x="4795" y="0"/>
                    <a:pt x="32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40"/>
            <p:cNvSpPr/>
            <p:nvPr/>
          </p:nvSpPr>
          <p:spPr>
            <a:xfrm>
              <a:off x="8090575" y="1627725"/>
              <a:ext cx="160175" cy="153875"/>
            </a:xfrm>
            <a:custGeom>
              <a:avLst/>
              <a:gdLst/>
              <a:ahLst/>
              <a:cxnLst/>
              <a:rect l="l" t="t" r="r" b="b"/>
              <a:pathLst>
                <a:path w="6407" h="6155" extrusionOk="0">
                  <a:moveTo>
                    <a:pt x="3205" y="169"/>
                  </a:moveTo>
                  <a:cubicBezTo>
                    <a:pt x="4701" y="169"/>
                    <a:pt x="5984" y="1319"/>
                    <a:pt x="6109" y="2834"/>
                  </a:cubicBezTo>
                  <a:cubicBezTo>
                    <a:pt x="6240" y="4429"/>
                    <a:pt x="5049" y="5846"/>
                    <a:pt x="3442" y="5977"/>
                  </a:cubicBezTo>
                  <a:cubicBezTo>
                    <a:pt x="3361" y="5983"/>
                    <a:pt x="3281" y="5987"/>
                    <a:pt x="3202" y="5987"/>
                  </a:cubicBezTo>
                  <a:cubicBezTo>
                    <a:pt x="1708" y="5987"/>
                    <a:pt x="435" y="4837"/>
                    <a:pt x="310" y="3322"/>
                  </a:cubicBezTo>
                  <a:cubicBezTo>
                    <a:pt x="167" y="1714"/>
                    <a:pt x="1370" y="309"/>
                    <a:pt x="2965" y="179"/>
                  </a:cubicBezTo>
                  <a:cubicBezTo>
                    <a:pt x="3046" y="172"/>
                    <a:pt x="3126" y="169"/>
                    <a:pt x="3205" y="169"/>
                  </a:cubicBezTo>
                  <a:close/>
                  <a:moveTo>
                    <a:pt x="3214" y="1"/>
                  </a:moveTo>
                  <a:cubicBezTo>
                    <a:pt x="3128" y="1"/>
                    <a:pt x="3041" y="4"/>
                    <a:pt x="2954" y="12"/>
                  </a:cubicBezTo>
                  <a:cubicBezTo>
                    <a:pt x="1263" y="155"/>
                    <a:pt x="1" y="1643"/>
                    <a:pt x="144" y="3334"/>
                  </a:cubicBezTo>
                  <a:cubicBezTo>
                    <a:pt x="268" y="4937"/>
                    <a:pt x="1623" y="6155"/>
                    <a:pt x="3194" y="6155"/>
                  </a:cubicBezTo>
                  <a:cubicBezTo>
                    <a:pt x="3280" y="6155"/>
                    <a:pt x="3367" y="6151"/>
                    <a:pt x="3454" y="6144"/>
                  </a:cubicBezTo>
                  <a:cubicBezTo>
                    <a:pt x="5144" y="6001"/>
                    <a:pt x="6406" y="4512"/>
                    <a:pt x="6275" y="2822"/>
                  </a:cubicBezTo>
                  <a:cubicBezTo>
                    <a:pt x="6140" y="1219"/>
                    <a:pt x="4795" y="1"/>
                    <a:pt x="32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40"/>
            <p:cNvSpPr/>
            <p:nvPr/>
          </p:nvSpPr>
          <p:spPr>
            <a:xfrm>
              <a:off x="8031950" y="1692350"/>
              <a:ext cx="65500" cy="14875"/>
            </a:xfrm>
            <a:custGeom>
              <a:avLst/>
              <a:gdLst/>
              <a:ahLst/>
              <a:cxnLst/>
              <a:rect l="l" t="t" r="r" b="b"/>
              <a:pathLst>
                <a:path w="2620" h="595" extrusionOk="0">
                  <a:moveTo>
                    <a:pt x="1539" y="1"/>
                  </a:moveTo>
                  <a:cubicBezTo>
                    <a:pt x="687" y="1"/>
                    <a:pt x="45" y="442"/>
                    <a:pt x="36" y="451"/>
                  </a:cubicBezTo>
                  <a:cubicBezTo>
                    <a:pt x="0" y="475"/>
                    <a:pt x="0" y="522"/>
                    <a:pt x="24" y="558"/>
                  </a:cubicBezTo>
                  <a:cubicBezTo>
                    <a:pt x="39" y="581"/>
                    <a:pt x="65" y="594"/>
                    <a:pt x="90" y="594"/>
                  </a:cubicBezTo>
                  <a:cubicBezTo>
                    <a:pt x="104" y="594"/>
                    <a:pt x="119" y="590"/>
                    <a:pt x="131" y="582"/>
                  </a:cubicBezTo>
                  <a:cubicBezTo>
                    <a:pt x="140" y="573"/>
                    <a:pt x="733" y="167"/>
                    <a:pt x="1525" y="167"/>
                  </a:cubicBezTo>
                  <a:cubicBezTo>
                    <a:pt x="1828" y="167"/>
                    <a:pt x="2161" y="226"/>
                    <a:pt x="2501" y="391"/>
                  </a:cubicBezTo>
                  <a:lnTo>
                    <a:pt x="2536" y="391"/>
                  </a:lnTo>
                  <a:cubicBezTo>
                    <a:pt x="2572" y="391"/>
                    <a:pt x="2596" y="380"/>
                    <a:pt x="2608" y="344"/>
                  </a:cubicBezTo>
                  <a:cubicBezTo>
                    <a:pt x="2620" y="308"/>
                    <a:pt x="2608" y="261"/>
                    <a:pt x="2572" y="237"/>
                  </a:cubicBezTo>
                  <a:cubicBezTo>
                    <a:pt x="2213" y="64"/>
                    <a:pt x="1861" y="1"/>
                    <a:pt x="15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40"/>
            <p:cNvSpPr/>
            <p:nvPr/>
          </p:nvSpPr>
          <p:spPr>
            <a:xfrm>
              <a:off x="7772675" y="1726175"/>
              <a:ext cx="116125" cy="37950"/>
            </a:xfrm>
            <a:custGeom>
              <a:avLst/>
              <a:gdLst/>
              <a:ahLst/>
              <a:cxnLst/>
              <a:rect l="l" t="t" r="r" b="b"/>
              <a:pathLst>
                <a:path w="4645" h="1518" extrusionOk="0">
                  <a:moveTo>
                    <a:pt x="4568" y="1"/>
                  </a:moveTo>
                  <a:cubicBezTo>
                    <a:pt x="4562" y="1"/>
                    <a:pt x="4555" y="1"/>
                    <a:pt x="4549" y="3"/>
                  </a:cubicBezTo>
                  <a:lnTo>
                    <a:pt x="799" y="324"/>
                  </a:lnTo>
                  <a:lnTo>
                    <a:pt x="775" y="324"/>
                  </a:lnTo>
                  <a:cubicBezTo>
                    <a:pt x="739" y="348"/>
                    <a:pt x="1" y="717"/>
                    <a:pt x="37" y="1444"/>
                  </a:cubicBezTo>
                  <a:cubicBezTo>
                    <a:pt x="37" y="1485"/>
                    <a:pt x="64" y="1517"/>
                    <a:pt x="102" y="1517"/>
                  </a:cubicBezTo>
                  <a:cubicBezTo>
                    <a:pt x="108" y="1517"/>
                    <a:pt x="114" y="1517"/>
                    <a:pt x="120" y="1515"/>
                  </a:cubicBezTo>
                  <a:cubicBezTo>
                    <a:pt x="168" y="1515"/>
                    <a:pt x="191" y="1479"/>
                    <a:pt x="191" y="1432"/>
                  </a:cubicBezTo>
                  <a:cubicBezTo>
                    <a:pt x="168" y="860"/>
                    <a:pt x="739" y="527"/>
                    <a:pt x="834" y="479"/>
                  </a:cubicBezTo>
                  <a:lnTo>
                    <a:pt x="4573" y="158"/>
                  </a:lnTo>
                  <a:cubicBezTo>
                    <a:pt x="4609" y="158"/>
                    <a:pt x="4644" y="122"/>
                    <a:pt x="4644" y="74"/>
                  </a:cubicBezTo>
                  <a:cubicBezTo>
                    <a:pt x="4644" y="33"/>
                    <a:pt x="4608" y="1"/>
                    <a:pt x="45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40"/>
            <p:cNvSpPr/>
            <p:nvPr/>
          </p:nvSpPr>
          <p:spPr>
            <a:xfrm>
              <a:off x="7923000" y="1938525"/>
              <a:ext cx="203625" cy="62625"/>
            </a:xfrm>
            <a:custGeom>
              <a:avLst/>
              <a:gdLst/>
              <a:ahLst/>
              <a:cxnLst/>
              <a:rect l="l" t="t" r="r" b="b"/>
              <a:pathLst>
                <a:path w="8145" h="2505" extrusionOk="0">
                  <a:moveTo>
                    <a:pt x="750" y="0"/>
                  </a:moveTo>
                  <a:cubicBezTo>
                    <a:pt x="545" y="0"/>
                    <a:pt x="291" y="11"/>
                    <a:pt x="1" y="46"/>
                  </a:cubicBezTo>
                  <a:cubicBezTo>
                    <a:pt x="1114" y="1455"/>
                    <a:pt x="2507" y="2505"/>
                    <a:pt x="4466" y="2505"/>
                  </a:cubicBezTo>
                  <a:cubicBezTo>
                    <a:pt x="4791" y="2505"/>
                    <a:pt x="5132" y="2476"/>
                    <a:pt x="5489" y="2415"/>
                  </a:cubicBezTo>
                  <a:cubicBezTo>
                    <a:pt x="6728" y="2272"/>
                    <a:pt x="7656" y="1308"/>
                    <a:pt x="8144" y="129"/>
                  </a:cubicBezTo>
                  <a:cubicBezTo>
                    <a:pt x="7905" y="67"/>
                    <a:pt x="7612" y="31"/>
                    <a:pt x="7264" y="31"/>
                  </a:cubicBezTo>
                  <a:cubicBezTo>
                    <a:pt x="7213" y="31"/>
                    <a:pt x="7162" y="32"/>
                    <a:pt x="7109" y="34"/>
                  </a:cubicBezTo>
                  <a:cubicBezTo>
                    <a:pt x="7109" y="34"/>
                    <a:pt x="6954" y="1510"/>
                    <a:pt x="4977" y="1558"/>
                  </a:cubicBezTo>
                  <a:cubicBezTo>
                    <a:pt x="4955" y="1558"/>
                    <a:pt x="4933" y="1558"/>
                    <a:pt x="4910" y="1558"/>
                  </a:cubicBezTo>
                  <a:cubicBezTo>
                    <a:pt x="2963" y="1558"/>
                    <a:pt x="1322" y="34"/>
                    <a:pt x="1322" y="34"/>
                  </a:cubicBezTo>
                  <a:cubicBezTo>
                    <a:pt x="1322" y="34"/>
                    <a:pt x="1110" y="0"/>
                    <a:pt x="7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40"/>
            <p:cNvSpPr/>
            <p:nvPr/>
          </p:nvSpPr>
          <p:spPr>
            <a:xfrm>
              <a:off x="7722075" y="1939650"/>
              <a:ext cx="483125" cy="400675"/>
            </a:xfrm>
            <a:custGeom>
              <a:avLst/>
              <a:gdLst/>
              <a:ahLst/>
              <a:cxnLst/>
              <a:rect l="l" t="t" r="r" b="b"/>
              <a:pathLst>
                <a:path w="19325" h="16027" extrusionOk="0">
                  <a:moveTo>
                    <a:pt x="8038" y="1"/>
                  </a:moveTo>
                  <a:cubicBezTo>
                    <a:pt x="6537" y="191"/>
                    <a:pt x="4109" y="1013"/>
                    <a:pt x="2382" y="4239"/>
                  </a:cubicBezTo>
                  <a:cubicBezTo>
                    <a:pt x="441" y="7835"/>
                    <a:pt x="1" y="14395"/>
                    <a:pt x="2930" y="16026"/>
                  </a:cubicBezTo>
                  <a:cubicBezTo>
                    <a:pt x="4441" y="15974"/>
                    <a:pt x="3224" y="14526"/>
                    <a:pt x="4000" y="14526"/>
                  </a:cubicBezTo>
                  <a:cubicBezTo>
                    <a:pt x="4111" y="14526"/>
                    <a:pt x="4261" y="14555"/>
                    <a:pt x="4466" y="14622"/>
                  </a:cubicBezTo>
                  <a:cubicBezTo>
                    <a:pt x="4418" y="14586"/>
                    <a:pt x="4370" y="14550"/>
                    <a:pt x="4323" y="14526"/>
                  </a:cubicBezTo>
                  <a:lnTo>
                    <a:pt x="4323" y="14526"/>
                  </a:lnTo>
                  <a:cubicBezTo>
                    <a:pt x="4323" y="14526"/>
                    <a:pt x="7787" y="15559"/>
                    <a:pt x="12137" y="15559"/>
                  </a:cubicBezTo>
                  <a:cubicBezTo>
                    <a:pt x="12364" y="15559"/>
                    <a:pt x="12593" y="15556"/>
                    <a:pt x="12824" y="15550"/>
                  </a:cubicBezTo>
                  <a:cubicBezTo>
                    <a:pt x="17503" y="15431"/>
                    <a:pt x="17360" y="15122"/>
                    <a:pt x="17360" y="15122"/>
                  </a:cubicBezTo>
                  <a:cubicBezTo>
                    <a:pt x="17360" y="15122"/>
                    <a:pt x="19253" y="14217"/>
                    <a:pt x="19289" y="10395"/>
                  </a:cubicBezTo>
                  <a:cubicBezTo>
                    <a:pt x="19325" y="6573"/>
                    <a:pt x="17920" y="2275"/>
                    <a:pt x="17086" y="489"/>
                  </a:cubicBezTo>
                  <a:cubicBezTo>
                    <a:pt x="17086" y="489"/>
                    <a:pt x="16801" y="239"/>
                    <a:pt x="16181" y="84"/>
                  </a:cubicBezTo>
                  <a:cubicBezTo>
                    <a:pt x="15693" y="1263"/>
                    <a:pt x="14765" y="2227"/>
                    <a:pt x="13526" y="2370"/>
                  </a:cubicBezTo>
                  <a:cubicBezTo>
                    <a:pt x="13169" y="2431"/>
                    <a:pt x="12828" y="2460"/>
                    <a:pt x="12503" y="2460"/>
                  </a:cubicBezTo>
                  <a:cubicBezTo>
                    <a:pt x="10544" y="2460"/>
                    <a:pt x="9151" y="1410"/>
                    <a:pt x="803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40"/>
            <p:cNvSpPr/>
            <p:nvPr/>
          </p:nvSpPr>
          <p:spPr>
            <a:xfrm>
              <a:off x="7751250" y="2306075"/>
              <a:ext cx="138725" cy="68175"/>
            </a:xfrm>
            <a:custGeom>
              <a:avLst/>
              <a:gdLst/>
              <a:ahLst/>
              <a:cxnLst/>
              <a:rect l="l" t="t" r="r" b="b"/>
              <a:pathLst>
                <a:path w="5549" h="2727" extrusionOk="0">
                  <a:moveTo>
                    <a:pt x="453" y="0"/>
                  </a:moveTo>
                  <a:lnTo>
                    <a:pt x="1" y="977"/>
                  </a:lnTo>
                  <a:cubicBezTo>
                    <a:pt x="1" y="977"/>
                    <a:pt x="2561" y="2501"/>
                    <a:pt x="5549" y="2727"/>
                  </a:cubicBezTo>
                  <a:lnTo>
                    <a:pt x="5489" y="1036"/>
                  </a:lnTo>
                  <a:lnTo>
                    <a:pt x="45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40"/>
            <p:cNvSpPr/>
            <p:nvPr/>
          </p:nvSpPr>
          <p:spPr>
            <a:xfrm>
              <a:off x="7816450" y="1939950"/>
              <a:ext cx="434300" cy="947750"/>
            </a:xfrm>
            <a:custGeom>
              <a:avLst/>
              <a:gdLst/>
              <a:ahLst/>
              <a:cxnLst/>
              <a:rect l="l" t="t" r="r" b="b"/>
              <a:pathLst>
                <a:path w="17372" h="37910" extrusionOk="0">
                  <a:moveTo>
                    <a:pt x="11787" y="1"/>
                  </a:moveTo>
                  <a:cubicBezTo>
                    <a:pt x="11787" y="1"/>
                    <a:pt x="13704" y="2477"/>
                    <a:pt x="14276" y="5751"/>
                  </a:cubicBezTo>
                  <a:lnTo>
                    <a:pt x="5929" y="5811"/>
                  </a:lnTo>
                  <a:cubicBezTo>
                    <a:pt x="5929" y="5811"/>
                    <a:pt x="5084" y="1917"/>
                    <a:pt x="3834" y="60"/>
                  </a:cubicBezTo>
                  <a:lnTo>
                    <a:pt x="3048" y="286"/>
                  </a:lnTo>
                  <a:cubicBezTo>
                    <a:pt x="3048" y="286"/>
                    <a:pt x="4286" y="3775"/>
                    <a:pt x="4453" y="5870"/>
                  </a:cubicBezTo>
                  <a:cubicBezTo>
                    <a:pt x="4632" y="7954"/>
                    <a:pt x="2143" y="14717"/>
                    <a:pt x="2143" y="14717"/>
                  </a:cubicBezTo>
                  <a:cubicBezTo>
                    <a:pt x="2143" y="14717"/>
                    <a:pt x="0" y="22384"/>
                    <a:pt x="0" y="27075"/>
                  </a:cubicBezTo>
                  <a:cubicBezTo>
                    <a:pt x="0" y="31921"/>
                    <a:pt x="345" y="37505"/>
                    <a:pt x="345" y="37505"/>
                  </a:cubicBezTo>
                  <a:cubicBezTo>
                    <a:pt x="345" y="37505"/>
                    <a:pt x="7484" y="37910"/>
                    <a:pt x="12684" y="37910"/>
                  </a:cubicBezTo>
                  <a:cubicBezTo>
                    <a:pt x="14732" y="37910"/>
                    <a:pt x="16480" y="37847"/>
                    <a:pt x="17371" y="37672"/>
                  </a:cubicBezTo>
                  <a:cubicBezTo>
                    <a:pt x="17371" y="37672"/>
                    <a:pt x="17312" y="27242"/>
                    <a:pt x="16871" y="23575"/>
                  </a:cubicBezTo>
                  <a:cubicBezTo>
                    <a:pt x="16419" y="19908"/>
                    <a:pt x="13871" y="15002"/>
                    <a:pt x="13871" y="15002"/>
                  </a:cubicBezTo>
                  <a:cubicBezTo>
                    <a:pt x="13871" y="15002"/>
                    <a:pt x="16169" y="12288"/>
                    <a:pt x="16014" y="8966"/>
                  </a:cubicBezTo>
                  <a:cubicBezTo>
                    <a:pt x="15907" y="6430"/>
                    <a:pt x="14419" y="2418"/>
                    <a:pt x="12585" y="96"/>
                  </a:cubicBezTo>
                  <a:lnTo>
                    <a:pt x="1178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40"/>
            <p:cNvSpPr/>
            <p:nvPr/>
          </p:nvSpPr>
          <p:spPr>
            <a:xfrm>
              <a:off x="7828650" y="2055650"/>
              <a:ext cx="80675" cy="248350"/>
            </a:xfrm>
            <a:custGeom>
              <a:avLst/>
              <a:gdLst/>
              <a:ahLst/>
              <a:cxnLst/>
              <a:rect l="l" t="t" r="r" b="b"/>
              <a:pathLst>
                <a:path w="3227" h="9934" extrusionOk="0">
                  <a:moveTo>
                    <a:pt x="2895" y="1"/>
                  </a:moveTo>
                  <a:cubicBezTo>
                    <a:pt x="2890" y="1"/>
                    <a:pt x="2886" y="2"/>
                    <a:pt x="2882" y="4"/>
                  </a:cubicBezTo>
                  <a:cubicBezTo>
                    <a:pt x="2846" y="4"/>
                    <a:pt x="2834" y="40"/>
                    <a:pt x="2834" y="64"/>
                  </a:cubicBezTo>
                  <a:cubicBezTo>
                    <a:pt x="2834" y="76"/>
                    <a:pt x="3120" y="1516"/>
                    <a:pt x="2167" y="4921"/>
                  </a:cubicBezTo>
                  <a:cubicBezTo>
                    <a:pt x="1215" y="8327"/>
                    <a:pt x="24" y="9839"/>
                    <a:pt x="12" y="9851"/>
                  </a:cubicBezTo>
                  <a:cubicBezTo>
                    <a:pt x="0" y="9874"/>
                    <a:pt x="0" y="9898"/>
                    <a:pt x="24" y="9922"/>
                  </a:cubicBezTo>
                  <a:cubicBezTo>
                    <a:pt x="36" y="9934"/>
                    <a:pt x="48" y="9934"/>
                    <a:pt x="60" y="9934"/>
                  </a:cubicBezTo>
                  <a:cubicBezTo>
                    <a:pt x="72" y="9934"/>
                    <a:pt x="84" y="9922"/>
                    <a:pt x="96" y="9910"/>
                  </a:cubicBezTo>
                  <a:cubicBezTo>
                    <a:pt x="107" y="9898"/>
                    <a:pt x="1310" y="8386"/>
                    <a:pt x="2262" y="4945"/>
                  </a:cubicBezTo>
                  <a:cubicBezTo>
                    <a:pt x="3227" y="1504"/>
                    <a:pt x="2953" y="99"/>
                    <a:pt x="2941" y="40"/>
                  </a:cubicBezTo>
                  <a:cubicBezTo>
                    <a:pt x="2931" y="20"/>
                    <a:pt x="2914" y="1"/>
                    <a:pt x="28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40"/>
            <p:cNvSpPr/>
            <p:nvPr/>
          </p:nvSpPr>
          <p:spPr>
            <a:xfrm>
              <a:off x="8071525" y="2150175"/>
              <a:ext cx="179825" cy="143125"/>
            </a:xfrm>
            <a:custGeom>
              <a:avLst/>
              <a:gdLst/>
              <a:ahLst/>
              <a:cxnLst/>
              <a:rect l="l" t="t" r="r" b="b"/>
              <a:pathLst>
                <a:path w="7193" h="5725" extrusionOk="0">
                  <a:moveTo>
                    <a:pt x="5852" y="0"/>
                  </a:moveTo>
                  <a:cubicBezTo>
                    <a:pt x="5240" y="0"/>
                    <a:pt x="3346" y="1236"/>
                    <a:pt x="3346" y="1236"/>
                  </a:cubicBezTo>
                  <a:cubicBezTo>
                    <a:pt x="3346" y="1236"/>
                    <a:pt x="4192" y="212"/>
                    <a:pt x="3585" y="116"/>
                  </a:cubicBezTo>
                  <a:cubicBezTo>
                    <a:pt x="3575" y="115"/>
                    <a:pt x="3565" y="114"/>
                    <a:pt x="3555" y="114"/>
                  </a:cubicBezTo>
                  <a:cubicBezTo>
                    <a:pt x="2922" y="114"/>
                    <a:pt x="1239" y="2593"/>
                    <a:pt x="1239" y="2593"/>
                  </a:cubicBezTo>
                  <a:lnTo>
                    <a:pt x="1" y="2641"/>
                  </a:lnTo>
                  <a:cubicBezTo>
                    <a:pt x="203" y="3712"/>
                    <a:pt x="513" y="4736"/>
                    <a:pt x="929" y="5724"/>
                  </a:cubicBezTo>
                  <a:cubicBezTo>
                    <a:pt x="2096" y="5141"/>
                    <a:pt x="2870" y="4665"/>
                    <a:pt x="2870" y="4665"/>
                  </a:cubicBezTo>
                  <a:cubicBezTo>
                    <a:pt x="3882" y="4593"/>
                    <a:pt x="6906" y="3748"/>
                    <a:pt x="6859" y="3307"/>
                  </a:cubicBezTo>
                  <a:cubicBezTo>
                    <a:pt x="6843" y="3116"/>
                    <a:pt x="6476" y="3061"/>
                    <a:pt x="6066" y="3061"/>
                  </a:cubicBezTo>
                  <a:cubicBezTo>
                    <a:pt x="5534" y="3061"/>
                    <a:pt x="4930" y="3153"/>
                    <a:pt x="4930" y="3153"/>
                  </a:cubicBezTo>
                  <a:cubicBezTo>
                    <a:pt x="4930" y="3153"/>
                    <a:pt x="7192" y="2641"/>
                    <a:pt x="7121" y="2212"/>
                  </a:cubicBezTo>
                  <a:cubicBezTo>
                    <a:pt x="7103" y="2103"/>
                    <a:pt x="6939" y="2063"/>
                    <a:pt x="6705" y="2063"/>
                  </a:cubicBezTo>
                  <a:cubicBezTo>
                    <a:pt x="6016" y="2063"/>
                    <a:pt x="4716" y="2414"/>
                    <a:pt x="4716" y="2414"/>
                  </a:cubicBezTo>
                  <a:cubicBezTo>
                    <a:pt x="4716" y="2414"/>
                    <a:pt x="6990" y="1629"/>
                    <a:pt x="6942" y="1224"/>
                  </a:cubicBezTo>
                  <a:cubicBezTo>
                    <a:pt x="6921" y="1074"/>
                    <a:pt x="6781" y="1016"/>
                    <a:pt x="6576" y="1016"/>
                  </a:cubicBezTo>
                  <a:cubicBezTo>
                    <a:pt x="5849" y="1016"/>
                    <a:pt x="4299" y="1748"/>
                    <a:pt x="4299" y="1748"/>
                  </a:cubicBezTo>
                  <a:cubicBezTo>
                    <a:pt x="4299" y="1748"/>
                    <a:pt x="6228" y="533"/>
                    <a:pt x="6025" y="81"/>
                  </a:cubicBezTo>
                  <a:cubicBezTo>
                    <a:pt x="5999" y="25"/>
                    <a:pt x="5938" y="0"/>
                    <a:pt x="5852" y="0"/>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40"/>
            <p:cNvSpPr/>
            <p:nvPr/>
          </p:nvSpPr>
          <p:spPr>
            <a:xfrm>
              <a:off x="8067075" y="2207250"/>
              <a:ext cx="35725" cy="94375"/>
            </a:xfrm>
            <a:custGeom>
              <a:avLst/>
              <a:gdLst/>
              <a:ahLst/>
              <a:cxnLst/>
              <a:rect l="l" t="t" r="r" b="b"/>
              <a:pathLst>
                <a:path w="1429" h="3775" extrusionOk="0">
                  <a:moveTo>
                    <a:pt x="0" y="0"/>
                  </a:moveTo>
                  <a:cubicBezTo>
                    <a:pt x="95" y="1251"/>
                    <a:pt x="226" y="2548"/>
                    <a:pt x="524" y="3775"/>
                  </a:cubicBezTo>
                  <a:cubicBezTo>
                    <a:pt x="1084" y="3465"/>
                    <a:pt x="1429" y="3179"/>
                    <a:pt x="1429" y="3179"/>
                  </a:cubicBezTo>
                  <a:lnTo>
                    <a:pt x="1060" y="96"/>
                  </a:lnTo>
                  <a:cubicBezTo>
                    <a:pt x="1060" y="96"/>
                    <a:pt x="667" y="48"/>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40"/>
            <p:cNvSpPr/>
            <p:nvPr/>
          </p:nvSpPr>
          <p:spPr>
            <a:xfrm>
              <a:off x="7774175" y="2200850"/>
              <a:ext cx="306025" cy="152650"/>
            </a:xfrm>
            <a:custGeom>
              <a:avLst/>
              <a:gdLst/>
              <a:ahLst/>
              <a:cxnLst/>
              <a:rect l="l" t="t" r="r" b="b"/>
              <a:pathLst>
                <a:path w="12241" h="6106" extrusionOk="0">
                  <a:moveTo>
                    <a:pt x="7987" y="1"/>
                  </a:moveTo>
                  <a:cubicBezTo>
                    <a:pt x="6729" y="1"/>
                    <a:pt x="5336" y="130"/>
                    <a:pt x="3953" y="566"/>
                  </a:cubicBezTo>
                  <a:cubicBezTo>
                    <a:pt x="120" y="1518"/>
                    <a:pt x="0" y="3947"/>
                    <a:pt x="179" y="4614"/>
                  </a:cubicBezTo>
                  <a:cubicBezTo>
                    <a:pt x="572" y="5698"/>
                    <a:pt x="1417" y="5864"/>
                    <a:pt x="2310" y="6031"/>
                  </a:cubicBezTo>
                  <a:cubicBezTo>
                    <a:pt x="2584" y="6083"/>
                    <a:pt x="2902" y="6106"/>
                    <a:pt x="3251" y="6106"/>
                  </a:cubicBezTo>
                  <a:cubicBezTo>
                    <a:pt x="5875" y="6106"/>
                    <a:pt x="10273" y="4797"/>
                    <a:pt x="11240" y="4471"/>
                  </a:cubicBezTo>
                  <a:cubicBezTo>
                    <a:pt x="11621" y="4340"/>
                    <a:pt x="11954" y="4185"/>
                    <a:pt x="12240" y="4031"/>
                  </a:cubicBezTo>
                  <a:cubicBezTo>
                    <a:pt x="11942" y="2804"/>
                    <a:pt x="11811" y="1507"/>
                    <a:pt x="11716" y="256"/>
                  </a:cubicBezTo>
                  <a:cubicBezTo>
                    <a:pt x="10842" y="191"/>
                    <a:pt x="9513" y="1"/>
                    <a:pt x="79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40"/>
            <p:cNvSpPr/>
            <p:nvPr/>
          </p:nvSpPr>
          <p:spPr>
            <a:xfrm>
              <a:off x="7952475" y="1707675"/>
              <a:ext cx="48250" cy="20075"/>
            </a:xfrm>
            <a:custGeom>
              <a:avLst/>
              <a:gdLst/>
              <a:ahLst/>
              <a:cxnLst/>
              <a:rect l="l" t="t" r="r" b="b"/>
              <a:pathLst>
                <a:path w="1930" h="803" extrusionOk="0">
                  <a:moveTo>
                    <a:pt x="857" y="1"/>
                  </a:moveTo>
                  <a:cubicBezTo>
                    <a:pt x="433" y="1"/>
                    <a:pt x="63" y="177"/>
                    <a:pt x="36" y="195"/>
                  </a:cubicBezTo>
                  <a:cubicBezTo>
                    <a:pt x="12" y="207"/>
                    <a:pt x="0" y="231"/>
                    <a:pt x="12" y="267"/>
                  </a:cubicBezTo>
                  <a:cubicBezTo>
                    <a:pt x="21" y="284"/>
                    <a:pt x="42" y="295"/>
                    <a:pt x="63" y="295"/>
                  </a:cubicBezTo>
                  <a:cubicBezTo>
                    <a:pt x="70" y="295"/>
                    <a:pt x="77" y="294"/>
                    <a:pt x="84" y="290"/>
                  </a:cubicBezTo>
                  <a:cubicBezTo>
                    <a:pt x="93" y="282"/>
                    <a:pt x="447" y="113"/>
                    <a:pt x="845" y="113"/>
                  </a:cubicBezTo>
                  <a:cubicBezTo>
                    <a:pt x="979" y="113"/>
                    <a:pt x="1118" y="132"/>
                    <a:pt x="1250" y="183"/>
                  </a:cubicBezTo>
                  <a:cubicBezTo>
                    <a:pt x="1500" y="279"/>
                    <a:pt x="1691" y="469"/>
                    <a:pt x="1822" y="767"/>
                  </a:cubicBezTo>
                  <a:cubicBezTo>
                    <a:pt x="1822" y="791"/>
                    <a:pt x="1846" y="802"/>
                    <a:pt x="1870" y="802"/>
                  </a:cubicBezTo>
                  <a:cubicBezTo>
                    <a:pt x="1870" y="802"/>
                    <a:pt x="1881" y="802"/>
                    <a:pt x="1893" y="791"/>
                  </a:cubicBezTo>
                  <a:cubicBezTo>
                    <a:pt x="1917" y="791"/>
                    <a:pt x="1929" y="755"/>
                    <a:pt x="1917" y="731"/>
                  </a:cubicBezTo>
                  <a:cubicBezTo>
                    <a:pt x="1786" y="398"/>
                    <a:pt x="1572" y="183"/>
                    <a:pt x="1298" y="76"/>
                  </a:cubicBezTo>
                  <a:cubicBezTo>
                    <a:pt x="1153" y="22"/>
                    <a:pt x="1002" y="1"/>
                    <a:pt x="8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40"/>
            <p:cNvSpPr/>
            <p:nvPr/>
          </p:nvSpPr>
          <p:spPr>
            <a:xfrm>
              <a:off x="8118275" y="1705000"/>
              <a:ext cx="47925" cy="19775"/>
            </a:xfrm>
            <a:custGeom>
              <a:avLst/>
              <a:gdLst/>
              <a:ahLst/>
              <a:cxnLst/>
              <a:rect l="l" t="t" r="r" b="b"/>
              <a:pathLst>
                <a:path w="1917" h="791" extrusionOk="0">
                  <a:moveTo>
                    <a:pt x="1074" y="1"/>
                  </a:moveTo>
                  <a:cubicBezTo>
                    <a:pt x="929" y="1"/>
                    <a:pt x="777" y="21"/>
                    <a:pt x="631" y="76"/>
                  </a:cubicBezTo>
                  <a:cubicBezTo>
                    <a:pt x="357" y="183"/>
                    <a:pt x="143" y="397"/>
                    <a:pt x="12" y="719"/>
                  </a:cubicBezTo>
                  <a:cubicBezTo>
                    <a:pt x="0" y="743"/>
                    <a:pt x="12" y="778"/>
                    <a:pt x="36" y="790"/>
                  </a:cubicBezTo>
                  <a:lnTo>
                    <a:pt x="60" y="790"/>
                  </a:lnTo>
                  <a:cubicBezTo>
                    <a:pt x="83" y="790"/>
                    <a:pt x="95" y="778"/>
                    <a:pt x="107" y="767"/>
                  </a:cubicBezTo>
                  <a:cubicBezTo>
                    <a:pt x="226" y="469"/>
                    <a:pt x="417" y="266"/>
                    <a:pt x="667" y="171"/>
                  </a:cubicBezTo>
                  <a:cubicBezTo>
                    <a:pt x="799" y="121"/>
                    <a:pt x="937" y="103"/>
                    <a:pt x="1069" y="103"/>
                  </a:cubicBezTo>
                  <a:cubicBezTo>
                    <a:pt x="1475" y="103"/>
                    <a:pt x="1834" y="278"/>
                    <a:pt x="1834" y="278"/>
                  </a:cubicBezTo>
                  <a:cubicBezTo>
                    <a:pt x="1843" y="282"/>
                    <a:pt x="1852" y="283"/>
                    <a:pt x="1860" y="283"/>
                  </a:cubicBezTo>
                  <a:cubicBezTo>
                    <a:pt x="1881" y="283"/>
                    <a:pt x="1896" y="272"/>
                    <a:pt x="1905" y="255"/>
                  </a:cubicBezTo>
                  <a:cubicBezTo>
                    <a:pt x="1917" y="231"/>
                    <a:pt x="1917" y="195"/>
                    <a:pt x="1881" y="183"/>
                  </a:cubicBezTo>
                  <a:cubicBezTo>
                    <a:pt x="1864" y="174"/>
                    <a:pt x="1496" y="1"/>
                    <a:pt x="10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40"/>
            <p:cNvSpPr/>
            <p:nvPr/>
          </p:nvSpPr>
          <p:spPr>
            <a:xfrm>
              <a:off x="7780125" y="1393125"/>
              <a:ext cx="475375" cy="329275"/>
            </a:xfrm>
            <a:custGeom>
              <a:avLst/>
              <a:gdLst/>
              <a:ahLst/>
              <a:cxnLst/>
              <a:rect l="l" t="t" r="r" b="b"/>
              <a:pathLst>
                <a:path w="19015" h="13171" extrusionOk="0">
                  <a:moveTo>
                    <a:pt x="11159" y="0"/>
                  </a:moveTo>
                  <a:cubicBezTo>
                    <a:pt x="10234" y="0"/>
                    <a:pt x="9150" y="50"/>
                    <a:pt x="7883" y="169"/>
                  </a:cubicBezTo>
                  <a:cubicBezTo>
                    <a:pt x="1" y="919"/>
                    <a:pt x="596" y="7812"/>
                    <a:pt x="596" y="7812"/>
                  </a:cubicBezTo>
                  <a:lnTo>
                    <a:pt x="596" y="8205"/>
                  </a:lnTo>
                  <a:lnTo>
                    <a:pt x="596" y="8253"/>
                  </a:lnTo>
                  <a:cubicBezTo>
                    <a:pt x="584" y="8277"/>
                    <a:pt x="584" y="8300"/>
                    <a:pt x="608" y="8312"/>
                  </a:cubicBezTo>
                  <a:lnTo>
                    <a:pt x="1036" y="10884"/>
                  </a:lnTo>
                  <a:lnTo>
                    <a:pt x="2168" y="13170"/>
                  </a:lnTo>
                  <a:cubicBezTo>
                    <a:pt x="2168" y="13170"/>
                    <a:pt x="2822" y="12825"/>
                    <a:pt x="3120" y="11932"/>
                  </a:cubicBezTo>
                  <a:cubicBezTo>
                    <a:pt x="3346" y="11241"/>
                    <a:pt x="3311" y="9348"/>
                    <a:pt x="3287" y="8491"/>
                  </a:cubicBezTo>
                  <a:cubicBezTo>
                    <a:pt x="3561" y="8455"/>
                    <a:pt x="3882" y="8396"/>
                    <a:pt x="4299" y="8324"/>
                  </a:cubicBezTo>
                  <a:cubicBezTo>
                    <a:pt x="6061" y="8003"/>
                    <a:pt x="5954" y="7419"/>
                    <a:pt x="7716" y="7110"/>
                  </a:cubicBezTo>
                  <a:cubicBezTo>
                    <a:pt x="8106" y="7041"/>
                    <a:pt x="8415" y="7016"/>
                    <a:pt x="8678" y="7016"/>
                  </a:cubicBezTo>
                  <a:cubicBezTo>
                    <a:pt x="9332" y="7016"/>
                    <a:pt x="9707" y="7168"/>
                    <a:pt x="10361" y="7168"/>
                  </a:cubicBezTo>
                  <a:cubicBezTo>
                    <a:pt x="10624" y="7168"/>
                    <a:pt x="10933" y="7143"/>
                    <a:pt x="11323" y="7074"/>
                  </a:cubicBezTo>
                  <a:cubicBezTo>
                    <a:pt x="13086" y="6753"/>
                    <a:pt x="12978" y="6169"/>
                    <a:pt x="14741" y="5860"/>
                  </a:cubicBezTo>
                  <a:cubicBezTo>
                    <a:pt x="15031" y="5808"/>
                    <a:pt x="15280" y="5788"/>
                    <a:pt x="15500" y="5788"/>
                  </a:cubicBezTo>
                  <a:cubicBezTo>
                    <a:pt x="16247" y="5788"/>
                    <a:pt x="16664" y="6018"/>
                    <a:pt x="17293" y="6018"/>
                  </a:cubicBezTo>
                  <a:cubicBezTo>
                    <a:pt x="17593" y="6018"/>
                    <a:pt x="17941" y="5966"/>
                    <a:pt x="18396" y="5812"/>
                  </a:cubicBezTo>
                  <a:cubicBezTo>
                    <a:pt x="19015" y="5598"/>
                    <a:pt x="17931" y="5110"/>
                    <a:pt x="17646" y="4395"/>
                  </a:cubicBezTo>
                  <a:cubicBezTo>
                    <a:pt x="17503" y="4038"/>
                    <a:pt x="17836" y="3371"/>
                    <a:pt x="17586" y="2978"/>
                  </a:cubicBezTo>
                  <a:cubicBezTo>
                    <a:pt x="17550" y="2919"/>
                    <a:pt x="17503" y="2871"/>
                    <a:pt x="17455" y="2836"/>
                  </a:cubicBezTo>
                  <a:lnTo>
                    <a:pt x="16515" y="1359"/>
                  </a:lnTo>
                  <a:cubicBezTo>
                    <a:pt x="16515" y="1359"/>
                    <a:pt x="15994" y="0"/>
                    <a:pt x="11159"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4" name="Google Shape;684;p40"/>
          <p:cNvGrpSpPr/>
          <p:nvPr/>
        </p:nvGrpSpPr>
        <p:grpSpPr>
          <a:xfrm>
            <a:off x="6561589" y="3997761"/>
            <a:ext cx="1193736" cy="1179160"/>
            <a:chOff x="-2708900" y="3174350"/>
            <a:chExt cx="350100" cy="345825"/>
          </a:xfrm>
        </p:grpSpPr>
        <p:sp>
          <p:nvSpPr>
            <p:cNvPr id="685" name="Google Shape;685;p40"/>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40"/>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40"/>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40"/>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40"/>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40"/>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1" name="Google Shape;691;p40"/>
          <p:cNvGrpSpPr/>
          <p:nvPr/>
        </p:nvGrpSpPr>
        <p:grpSpPr>
          <a:xfrm>
            <a:off x="6158478" y="-272411"/>
            <a:ext cx="1419178" cy="1290129"/>
            <a:chOff x="6494019" y="-137261"/>
            <a:chExt cx="2116596" cy="1924130"/>
          </a:xfrm>
        </p:grpSpPr>
        <p:sp>
          <p:nvSpPr>
            <p:cNvPr id="692" name="Google Shape;692;p40"/>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40"/>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4" name="Google Shape;694;p40"/>
          <p:cNvSpPr/>
          <p:nvPr/>
        </p:nvSpPr>
        <p:spPr>
          <a:xfrm>
            <a:off x="6053975" y="1308188"/>
            <a:ext cx="280153" cy="300952"/>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40"/>
          <p:cNvSpPr/>
          <p:nvPr/>
        </p:nvSpPr>
        <p:spPr>
          <a:xfrm>
            <a:off x="8635250" y="539375"/>
            <a:ext cx="280153" cy="300952"/>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40"/>
          <p:cNvSpPr/>
          <p:nvPr/>
        </p:nvSpPr>
        <p:spPr>
          <a:xfrm>
            <a:off x="1596275" y="1335263"/>
            <a:ext cx="280153" cy="300952"/>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40"/>
          <p:cNvSpPr/>
          <p:nvPr/>
        </p:nvSpPr>
        <p:spPr>
          <a:xfrm>
            <a:off x="2948825" y="3253275"/>
            <a:ext cx="280153" cy="300952"/>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65"/>
        <p:cNvGrpSpPr/>
        <p:nvPr/>
      </p:nvGrpSpPr>
      <p:grpSpPr>
        <a:xfrm>
          <a:off x="0" y="0"/>
          <a:ext cx="0" cy="0"/>
          <a:chOff x="0" y="0"/>
          <a:chExt cx="0" cy="0"/>
        </a:xfrm>
      </p:grpSpPr>
      <p:sp>
        <p:nvSpPr>
          <p:cNvPr id="866" name="Google Shape;866;p42"/>
          <p:cNvSpPr/>
          <p:nvPr/>
        </p:nvSpPr>
        <p:spPr>
          <a:xfrm>
            <a:off x="747490" y="1106219"/>
            <a:ext cx="1260906" cy="1231726"/>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42"/>
          <p:cNvSpPr txBox="1">
            <a:spLocks noGrp="1"/>
          </p:cNvSpPr>
          <p:nvPr>
            <p:ph type="title" idx="2"/>
          </p:nvPr>
        </p:nvSpPr>
        <p:spPr>
          <a:xfrm>
            <a:off x="753800" y="1263388"/>
            <a:ext cx="1248300" cy="91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868" name="Google Shape;868;p42"/>
          <p:cNvSpPr txBox="1">
            <a:spLocks noGrp="1"/>
          </p:cNvSpPr>
          <p:nvPr>
            <p:ph type="title"/>
          </p:nvPr>
        </p:nvSpPr>
        <p:spPr>
          <a:xfrm>
            <a:off x="713100" y="2427950"/>
            <a:ext cx="3858900" cy="1477500"/>
          </a:xfrm>
          <a:prstGeom prst="rect">
            <a:avLst/>
          </a:prstGeom>
        </p:spPr>
        <p:txBody>
          <a:bodyPr spcFirstLastPara="1" wrap="square" lIns="91425" tIns="91425" rIns="91425" bIns="91425" anchor="t" anchorCtr="0">
            <a:noAutofit/>
          </a:bodyPr>
          <a:lstStyle/>
          <a:p>
            <a:r>
              <a:rPr lang="en-GB" dirty="0"/>
              <a:t>Subscription</a:t>
            </a:r>
            <a:br>
              <a:rPr lang="en-GB" dirty="0"/>
            </a:br>
            <a:endParaRPr dirty="0"/>
          </a:p>
        </p:txBody>
      </p:sp>
      <p:sp>
        <p:nvSpPr>
          <p:cNvPr id="869" name="Google Shape;869;p42"/>
          <p:cNvSpPr txBox="1">
            <a:spLocks noGrp="1"/>
          </p:cNvSpPr>
          <p:nvPr>
            <p:ph type="subTitle" idx="1"/>
          </p:nvPr>
        </p:nvSpPr>
        <p:spPr>
          <a:xfrm>
            <a:off x="713100" y="3862475"/>
            <a:ext cx="3418757" cy="73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I</a:t>
            </a:r>
            <a:r>
              <a:rPr lang="en" dirty="0"/>
              <a:t>ncrease the subscription rate</a:t>
            </a:r>
            <a:endParaRPr dirty="0"/>
          </a:p>
        </p:txBody>
      </p:sp>
      <p:grpSp>
        <p:nvGrpSpPr>
          <p:cNvPr id="870" name="Google Shape;870;p42"/>
          <p:cNvGrpSpPr/>
          <p:nvPr/>
        </p:nvGrpSpPr>
        <p:grpSpPr>
          <a:xfrm>
            <a:off x="4157157" y="403696"/>
            <a:ext cx="4833538" cy="4333495"/>
            <a:chOff x="4157157" y="403696"/>
            <a:chExt cx="4833538" cy="4333495"/>
          </a:xfrm>
        </p:grpSpPr>
        <p:sp>
          <p:nvSpPr>
            <p:cNvPr id="871" name="Google Shape;871;p42"/>
            <p:cNvSpPr/>
            <p:nvPr/>
          </p:nvSpPr>
          <p:spPr>
            <a:xfrm>
              <a:off x="4422034" y="1110130"/>
              <a:ext cx="4568661" cy="3324380"/>
            </a:xfrm>
            <a:custGeom>
              <a:avLst/>
              <a:gdLst/>
              <a:ahLst/>
              <a:cxnLst/>
              <a:rect l="l" t="t" r="r" b="b"/>
              <a:pathLst>
                <a:path w="67938" h="49435" extrusionOk="0">
                  <a:moveTo>
                    <a:pt x="19861" y="0"/>
                  </a:moveTo>
                  <a:cubicBezTo>
                    <a:pt x="10467" y="0"/>
                    <a:pt x="2847" y="7608"/>
                    <a:pt x="2847" y="17014"/>
                  </a:cubicBezTo>
                  <a:cubicBezTo>
                    <a:pt x="2847" y="20848"/>
                    <a:pt x="4109" y="24384"/>
                    <a:pt x="6252" y="27230"/>
                  </a:cubicBezTo>
                  <a:cubicBezTo>
                    <a:pt x="2394" y="31135"/>
                    <a:pt x="1" y="36505"/>
                    <a:pt x="1" y="42434"/>
                  </a:cubicBezTo>
                  <a:cubicBezTo>
                    <a:pt x="1" y="44887"/>
                    <a:pt x="418" y="47244"/>
                    <a:pt x="1168" y="49435"/>
                  </a:cubicBezTo>
                  <a:lnTo>
                    <a:pt x="66628" y="49435"/>
                  </a:lnTo>
                  <a:cubicBezTo>
                    <a:pt x="67474" y="47399"/>
                    <a:pt x="67938" y="45160"/>
                    <a:pt x="67938" y="42815"/>
                  </a:cubicBezTo>
                  <a:cubicBezTo>
                    <a:pt x="67938" y="37826"/>
                    <a:pt x="65831" y="33326"/>
                    <a:pt x="62461" y="30171"/>
                  </a:cubicBezTo>
                  <a:cubicBezTo>
                    <a:pt x="63283" y="27873"/>
                    <a:pt x="63747" y="25396"/>
                    <a:pt x="63747" y="22801"/>
                  </a:cubicBezTo>
                  <a:cubicBezTo>
                    <a:pt x="63747" y="10835"/>
                    <a:pt x="54032" y="1119"/>
                    <a:pt x="42054" y="1119"/>
                  </a:cubicBezTo>
                  <a:cubicBezTo>
                    <a:pt x="38018" y="1119"/>
                    <a:pt x="34243" y="2227"/>
                    <a:pt x="31005" y="4155"/>
                  </a:cubicBezTo>
                  <a:cubicBezTo>
                    <a:pt x="28016" y="1560"/>
                    <a:pt x="24123" y="0"/>
                    <a:pt x="1986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72" name="Google Shape;872;p42"/>
            <p:cNvGrpSpPr/>
            <p:nvPr/>
          </p:nvGrpSpPr>
          <p:grpSpPr>
            <a:xfrm>
              <a:off x="4711468" y="3532318"/>
              <a:ext cx="941734" cy="930235"/>
              <a:chOff x="5044343" y="3532318"/>
              <a:chExt cx="941734" cy="930235"/>
            </a:xfrm>
          </p:grpSpPr>
          <p:sp>
            <p:nvSpPr>
              <p:cNvPr id="873" name="Google Shape;873;p42"/>
              <p:cNvSpPr/>
              <p:nvPr/>
            </p:nvSpPr>
            <p:spPr>
              <a:xfrm>
                <a:off x="5044343" y="3861427"/>
                <a:ext cx="466698" cy="594737"/>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42"/>
              <p:cNvSpPr/>
              <p:nvPr/>
            </p:nvSpPr>
            <p:spPr>
              <a:xfrm>
                <a:off x="5125040" y="3875616"/>
                <a:ext cx="307523" cy="577320"/>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42"/>
              <p:cNvSpPr/>
              <p:nvPr/>
            </p:nvSpPr>
            <p:spPr>
              <a:xfrm>
                <a:off x="5540562" y="3532318"/>
                <a:ext cx="445515" cy="922232"/>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42"/>
              <p:cNvSpPr/>
              <p:nvPr/>
            </p:nvSpPr>
            <p:spPr>
              <a:xfrm>
                <a:off x="5675931" y="3539311"/>
                <a:ext cx="183384" cy="923241"/>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42"/>
              <p:cNvSpPr/>
              <p:nvPr/>
            </p:nvSpPr>
            <p:spPr>
              <a:xfrm>
                <a:off x="5283609" y="3596943"/>
                <a:ext cx="368315" cy="863996"/>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42"/>
              <p:cNvSpPr/>
              <p:nvPr/>
            </p:nvSpPr>
            <p:spPr>
              <a:xfrm>
                <a:off x="5406874" y="3597749"/>
                <a:ext cx="166639" cy="851219"/>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9" name="Google Shape;879;p42"/>
            <p:cNvGrpSpPr/>
            <p:nvPr/>
          </p:nvGrpSpPr>
          <p:grpSpPr>
            <a:xfrm>
              <a:off x="7884941" y="3532318"/>
              <a:ext cx="941734" cy="930235"/>
              <a:chOff x="7429141" y="3532318"/>
              <a:chExt cx="941734" cy="930235"/>
            </a:xfrm>
          </p:grpSpPr>
          <p:sp>
            <p:nvSpPr>
              <p:cNvPr id="880" name="Google Shape;880;p42"/>
              <p:cNvSpPr/>
              <p:nvPr/>
            </p:nvSpPr>
            <p:spPr>
              <a:xfrm>
                <a:off x="7904177" y="3861427"/>
                <a:ext cx="466698" cy="594737"/>
              </a:xfrm>
              <a:custGeom>
                <a:avLst/>
                <a:gdLst/>
                <a:ahLst/>
                <a:cxnLst/>
                <a:rect l="l" t="t" r="r" b="b"/>
                <a:pathLst>
                  <a:path w="6940" h="8844" extrusionOk="0">
                    <a:moveTo>
                      <a:pt x="5003" y="1"/>
                    </a:moveTo>
                    <a:cubicBezTo>
                      <a:pt x="4850" y="1"/>
                      <a:pt x="4689" y="27"/>
                      <a:pt x="4525" y="80"/>
                    </a:cubicBezTo>
                    <a:cubicBezTo>
                      <a:pt x="3179" y="509"/>
                      <a:pt x="893" y="4390"/>
                      <a:pt x="0" y="8796"/>
                    </a:cubicBezTo>
                    <a:lnTo>
                      <a:pt x="2596" y="8843"/>
                    </a:lnTo>
                    <a:cubicBezTo>
                      <a:pt x="3072" y="7700"/>
                      <a:pt x="3858" y="6057"/>
                      <a:pt x="5037" y="4367"/>
                    </a:cubicBezTo>
                    <a:cubicBezTo>
                      <a:pt x="6939" y="1639"/>
                      <a:pt x="6214" y="1"/>
                      <a:pt x="500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42"/>
              <p:cNvSpPr/>
              <p:nvPr/>
            </p:nvSpPr>
            <p:spPr>
              <a:xfrm>
                <a:off x="7982655" y="3875616"/>
                <a:ext cx="307523" cy="577320"/>
              </a:xfrm>
              <a:custGeom>
                <a:avLst/>
                <a:gdLst/>
                <a:ahLst/>
                <a:cxnLst/>
                <a:rect l="l" t="t" r="r" b="b"/>
                <a:pathLst>
                  <a:path w="4573" h="8585" extrusionOk="0">
                    <a:moveTo>
                      <a:pt x="4477" y="0"/>
                    </a:moveTo>
                    <a:cubicBezTo>
                      <a:pt x="4453" y="24"/>
                      <a:pt x="3834" y="548"/>
                      <a:pt x="2965" y="1858"/>
                    </a:cubicBezTo>
                    <a:cubicBezTo>
                      <a:pt x="2167" y="3072"/>
                      <a:pt x="1000" y="5215"/>
                      <a:pt x="0" y="8537"/>
                    </a:cubicBezTo>
                    <a:lnTo>
                      <a:pt x="143" y="8585"/>
                    </a:lnTo>
                    <a:cubicBezTo>
                      <a:pt x="2060" y="2274"/>
                      <a:pt x="4548" y="131"/>
                      <a:pt x="4572" y="119"/>
                    </a:cubicBezTo>
                    <a:lnTo>
                      <a:pt x="44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42"/>
              <p:cNvSpPr/>
              <p:nvPr/>
            </p:nvSpPr>
            <p:spPr>
              <a:xfrm>
                <a:off x="7429141" y="3532318"/>
                <a:ext cx="445447" cy="922232"/>
              </a:xfrm>
              <a:custGeom>
                <a:avLst/>
                <a:gdLst/>
                <a:ahLst/>
                <a:cxnLst/>
                <a:rect l="l" t="t" r="r" b="b"/>
                <a:pathLst>
                  <a:path w="6624" h="13714" extrusionOk="0">
                    <a:moveTo>
                      <a:pt x="2474" y="1"/>
                    </a:moveTo>
                    <a:cubicBezTo>
                      <a:pt x="1112" y="1"/>
                      <a:pt x="0" y="1847"/>
                      <a:pt x="1278" y="5593"/>
                    </a:cubicBezTo>
                    <a:cubicBezTo>
                      <a:pt x="2516" y="9213"/>
                      <a:pt x="2790" y="12440"/>
                      <a:pt x="2861" y="13713"/>
                    </a:cubicBezTo>
                    <a:lnTo>
                      <a:pt x="5993" y="13666"/>
                    </a:lnTo>
                    <a:cubicBezTo>
                      <a:pt x="6624" y="7546"/>
                      <a:pt x="5100" y="1414"/>
                      <a:pt x="3504" y="343"/>
                    </a:cubicBezTo>
                    <a:cubicBezTo>
                      <a:pt x="3167" y="115"/>
                      <a:pt x="2813" y="1"/>
                      <a:pt x="247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42"/>
              <p:cNvSpPr/>
              <p:nvPr/>
            </p:nvSpPr>
            <p:spPr>
              <a:xfrm>
                <a:off x="7555902" y="3539311"/>
                <a:ext cx="187419" cy="923241"/>
              </a:xfrm>
              <a:custGeom>
                <a:avLst/>
                <a:gdLst/>
                <a:ahLst/>
                <a:cxnLst/>
                <a:rect l="l" t="t" r="r" b="b"/>
                <a:pathLst>
                  <a:path w="2787" h="13729" extrusionOk="0">
                    <a:moveTo>
                      <a:pt x="131" y="1"/>
                    </a:moveTo>
                    <a:lnTo>
                      <a:pt x="0" y="84"/>
                    </a:lnTo>
                    <a:cubicBezTo>
                      <a:pt x="12" y="96"/>
                      <a:pt x="667" y="1084"/>
                      <a:pt x="1310" y="3251"/>
                    </a:cubicBezTo>
                    <a:cubicBezTo>
                      <a:pt x="1893" y="5251"/>
                      <a:pt x="2584" y="8692"/>
                      <a:pt x="2524" y="13729"/>
                    </a:cubicBezTo>
                    <a:lnTo>
                      <a:pt x="2679" y="13729"/>
                    </a:lnTo>
                    <a:cubicBezTo>
                      <a:pt x="2786" y="4049"/>
                      <a:pt x="155" y="48"/>
                      <a:pt x="1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42"/>
              <p:cNvSpPr/>
              <p:nvPr/>
            </p:nvSpPr>
            <p:spPr>
              <a:xfrm>
                <a:off x="7763227" y="3596943"/>
                <a:ext cx="369189" cy="863996"/>
              </a:xfrm>
              <a:custGeom>
                <a:avLst/>
                <a:gdLst/>
                <a:ahLst/>
                <a:cxnLst/>
                <a:rect l="l" t="t" r="r" b="b"/>
                <a:pathLst>
                  <a:path w="5490" h="12848" extrusionOk="0">
                    <a:moveTo>
                      <a:pt x="3151" y="1"/>
                    </a:moveTo>
                    <a:cubicBezTo>
                      <a:pt x="2185" y="1"/>
                      <a:pt x="1553" y="665"/>
                      <a:pt x="810" y="2882"/>
                    </a:cubicBezTo>
                    <a:cubicBezTo>
                      <a:pt x="120" y="4966"/>
                      <a:pt x="13" y="10717"/>
                      <a:pt x="1" y="12848"/>
                    </a:cubicBezTo>
                    <a:lnTo>
                      <a:pt x="2584" y="12824"/>
                    </a:lnTo>
                    <a:cubicBezTo>
                      <a:pt x="2918" y="11752"/>
                      <a:pt x="3454" y="9943"/>
                      <a:pt x="4132" y="7347"/>
                    </a:cubicBezTo>
                    <a:cubicBezTo>
                      <a:pt x="5490" y="2251"/>
                      <a:pt x="4775" y="227"/>
                      <a:pt x="3573" y="37"/>
                    </a:cubicBezTo>
                    <a:cubicBezTo>
                      <a:pt x="3425" y="13"/>
                      <a:pt x="3284" y="1"/>
                      <a:pt x="31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42"/>
              <p:cNvSpPr/>
              <p:nvPr/>
            </p:nvSpPr>
            <p:spPr>
              <a:xfrm>
                <a:off x="7842511" y="3597749"/>
                <a:ext cx="165832" cy="851219"/>
              </a:xfrm>
              <a:custGeom>
                <a:avLst/>
                <a:gdLst/>
                <a:ahLst/>
                <a:cxnLst/>
                <a:rect l="l" t="t" r="r" b="b"/>
                <a:pathLst>
                  <a:path w="2466" h="12658" extrusionOk="0">
                    <a:moveTo>
                      <a:pt x="2322" y="1"/>
                    </a:moveTo>
                    <a:cubicBezTo>
                      <a:pt x="2298" y="72"/>
                      <a:pt x="774" y="6835"/>
                      <a:pt x="0" y="12633"/>
                    </a:cubicBezTo>
                    <a:lnTo>
                      <a:pt x="143" y="12657"/>
                    </a:lnTo>
                    <a:cubicBezTo>
                      <a:pt x="917" y="6859"/>
                      <a:pt x="2441" y="108"/>
                      <a:pt x="2465" y="37"/>
                    </a:cubicBezTo>
                    <a:lnTo>
                      <a:pt x="23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6" name="Google Shape;886;p42"/>
            <p:cNvSpPr/>
            <p:nvPr/>
          </p:nvSpPr>
          <p:spPr>
            <a:xfrm>
              <a:off x="6667160" y="2188578"/>
              <a:ext cx="614171" cy="793655"/>
            </a:xfrm>
            <a:custGeom>
              <a:avLst/>
              <a:gdLst/>
              <a:ahLst/>
              <a:cxnLst/>
              <a:rect l="l" t="t" r="r" b="b"/>
              <a:pathLst>
                <a:path w="9133" h="11802" extrusionOk="0">
                  <a:moveTo>
                    <a:pt x="798" y="1"/>
                  </a:moveTo>
                  <a:lnTo>
                    <a:pt x="0" y="10478"/>
                  </a:lnTo>
                  <a:cubicBezTo>
                    <a:pt x="659" y="11194"/>
                    <a:pt x="1880" y="11802"/>
                    <a:pt x="3204" y="11802"/>
                  </a:cubicBezTo>
                  <a:cubicBezTo>
                    <a:pt x="4368" y="11802"/>
                    <a:pt x="5611" y="11331"/>
                    <a:pt x="6620" y="10050"/>
                  </a:cubicBezTo>
                  <a:cubicBezTo>
                    <a:pt x="8203" y="8038"/>
                    <a:pt x="9132" y="3358"/>
                    <a:pt x="9073" y="1989"/>
                  </a:cubicBezTo>
                  <a:cubicBezTo>
                    <a:pt x="8192" y="1501"/>
                    <a:pt x="7049" y="1227"/>
                    <a:pt x="6108" y="953"/>
                  </a:cubicBezTo>
                  <a:cubicBezTo>
                    <a:pt x="4810" y="2465"/>
                    <a:pt x="4120" y="4704"/>
                    <a:pt x="4120" y="4704"/>
                  </a:cubicBezTo>
                  <a:cubicBezTo>
                    <a:pt x="3179" y="2727"/>
                    <a:pt x="2203" y="1370"/>
                    <a:pt x="1274" y="441"/>
                  </a:cubicBezTo>
                  <a:cubicBezTo>
                    <a:pt x="1107" y="287"/>
                    <a:pt x="953" y="132"/>
                    <a:pt x="7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42"/>
            <p:cNvSpPr/>
            <p:nvPr/>
          </p:nvSpPr>
          <p:spPr>
            <a:xfrm>
              <a:off x="7025858" y="2211039"/>
              <a:ext cx="256280" cy="179416"/>
            </a:xfrm>
            <a:custGeom>
              <a:avLst/>
              <a:gdLst/>
              <a:ahLst/>
              <a:cxnLst/>
              <a:rect l="l" t="t" r="r" b="b"/>
              <a:pathLst>
                <a:path w="3811" h="2668" extrusionOk="0">
                  <a:moveTo>
                    <a:pt x="845" y="0"/>
                  </a:moveTo>
                  <a:cubicBezTo>
                    <a:pt x="500" y="298"/>
                    <a:pt x="0" y="1631"/>
                    <a:pt x="0" y="1631"/>
                  </a:cubicBezTo>
                  <a:lnTo>
                    <a:pt x="3667" y="2667"/>
                  </a:lnTo>
                  <a:lnTo>
                    <a:pt x="3810" y="1084"/>
                  </a:lnTo>
                  <a:lnTo>
                    <a:pt x="845" y="0"/>
                  </a:lnTo>
                  <a:close/>
                </a:path>
              </a:pathLst>
            </a:custGeom>
            <a:solidFill>
              <a:srgbClr val="E24E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42"/>
            <p:cNvSpPr/>
            <p:nvPr/>
          </p:nvSpPr>
          <p:spPr>
            <a:xfrm>
              <a:off x="6522981" y="2762670"/>
              <a:ext cx="44114" cy="185805"/>
            </a:xfrm>
            <a:custGeom>
              <a:avLst/>
              <a:gdLst/>
              <a:ahLst/>
              <a:cxnLst/>
              <a:rect l="l" t="t" r="r" b="b"/>
              <a:pathLst>
                <a:path w="656" h="2763" extrusionOk="0">
                  <a:moveTo>
                    <a:pt x="1" y="1"/>
                  </a:moveTo>
                  <a:cubicBezTo>
                    <a:pt x="120" y="596"/>
                    <a:pt x="275" y="1417"/>
                    <a:pt x="656" y="2763"/>
                  </a:cubicBezTo>
                  <a:lnTo>
                    <a:pt x="1" y="1"/>
                  </a:ln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42"/>
            <p:cNvSpPr/>
            <p:nvPr/>
          </p:nvSpPr>
          <p:spPr>
            <a:xfrm>
              <a:off x="5204325" y="1902978"/>
              <a:ext cx="996070" cy="947585"/>
            </a:xfrm>
            <a:custGeom>
              <a:avLst/>
              <a:gdLst/>
              <a:ahLst/>
              <a:cxnLst/>
              <a:rect l="l" t="t" r="r" b="b"/>
              <a:pathLst>
                <a:path w="14812" h="14091" extrusionOk="0">
                  <a:moveTo>
                    <a:pt x="1832" y="1"/>
                  </a:moveTo>
                  <a:cubicBezTo>
                    <a:pt x="1805" y="1"/>
                    <a:pt x="1778" y="7"/>
                    <a:pt x="1751" y="21"/>
                  </a:cubicBezTo>
                  <a:cubicBezTo>
                    <a:pt x="1453" y="176"/>
                    <a:pt x="1965" y="2152"/>
                    <a:pt x="1965" y="2152"/>
                  </a:cubicBezTo>
                  <a:cubicBezTo>
                    <a:pt x="1965" y="2152"/>
                    <a:pt x="1359" y="358"/>
                    <a:pt x="1016" y="358"/>
                  </a:cubicBezTo>
                  <a:cubicBezTo>
                    <a:pt x="1003" y="358"/>
                    <a:pt x="989" y="360"/>
                    <a:pt x="977" y="366"/>
                  </a:cubicBezTo>
                  <a:cubicBezTo>
                    <a:pt x="643" y="521"/>
                    <a:pt x="1358" y="2343"/>
                    <a:pt x="1358" y="2343"/>
                  </a:cubicBezTo>
                  <a:cubicBezTo>
                    <a:pt x="1358" y="2343"/>
                    <a:pt x="734" y="1042"/>
                    <a:pt x="393" y="1042"/>
                  </a:cubicBezTo>
                  <a:cubicBezTo>
                    <a:pt x="372" y="1042"/>
                    <a:pt x="352" y="1047"/>
                    <a:pt x="334" y="1057"/>
                  </a:cubicBezTo>
                  <a:cubicBezTo>
                    <a:pt x="0" y="1247"/>
                    <a:pt x="846" y="3772"/>
                    <a:pt x="1262" y="4510"/>
                  </a:cubicBezTo>
                  <a:cubicBezTo>
                    <a:pt x="1262" y="4510"/>
                    <a:pt x="1596" y="12332"/>
                    <a:pt x="4739" y="13880"/>
                  </a:cubicBezTo>
                  <a:cubicBezTo>
                    <a:pt x="5032" y="14025"/>
                    <a:pt x="5327" y="14090"/>
                    <a:pt x="5619" y="14090"/>
                  </a:cubicBezTo>
                  <a:cubicBezTo>
                    <a:pt x="8043" y="14090"/>
                    <a:pt x="10339" y="9576"/>
                    <a:pt x="10966" y="8248"/>
                  </a:cubicBezTo>
                  <a:lnTo>
                    <a:pt x="11764" y="8856"/>
                  </a:lnTo>
                  <a:cubicBezTo>
                    <a:pt x="12633" y="6832"/>
                    <a:pt x="13752" y="5391"/>
                    <a:pt x="14812" y="3498"/>
                  </a:cubicBezTo>
                  <a:cubicBezTo>
                    <a:pt x="14670" y="3462"/>
                    <a:pt x="13966" y="2724"/>
                    <a:pt x="13943" y="2724"/>
                  </a:cubicBezTo>
                  <a:cubicBezTo>
                    <a:pt x="13943" y="2724"/>
                    <a:pt x="13943" y="2724"/>
                    <a:pt x="13943" y="2724"/>
                  </a:cubicBezTo>
                  <a:cubicBezTo>
                    <a:pt x="13943" y="2724"/>
                    <a:pt x="13510" y="2556"/>
                    <a:pt x="12832" y="2556"/>
                  </a:cubicBezTo>
                  <a:cubicBezTo>
                    <a:pt x="11815" y="2556"/>
                    <a:pt x="10244" y="2933"/>
                    <a:pt x="8751" y="4819"/>
                  </a:cubicBezTo>
                  <a:cubicBezTo>
                    <a:pt x="7323" y="7046"/>
                    <a:pt x="5989" y="8701"/>
                    <a:pt x="5989" y="8701"/>
                  </a:cubicBezTo>
                  <a:lnTo>
                    <a:pt x="3501" y="4688"/>
                  </a:lnTo>
                  <a:cubicBezTo>
                    <a:pt x="3501" y="4688"/>
                    <a:pt x="4477" y="2236"/>
                    <a:pt x="4120" y="1855"/>
                  </a:cubicBezTo>
                  <a:cubicBezTo>
                    <a:pt x="4068" y="1798"/>
                    <a:pt x="4017" y="1774"/>
                    <a:pt x="3967" y="1774"/>
                  </a:cubicBezTo>
                  <a:cubicBezTo>
                    <a:pt x="3682" y="1774"/>
                    <a:pt x="3441" y="2557"/>
                    <a:pt x="3441" y="2557"/>
                  </a:cubicBezTo>
                  <a:cubicBezTo>
                    <a:pt x="3441" y="2557"/>
                    <a:pt x="3418" y="127"/>
                    <a:pt x="3007" y="127"/>
                  </a:cubicBezTo>
                  <a:cubicBezTo>
                    <a:pt x="3001" y="127"/>
                    <a:pt x="2995" y="127"/>
                    <a:pt x="2989" y="128"/>
                  </a:cubicBezTo>
                  <a:cubicBezTo>
                    <a:pt x="2572" y="200"/>
                    <a:pt x="2644" y="2129"/>
                    <a:pt x="2644" y="2129"/>
                  </a:cubicBezTo>
                  <a:cubicBezTo>
                    <a:pt x="2644" y="2129"/>
                    <a:pt x="2312" y="1"/>
                    <a:pt x="1832" y="1"/>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42"/>
            <p:cNvSpPr/>
            <p:nvPr/>
          </p:nvSpPr>
          <p:spPr>
            <a:xfrm>
              <a:off x="5286770" y="2059261"/>
              <a:ext cx="136983" cy="53327"/>
            </a:xfrm>
            <a:custGeom>
              <a:avLst/>
              <a:gdLst/>
              <a:ahLst/>
              <a:cxnLst/>
              <a:rect l="l" t="t" r="r" b="b"/>
              <a:pathLst>
                <a:path w="2037" h="793" extrusionOk="0">
                  <a:moveTo>
                    <a:pt x="1496" y="1"/>
                  </a:moveTo>
                  <a:cubicBezTo>
                    <a:pt x="1017" y="1"/>
                    <a:pt x="325" y="117"/>
                    <a:pt x="13" y="733"/>
                  </a:cubicBezTo>
                  <a:cubicBezTo>
                    <a:pt x="1" y="757"/>
                    <a:pt x="13" y="781"/>
                    <a:pt x="25" y="793"/>
                  </a:cubicBezTo>
                  <a:lnTo>
                    <a:pt x="48" y="793"/>
                  </a:lnTo>
                  <a:cubicBezTo>
                    <a:pt x="72" y="793"/>
                    <a:pt x="84" y="793"/>
                    <a:pt x="96" y="769"/>
                  </a:cubicBezTo>
                  <a:cubicBezTo>
                    <a:pt x="391" y="194"/>
                    <a:pt x="1037" y="85"/>
                    <a:pt x="1489" y="85"/>
                  </a:cubicBezTo>
                  <a:cubicBezTo>
                    <a:pt x="1768" y="85"/>
                    <a:pt x="1973" y="126"/>
                    <a:pt x="1977" y="126"/>
                  </a:cubicBezTo>
                  <a:cubicBezTo>
                    <a:pt x="1984" y="129"/>
                    <a:pt x="1990" y="131"/>
                    <a:pt x="1996" y="131"/>
                  </a:cubicBezTo>
                  <a:cubicBezTo>
                    <a:pt x="2013" y="131"/>
                    <a:pt x="2028" y="120"/>
                    <a:pt x="2037" y="102"/>
                  </a:cubicBezTo>
                  <a:cubicBezTo>
                    <a:pt x="2037" y="78"/>
                    <a:pt x="2025" y="55"/>
                    <a:pt x="2001" y="43"/>
                  </a:cubicBezTo>
                  <a:cubicBezTo>
                    <a:pt x="1996" y="43"/>
                    <a:pt x="1785" y="1"/>
                    <a:pt x="1496" y="1"/>
                  </a:cubicBezTo>
                  <a:close/>
                </a:path>
              </a:pathLst>
            </a:custGeom>
            <a:solidFill>
              <a:srgbClr val="6C48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42"/>
            <p:cNvSpPr/>
            <p:nvPr/>
          </p:nvSpPr>
          <p:spPr>
            <a:xfrm>
              <a:off x="6061058" y="2035254"/>
              <a:ext cx="374770" cy="140615"/>
            </a:xfrm>
            <a:custGeom>
              <a:avLst/>
              <a:gdLst/>
              <a:ahLst/>
              <a:cxnLst/>
              <a:rect l="l" t="t" r="r" b="b"/>
              <a:pathLst>
                <a:path w="5573" h="2091" extrusionOk="0">
                  <a:moveTo>
                    <a:pt x="2741" y="0"/>
                  </a:moveTo>
                  <a:cubicBezTo>
                    <a:pt x="1090" y="0"/>
                    <a:pt x="0" y="138"/>
                    <a:pt x="0" y="138"/>
                  </a:cubicBezTo>
                  <a:cubicBezTo>
                    <a:pt x="0" y="221"/>
                    <a:pt x="71" y="2090"/>
                    <a:pt x="71" y="2090"/>
                  </a:cubicBezTo>
                  <a:lnTo>
                    <a:pt x="5572" y="2090"/>
                  </a:lnTo>
                  <a:lnTo>
                    <a:pt x="5572" y="138"/>
                  </a:lnTo>
                  <a:cubicBezTo>
                    <a:pt x="4532" y="35"/>
                    <a:pt x="3567" y="0"/>
                    <a:pt x="27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42"/>
            <p:cNvSpPr/>
            <p:nvPr/>
          </p:nvSpPr>
          <p:spPr>
            <a:xfrm>
              <a:off x="5998585" y="2078897"/>
              <a:ext cx="474835" cy="206517"/>
            </a:xfrm>
            <a:custGeom>
              <a:avLst/>
              <a:gdLst/>
              <a:ahLst/>
              <a:cxnLst/>
              <a:rect l="l" t="t" r="r" b="b"/>
              <a:pathLst>
                <a:path w="7061" h="3071" extrusionOk="0">
                  <a:moveTo>
                    <a:pt x="3283" y="0"/>
                  </a:moveTo>
                  <a:cubicBezTo>
                    <a:pt x="1799" y="0"/>
                    <a:pt x="74" y="205"/>
                    <a:pt x="0" y="215"/>
                  </a:cubicBezTo>
                  <a:cubicBezTo>
                    <a:pt x="0" y="215"/>
                    <a:pt x="1312" y="3071"/>
                    <a:pt x="3443" y="3071"/>
                  </a:cubicBezTo>
                  <a:cubicBezTo>
                    <a:pt x="3671" y="3071"/>
                    <a:pt x="3909" y="3038"/>
                    <a:pt x="4156" y="2965"/>
                  </a:cubicBezTo>
                  <a:cubicBezTo>
                    <a:pt x="6715" y="2215"/>
                    <a:pt x="7061" y="310"/>
                    <a:pt x="7061" y="310"/>
                  </a:cubicBezTo>
                  <a:cubicBezTo>
                    <a:pt x="7061" y="310"/>
                    <a:pt x="5549" y="96"/>
                    <a:pt x="3870" y="13"/>
                  </a:cubicBezTo>
                  <a:cubicBezTo>
                    <a:pt x="3682" y="4"/>
                    <a:pt x="3485" y="0"/>
                    <a:pt x="3283" y="0"/>
                  </a:cubicBezTo>
                  <a:close/>
                </a:path>
              </a:pathLst>
            </a:custGeom>
            <a:solidFill>
              <a:srgbClr val="B893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42"/>
            <p:cNvSpPr/>
            <p:nvPr/>
          </p:nvSpPr>
          <p:spPr>
            <a:xfrm>
              <a:off x="6129112" y="1896388"/>
              <a:ext cx="250631" cy="121583"/>
            </a:xfrm>
            <a:custGeom>
              <a:avLst/>
              <a:gdLst/>
              <a:ahLst/>
              <a:cxnLst/>
              <a:rect l="l" t="t" r="r" b="b"/>
              <a:pathLst>
                <a:path w="3727" h="1808" extrusionOk="0">
                  <a:moveTo>
                    <a:pt x="3727" y="0"/>
                  </a:moveTo>
                  <a:lnTo>
                    <a:pt x="0" y="393"/>
                  </a:lnTo>
                  <a:lnTo>
                    <a:pt x="95" y="1536"/>
                  </a:lnTo>
                  <a:cubicBezTo>
                    <a:pt x="772" y="1717"/>
                    <a:pt x="1463" y="1807"/>
                    <a:pt x="2144" y="1807"/>
                  </a:cubicBezTo>
                  <a:cubicBezTo>
                    <a:pt x="2674" y="1807"/>
                    <a:pt x="3198" y="1753"/>
                    <a:pt x="3703" y="1643"/>
                  </a:cubicBezTo>
                  <a:lnTo>
                    <a:pt x="3727" y="0"/>
                  </a:lnTo>
                  <a:close/>
                </a:path>
              </a:pathLst>
            </a:custGeom>
            <a:solidFill>
              <a:srgbClr val="EAA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42"/>
            <p:cNvSpPr/>
            <p:nvPr/>
          </p:nvSpPr>
          <p:spPr>
            <a:xfrm>
              <a:off x="6089840" y="2015685"/>
              <a:ext cx="319560" cy="71148"/>
            </a:xfrm>
            <a:custGeom>
              <a:avLst/>
              <a:gdLst/>
              <a:ahLst/>
              <a:cxnLst/>
              <a:rect l="l" t="t" r="r" b="b"/>
              <a:pathLst>
                <a:path w="4752" h="1058" extrusionOk="0">
                  <a:moveTo>
                    <a:pt x="1" y="0"/>
                  </a:moveTo>
                  <a:lnTo>
                    <a:pt x="84" y="774"/>
                  </a:lnTo>
                  <a:cubicBezTo>
                    <a:pt x="862" y="972"/>
                    <a:pt x="1659" y="1057"/>
                    <a:pt x="2467" y="1057"/>
                  </a:cubicBezTo>
                  <a:cubicBezTo>
                    <a:pt x="3218" y="1057"/>
                    <a:pt x="3977" y="983"/>
                    <a:pt x="4739" y="857"/>
                  </a:cubicBezTo>
                  <a:lnTo>
                    <a:pt x="4751" y="95"/>
                  </a:lnTo>
                  <a:lnTo>
                    <a:pt x="4751" y="95"/>
                  </a:lnTo>
                  <a:cubicBezTo>
                    <a:pt x="4089" y="210"/>
                    <a:pt x="3402" y="265"/>
                    <a:pt x="2705" y="265"/>
                  </a:cubicBezTo>
                  <a:cubicBezTo>
                    <a:pt x="1810" y="265"/>
                    <a:pt x="898" y="174"/>
                    <a:pt x="1" y="0"/>
                  </a:cubicBezTo>
                  <a:close/>
                </a:path>
              </a:pathLst>
            </a:custGeom>
            <a:solidFill>
              <a:srgbClr val="EAA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42"/>
            <p:cNvSpPr/>
            <p:nvPr/>
          </p:nvSpPr>
          <p:spPr>
            <a:xfrm>
              <a:off x="6095489" y="2067734"/>
              <a:ext cx="313104" cy="289097"/>
            </a:xfrm>
            <a:custGeom>
              <a:avLst/>
              <a:gdLst/>
              <a:ahLst/>
              <a:cxnLst/>
              <a:rect l="l" t="t" r="r" b="b"/>
              <a:pathLst>
                <a:path w="4656" h="4299" extrusionOk="0">
                  <a:moveTo>
                    <a:pt x="0" y="0"/>
                  </a:moveTo>
                  <a:lnTo>
                    <a:pt x="107" y="964"/>
                  </a:lnTo>
                  <a:cubicBezTo>
                    <a:pt x="107" y="964"/>
                    <a:pt x="405" y="4298"/>
                    <a:pt x="2274" y="4298"/>
                  </a:cubicBezTo>
                  <a:cubicBezTo>
                    <a:pt x="4370" y="4298"/>
                    <a:pt x="4643" y="964"/>
                    <a:pt x="4643" y="964"/>
                  </a:cubicBezTo>
                  <a:lnTo>
                    <a:pt x="4655" y="83"/>
                  </a:lnTo>
                  <a:lnTo>
                    <a:pt x="4655" y="83"/>
                  </a:lnTo>
                  <a:cubicBezTo>
                    <a:pt x="3893" y="209"/>
                    <a:pt x="3134" y="283"/>
                    <a:pt x="2383" y="283"/>
                  </a:cubicBezTo>
                  <a:cubicBezTo>
                    <a:pt x="1575" y="283"/>
                    <a:pt x="778" y="198"/>
                    <a:pt x="0" y="0"/>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42"/>
            <p:cNvSpPr/>
            <p:nvPr/>
          </p:nvSpPr>
          <p:spPr>
            <a:xfrm>
              <a:off x="5772768" y="1042344"/>
              <a:ext cx="892038" cy="921022"/>
            </a:xfrm>
            <a:custGeom>
              <a:avLst/>
              <a:gdLst/>
              <a:ahLst/>
              <a:cxnLst/>
              <a:rect l="l" t="t" r="r" b="b"/>
              <a:pathLst>
                <a:path w="13265" h="13696" extrusionOk="0">
                  <a:moveTo>
                    <a:pt x="6941" y="0"/>
                  </a:moveTo>
                  <a:cubicBezTo>
                    <a:pt x="6280" y="0"/>
                    <a:pt x="5583" y="81"/>
                    <a:pt x="4859" y="258"/>
                  </a:cubicBezTo>
                  <a:cubicBezTo>
                    <a:pt x="1001" y="1211"/>
                    <a:pt x="1" y="4794"/>
                    <a:pt x="608" y="8414"/>
                  </a:cubicBezTo>
                  <a:cubicBezTo>
                    <a:pt x="1297" y="12412"/>
                    <a:pt x="4264" y="13696"/>
                    <a:pt x="7114" y="13696"/>
                  </a:cubicBezTo>
                  <a:cubicBezTo>
                    <a:pt x="7320" y="13696"/>
                    <a:pt x="7525" y="13689"/>
                    <a:pt x="7728" y="13676"/>
                  </a:cubicBezTo>
                  <a:cubicBezTo>
                    <a:pt x="10943" y="13462"/>
                    <a:pt x="12860" y="10878"/>
                    <a:pt x="13050" y="8247"/>
                  </a:cubicBezTo>
                  <a:cubicBezTo>
                    <a:pt x="13264" y="5402"/>
                    <a:pt x="13074" y="4675"/>
                    <a:pt x="12633" y="3437"/>
                  </a:cubicBezTo>
                  <a:cubicBezTo>
                    <a:pt x="11966" y="1522"/>
                    <a:pt x="9798" y="0"/>
                    <a:pt x="6941" y="0"/>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42"/>
            <p:cNvSpPr/>
            <p:nvPr/>
          </p:nvSpPr>
          <p:spPr>
            <a:xfrm>
              <a:off x="5772768" y="1325524"/>
              <a:ext cx="189840" cy="336305"/>
            </a:xfrm>
            <a:custGeom>
              <a:avLst/>
              <a:gdLst/>
              <a:ahLst/>
              <a:cxnLst/>
              <a:rect l="l" t="t" r="r" b="b"/>
              <a:pathLst>
                <a:path w="2823" h="5001" extrusionOk="0">
                  <a:moveTo>
                    <a:pt x="1451" y="1"/>
                  </a:moveTo>
                  <a:cubicBezTo>
                    <a:pt x="1116" y="1"/>
                    <a:pt x="790" y="67"/>
                    <a:pt x="632" y="250"/>
                  </a:cubicBezTo>
                  <a:cubicBezTo>
                    <a:pt x="96" y="893"/>
                    <a:pt x="120" y="2084"/>
                    <a:pt x="60" y="2929"/>
                  </a:cubicBezTo>
                  <a:cubicBezTo>
                    <a:pt x="1" y="3774"/>
                    <a:pt x="418" y="4691"/>
                    <a:pt x="1203" y="5001"/>
                  </a:cubicBezTo>
                  <a:lnTo>
                    <a:pt x="858" y="4548"/>
                  </a:lnTo>
                  <a:cubicBezTo>
                    <a:pt x="1489" y="4143"/>
                    <a:pt x="1787" y="3274"/>
                    <a:pt x="1525" y="2560"/>
                  </a:cubicBezTo>
                  <a:lnTo>
                    <a:pt x="1525" y="2560"/>
                  </a:lnTo>
                  <a:cubicBezTo>
                    <a:pt x="1606" y="2749"/>
                    <a:pt x="1816" y="2856"/>
                    <a:pt x="2022" y="2856"/>
                  </a:cubicBezTo>
                  <a:cubicBezTo>
                    <a:pt x="2088" y="2856"/>
                    <a:pt x="2154" y="2845"/>
                    <a:pt x="2215" y="2822"/>
                  </a:cubicBezTo>
                  <a:cubicBezTo>
                    <a:pt x="2465" y="2726"/>
                    <a:pt x="2644" y="2488"/>
                    <a:pt x="2727" y="2226"/>
                  </a:cubicBezTo>
                  <a:cubicBezTo>
                    <a:pt x="2811" y="1964"/>
                    <a:pt x="2811" y="1691"/>
                    <a:pt x="2823" y="1417"/>
                  </a:cubicBezTo>
                  <a:cubicBezTo>
                    <a:pt x="2823" y="1167"/>
                    <a:pt x="2823" y="905"/>
                    <a:pt x="2739" y="667"/>
                  </a:cubicBezTo>
                  <a:cubicBezTo>
                    <a:pt x="2668" y="429"/>
                    <a:pt x="2489" y="202"/>
                    <a:pt x="2251" y="119"/>
                  </a:cubicBezTo>
                  <a:cubicBezTo>
                    <a:pt x="2050" y="52"/>
                    <a:pt x="1747" y="1"/>
                    <a:pt x="14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42"/>
            <p:cNvSpPr/>
            <p:nvPr/>
          </p:nvSpPr>
          <p:spPr>
            <a:xfrm>
              <a:off x="6521434" y="1331307"/>
              <a:ext cx="168993" cy="330521"/>
            </a:xfrm>
            <a:custGeom>
              <a:avLst/>
              <a:gdLst/>
              <a:ahLst/>
              <a:cxnLst/>
              <a:rect l="l" t="t" r="r" b="b"/>
              <a:pathLst>
                <a:path w="2513" h="4915" extrusionOk="0">
                  <a:moveTo>
                    <a:pt x="758" y="1"/>
                  </a:moveTo>
                  <a:cubicBezTo>
                    <a:pt x="692" y="1"/>
                    <a:pt x="626" y="11"/>
                    <a:pt x="560" y="33"/>
                  </a:cubicBezTo>
                  <a:cubicBezTo>
                    <a:pt x="322" y="116"/>
                    <a:pt x="155" y="343"/>
                    <a:pt x="72" y="581"/>
                  </a:cubicBezTo>
                  <a:cubicBezTo>
                    <a:pt x="0" y="819"/>
                    <a:pt x="0" y="1081"/>
                    <a:pt x="0" y="1331"/>
                  </a:cubicBezTo>
                  <a:cubicBezTo>
                    <a:pt x="0" y="1605"/>
                    <a:pt x="0" y="1878"/>
                    <a:pt x="83" y="2140"/>
                  </a:cubicBezTo>
                  <a:cubicBezTo>
                    <a:pt x="167" y="2402"/>
                    <a:pt x="345" y="2640"/>
                    <a:pt x="595" y="2736"/>
                  </a:cubicBezTo>
                  <a:cubicBezTo>
                    <a:pt x="659" y="2759"/>
                    <a:pt x="728" y="2770"/>
                    <a:pt x="795" y="2770"/>
                  </a:cubicBezTo>
                  <a:cubicBezTo>
                    <a:pt x="1006" y="2770"/>
                    <a:pt x="1214" y="2663"/>
                    <a:pt x="1286" y="2474"/>
                  </a:cubicBezTo>
                  <a:lnTo>
                    <a:pt x="1286" y="2474"/>
                  </a:lnTo>
                  <a:cubicBezTo>
                    <a:pt x="1036" y="3188"/>
                    <a:pt x="1322" y="4057"/>
                    <a:pt x="1953" y="4462"/>
                  </a:cubicBezTo>
                  <a:lnTo>
                    <a:pt x="1607" y="4915"/>
                  </a:lnTo>
                  <a:cubicBezTo>
                    <a:pt x="2393" y="4605"/>
                    <a:pt x="2512" y="3831"/>
                    <a:pt x="2453" y="2986"/>
                  </a:cubicBezTo>
                  <a:cubicBezTo>
                    <a:pt x="2393" y="2140"/>
                    <a:pt x="2239" y="1236"/>
                    <a:pt x="1703" y="593"/>
                  </a:cubicBezTo>
                  <a:cubicBezTo>
                    <a:pt x="1451" y="301"/>
                    <a:pt x="1115" y="1"/>
                    <a:pt x="7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42"/>
            <p:cNvSpPr/>
            <p:nvPr/>
          </p:nvSpPr>
          <p:spPr>
            <a:xfrm>
              <a:off x="6492585" y="1547373"/>
              <a:ext cx="217680" cy="246462"/>
            </a:xfrm>
            <a:custGeom>
              <a:avLst/>
              <a:gdLst/>
              <a:ahLst/>
              <a:cxnLst/>
              <a:rect l="l" t="t" r="r" b="b"/>
              <a:pathLst>
                <a:path w="3237" h="3665" extrusionOk="0">
                  <a:moveTo>
                    <a:pt x="1631" y="1"/>
                  </a:moveTo>
                  <a:cubicBezTo>
                    <a:pt x="1165" y="1"/>
                    <a:pt x="774" y="142"/>
                    <a:pt x="774" y="142"/>
                  </a:cubicBezTo>
                  <a:cubicBezTo>
                    <a:pt x="774" y="142"/>
                    <a:pt x="1" y="1975"/>
                    <a:pt x="72" y="2618"/>
                  </a:cubicBezTo>
                  <a:cubicBezTo>
                    <a:pt x="142" y="3313"/>
                    <a:pt x="720" y="3664"/>
                    <a:pt x="1359" y="3664"/>
                  </a:cubicBezTo>
                  <a:cubicBezTo>
                    <a:pt x="2240" y="3664"/>
                    <a:pt x="3237" y="2995"/>
                    <a:pt x="3168" y="1642"/>
                  </a:cubicBezTo>
                  <a:cubicBezTo>
                    <a:pt x="3098" y="282"/>
                    <a:pt x="2289" y="1"/>
                    <a:pt x="1631" y="1"/>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42"/>
            <p:cNvSpPr/>
            <p:nvPr/>
          </p:nvSpPr>
          <p:spPr>
            <a:xfrm>
              <a:off x="6511818" y="1596329"/>
              <a:ext cx="169800" cy="135974"/>
            </a:xfrm>
            <a:custGeom>
              <a:avLst/>
              <a:gdLst/>
              <a:ahLst/>
              <a:cxnLst/>
              <a:rect l="l" t="t" r="r" b="b"/>
              <a:pathLst>
                <a:path w="2525" h="2022" extrusionOk="0">
                  <a:moveTo>
                    <a:pt x="1528" y="1"/>
                  </a:moveTo>
                  <a:cubicBezTo>
                    <a:pt x="1304" y="1"/>
                    <a:pt x="1075" y="77"/>
                    <a:pt x="846" y="223"/>
                  </a:cubicBezTo>
                  <a:cubicBezTo>
                    <a:pt x="0" y="795"/>
                    <a:pt x="536" y="1986"/>
                    <a:pt x="536" y="1998"/>
                  </a:cubicBezTo>
                  <a:cubicBezTo>
                    <a:pt x="548" y="2009"/>
                    <a:pt x="560" y="2021"/>
                    <a:pt x="584" y="2021"/>
                  </a:cubicBezTo>
                  <a:lnTo>
                    <a:pt x="596" y="2021"/>
                  </a:lnTo>
                  <a:cubicBezTo>
                    <a:pt x="619" y="2009"/>
                    <a:pt x="631" y="1986"/>
                    <a:pt x="619" y="1962"/>
                  </a:cubicBezTo>
                  <a:cubicBezTo>
                    <a:pt x="619" y="1950"/>
                    <a:pt x="119" y="831"/>
                    <a:pt x="905" y="307"/>
                  </a:cubicBezTo>
                  <a:cubicBezTo>
                    <a:pt x="1115" y="170"/>
                    <a:pt x="1319" y="96"/>
                    <a:pt x="1520" y="96"/>
                  </a:cubicBezTo>
                  <a:cubicBezTo>
                    <a:pt x="1581" y="96"/>
                    <a:pt x="1642" y="102"/>
                    <a:pt x="1703" y="116"/>
                  </a:cubicBezTo>
                  <a:cubicBezTo>
                    <a:pt x="2155" y="212"/>
                    <a:pt x="2429" y="640"/>
                    <a:pt x="2429" y="640"/>
                  </a:cubicBezTo>
                  <a:cubicBezTo>
                    <a:pt x="2438" y="658"/>
                    <a:pt x="2453" y="669"/>
                    <a:pt x="2470" y="669"/>
                  </a:cubicBezTo>
                  <a:cubicBezTo>
                    <a:pt x="2476" y="669"/>
                    <a:pt x="2482" y="667"/>
                    <a:pt x="2489" y="664"/>
                  </a:cubicBezTo>
                  <a:cubicBezTo>
                    <a:pt x="2512" y="652"/>
                    <a:pt x="2524" y="616"/>
                    <a:pt x="2501" y="593"/>
                  </a:cubicBezTo>
                  <a:cubicBezTo>
                    <a:pt x="2489" y="581"/>
                    <a:pt x="2215" y="128"/>
                    <a:pt x="1727" y="21"/>
                  </a:cubicBezTo>
                  <a:cubicBezTo>
                    <a:pt x="1661" y="7"/>
                    <a:pt x="1595" y="1"/>
                    <a:pt x="1528"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42"/>
            <p:cNvSpPr/>
            <p:nvPr/>
          </p:nvSpPr>
          <p:spPr>
            <a:xfrm>
              <a:off x="6536632" y="1648110"/>
              <a:ext cx="95357" cy="23335"/>
            </a:xfrm>
            <a:custGeom>
              <a:avLst/>
              <a:gdLst/>
              <a:ahLst/>
              <a:cxnLst/>
              <a:rect l="l" t="t" r="r" b="b"/>
              <a:pathLst>
                <a:path w="1418" h="347" extrusionOk="0">
                  <a:moveTo>
                    <a:pt x="635" y="1"/>
                  </a:moveTo>
                  <a:cubicBezTo>
                    <a:pt x="430" y="1"/>
                    <a:pt x="209" y="66"/>
                    <a:pt x="12" y="263"/>
                  </a:cubicBezTo>
                  <a:cubicBezTo>
                    <a:pt x="0" y="275"/>
                    <a:pt x="0" y="311"/>
                    <a:pt x="12" y="323"/>
                  </a:cubicBezTo>
                  <a:cubicBezTo>
                    <a:pt x="24" y="335"/>
                    <a:pt x="36" y="340"/>
                    <a:pt x="48" y="340"/>
                  </a:cubicBezTo>
                  <a:cubicBezTo>
                    <a:pt x="60" y="340"/>
                    <a:pt x="72" y="335"/>
                    <a:pt x="84" y="323"/>
                  </a:cubicBezTo>
                  <a:cubicBezTo>
                    <a:pt x="258" y="149"/>
                    <a:pt x="453" y="90"/>
                    <a:pt x="636" y="90"/>
                  </a:cubicBezTo>
                  <a:cubicBezTo>
                    <a:pt x="1005" y="90"/>
                    <a:pt x="1326" y="327"/>
                    <a:pt x="1334" y="335"/>
                  </a:cubicBezTo>
                  <a:cubicBezTo>
                    <a:pt x="1346" y="335"/>
                    <a:pt x="1346" y="346"/>
                    <a:pt x="1358" y="346"/>
                  </a:cubicBezTo>
                  <a:cubicBezTo>
                    <a:pt x="1370" y="346"/>
                    <a:pt x="1393" y="335"/>
                    <a:pt x="1393" y="323"/>
                  </a:cubicBezTo>
                  <a:cubicBezTo>
                    <a:pt x="1417" y="299"/>
                    <a:pt x="1405" y="275"/>
                    <a:pt x="1393" y="251"/>
                  </a:cubicBezTo>
                  <a:cubicBezTo>
                    <a:pt x="1386" y="251"/>
                    <a:pt x="1038" y="1"/>
                    <a:pt x="635"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42"/>
            <p:cNvSpPr/>
            <p:nvPr/>
          </p:nvSpPr>
          <p:spPr>
            <a:xfrm>
              <a:off x="5805585" y="1532041"/>
              <a:ext cx="926469" cy="541342"/>
            </a:xfrm>
            <a:custGeom>
              <a:avLst/>
              <a:gdLst/>
              <a:ahLst/>
              <a:cxnLst/>
              <a:rect l="l" t="t" r="r" b="b"/>
              <a:pathLst>
                <a:path w="13777" h="8050" extrusionOk="0">
                  <a:moveTo>
                    <a:pt x="11788" y="1"/>
                  </a:moveTo>
                  <a:cubicBezTo>
                    <a:pt x="11788" y="1"/>
                    <a:pt x="11669" y="453"/>
                    <a:pt x="10026" y="2275"/>
                  </a:cubicBezTo>
                  <a:cubicBezTo>
                    <a:pt x="9729" y="2604"/>
                    <a:pt x="9418" y="2711"/>
                    <a:pt x="9091" y="2711"/>
                  </a:cubicBezTo>
                  <a:cubicBezTo>
                    <a:pt x="8477" y="2711"/>
                    <a:pt x="7811" y="2332"/>
                    <a:pt x="7093" y="2332"/>
                  </a:cubicBezTo>
                  <a:cubicBezTo>
                    <a:pt x="7058" y="2332"/>
                    <a:pt x="7024" y="2333"/>
                    <a:pt x="6990" y="2334"/>
                  </a:cubicBezTo>
                  <a:cubicBezTo>
                    <a:pt x="5835" y="2394"/>
                    <a:pt x="5335" y="2620"/>
                    <a:pt x="4073" y="2656"/>
                  </a:cubicBezTo>
                  <a:cubicBezTo>
                    <a:pt x="4066" y="2656"/>
                    <a:pt x="4060" y="2656"/>
                    <a:pt x="4053" y="2656"/>
                  </a:cubicBezTo>
                  <a:cubicBezTo>
                    <a:pt x="2805" y="2656"/>
                    <a:pt x="2450" y="405"/>
                    <a:pt x="697" y="405"/>
                  </a:cubicBezTo>
                  <a:cubicBezTo>
                    <a:pt x="683" y="405"/>
                    <a:pt x="670" y="405"/>
                    <a:pt x="656" y="406"/>
                  </a:cubicBezTo>
                  <a:cubicBezTo>
                    <a:pt x="656" y="406"/>
                    <a:pt x="1" y="8049"/>
                    <a:pt x="6752" y="8049"/>
                  </a:cubicBezTo>
                  <a:cubicBezTo>
                    <a:pt x="13776" y="8049"/>
                    <a:pt x="11788" y="1"/>
                    <a:pt x="117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42"/>
            <p:cNvSpPr/>
            <p:nvPr/>
          </p:nvSpPr>
          <p:spPr>
            <a:xfrm>
              <a:off x="6254798" y="1751200"/>
              <a:ext cx="65701" cy="43509"/>
            </a:xfrm>
            <a:custGeom>
              <a:avLst/>
              <a:gdLst/>
              <a:ahLst/>
              <a:cxnLst/>
              <a:rect l="l" t="t" r="r" b="b"/>
              <a:pathLst>
                <a:path w="977" h="647" extrusionOk="0">
                  <a:moveTo>
                    <a:pt x="50" y="1"/>
                  </a:moveTo>
                  <a:cubicBezTo>
                    <a:pt x="45" y="1"/>
                    <a:pt x="40" y="2"/>
                    <a:pt x="36" y="4"/>
                  </a:cubicBezTo>
                  <a:cubicBezTo>
                    <a:pt x="12" y="4"/>
                    <a:pt x="0" y="28"/>
                    <a:pt x="0" y="52"/>
                  </a:cubicBezTo>
                  <a:cubicBezTo>
                    <a:pt x="0" y="52"/>
                    <a:pt x="84" y="647"/>
                    <a:pt x="798" y="647"/>
                  </a:cubicBezTo>
                  <a:cubicBezTo>
                    <a:pt x="846" y="647"/>
                    <a:pt x="893" y="647"/>
                    <a:pt x="941" y="635"/>
                  </a:cubicBezTo>
                  <a:cubicBezTo>
                    <a:pt x="965" y="635"/>
                    <a:pt x="977" y="611"/>
                    <a:pt x="977" y="587"/>
                  </a:cubicBezTo>
                  <a:cubicBezTo>
                    <a:pt x="977" y="564"/>
                    <a:pt x="953" y="552"/>
                    <a:pt x="929" y="552"/>
                  </a:cubicBezTo>
                  <a:cubicBezTo>
                    <a:pt x="884" y="556"/>
                    <a:pt x="842" y="558"/>
                    <a:pt x="801" y="558"/>
                  </a:cubicBezTo>
                  <a:cubicBezTo>
                    <a:pt x="169" y="558"/>
                    <a:pt x="96" y="62"/>
                    <a:pt x="96" y="40"/>
                  </a:cubicBezTo>
                  <a:cubicBezTo>
                    <a:pt x="96" y="20"/>
                    <a:pt x="72" y="1"/>
                    <a:pt x="50"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42"/>
            <p:cNvSpPr/>
            <p:nvPr/>
          </p:nvSpPr>
          <p:spPr>
            <a:xfrm>
              <a:off x="5989775" y="1420477"/>
              <a:ext cx="176188" cy="95491"/>
            </a:xfrm>
            <a:custGeom>
              <a:avLst/>
              <a:gdLst/>
              <a:ahLst/>
              <a:cxnLst/>
              <a:rect l="l" t="t" r="r" b="b"/>
              <a:pathLst>
                <a:path w="2620" h="1420" extrusionOk="0">
                  <a:moveTo>
                    <a:pt x="2051" y="0"/>
                  </a:moveTo>
                  <a:cubicBezTo>
                    <a:pt x="1822" y="0"/>
                    <a:pt x="1488" y="100"/>
                    <a:pt x="989" y="362"/>
                  </a:cubicBezTo>
                  <a:cubicBezTo>
                    <a:pt x="0" y="874"/>
                    <a:pt x="465" y="1291"/>
                    <a:pt x="465" y="1291"/>
                  </a:cubicBezTo>
                  <a:cubicBezTo>
                    <a:pt x="557" y="1378"/>
                    <a:pt x="676" y="1419"/>
                    <a:pt x="824" y="1419"/>
                  </a:cubicBezTo>
                  <a:cubicBezTo>
                    <a:pt x="1077" y="1419"/>
                    <a:pt x="1413" y="1299"/>
                    <a:pt x="1834" y="1088"/>
                  </a:cubicBezTo>
                  <a:cubicBezTo>
                    <a:pt x="2394" y="803"/>
                    <a:pt x="2620" y="457"/>
                    <a:pt x="2465" y="219"/>
                  </a:cubicBezTo>
                  <a:cubicBezTo>
                    <a:pt x="2389" y="91"/>
                    <a:pt x="2268" y="0"/>
                    <a:pt x="20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42"/>
            <p:cNvSpPr/>
            <p:nvPr/>
          </p:nvSpPr>
          <p:spPr>
            <a:xfrm>
              <a:off x="6105845" y="1568892"/>
              <a:ext cx="64154" cy="76931"/>
            </a:xfrm>
            <a:custGeom>
              <a:avLst/>
              <a:gdLst/>
              <a:ahLst/>
              <a:cxnLst/>
              <a:rect l="l" t="t" r="r" b="b"/>
              <a:pathLst>
                <a:path w="954" h="1144" extrusionOk="0">
                  <a:moveTo>
                    <a:pt x="477" y="0"/>
                  </a:moveTo>
                  <a:cubicBezTo>
                    <a:pt x="215" y="0"/>
                    <a:pt x="1" y="250"/>
                    <a:pt x="1" y="572"/>
                  </a:cubicBezTo>
                  <a:cubicBezTo>
                    <a:pt x="1" y="893"/>
                    <a:pt x="215" y="1143"/>
                    <a:pt x="477" y="1143"/>
                  </a:cubicBezTo>
                  <a:cubicBezTo>
                    <a:pt x="739" y="1143"/>
                    <a:pt x="953" y="893"/>
                    <a:pt x="953" y="572"/>
                  </a:cubicBezTo>
                  <a:cubicBezTo>
                    <a:pt x="953" y="250"/>
                    <a:pt x="739" y="0"/>
                    <a:pt x="4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42"/>
            <p:cNvSpPr/>
            <p:nvPr/>
          </p:nvSpPr>
          <p:spPr>
            <a:xfrm>
              <a:off x="6415721" y="1420477"/>
              <a:ext cx="176188" cy="95491"/>
            </a:xfrm>
            <a:custGeom>
              <a:avLst/>
              <a:gdLst/>
              <a:ahLst/>
              <a:cxnLst/>
              <a:rect l="l" t="t" r="r" b="b"/>
              <a:pathLst>
                <a:path w="2620" h="1420" extrusionOk="0">
                  <a:moveTo>
                    <a:pt x="568" y="0"/>
                  </a:moveTo>
                  <a:cubicBezTo>
                    <a:pt x="349" y="0"/>
                    <a:pt x="225" y="91"/>
                    <a:pt x="143" y="219"/>
                  </a:cubicBezTo>
                  <a:cubicBezTo>
                    <a:pt x="1" y="457"/>
                    <a:pt x="227" y="803"/>
                    <a:pt x="786" y="1088"/>
                  </a:cubicBezTo>
                  <a:cubicBezTo>
                    <a:pt x="1208" y="1299"/>
                    <a:pt x="1539" y="1419"/>
                    <a:pt x="1791" y="1419"/>
                  </a:cubicBezTo>
                  <a:cubicBezTo>
                    <a:pt x="1938" y="1419"/>
                    <a:pt x="2059" y="1378"/>
                    <a:pt x="2156" y="1291"/>
                  </a:cubicBezTo>
                  <a:cubicBezTo>
                    <a:pt x="2156" y="1291"/>
                    <a:pt x="2620" y="874"/>
                    <a:pt x="1632" y="362"/>
                  </a:cubicBezTo>
                  <a:cubicBezTo>
                    <a:pt x="1132" y="100"/>
                    <a:pt x="798" y="0"/>
                    <a:pt x="5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42"/>
            <p:cNvSpPr/>
            <p:nvPr/>
          </p:nvSpPr>
          <p:spPr>
            <a:xfrm>
              <a:off x="6418949" y="1580123"/>
              <a:ext cx="63280" cy="76931"/>
            </a:xfrm>
            <a:custGeom>
              <a:avLst/>
              <a:gdLst/>
              <a:ahLst/>
              <a:cxnLst/>
              <a:rect l="l" t="t" r="r" b="b"/>
              <a:pathLst>
                <a:path w="941" h="1144" extrusionOk="0">
                  <a:moveTo>
                    <a:pt x="464" y="0"/>
                  </a:moveTo>
                  <a:cubicBezTo>
                    <a:pt x="214" y="0"/>
                    <a:pt x="0" y="250"/>
                    <a:pt x="0" y="572"/>
                  </a:cubicBezTo>
                  <a:cubicBezTo>
                    <a:pt x="0" y="893"/>
                    <a:pt x="214" y="1143"/>
                    <a:pt x="464" y="1143"/>
                  </a:cubicBezTo>
                  <a:cubicBezTo>
                    <a:pt x="726" y="1143"/>
                    <a:pt x="941" y="893"/>
                    <a:pt x="941" y="572"/>
                  </a:cubicBezTo>
                  <a:cubicBezTo>
                    <a:pt x="941" y="250"/>
                    <a:pt x="726" y="0"/>
                    <a:pt x="4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42"/>
            <p:cNvSpPr/>
            <p:nvPr/>
          </p:nvSpPr>
          <p:spPr>
            <a:xfrm>
              <a:off x="5751316" y="1580795"/>
              <a:ext cx="216873" cy="246664"/>
            </a:xfrm>
            <a:custGeom>
              <a:avLst/>
              <a:gdLst/>
              <a:ahLst/>
              <a:cxnLst/>
              <a:rect l="l" t="t" r="r" b="b"/>
              <a:pathLst>
                <a:path w="3225" h="3668" extrusionOk="0">
                  <a:moveTo>
                    <a:pt x="1588" y="0"/>
                  </a:moveTo>
                  <a:cubicBezTo>
                    <a:pt x="932" y="0"/>
                    <a:pt x="132" y="284"/>
                    <a:pt x="70" y="1645"/>
                  </a:cubicBezTo>
                  <a:cubicBezTo>
                    <a:pt x="1" y="2999"/>
                    <a:pt x="993" y="3667"/>
                    <a:pt x="1871" y="3667"/>
                  </a:cubicBezTo>
                  <a:cubicBezTo>
                    <a:pt x="2507" y="3667"/>
                    <a:pt x="3083" y="3317"/>
                    <a:pt x="3153" y="2621"/>
                  </a:cubicBezTo>
                  <a:cubicBezTo>
                    <a:pt x="3225" y="1978"/>
                    <a:pt x="2451" y="145"/>
                    <a:pt x="2451" y="145"/>
                  </a:cubicBezTo>
                  <a:cubicBezTo>
                    <a:pt x="2451" y="145"/>
                    <a:pt x="2056" y="0"/>
                    <a:pt x="1588" y="0"/>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42"/>
            <p:cNvSpPr/>
            <p:nvPr/>
          </p:nvSpPr>
          <p:spPr>
            <a:xfrm>
              <a:off x="5779963" y="1629953"/>
              <a:ext cx="169060" cy="135974"/>
            </a:xfrm>
            <a:custGeom>
              <a:avLst/>
              <a:gdLst/>
              <a:ahLst/>
              <a:cxnLst/>
              <a:rect l="l" t="t" r="r" b="b"/>
              <a:pathLst>
                <a:path w="2514" h="2022" extrusionOk="0">
                  <a:moveTo>
                    <a:pt x="985" y="1"/>
                  </a:moveTo>
                  <a:cubicBezTo>
                    <a:pt x="919" y="1"/>
                    <a:pt x="852" y="7"/>
                    <a:pt x="787" y="21"/>
                  </a:cubicBezTo>
                  <a:cubicBezTo>
                    <a:pt x="299" y="128"/>
                    <a:pt x="25" y="569"/>
                    <a:pt x="13" y="593"/>
                  </a:cubicBezTo>
                  <a:cubicBezTo>
                    <a:pt x="1" y="616"/>
                    <a:pt x="1" y="640"/>
                    <a:pt x="25" y="652"/>
                  </a:cubicBezTo>
                  <a:cubicBezTo>
                    <a:pt x="34" y="661"/>
                    <a:pt x="43" y="665"/>
                    <a:pt x="51" y="665"/>
                  </a:cubicBezTo>
                  <a:cubicBezTo>
                    <a:pt x="65" y="665"/>
                    <a:pt x="77" y="655"/>
                    <a:pt x="84" y="640"/>
                  </a:cubicBezTo>
                  <a:cubicBezTo>
                    <a:pt x="96" y="640"/>
                    <a:pt x="358" y="212"/>
                    <a:pt x="811" y="116"/>
                  </a:cubicBezTo>
                  <a:cubicBezTo>
                    <a:pt x="875" y="102"/>
                    <a:pt x="941" y="94"/>
                    <a:pt x="1007" y="94"/>
                  </a:cubicBezTo>
                  <a:cubicBezTo>
                    <a:pt x="1208" y="94"/>
                    <a:pt x="1414" y="163"/>
                    <a:pt x="1620" y="307"/>
                  </a:cubicBezTo>
                  <a:cubicBezTo>
                    <a:pt x="2394" y="819"/>
                    <a:pt x="1894" y="1938"/>
                    <a:pt x="1894" y="1950"/>
                  </a:cubicBezTo>
                  <a:cubicBezTo>
                    <a:pt x="1882" y="1974"/>
                    <a:pt x="1894" y="2009"/>
                    <a:pt x="1918" y="2021"/>
                  </a:cubicBezTo>
                  <a:lnTo>
                    <a:pt x="1942" y="2021"/>
                  </a:lnTo>
                  <a:cubicBezTo>
                    <a:pt x="1954" y="2021"/>
                    <a:pt x="1965" y="2009"/>
                    <a:pt x="1977" y="1998"/>
                  </a:cubicBezTo>
                  <a:cubicBezTo>
                    <a:pt x="1989" y="1986"/>
                    <a:pt x="2513" y="795"/>
                    <a:pt x="1668" y="224"/>
                  </a:cubicBezTo>
                  <a:cubicBezTo>
                    <a:pt x="1439" y="77"/>
                    <a:pt x="1209" y="1"/>
                    <a:pt x="985"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42"/>
            <p:cNvSpPr/>
            <p:nvPr/>
          </p:nvSpPr>
          <p:spPr>
            <a:xfrm>
              <a:off x="5829659" y="1681734"/>
              <a:ext cx="94550" cy="22931"/>
            </a:xfrm>
            <a:custGeom>
              <a:avLst/>
              <a:gdLst/>
              <a:ahLst/>
              <a:cxnLst/>
              <a:rect l="l" t="t" r="r" b="b"/>
              <a:pathLst>
                <a:path w="1406" h="341" extrusionOk="0">
                  <a:moveTo>
                    <a:pt x="771" y="1"/>
                  </a:moveTo>
                  <a:cubicBezTo>
                    <a:pt x="368" y="1"/>
                    <a:pt x="24" y="251"/>
                    <a:pt x="24" y="251"/>
                  </a:cubicBezTo>
                  <a:cubicBezTo>
                    <a:pt x="0" y="275"/>
                    <a:pt x="0" y="299"/>
                    <a:pt x="12" y="323"/>
                  </a:cubicBezTo>
                  <a:cubicBezTo>
                    <a:pt x="24" y="335"/>
                    <a:pt x="36" y="335"/>
                    <a:pt x="48" y="335"/>
                  </a:cubicBezTo>
                  <a:cubicBezTo>
                    <a:pt x="60" y="335"/>
                    <a:pt x="72" y="335"/>
                    <a:pt x="72" y="323"/>
                  </a:cubicBezTo>
                  <a:cubicBezTo>
                    <a:pt x="80" y="323"/>
                    <a:pt x="400" y="90"/>
                    <a:pt x="767" y="90"/>
                  </a:cubicBezTo>
                  <a:cubicBezTo>
                    <a:pt x="951" y="90"/>
                    <a:pt x="1147" y="148"/>
                    <a:pt x="1322" y="323"/>
                  </a:cubicBezTo>
                  <a:cubicBezTo>
                    <a:pt x="1334" y="335"/>
                    <a:pt x="1346" y="341"/>
                    <a:pt x="1357" y="341"/>
                  </a:cubicBezTo>
                  <a:cubicBezTo>
                    <a:pt x="1369" y="341"/>
                    <a:pt x="1381" y="335"/>
                    <a:pt x="1393" y="323"/>
                  </a:cubicBezTo>
                  <a:cubicBezTo>
                    <a:pt x="1405" y="311"/>
                    <a:pt x="1405" y="275"/>
                    <a:pt x="1393" y="263"/>
                  </a:cubicBezTo>
                  <a:cubicBezTo>
                    <a:pt x="1196" y="66"/>
                    <a:pt x="976" y="1"/>
                    <a:pt x="771"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42"/>
            <p:cNvSpPr/>
            <p:nvPr/>
          </p:nvSpPr>
          <p:spPr>
            <a:xfrm>
              <a:off x="6241147" y="1367890"/>
              <a:ext cx="128981" cy="322788"/>
            </a:xfrm>
            <a:custGeom>
              <a:avLst/>
              <a:gdLst/>
              <a:ahLst/>
              <a:cxnLst/>
              <a:rect l="l" t="t" r="r" b="b"/>
              <a:pathLst>
                <a:path w="1918" h="4800" extrusionOk="0">
                  <a:moveTo>
                    <a:pt x="263" y="1"/>
                  </a:moveTo>
                  <a:cubicBezTo>
                    <a:pt x="227" y="1"/>
                    <a:pt x="203" y="13"/>
                    <a:pt x="203" y="49"/>
                  </a:cubicBezTo>
                  <a:cubicBezTo>
                    <a:pt x="191" y="346"/>
                    <a:pt x="1" y="3025"/>
                    <a:pt x="215" y="3359"/>
                  </a:cubicBezTo>
                  <a:cubicBezTo>
                    <a:pt x="282" y="3466"/>
                    <a:pt x="392" y="3559"/>
                    <a:pt x="579" y="3559"/>
                  </a:cubicBezTo>
                  <a:cubicBezTo>
                    <a:pt x="723" y="3559"/>
                    <a:pt x="914" y="3504"/>
                    <a:pt x="1168" y="3359"/>
                  </a:cubicBezTo>
                  <a:cubicBezTo>
                    <a:pt x="1168" y="3359"/>
                    <a:pt x="1180" y="3347"/>
                    <a:pt x="1192" y="3347"/>
                  </a:cubicBezTo>
                  <a:cubicBezTo>
                    <a:pt x="1261" y="3309"/>
                    <a:pt x="1329" y="3291"/>
                    <a:pt x="1391" y="3291"/>
                  </a:cubicBezTo>
                  <a:cubicBezTo>
                    <a:pt x="1468" y="3291"/>
                    <a:pt x="1537" y="3318"/>
                    <a:pt x="1596" y="3370"/>
                  </a:cubicBezTo>
                  <a:cubicBezTo>
                    <a:pt x="1775" y="3549"/>
                    <a:pt x="1811" y="3942"/>
                    <a:pt x="1680" y="4204"/>
                  </a:cubicBezTo>
                  <a:cubicBezTo>
                    <a:pt x="1513" y="4537"/>
                    <a:pt x="1144" y="4704"/>
                    <a:pt x="1144" y="4716"/>
                  </a:cubicBezTo>
                  <a:cubicBezTo>
                    <a:pt x="1120" y="4728"/>
                    <a:pt x="1108" y="4752"/>
                    <a:pt x="1120" y="4775"/>
                  </a:cubicBezTo>
                  <a:cubicBezTo>
                    <a:pt x="1120" y="4787"/>
                    <a:pt x="1144" y="4799"/>
                    <a:pt x="1156" y="4799"/>
                  </a:cubicBezTo>
                  <a:lnTo>
                    <a:pt x="1180" y="4799"/>
                  </a:lnTo>
                  <a:cubicBezTo>
                    <a:pt x="1192" y="4787"/>
                    <a:pt x="1584" y="4609"/>
                    <a:pt x="1763" y="4240"/>
                  </a:cubicBezTo>
                  <a:cubicBezTo>
                    <a:pt x="1918" y="3942"/>
                    <a:pt x="1870" y="3501"/>
                    <a:pt x="1668" y="3311"/>
                  </a:cubicBezTo>
                  <a:cubicBezTo>
                    <a:pt x="1593" y="3236"/>
                    <a:pt x="1498" y="3196"/>
                    <a:pt x="1392" y="3196"/>
                  </a:cubicBezTo>
                  <a:cubicBezTo>
                    <a:pt x="1314" y="3196"/>
                    <a:pt x="1230" y="3218"/>
                    <a:pt x="1144" y="3263"/>
                  </a:cubicBezTo>
                  <a:cubicBezTo>
                    <a:pt x="1144" y="3263"/>
                    <a:pt x="1132" y="3275"/>
                    <a:pt x="1120" y="3287"/>
                  </a:cubicBezTo>
                  <a:cubicBezTo>
                    <a:pt x="906" y="3409"/>
                    <a:pt x="730" y="3469"/>
                    <a:pt x="591" y="3469"/>
                  </a:cubicBezTo>
                  <a:cubicBezTo>
                    <a:pt x="460" y="3469"/>
                    <a:pt x="362" y="3415"/>
                    <a:pt x="299" y="3311"/>
                  </a:cubicBezTo>
                  <a:cubicBezTo>
                    <a:pt x="132" y="3049"/>
                    <a:pt x="239" y="870"/>
                    <a:pt x="299" y="49"/>
                  </a:cubicBezTo>
                  <a:cubicBezTo>
                    <a:pt x="299" y="25"/>
                    <a:pt x="287" y="1"/>
                    <a:pt x="263"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42"/>
            <p:cNvSpPr/>
            <p:nvPr/>
          </p:nvSpPr>
          <p:spPr>
            <a:xfrm>
              <a:off x="5747146" y="1451949"/>
              <a:ext cx="913625" cy="303622"/>
            </a:xfrm>
            <a:custGeom>
              <a:avLst/>
              <a:gdLst/>
              <a:ahLst/>
              <a:cxnLst/>
              <a:rect l="l" t="t" r="r" b="b"/>
              <a:pathLst>
                <a:path w="13586" h="4515" extrusionOk="0">
                  <a:moveTo>
                    <a:pt x="5412" y="119"/>
                  </a:moveTo>
                  <a:cubicBezTo>
                    <a:pt x="5434" y="119"/>
                    <a:pt x="5456" y="120"/>
                    <a:pt x="5478" y="120"/>
                  </a:cubicBezTo>
                  <a:cubicBezTo>
                    <a:pt x="6609" y="144"/>
                    <a:pt x="7514" y="1097"/>
                    <a:pt x="7478" y="2228"/>
                  </a:cubicBezTo>
                  <a:cubicBezTo>
                    <a:pt x="7455" y="3349"/>
                    <a:pt x="6538" y="4241"/>
                    <a:pt x="5435" y="4241"/>
                  </a:cubicBezTo>
                  <a:cubicBezTo>
                    <a:pt x="5414" y="4241"/>
                    <a:pt x="5392" y="4240"/>
                    <a:pt x="5371" y="4240"/>
                  </a:cubicBezTo>
                  <a:cubicBezTo>
                    <a:pt x="4228" y="4204"/>
                    <a:pt x="3323" y="3263"/>
                    <a:pt x="3358" y="2120"/>
                  </a:cubicBezTo>
                  <a:cubicBezTo>
                    <a:pt x="3382" y="1011"/>
                    <a:pt x="4299" y="119"/>
                    <a:pt x="5412" y="119"/>
                  </a:cubicBezTo>
                  <a:close/>
                  <a:moveTo>
                    <a:pt x="11387" y="263"/>
                  </a:moveTo>
                  <a:cubicBezTo>
                    <a:pt x="11401" y="263"/>
                    <a:pt x="11416" y="263"/>
                    <a:pt x="11431" y="263"/>
                  </a:cubicBezTo>
                  <a:cubicBezTo>
                    <a:pt x="12562" y="299"/>
                    <a:pt x="13467" y="1251"/>
                    <a:pt x="13443" y="2382"/>
                  </a:cubicBezTo>
                  <a:cubicBezTo>
                    <a:pt x="13408" y="3504"/>
                    <a:pt x="12491" y="4396"/>
                    <a:pt x="11388" y="4396"/>
                  </a:cubicBezTo>
                  <a:cubicBezTo>
                    <a:pt x="11367" y="4396"/>
                    <a:pt x="11345" y="4395"/>
                    <a:pt x="11324" y="4395"/>
                  </a:cubicBezTo>
                  <a:cubicBezTo>
                    <a:pt x="10181" y="4359"/>
                    <a:pt x="9276" y="3418"/>
                    <a:pt x="9311" y="2275"/>
                  </a:cubicBezTo>
                  <a:cubicBezTo>
                    <a:pt x="9347" y="1159"/>
                    <a:pt x="10264" y="263"/>
                    <a:pt x="11387" y="263"/>
                  </a:cubicBezTo>
                  <a:close/>
                  <a:moveTo>
                    <a:pt x="5411" y="0"/>
                  </a:moveTo>
                  <a:cubicBezTo>
                    <a:pt x="4250" y="0"/>
                    <a:pt x="3298" y="916"/>
                    <a:pt x="3239" y="2061"/>
                  </a:cubicBezTo>
                  <a:lnTo>
                    <a:pt x="632" y="2001"/>
                  </a:lnTo>
                  <a:cubicBezTo>
                    <a:pt x="620" y="2001"/>
                    <a:pt x="620" y="2001"/>
                    <a:pt x="608" y="2013"/>
                  </a:cubicBezTo>
                  <a:cubicBezTo>
                    <a:pt x="584" y="2013"/>
                    <a:pt x="37" y="2216"/>
                    <a:pt x="1" y="2740"/>
                  </a:cubicBezTo>
                  <a:cubicBezTo>
                    <a:pt x="1" y="2763"/>
                    <a:pt x="25" y="2799"/>
                    <a:pt x="48" y="2799"/>
                  </a:cubicBezTo>
                  <a:lnTo>
                    <a:pt x="60" y="2799"/>
                  </a:lnTo>
                  <a:cubicBezTo>
                    <a:pt x="84" y="2799"/>
                    <a:pt x="108" y="2775"/>
                    <a:pt x="120" y="2740"/>
                  </a:cubicBezTo>
                  <a:cubicBezTo>
                    <a:pt x="144" y="2335"/>
                    <a:pt x="572" y="2144"/>
                    <a:pt x="632" y="2120"/>
                  </a:cubicBezTo>
                  <a:lnTo>
                    <a:pt x="3239" y="2180"/>
                  </a:lnTo>
                  <a:cubicBezTo>
                    <a:pt x="3239" y="3359"/>
                    <a:pt x="4180" y="4323"/>
                    <a:pt x="5359" y="4359"/>
                  </a:cubicBezTo>
                  <a:cubicBezTo>
                    <a:pt x="5373" y="4359"/>
                    <a:pt x="5388" y="4359"/>
                    <a:pt x="5403" y="4359"/>
                  </a:cubicBezTo>
                  <a:cubicBezTo>
                    <a:pt x="6585" y="4359"/>
                    <a:pt x="7562" y="3415"/>
                    <a:pt x="7597" y="2228"/>
                  </a:cubicBezTo>
                  <a:cubicBezTo>
                    <a:pt x="7597" y="2144"/>
                    <a:pt x="7597" y="2049"/>
                    <a:pt x="7585" y="1966"/>
                  </a:cubicBezTo>
                  <a:cubicBezTo>
                    <a:pt x="7679" y="1915"/>
                    <a:pt x="7990" y="1782"/>
                    <a:pt x="8382" y="1782"/>
                  </a:cubicBezTo>
                  <a:cubicBezTo>
                    <a:pt x="8638" y="1782"/>
                    <a:pt x="8929" y="1839"/>
                    <a:pt x="9216" y="2013"/>
                  </a:cubicBezTo>
                  <a:cubicBezTo>
                    <a:pt x="9204" y="2097"/>
                    <a:pt x="9192" y="2180"/>
                    <a:pt x="9192" y="2275"/>
                  </a:cubicBezTo>
                  <a:cubicBezTo>
                    <a:pt x="9157" y="3478"/>
                    <a:pt x="10121" y="4478"/>
                    <a:pt x="11312" y="4514"/>
                  </a:cubicBezTo>
                  <a:cubicBezTo>
                    <a:pt x="11326" y="4514"/>
                    <a:pt x="11341" y="4514"/>
                    <a:pt x="11356" y="4514"/>
                  </a:cubicBezTo>
                  <a:cubicBezTo>
                    <a:pt x="12539" y="4514"/>
                    <a:pt x="13515" y="3570"/>
                    <a:pt x="13550" y="2382"/>
                  </a:cubicBezTo>
                  <a:cubicBezTo>
                    <a:pt x="13586" y="1192"/>
                    <a:pt x="12633" y="180"/>
                    <a:pt x="11431" y="156"/>
                  </a:cubicBezTo>
                  <a:cubicBezTo>
                    <a:pt x="11407" y="155"/>
                    <a:pt x="11383" y="155"/>
                    <a:pt x="11359" y="155"/>
                  </a:cubicBezTo>
                  <a:cubicBezTo>
                    <a:pt x="10319" y="155"/>
                    <a:pt x="9450" y="905"/>
                    <a:pt x="9240" y="1894"/>
                  </a:cubicBezTo>
                  <a:cubicBezTo>
                    <a:pt x="8945" y="1727"/>
                    <a:pt x="8648" y="1672"/>
                    <a:pt x="8385" y="1672"/>
                  </a:cubicBezTo>
                  <a:cubicBezTo>
                    <a:pt x="8011" y="1672"/>
                    <a:pt x="7706" y="1784"/>
                    <a:pt x="7573" y="1847"/>
                  </a:cubicBezTo>
                  <a:cubicBezTo>
                    <a:pt x="7418" y="823"/>
                    <a:pt x="6549" y="25"/>
                    <a:pt x="5478" y="1"/>
                  </a:cubicBezTo>
                  <a:cubicBezTo>
                    <a:pt x="5455" y="0"/>
                    <a:pt x="5433" y="0"/>
                    <a:pt x="54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42"/>
            <p:cNvSpPr/>
            <p:nvPr/>
          </p:nvSpPr>
          <p:spPr>
            <a:xfrm>
              <a:off x="6081837" y="1265472"/>
              <a:ext cx="418010" cy="30463"/>
            </a:xfrm>
            <a:custGeom>
              <a:avLst/>
              <a:gdLst/>
              <a:ahLst/>
              <a:cxnLst/>
              <a:rect l="l" t="t" r="r" b="b"/>
              <a:pathLst>
                <a:path w="6216" h="453" extrusionOk="0">
                  <a:moveTo>
                    <a:pt x="2978" y="1"/>
                  </a:moveTo>
                  <a:cubicBezTo>
                    <a:pt x="1986" y="1"/>
                    <a:pt x="993" y="111"/>
                    <a:pt x="24" y="333"/>
                  </a:cubicBezTo>
                  <a:cubicBezTo>
                    <a:pt x="1" y="333"/>
                    <a:pt x="1" y="345"/>
                    <a:pt x="1" y="369"/>
                  </a:cubicBezTo>
                  <a:cubicBezTo>
                    <a:pt x="1" y="381"/>
                    <a:pt x="24" y="393"/>
                    <a:pt x="36" y="393"/>
                  </a:cubicBezTo>
                  <a:cubicBezTo>
                    <a:pt x="999" y="171"/>
                    <a:pt x="1986" y="60"/>
                    <a:pt x="2974" y="60"/>
                  </a:cubicBezTo>
                  <a:cubicBezTo>
                    <a:pt x="4052" y="60"/>
                    <a:pt x="5130" y="192"/>
                    <a:pt x="6180" y="452"/>
                  </a:cubicBezTo>
                  <a:cubicBezTo>
                    <a:pt x="6192" y="452"/>
                    <a:pt x="6204" y="441"/>
                    <a:pt x="6204" y="429"/>
                  </a:cubicBezTo>
                  <a:cubicBezTo>
                    <a:pt x="6216" y="417"/>
                    <a:pt x="6204" y="393"/>
                    <a:pt x="6192" y="393"/>
                  </a:cubicBezTo>
                  <a:cubicBezTo>
                    <a:pt x="5142" y="132"/>
                    <a:pt x="4060" y="1"/>
                    <a:pt x="2978" y="1"/>
                  </a:cubicBezTo>
                  <a:close/>
                </a:path>
              </a:pathLst>
            </a:custGeom>
            <a:solidFill>
              <a:srgbClr val="EAA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42"/>
            <p:cNvSpPr/>
            <p:nvPr/>
          </p:nvSpPr>
          <p:spPr>
            <a:xfrm>
              <a:off x="6118689" y="1163659"/>
              <a:ext cx="343567" cy="44989"/>
            </a:xfrm>
            <a:custGeom>
              <a:avLst/>
              <a:gdLst/>
              <a:ahLst/>
              <a:cxnLst/>
              <a:rect l="l" t="t" r="r" b="b"/>
              <a:pathLst>
                <a:path w="5109" h="669" extrusionOk="0">
                  <a:moveTo>
                    <a:pt x="2030" y="0"/>
                  </a:moveTo>
                  <a:cubicBezTo>
                    <a:pt x="1356" y="0"/>
                    <a:pt x="681" y="84"/>
                    <a:pt x="24" y="252"/>
                  </a:cubicBezTo>
                  <a:cubicBezTo>
                    <a:pt x="12" y="252"/>
                    <a:pt x="0" y="276"/>
                    <a:pt x="12" y="288"/>
                  </a:cubicBezTo>
                  <a:cubicBezTo>
                    <a:pt x="12" y="300"/>
                    <a:pt x="24" y="311"/>
                    <a:pt x="48" y="311"/>
                  </a:cubicBezTo>
                  <a:cubicBezTo>
                    <a:pt x="698" y="143"/>
                    <a:pt x="1369" y="59"/>
                    <a:pt x="2039" y="59"/>
                  </a:cubicBezTo>
                  <a:cubicBezTo>
                    <a:pt x="3075" y="59"/>
                    <a:pt x="4111" y="259"/>
                    <a:pt x="5072" y="657"/>
                  </a:cubicBezTo>
                  <a:cubicBezTo>
                    <a:pt x="5072" y="669"/>
                    <a:pt x="5072" y="669"/>
                    <a:pt x="5084" y="669"/>
                  </a:cubicBezTo>
                  <a:cubicBezTo>
                    <a:pt x="5096" y="669"/>
                    <a:pt x="5108" y="657"/>
                    <a:pt x="5108" y="645"/>
                  </a:cubicBezTo>
                  <a:cubicBezTo>
                    <a:pt x="5108" y="633"/>
                    <a:pt x="5108" y="609"/>
                    <a:pt x="5096" y="609"/>
                  </a:cubicBezTo>
                  <a:cubicBezTo>
                    <a:pt x="4125" y="203"/>
                    <a:pt x="3079" y="0"/>
                    <a:pt x="2030" y="0"/>
                  </a:cubicBezTo>
                  <a:close/>
                </a:path>
              </a:pathLst>
            </a:custGeom>
            <a:solidFill>
              <a:srgbClr val="EAA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42"/>
            <p:cNvSpPr/>
            <p:nvPr/>
          </p:nvSpPr>
          <p:spPr>
            <a:xfrm>
              <a:off x="6357283" y="4131829"/>
              <a:ext cx="582162" cy="463739"/>
            </a:xfrm>
            <a:custGeom>
              <a:avLst/>
              <a:gdLst/>
              <a:ahLst/>
              <a:cxnLst/>
              <a:rect l="l" t="t" r="r" b="b"/>
              <a:pathLst>
                <a:path w="8657" h="6896" extrusionOk="0">
                  <a:moveTo>
                    <a:pt x="4965" y="0"/>
                  </a:moveTo>
                  <a:cubicBezTo>
                    <a:pt x="4965" y="0"/>
                    <a:pt x="3765" y="410"/>
                    <a:pt x="2197" y="410"/>
                  </a:cubicBezTo>
                  <a:cubicBezTo>
                    <a:pt x="1512" y="410"/>
                    <a:pt x="757" y="332"/>
                    <a:pt x="0" y="107"/>
                  </a:cubicBezTo>
                  <a:lnTo>
                    <a:pt x="0" y="107"/>
                  </a:lnTo>
                  <a:cubicBezTo>
                    <a:pt x="0" y="108"/>
                    <a:pt x="286" y="5287"/>
                    <a:pt x="584" y="6001"/>
                  </a:cubicBezTo>
                  <a:cubicBezTo>
                    <a:pt x="584" y="6001"/>
                    <a:pt x="2084" y="6692"/>
                    <a:pt x="5918" y="6882"/>
                  </a:cubicBezTo>
                  <a:cubicBezTo>
                    <a:pt x="6119" y="6892"/>
                    <a:pt x="6307" y="6896"/>
                    <a:pt x="6483" y="6896"/>
                  </a:cubicBezTo>
                  <a:cubicBezTo>
                    <a:pt x="8068" y="6896"/>
                    <a:pt x="8656" y="6549"/>
                    <a:pt x="8656" y="6549"/>
                  </a:cubicBezTo>
                  <a:cubicBezTo>
                    <a:pt x="8656" y="6549"/>
                    <a:pt x="8632" y="5775"/>
                    <a:pt x="7251" y="5001"/>
                  </a:cubicBezTo>
                  <a:cubicBezTo>
                    <a:pt x="6763" y="4727"/>
                    <a:pt x="5025" y="4215"/>
                    <a:pt x="5025" y="4215"/>
                  </a:cubicBezTo>
                  <a:lnTo>
                    <a:pt x="49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42"/>
            <p:cNvSpPr/>
            <p:nvPr/>
          </p:nvSpPr>
          <p:spPr>
            <a:xfrm>
              <a:off x="5575800" y="4126987"/>
              <a:ext cx="586196" cy="468581"/>
            </a:xfrm>
            <a:custGeom>
              <a:avLst/>
              <a:gdLst/>
              <a:ahLst/>
              <a:cxnLst/>
              <a:rect l="l" t="t" r="r" b="b"/>
              <a:pathLst>
                <a:path w="8717" h="6968" extrusionOk="0">
                  <a:moveTo>
                    <a:pt x="3382" y="1"/>
                  </a:moveTo>
                  <a:lnTo>
                    <a:pt x="3358" y="4251"/>
                  </a:lnTo>
                  <a:cubicBezTo>
                    <a:pt x="3358" y="4251"/>
                    <a:pt x="1894" y="4799"/>
                    <a:pt x="1406" y="5073"/>
                  </a:cubicBezTo>
                  <a:cubicBezTo>
                    <a:pt x="25" y="5847"/>
                    <a:pt x="1" y="6609"/>
                    <a:pt x="1" y="6609"/>
                  </a:cubicBezTo>
                  <a:cubicBezTo>
                    <a:pt x="1" y="6609"/>
                    <a:pt x="592" y="6968"/>
                    <a:pt x="2187" y="6968"/>
                  </a:cubicBezTo>
                  <a:cubicBezTo>
                    <a:pt x="2359" y="6968"/>
                    <a:pt x="2543" y="6963"/>
                    <a:pt x="2739" y="6954"/>
                  </a:cubicBezTo>
                  <a:cubicBezTo>
                    <a:pt x="6573" y="6764"/>
                    <a:pt x="8061" y="6073"/>
                    <a:pt x="8061" y="6073"/>
                  </a:cubicBezTo>
                  <a:cubicBezTo>
                    <a:pt x="8371" y="5359"/>
                    <a:pt x="8716" y="168"/>
                    <a:pt x="8716" y="168"/>
                  </a:cubicBezTo>
                  <a:lnTo>
                    <a:pt x="8716" y="168"/>
                  </a:lnTo>
                  <a:cubicBezTo>
                    <a:pt x="7990" y="385"/>
                    <a:pt x="7236" y="463"/>
                    <a:pt x="6532" y="463"/>
                  </a:cubicBezTo>
                  <a:cubicBezTo>
                    <a:pt x="4809" y="463"/>
                    <a:pt x="3382" y="1"/>
                    <a:pt x="33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42"/>
            <p:cNvSpPr/>
            <p:nvPr/>
          </p:nvSpPr>
          <p:spPr>
            <a:xfrm>
              <a:off x="5795228" y="2978871"/>
              <a:ext cx="910397" cy="1447637"/>
            </a:xfrm>
            <a:custGeom>
              <a:avLst/>
              <a:gdLst/>
              <a:ahLst/>
              <a:cxnLst/>
              <a:rect l="l" t="t" r="r" b="b"/>
              <a:pathLst>
                <a:path w="13538" h="21527" extrusionOk="0">
                  <a:moveTo>
                    <a:pt x="167" y="0"/>
                  </a:moveTo>
                  <a:cubicBezTo>
                    <a:pt x="0" y="6382"/>
                    <a:pt x="12" y="16371"/>
                    <a:pt x="72" y="21324"/>
                  </a:cubicBezTo>
                  <a:lnTo>
                    <a:pt x="5048" y="21467"/>
                  </a:lnTo>
                  <a:lnTo>
                    <a:pt x="7096" y="6025"/>
                  </a:lnTo>
                  <a:lnTo>
                    <a:pt x="8680" y="21527"/>
                  </a:lnTo>
                  <a:lnTo>
                    <a:pt x="13395" y="21396"/>
                  </a:lnTo>
                  <a:lnTo>
                    <a:pt x="13538" y="119"/>
                  </a:lnTo>
                  <a:lnTo>
                    <a:pt x="1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42"/>
            <p:cNvSpPr/>
            <p:nvPr/>
          </p:nvSpPr>
          <p:spPr>
            <a:xfrm>
              <a:off x="5832013" y="3110138"/>
              <a:ext cx="24142" cy="1291555"/>
            </a:xfrm>
            <a:custGeom>
              <a:avLst/>
              <a:gdLst/>
              <a:ahLst/>
              <a:cxnLst/>
              <a:rect l="l" t="t" r="r" b="b"/>
              <a:pathLst>
                <a:path w="359" h="19206" extrusionOk="0">
                  <a:moveTo>
                    <a:pt x="310" y="1"/>
                  </a:moveTo>
                  <a:cubicBezTo>
                    <a:pt x="287" y="1"/>
                    <a:pt x="263" y="25"/>
                    <a:pt x="263" y="49"/>
                  </a:cubicBezTo>
                  <a:lnTo>
                    <a:pt x="1" y="19206"/>
                  </a:lnTo>
                  <a:lnTo>
                    <a:pt x="96" y="19206"/>
                  </a:lnTo>
                  <a:lnTo>
                    <a:pt x="358" y="49"/>
                  </a:lnTo>
                  <a:cubicBezTo>
                    <a:pt x="358" y="13"/>
                    <a:pt x="334" y="1"/>
                    <a:pt x="3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42"/>
            <p:cNvSpPr/>
            <p:nvPr/>
          </p:nvSpPr>
          <p:spPr>
            <a:xfrm>
              <a:off x="6334083" y="3385584"/>
              <a:ext cx="92129" cy="1026533"/>
            </a:xfrm>
            <a:custGeom>
              <a:avLst/>
              <a:gdLst/>
              <a:ahLst/>
              <a:cxnLst/>
              <a:rect l="l" t="t" r="r" b="b"/>
              <a:pathLst>
                <a:path w="1370" h="15265" extrusionOk="0">
                  <a:moveTo>
                    <a:pt x="36" y="1"/>
                  </a:moveTo>
                  <a:cubicBezTo>
                    <a:pt x="12" y="1"/>
                    <a:pt x="0" y="24"/>
                    <a:pt x="0" y="48"/>
                  </a:cubicBezTo>
                  <a:lnTo>
                    <a:pt x="1286" y="15264"/>
                  </a:lnTo>
                  <a:lnTo>
                    <a:pt x="1369" y="15264"/>
                  </a:lnTo>
                  <a:lnTo>
                    <a:pt x="83" y="48"/>
                  </a:lnTo>
                  <a:cubicBezTo>
                    <a:pt x="83" y="24"/>
                    <a:pt x="60" y="1"/>
                    <a:pt x="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42"/>
            <p:cNvSpPr/>
            <p:nvPr/>
          </p:nvSpPr>
          <p:spPr>
            <a:xfrm>
              <a:off x="6098649" y="3356465"/>
              <a:ext cx="341954" cy="64423"/>
            </a:xfrm>
            <a:custGeom>
              <a:avLst/>
              <a:gdLst/>
              <a:ahLst/>
              <a:cxnLst/>
              <a:rect l="l" t="t" r="r" b="b"/>
              <a:pathLst>
                <a:path w="5085" h="958" extrusionOk="0">
                  <a:moveTo>
                    <a:pt x="5043" y="1"/>
                  </a:moveTo>
                  <a:cubicBezTo>
                    <a:pt x="5037" y="1"/>
                    <a:pt x="5031" y="2"/>
                    <a:pt x="5025" y="5"/>
                  </a:cubicBezTo>
                  <a:cubicBezTo>
                    <a:pt x="5001" y="5"/>
                    <a:pt x="2096" y="743"/>
                    <a:pt x="36" y="862"/>
                  </a:cubicBezTo>
                  <a:cubicBezTo>
                    <a:pt x="13" y="862"/>
                    <a:pt x="1" y="886"/>
                    <a:pt x="1" y="910"/>
                  </a:cubicBezTo>
                  <a:cubicBezTo>
                    <a:pt x="1" y="946"/>
                    <a:pt x="24" y="958"/>
                    <a:pt x="48" y="958"/>
                  </a:cubicBezTo>
                  <a:cubicBezTo>
                    <a:pt x="2108" y="838"/>
                    <a:pt x="5013" y="100"/>
                    <a:pt x="5049" y="100"/>
                  </a:cubicBezTo>
                  <a:cubicBezTo>
                    <a:pt x="5073" y="88"/>
                    <a:pt x="5085" y="65"/>
                    <a:pt x="5073" y="41"/>
                  </a:cubicBezTo>
                  <a:cubicBezTo>
                    <a:pt x="5073" y="14"/>
                    <a:pt x="5059" y="1"/>
                    <a:pt x="5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42"/>
            <p:cNvSpPr/>
            <p:nvPr/>
          </p:nvSpPr>
          <p:spPr>
            <a:xfrm>
              <a:off x="6296424" y="3075707"/>
              <a:ext cx="5649" cy="249892"/>
            </a:xfrm>
            <a:custGeom>
              <a:avLst/>
              <a:gdLst/>
              <a:ahLst/>
              <a:cxnLst/>
              <a:rect l="l" t="t" r="r" b="b"/>
              <a:pathLst>
                <a:path w="84" h="3716" extrusionOk="0">
                  <a:moveTo>
                    <a:pt x="36" y="1"/>
                  </a:moveTo>
                  <a:cubicBezTo>
                    <a:pt x="12" y="1"/>
                    <a:pt x="0" y="25"/>
                    <a:pt x="0" y="49"/>
                  </a:cubicBezTo>
                  <a:lnTo>
                    <a:pt x="0" y="3668"/>
                  </a:lnTo>
                  <a:cubicBezTo>
                    <a:pt x="0" y="3692"/>
                    <a:pt x="12" y="3716"/>
                    <a:pt x="36" y="3716"/>
                  </a:cubicBezTo>
                  <a:cubicBezTo>
                    <a:pt x="60" y="3716"/>
                    <a:pt x="84" y="3692"/>
                    <a:pt x="84" y="3668"/>
                  </a:cubicBezTo>
                  <a:lnTo>
                    <a:pt x="84" y="49"/>
                  </a:lnTo>
                  <a:cubicBezTo>
                    <a:pt x="84" y="25"/>
                    <a:pt x="60" y="1"/>
                    <a:pt x="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42"/>
            <p:cNvSpPr/>
            <p:nvPr/>
          </p:nvSpPr>
          <p:spPr>
            <a:xfrm>
              <a:off x="5862476" y="3079742"/>
              <a:ext cx="116136" cy="253052"/>
            </a:xfrm>
            <a:custGeom>
              <a:avLst/>
              <a:gdLst/>
              <a:ahLst/>
              <a:cxnLst/>
              <a:rect l="l" t="t" r="r" b="b"/>
              <a:pathLst>
                <a:path w="1727" h="3763" extrusionOk="0">
                  <a:moveTo>
                    <a:pt x="1655" y="0"/>
                  </a:moveTo>
                  <a:cubicBezTo>
                    <a:pt x="1453" y="1370"/>
                    <a:pt x="881" y="2679"/>
                    <a:pt x="12" y="3680"/>
                  </a:cubicBezTo>
                  <a:cubicBezTo>
                    <a:pt x="0" y="3703"/>
                    <a:pt x="0" y="3727"/>
                    <a:pt x="12" y="3751"/>
                  </a:cubicBezTo>
                  <a:cubicBezTo>
                    <a:pt x="24" y="3751"/>
                    <a:pt x="36" y="3763"/>
                    <a:pt x="48" y="3763"/>
                  </a:cubicBezTo>
                  <a:cubicBezTo>
                    <a:pt x="60" y="3763"/>
                    <a:pt x="72" y="3751"/>
                    <a:pt x="72" y="3751"/>
                  </a:cubicBezTo>
                  <a:cubicBezTo>
                    <a:pt x="941" y="2751"/>
                    <a:pt x="1524" y="1453"/>
                    <a:pt x="1727" y="84"/>
                  </a:cubicBezTo>
                  <a:cubicBezTo>
                    <a:pt x="1703" y="72"/>
                    <a:pt x="1691" y="48"/>
                    <a:pt x="1679" y="24"/>
                  </a:cubicBezTo>
                  <a:cubicBezTo>
                    <a:pt x="1667" y="24"/>
                    <a:pt x="1655" y="12"/>
                    <a:pt x="16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42"/>
            <p:cNvSpPr/>
            <p:nvPr/>
          </p:nvSpPr>
          <p:spPr>
            <a:xfrm>
              <a:off x="6591035" y="2999448"/>
              <a:ext cx="97778" cy="286138"/>
            </a:xfrm>
            <a:custGeom>
              <a:avLst/>
              <a:gdLst/>
              <a:ahLst/>
              <a:cxnLst/>
              <a:rect l="l" t="t" r="r" b="b"/>
              <a:pathLst>
                <a:path w="1454" h="4255" extrusionOk="0">
                  <a:moveTo>
                    <a:pt x="202" y="1"/>
                  </a:moveTo>
                  <a:cubicBezTo>
                    <a:pt x="184" y="1"/>
                    <a:pt x="168" y="20"/>
                    <a:pt x="168" y="40"/>
                  </a:cubicBezTo>
                  <a:cubicBezTo>
                    <a:pt x="84" y="706"/>
                    <a:pt x="1" y="1695"/>
                    <a:pt x="275" y="2611"/>
                  </a:cubicBezTo>
                  <a:cubicBezTo>
                    <a:pt x="489" y="3338"/>
                    <a:pt x="906" y="3921"/>
                    <a:pt x="1418" y="4254"/>
                  </a:cubicBezTo>
                  <a:cubicBezTo>
                    <a:pt x="1430" y="4231"/>
                    <a:pt x="1442" y="4195"/>
                    <a:pt x="1454" y="4171"/>
                  </a:cubicBezTo>
                  <a:cubicBezTo>
                    <a:pt x="965" y="3850"/>
                    <a:pt x="561" y="3278"/>
                    <a:pt x="358" y="2588"/>
                  </a:cubicBezTo>
                  <a:cubicBezTo>
                    <a:pt x="96" y="1695"/>
                    <a:pt x="168" y="706"/>
                    <a:pt x="251" y="51"/>
                  </a:cubicBezTo>
                  <a:cubicBezTo>
                    <a:pt x="251" y="28"/>
                    <a:pt x="239" y="4"/>
                    <a:pt x="215" y="4"/>
                  </a:cubicBezTo>
                  <a:cubicBezTo>
                    <a:pt x="211" y="2"/>
                    <a:pt x="207" y="1"/>
                    <a:pt x="2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42"/>
            <p:cNvSpPr/>
            <p:nvPr/>
          </p:nvSpPr>
          <p:spPr>
            <a:xfrm>
              <a:off x="6237986" y="3022111"/>
              <a:ext cx="64087" cy="291518"/>
            </a:xfrm>
            <a:custGeom>
              <a:avLst/>
              <a:gdLst/>
              <a:ahLst/>
              <a:cxnLst/>
              <a:rect l="l" t="t" r="r" b="b"/>
              <a:pathLst>
                <a:path w="953" h="4335" extrusionOk="0">
                  <a:moveTo>
                    <a:pt x="36" y="0"/>
                  </a:moveTo>
                  <a:cubicBezTo>
                    <a:pt x="12" y="0"/>
                    <a:pt x="0" y="24"/>
                    <a:pt x="0" y="48"/>
                  </a:cubicBezTo>
                  <a:cubicBezTo>
                    <a:pt x="0" y="72"/>
                    <a:pt x="24" y="1762"/>
                    <a:pt x="167" y="3024"/>
                  </a:cubicBezTo>
                  <a:cubicBezTo>
                    <a:pt x="310" y="4310"/>
                    <a:pt x="881" y="4334"/>
                    <a:pt x="905" y="4334"/>
                  </a:cubicBezTo>
                  <a:cubicBezTo>
                    <a:pt x="929" y="4334"/>
                    <a:pt x="953" y="4310"/>
                    <a:pt x="953" y="4275"/>
                  </a:cubicBezTo>
                  <a:cubicBezTo>
                    <a:pt x="953" y="4251"/>
                    <a:pt x="941" y="4227"/>
                    <a:pt x="917" y="4227"/>
                  </a:cubicBezTo>
                  <a:cubicBezTo>
                    <a:pt x="905" y="4227"/>
                    <a:pt x="381" y="4203"/>
                    <a:pt x="250" y="3013"/>
                  </a:cubicBezTo>
                  <a:cubicBezTo>
                    <a:pt x="119" y="1762"/>
                    <a:pt x="84" y="72"/>
                    <a:pt x="84" y="48"/>
                  </a:cubicBezTo>
                  <a:cubicBezTo>
                    <a:pt x="84" y="24"/>
                    <a:pt x="72" y="0"/>
                    <a:pt x="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42"/>
            <p:cNvSpPr/>
            <p:nvPr/>
          </p:nvSpPr>
          <p:spPr>
            <a:xfrm>
              <a:off x="6392521" y="4514535"/>
              <a:ext cx="550085" cy="99661"/>
            </a:xfrm>
            <a:custGeom>
              <a:avLst/>
              <a:gdLst/>
              <a:ahLst/>
              <a:cxnLst/>
              <a:rect l="l" t="t" r="r" b="b"/>
              <a:pathLst>
                <a:path w="8180" h="1482" extrusionOk="0">
                  <a:moveTo>
                    <a:pt x="36" y="0"/>
                  </a:moveTo>
                  <a:cubicBezTo>
                    <a:pt x="36" y="191"/>
                    <a:pt x="0" y="393"/>
                    <a:pt x="12" y="620"/>
                  </a:cubicBezTo>
                  <a:cubicBezTo>
                    <a:pt x="12" y="620"/>
                    <a:pt x="1155" y="1108"/>
                    <a:pt x="4227" y="1370"/>
                  </a:cubicBezTo>
                  <a:cubicBezTo>
                    <a:pt x="5172" y="1451"/>
                    <a:pt x="5896" y="1481"/>
                    <a:pt x="6450" y="1481"/>
                  </a:cubicBezTo>
                  <a:cubicBezTo>
                    <a:pt x="7911" y="1481"/>
                    <a:pt x="8180" y="1274"/>
                    <a:pt x="8180" y="1274"/>
                  </a:cubicBezTo>
                  <a:cubicBezTo>
                    <a:pt x="8180" y="1274"/>
                    <a:pt x="8180" y="1108"/>
                    <a:pt x="8132" y="846"/>
                  </a:cubicBezTo>
                  <a:cubicBezTo>
                    <a:pt x="7387" y="925"/>
                    <a:pt x="6676" y="959"/>
                    <a:pt x="6002" y="959"/>
                  </a:cubicBezTo>
                  <a:cubicBezTo>
                    <a:pt x="3326" y="959"/>
                    <a:pt x="1244" y="419"/>
                    <a:pt x="3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42"/>
            <p:cNvSpPr/>
            <p:nvPr/>
          </p:nvSpPr>
          <p:spPr>
            <a:xfrm>
              <a:off x="5571832" y="4514535"/>
              <a:ext cx="550892" cy="99661"/>
            </a:xfrm>
            <a:custGeom>
              <a:avLst/>
              <a:gdLst/>
              <a:ahLst/>
              <a:cxnLst/>
              <a:rect l="l" t="t" r="r" b="b"/>
              <a:pathLst>
                <a:path w="8192" h="1482" extrusionOk="0">
                  <a:moveTo>
                    <a:pt x="8156" y="0"/>
                  </a:moveTo>
                  <a:cubicBezTo>
                    <a:pt x="6948" y="419"/>
                    <a:pt x="4866" y="959"/>
                    <a:pt x="2190" y="959"/>
                  </a:cubicBezTo>
                  <a:cubicBezTo>
                    <a:pt x="1516" y="959"/>
                    <a:pt x="805" y="925"/>
                    <a:pt x="60" y="846"/>
                  </a:cubicBezTo>
                  <a:cubicBezTo>
                    <a:pt x="12" y="1108"/>
                    <a:pt x="0" y="1274"/>
                    <a:pt x="0" y="1274"/>
                  </a:cubicBezTo>
                  <a:cubicBezTo>
                    <a:pt x="0" y="1274"/>
                    <a:pt x="276" y="1481"/>
                    <a:pt x="1736" y="1481"/>
                  </a:cubicBezTo>
                  <a:cubicBezTo>
                    <a:pt x="2288" y="1481"/>
                    <a:pt x="3011" y="1451"/>
                    <a:pt x="3953" y="1370"/>
                  </a:cubicBezTo>
                  <a:cubicBezTo>
                    <a:pt x="7037" y="1108"/>
                    <a:pt x="8168" y="620"/>
                    <a:pt x="8168" y="620"/>
                  </a:cubicBezTo>
                  <a:cubicBezTo>
                    <a:pt x="8192" y="393"/>
                    <a:pt x="8156" y="191"/>
                    <a:pt x="815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42"/>
            <p:cNvSpPr/>
            <p:nvPr/>
          </p:nvSpPr>
          <p:spPr>
            <a:xfrm>
              <a:off x="5269958" y="2073518"/>
              <a:ext cx="1482135" cy="1138702"/>
            </a:xfrm>
            <a:custGeom>
              <a:avLst/>
              <a:gdLst/>
              <a:ahLst/>
              <a:cxnLst/>
              <a:rect l="l" t="t" r="r" b="b"/>
              <a:pathLst>
                <a:path w="22040" h="16933" extrusionOk="0">
                  <a:moveTo>
                    <a:pt x="11826" y="0"/>
                  </a:moveTo>
                  <a:cubicBezTo>
                    <a:pt x="10877" y="0"/>
                    <a:pt x="9432" y="336"/>
                    <a:pt x="7859" y="1902"/>
                  </a:cubicBezTo>
                  <a:cubicBezTo>
                    <a:pt x="6930" y="2831"/>
                    <a:pt x="5954" y="4188"/>
                    <a:pt x="5013" y="6165"/>
                  </a:cubicBezTo>
                  <a:cubicBezTo>
                    <a:pt x="5013" y="6165"/>
                    <a:pt x="4323" y="3926"/>
                    <a:pt x="3025" y="2414"/>
                  </a:cubicBezTo>
                  <a:cubicBezTo>
                    <a:pt x="2084" y="2688"/>
                    <a:pt x="941" y="2962"/>
                    <a:pt x="60" y="3450"/>
                  </a:cubicBezTo>
                  <a:cubicBezTo>
                    <a:pt x="1" y="4819"/>
                    <a:pt x="929" y="9499"/>
                    <a:pt x="2513" y="11511"/>
                  </a:cubicBezTo>
                  <a:cubicBezTo>
                    <a:pt x="3492" y="12755"/>
                    <a:pt x="4312" y="13210"/>
                    <a:pt x="5032" y="13210"/>
                  </a:cubicBezTo>
                  <a:cubicBezTo>
                    <a:pt x="5896" y="13210"/>
                    <a:pt x="6617" y="12554"/>
                    <a:pt x="7299" y="11820"/>
                  </a:cubicBezTo>
                  <a:lnTo>
                    <a:pt x="7299" y="11820"/>
                  </a:lnTo>
                  <a:cubicBezTo>
                    <a:pt x="7240" y="12499"/>
                    <a:pt x="7180" y="13225"/>
                    <a:pt x="7109" y="13999"/>
                  </a:cubicBezTo>
                  <a:cubicBezTo>
                    <a:pt x="7002" y="15297"/>
                    <a:pt x="7299" y="16261"/>
                    <a:pt x="8073" y="16523"/>
                  </a:cubicBezTo>
                  <a:cubicBezTo>
                    <a:pt x="8483" y="16656"/>
                    <a:pt x="13698" y="16933"/>
                    <a:pt x="14458" y="16933"/>
                  </a:cubicBezTo>
                  <a:cubicBezTo>
                    <a:pt x="14516" y="16933"/>
                    <a:pt x="14548" y="16931"/>
                    <a:pt x="14550" y="16928"/>
                  </a:cubicBezTo>
                  <a:cubicBezTo>
                    <a:pt x="14555" y="16924"/>
                    <a:pt x="14605" y="16923"/>
                    <a:pt x="14691" y="16923"/>
                  </a:cubicBezTo>
                  <a:cubicBezTo>
                    <a:pt x="14917" y="16923"/>
                    <a:pt x="15395" y="16932"/>
                    <a:pt x="15995" y="16932"/>
                  </a:cubicBezTo>
                  <a:cubicBezTo>
                    <a:pt x="17870" y="16932"/>
                    <a:pt x="20940" y="16835"/>
                    <a:pt x="21253" y="16035"/>
                  </a:cubicBezTo>
                  <a:cubicBezTo>
                    <a:pt x="21265" y="16023"/>
                    <a:pt x="22039" y="14999"/>
                    <a:pt x="21503" y="12808"/>
                  </a:cubicBezTo>
                  <a:cubicBezTo>
                    <a:pt x="21456" y="12582"/>
                    <a:pt x="21456" y="12356"/>
                    <a:pt x="21432" y="12130"/>
                  </a:cubicBezTo>
                  <a:lnTo>
                    <a:pt x="21861" y="2093"/>
                  </a:lnTo>
                  <a:cubicBezTo>
                    <a:pt x="21039" y="1057"/>
                    <a:pt x="19979" y="676"/>
                    <a:pt x="17896" y="319"/>
                  </a:cubicBezTo>
                  <a:cubicBezTo>
                    <a:pt x="17896" y="319"/>
                    <a:pt x="15800" y="795"/>
                    <a:pt x="15288" y="819"/>
                  </a:cubicBezTo>
                  <a:lnTo>
                    <a:pt x="13812" y="819"/>
                  </a:lnTo>
                  <a:cubicBezTo>
                    <a:pt x="13742" y="829"/>
                    <a:pt x="13670" y="834"/>
                    <a:pt x="13597" y="834"/>
                  </a:cubicBezTo>
                  <a:cubicBezTo>
                    <a:pt x="13324" y="834"/>
                    <a:pt x="13037" y="767"/>
                    <a:pt x="12764" y="664"/>
                  </a:cubicBezTo>
                  <a:cubicBezTo>
                    <a:pt x="12895" y="366"/>
                    <a:pt x="12967" y="188"/>
                    <a:pt x="12967" y="188"/>
                  </a:cubicBezTo>
                  <a:cubicBezTo>
                    <a:pt x="12967" y="188"/>
                    <a:pt x="12535" y="0"/>
                    <a:pt x="118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42"/>
            <p:cNvSpPr/>
            <p:nvPr/>
          </p:nvSpPr>
          <p:spPr>
            <a:xfrm>
              <a:off x="6148278" y="2189385"/>
              <a:ext cx="211493" cy="46535"/>
            </a:xfrm>
            <a:custGeom>
              <a:avLst/>
              <a:gdLst/>
              <a:ahLst/>
              <a:cxnLst/>
              <a:rect l="l" t="t" r="r" b="b"/>
              <a:pathLst>
                <a:path w="3145" h="692" extrusionOk="0">
                  <a:moveTo>
                    <a:pt x="3077" y="0"/>
                  </a:moveTo>
                  <a:cubicBezTo>
                    <a:pt x="3067" y="0"/>
                    <a:pt x="3057" y="4"/>
                    <a:pt x="3049" y="13"/>
                  </a:cubicBezTo>
                  <a:cubicBezTo>
                    <a:pt x="2185" y="447"/>
                    <a:pt x="1503" y="567"/>
                    <a:pt x="1013" y="567"/>
                  </a:cubicBezTo>
                  <a:cubicBezTo>
                    <a:pt x="415" y="567"/>
                    <a:pt x="103" y="388"/>
                    <a:pt x="96" y="382"/>
                  </a:cubicBezTo>
                  <a:cubicBezTo>
                    <a:pt x="87" y="377"/>
                    <a:pt x="77" y="375"/>
                    <a:pt x="66" y="375"/>
                  </a:cubicBezTo>
                  <a:cubicBezTo>
                    <a:pt x="48" y="375"/>
                    <a:pt x="28" y="383"/>
                    <a:pt x="13" y="406"/>
                  </a:cubicBezTo>
                  <a:cubicBezTo>
                    <a:pt x="1" y="429"/>
                    <a:pt x="1" y="465"/>
                    <a:pt x="37" y="477"/>
                  </a:cubicBezTo>
                  <a:cubicBezTo>
                    <a:pt x="60" y="501"/>
                    <a:pt x="394" y="691"/>
                    <a:pt x="1013" y="691"/>
                  </a:cubicBezTo>
                  <a:cubicBezTo>
                    <a:pt x="1513" y="691"/>
                    <a:pt x="2215" y="560"/>
                    <a:pt x="3096" y="108"/>
                  </a:cubicBezTo>
                  <a:cubicBezTo>
                    <a:pt x="3132" y="96"/>
                    <a:pt x="3144" y="60"/>
                    <a:pt x="3120" y="36"/>
                  </a:cubicBezTo>
                  <a:cubicBezTo>
                    <a:pt x="3113" y="13"/>
                    <a:pt x="3095" y="0"/>
                    <a:pt x="307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42"/>
            <p:cNvSpPr/>
            <p:nvPr/>
          </p:nvSpPr>
          <p:spPr>
            <a:xfrm>
              <a:off x="6240407" y="2126979"/>
              <a:ext cx="12037" cy="1089746"/>
            </a:xfrm>
            <a:custGeom>
              <a:avLst/>
              <a:gdLst/>
              <a:ahLst/>
              <a:cxnLst/>
              <a:rect l="l" t="t" r="r" b="b"/>
              <a:pathLst>
                <a:path w="179" h="16205" extrusionOk="0">
                  <a:moveTo>
                    <a:pt x="60" y="0"/>
                  </a:moveTo>
                  <a:cubicBezTo>
                    <a:pt x="24" y="0"/>
                    <a:pt x="0" y="24"/>
                    <a:pt x="0" y="60"/>
                  </a:cubicBezTo>
                  <a:lnTo>
                    <a:pt x="60" y="16145"/>
                  </a:lnTo>
                  <a:cubicBezTo>
                    <a:pt x="60" y="16169"/>
                    <a:pt x="83" y="16204"/>
                    <a:pt x="119" y="16204"/>
                  </a:cubicBezTo>
                  <a:cubicBezTo>
                    <a:pt x="155" y="16204"/>
                    <a:pt x="179" y="16169"/>
                    <a:pt x="179" y="16145"/>
                  </a:cubicBezTo>
                  <a:lnTo>
                    <a:pt x="119" y="60"/>
                  </a:lnTo>
                  <a:cubicBezTo>
                    <a:pt x="107" y="24"/>
                    <a:pt x="83" y="0"/>
                    <a:pt x="6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42"/>
            <p:cNvSpPr/>
            <p:nvPr/>
          </p:nvSpPr>
          <p:spPr>
            <a:xfrm>
              <a:off x="5998585" y="2044467"/>
              <a:ext cx="252245" cy="213376"/>
            </a:xfrm>
            <a:custGeom>
              <a:avLst/>
              <a:gdLst/>
              <a:ahLst/>
              <a:cxnLst/>
              <a:rect l="l" t="t" r="r" b="b"/>
              <a:pathLst>
                <a:path w="3751" h="3173" extrusionOk="0">
                  <a:moveTo>
                    <a:pt x="953" y="1"/>
                  </a:moveTo>
                  <a:cubicBezTo>
                    <a:pt x="953" y="1"/>
                    <a:pt x="524" y="632"/>
                    <a:pt x="262" y="1215"/>
                  </a:cubicBezTo>
                  <a:cubicBezTo>
                    <a:pt x="0" y="1799"/>
                    <a:pt x="1917" y="2858"/>
                    <a:pt x="2798" y="3168"/>
                  </a:cubicBezTo>
                  <a:cubicBezTo>
                    <a:pt x="2811" y="3171"/>
                    <a:pt x="2824" y="3173"/>
                    <a:pt x="2837" y="3173"/>
                  </a:cubicBezTo>
                  <a:cubicBezTo>
                    <a:pt x="3279" y="3173"/>
                    <a:pt x="3751" y="1263"/>
                    <a:pt x="3751" y="1263"/>
                  </a:cubicBezTo>
                  <a:cubicBezTo>
                    <a:pt x="3751" y="1263"/>
                    <a:pt x="2024" y="810"/>
                    <a:pt x="9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42"/>
            <p:cNvSpPr/>
            <p:nvPr/>
          </p:nvSpPr>
          <p:spPr>
            <a:xfrm>
              <a:off x="6244374" y="2044467"/>
              <a:ext cx="252313" cy="210216"/>
            </a:xfrm>
            <a:custGeom>
              <a:avLst/>
              <a:gdLst/>
              <a:ahLst/>
              <a:cxnLst/>
              <a:rect l="l" t="t" r="r" b="b"/>
              <a:pathLst>
                <a:path w="3752" h="3126" extrusionOk="0">
                  <a:moveTo>
                    <a:pt x="2822" y="1"/>
                  </a:moveTo>
                  <a:cubicBezTo>
                    <a:pt x="1834" y="858"/>
                    <a:pt x="1" y="1287"/>
                    <a:pt x="1" y="1287"/>
                  </a:cubicBezTo>
                  <a:cubicBezTo>
                    <a:pt x="1" y="1287"/>
                    <a:pt x="662" y="3125"/>
                    <a:pt x="1126" y="3125"/>
                  </a:cubicBezTo>
                  <a:cubicBezTo>
                    <a:pt x="1140" y="3125"/>
                    <a:pt x="1154" y="3124"/>
                    <a:pt x="1167" y="3120"/>
                  </a:cubicBezTo>
                  <a:cubicBezTo>
                    <a:pt x="2060" y="2811"/>
                    <a:pt x="3751" y="1834"/>
                    <a:pt x="3489" y="1251"/>
                  </a:cubicBezTo>
                  <a:cubicBezTo>
                    <a:pt x="3215" y="667"/>
                    <a:pt x="2822" y="1"/>
                    <a:pt x="282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42"/>
            <p:cNvSpPr/>
            <p:nvPr/>
          </p:nvSpPr>
          <p:spPr>
            <a:xfrm>
              <a:off x="5269151" y="2194227"/>
              <a:ext cx="256280" cy="180223"/>
            </a:xfrm>
            <a:custGeom>
              <a:avLst/>
              <a:gdLst/>
              <a:ahLst/>
              <a:cxnLst/>
              <a:rect l="l" t="t" r="r" b="b"/>
              <a:pathLst>
                <a:path w="3811" h="2680" extrusionOk="0">
                  <a:moveTo>
                    <a:pt x="2965" y="0"/>
                  </a:moveTo>
                  <a:lnTo>
                    <a:pt x="1" y="1096"/>
                  </a:lnTo>
                  <a:lnTo>
                    <a:pt x="144" y="2679"/>
                  </a:lnTo>
                  <a:lnTo>
                    <a:pt x="3811" y="1631"/>
                  </a:lnTo>
                  <a:cubicBezTo>
                    <a:pt x="3811" y="1631"/>
                    <a:pt x="3311" y="298"/>
                    <a:pt x="296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42"/>
            <p:cNvSpPr/>
            <p:nvPr/>
          </p:nvSpPr>
          <p:spPr>
            <a:xfrm>
              <a:off x="6595877" y="2463217"/>
              <a:ext cx="120171" cy="430048"/>
            </a:xfrm>
            <a:custGeom>
              <a:avLst/>
              <a:gdLst/>
              <a:ahLst/>
              <a:cxnLst/>
              <a:rect l="l" t="t" r="r" b="b"/>
              <a:pathLst>
                <a:path w="1787" h="6395" extrusionOk="0">
                  <a:moveTo>
                    <a:pt x="60" y="1"/>
                  </a:moveTo>
                  <a:cubicBezTo>
                    <a:pt x="24" y="1"/>
                    <a:pt x="0" y="36"/>
                    <a:pt x="12" y="72"/>
                  </a:cubicBezTo>
                  <a:cubicBezTo>
                    <a:pt x="203" y="1977"/>
                    <a:pt x="1655" y="6311"/>
                    <a:pt x="1667" y="6359"/>
                  </a:cubicBezTo>
                  <a:cubicBezTo>
                    <a:pt x="1667" y="6382"/>
                    <a:pt x="1691" y="6394"/>
                    <a:pt x="1715" y="6394"/>
                  </a:cubicBezTo>
                  <a:lnTo>
                    <a:pt x="1739" y="6394"/>
                  </a:lnTo>
                  <a:cubicBezTo>
                    <a:pt x="1774" y="6382"/>
                    <a:pt x="1786" y="6347"/>
                    <a:pt x="1774" y="6323"/>
                  </a:cubicBezTo>
                  <a:cubicBezTo>
                    <a:pt x="1763" y="6275"/>
                    <a:pt x="322" y="1953"/>
                    <a:pt x="119" y="60"/>
                  </a:cubicBezTo>
                  <a:cubicBezTo>
                    <a:pt x="119" y="25"/>
                    <a:pt x="96" y="1"/>
                    <a:pt x="6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42"/>
            <p:cNvSpPr/>
            <p:nvPr/>
          </p:nvSpPr>
          <p:spPr>
            <a:xfrm>
              <a:off x="5751181" y="2293215"/>
              <a:ext cx="104973" cy="569586"/>
            </a:xfrm>
            <a:custGeom>
              <a:avLst/>
              <a:gdLst/>
              <a:ahLst/>
              <a:cxnLst/>
              <a:rect l="l" t="t" r="r" b="b"/>
              <a:pathLst>
                <a:path w="1561" h="8470" extrusionOk="0">
                  <a:moveTo>
                    <a:pt x="1493" y="0"/>
                  </a:moveTo>
                  <a:cubicBezTo>
                    <a:pt x="1472" y="0"/>
                    <a:pt x="1450" y="14"/>
                    <a:pt x="1441" y="40"/>
                  </a:cubicBezTo>
                  <a:cubicBezTo>
                    <a:pt x="1429" y="40"/>
                    <a:pt x="989" y="957"/>
                    <a:pt x="488" y="3124"/>
                  </a:cubicBezTo>
                  <a:cubicBezTo>
                    <a:pt x="0" y="5279"/>
                    <a:pt x="215" y="8375"/>
                    <a:pt x="227" y="8410"/>
                  </a:cubicBezTo>
                  <a:cubicBezTo>
                    <a:pt x="227" y="8446"/>
                    <a:pt x="250" y="8470"/>
                    <a:pt x="274" y="8470"/>
                  </a:cubicBezTo>
                  <a:cubicBezTo>
                    <a:pt x="286" y="8470"/>
                    <a:pt x="286" y="8470"/>
                    <a:pt x="286" y="8458"/>
                  </a:cubicBezTo>
                  <a:cubicBezTo>
                    <a:pt x="322" y="8458"/>
                    <a:pt x="346" y="8434"/>
                    <a:pt x="334" y="8398"/>
                  </a:cubicBezTo>
                  <a:cubicBezTo>
                    <a:pt x="334" y="8375"/>
                    <a:pt x="119" y="5291"/>
                    <a:pt x="608" y="3148"/>
                  </a:cubicBezTo>
                  <a:cubicBezTo>
                    <a:pt x="1096" y="1005"/>
                    <a:pt x="1536" y="100"/>
                    <a:pt x="1548" y="88"/>
                  </a:cubicBezTo>
                  <a:cubicBezTo>
                    <a:pt x="1560" y="64"/>
                    <a:pt x="1548" y="28"/>
                    <a:pt x="1512" y="5"/>
                  </a:cubicBezTo>
                  <a:cubicBezTo>
                    <a:pt x="1506" y="2"/>
                    <a:pt x="1500" y="0"/>
                    <a:pt x="149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42"/>
            <p:cNvSpPr/>
            <p:nvPr/>
          </p:nvSpPr>
          <p:spPr>
            <a:xfrm>
              <a:off x="6073028" y="2660118"/>
              <a:ext cx="543696" cy="373224"/>
            </a:xfrm>
            <a:custGeom>
              <a:avLst/>
              <a:gdLst/>
              <a:ahLst/>
              <a:cxnLst/>
              <a:rect l="l" t="t" r="r" b="b"/>
              <a:pathLst>
                <a:path w="8085" h="5550" extrusionOk="0">
                  <a:moveTo>
                    <a:pt x="8018" y="1"/>
                  </a:moveTo>
                  <a:cubicBezTo>
                    <a:pt x="8000" y="1"/>
                    <a:pt x="7981" y="11"/>
                    <a:pt x="7966" y="25"/>
                  </a:cubicBezTo>
                  <a:cubicBezTo>
                    <a:pt x="7073" y="1430"/>
                    <a:pt x="5525" y="2252"/>
                    <a:pt x="4156" y="2907"/>
                  </a:cubicBezTo>
                  <a:cubicBezTo>
                    <a:pt x="4013" y="2978"/>
                    <a:pt x="3870" y="3050"/>
                    <a:pt x="3715" y="3121"/>
                  </a:cubicBezTo>
                  <a:cubicBezTo>
                    <a:pt x="2406" y="3752"/>
                    <a:pt x="1036" y="4395"/>
                    <a:pt x="24" y="5455"/>
                  </a:cubicBezTo>
                  <a:cubicBezTo>
                    <a:pt x="1" y="5478"/>
                    <a:pt x="1" y="5514"/>
                    <a:pt x="24" y="5538"/>
                  </a:cubicBezTo>
                  <a:cubicBezTo>
                    <a:pt x="36" y="5550"/>
                    <a:pt x="48" y="5550"/>
                    <a:pt x="60" y="5550"/>
                  </a:cubicBezTo>
                  <a:cubicBezTo>
                    <a:pt x="72" y="5550"/>
                    <a:pt x="96" y="5550"/>
                    <a:pt x="108" y="5538"/>
                  </a:cubicBezTo>
                  <a:cubicBezTo>
                    <a:pt x="1108" y="4490"/>
                    <a:pt x="2465" y="3847"/>
                    <a:pt x="3775" y="3228"/>
                  </a:cubicBezTo>
                  <a:cubicBezTo>
                    <a:pt x="3918" y="3157"/>
                    <a:pt x="4061" y="3085"/>
                    <a:pt x="4215" y="3014"/>
                  </a:cubicBezTo>
                  <a:cubicBezTo>
                    <a:pt x="5597" y="2347"/>
                    <a:pt x="7144" y="1514"/>
                    <a:pt x="8073" y="85"/>
                  </a:cubicBezTo>
                  <a:cubicBezTo>
                    <a:pt x="8085" y="61"/>
                    <a:pt x="8073" y="25"/>
                    <a:pt x="8049" y="14"/>
                  </a:cubicBezTo>
                  <a:cubicBezTo>
                    <a:pt x="8040" y="4"/>
                    <a:pt x="8029" y="1"/>
                    <a:pt x="80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42"/>
            <p:cNvSpPr/>
            <p:nvPr/>
          </p:nvSpPr>
          <p:spPr>
            <a:xfrm>
              <a:off x="6089840" y="2842762"/>
              <a:ext cx="492453" cy="273899"/>
            </a:xfrm>
            <a:custGeom>
              <a:avLst/>
              <a:gdLst/>
              <a:ahLst/>
              <a:cxnLst/>
              <a:rect l="l" t="t" r="r" b="b"/>
              <a:pathLst>
                <a:path w="7323" h="4073" extrusionOk="0">
                  <a:moveTo>
                    <a:pt x="7275" y="0"/>
                  </a:moveTo>
                  <a:cubicBezTo>
                    <a:pt x="7240" y="0"/>
                    <a:pt x="7216" y="24"/>
                    <a:pt x="7204" y="48"/>
                  </a:cubicBezTo>
                  <a:cubicBezTo>
                    <a:pt x="7168" y="250"/>
                    <a:pt x="6978" y="393"/>
                    <a:pt x="6811" y="512"/>
                  </a:cubicBezTo>
                  <a:cubicBezTo>
                    <a:pt x="4704" y="1929"/>
                    <a:pt x="2430" y="3084"/>
                    <a:pt x="48" y="3953"/>
                  </a:cubicBezTo>
                  <a:cubicBezTo>
                    <a:pt x="13" y="3965"/>
                    <a:pt x="1" y="4001"/>
                    <a:pt x="13" y="4036"/>
                  </a:cubicBezTo>
                  <a:cubicBezTo>
                    <a:pt x="24" y="4060"/>
                    <a:pt x="36" y="4072"/>
                    <a:pt x="60" y="4072"/>
                  </a:cubicBezTo>
                  <a:lnTo>
                    <a:pt x="84" y="4072"/>
                  </a:lnTo>
                  <a:cubicBezTo>
                    <a:pt x="2477" y="3203"/>
                    <a:pt x="4763" y="2036"/>
                    <a:pt x="6871" y="607"/>
                  </a:cubicBezTo>
                  <a:cubicBezTo>
                    <a:pt x="7073" y="477"/>
                    <a:pt x="7275" y="322"/>
                    <a:pt x="7323" y="72"/>
                  </a:cubicBezTo>
                  <a:cubicBezTo>
                    <a:pt x="7323" y="36"/>
                    <a:pt x="7311" y="12"/>
                    <a:pt x="727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42"/>
            <p:cNvSpPr/>
            <p:nvPr/>
          </p:nvSpPr>
          <p:spPr>
            <a:xfrm>
              <a:off x="6290036" y="2157375"/>
              <a:ext cx="17686" cy="1049733"/>
            </a:xfrm>
            <a:custGeom>
              <a:avLst/>
              <a:gdLst/>
              <a:ahLst/>
              <a:cxnLst/>
              <a:rect l="l" t="t" r="r" b="b"/>
              <a:pathLst>
                <a:path w="263" h="15610" extrusionOk="0">
                  <a:moveTo>
                    <a:pt x="60" y="1"/>
                  </a:moveTo>
                  <a:cubicBezTo>
                    <a:pt x="24" y="1"/>
                    <a:pt x="0" y="24"/>
                    <a:pt x="0" y="60"/>
                  </a:cubicBezTo>
                  <a:lnTo>
                    <a:pt x="155" y="15550"/>
                  </a:lnTo>
                  <a:cubicBezTo>
                    <a:pt x="155" y="15586"/>
                    <a:pt x="179" y="15610"/>
                    <a:pt x="215" y="15610"/>
                  </a:cubicBezTo>
                  <a:cubicBezTo>
                    <a:pt x="238" y="15610"/>
                    <a:pt x="262" y="15574"/>
                    <a:pt x="262" y="15550"/>
                  </a:cubicBezTo>
                  <a:lnTo>
                    <a:pt x="119" y="48"/>
                  </a:lnTo>
                  <a:cubicBezTo>
                    <a:pt x="119" y="24"/>
                    <a:pt x="95" y="1"/>
                    <a:pt x="6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42"/>
            <p:cNvSpPr/>
            <p:nvPr/>
          </p:nvSpPr>
          <p:spPr>
            <a:xfrm>
              <a:off x="7541444" y="2682646"/>
              <a:ext cx="36919" cy="155342"/>
            </a:xfrm>
            <a:custGeom>
              <a:avLst/>
              <a:gdLst/>
              <a:ahLst/>
              <a:cxnLst/>
              <a:rect l="l" t="t" r="r" b="b"/>
              <a:pathLst>
                <a:path w="549" h="2310" extrusionOk="0">
                  <a:moveTo>
                    <a:pt x="1" y="0"/>
                  </a:moveTo>
                  <a:lnTo>
                    <a:pt x="1" y="0"/>
                  </a:lnTo>
                  <a:cubicBezTo>
                    <a:pt x="96" y="500"/>
                    <a:pt x="227" y="1191"/>
                    <a:pt x="548" y="2310"/>
                  </a:cubicBezTo>
                  <a:lnTo>
                    <a:pt x="1" y="0"/>
                  </a:ln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42"/>
            <p:cNvSpPr/>
            <p:nvPr/>
          </p:nvSpPr>
          <p:spPr>
            <a:xfrm>
              <a:off x="7053833" y="2029269"/>
              <a:ext cx="229852" cy="92936"/>
            </a:xfrm>
            <a:custGeom>
              <a:avLst/>
              <a:gdLst/>
              <a:ahLst/>
              <a:cxnLst/>
              <a:rect l="l" t="t" r="r" b="b"/>
              <a:pathLst>
                <a:path w="3418" h="1382" extrusionOk="0">
                  <a:moveTo>
                    <a:pt x="3418" y="1"/>
                  </a:moveTo>
                  <a:lnTo>
                    <a:pt x="72" y="167"/>
                  </a:lnTo>
                  <a:lnTo>
                    <a:pt x="1" y="1382"/>
                  </a:lnTo>
                  <a:cubicBezTo>
                    <a:pt x="1132" y="1298"/>
                    <a:pt x="2311" y="1274"/>
                    <a:pt x="3394" y="1048"/>
                  </a:cubicBezTo>
                  <a:lnTo>
                    <a:pt x="3418" y="1"/>
                  </a:ln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42"/>
            <p:cNvSpPr/>
            <p:nvPr/>
          </p:nvSpPr>
          <p:spPr>
            <a:xfrm>
              <a:off x="6917724" y="2099744"/>
              <a:ext cx="860028" cy="915844"/>
            </a:xfrm>
            <a:custGeom>
              <a:avLst/>
              <a:gdLst/>
              <a:ahLst/>
              <a:cxnLst/>
              <a:rect l="l" t="t" r="r" b="b"/>
              <a:pathLst>
                <a:path w="12789" h="13619" extrusionOk="0">
                  <a:moveTo>
                    <a:pt x="9038" y="7680"/>
                  </a:moveTo>
                  <a:cubicBezTo>
                    <a:pt x="9145" y="7966"/>
                    <a:pt x="9192" y="8251"/>
                    <a:pt x="9276" y="8668"/>
                  </a:cubicBezTo>
                  <a:lnTo>
                    <a:pt x="9038" y="7680"/>
                  </a:lnTo>
                  <a:close/>
                  <a:moveTo>
                    <a:pt x="5418" y="0"/>
                  </a:moveTo>
                  <a:lnTo>
                    <a:pt x="5418" y="0"/>
                  </a:lnTo>
                  <a:cubicBezTo>
                    <a:pt x="4335" y="226"/>
                    <a:pt x="3156" y="250"/>
                    <a:pt x="2025" y="334"/>
                  </a:cubicBezTo>
                  <a:lnTo>
                    <a:pt x="2001" y="869"/>
                  </a:lnTo>
                  <a:cubicBezTo>
                    <a:pt x="2001" y="869"/>
                    <a:pt x="1144" y="1036"/>
                    <a:pt x="739" y="1143"/>
                  </a:cubicBezTo>
                  <a:cubicBezTo>
                    <a:pt x="751" y="2953"/>
                    <a:pt x="1" y="9811"/>
                    <a:pt x="215" y="11633"/>
                  </a:cubicBezTo>
                  <a:lnTo>
                    <a:pt x="5585" y="12145"/>
                  </a:lnTo>
                  <a:lnTo>
                    <a:pt x="9811" y="10978"/>
                  </a:lnTo>
                  <a:cubicBezTo>
                    <a:pt x="9502" y="9859"/>
                    <a:pt x="9371" y="9168"/>
                    <a:pt x="9276" y="8668"/>
                  </a:cubicBezTo>
                  <a:lnTo>
                    <a:pt x="9276" y="8668"/>
                  </a:lnTo>
                  <a:lnTo>
                    <a:pt x="9811" y="10978"/>
                  </a:lnTo>
                  <a:cubicBezTo>
                    <a:pt x="9839" y="10973"/>
                    <a:pt x="9865" y="10971"/>
                    <a:pt x="9891" y="10971"/>
                  </a:cubicBezTo>
                  <a:cubicBezTo>
                    <a:pt x="10790" y="10971"/>
                    <a:pt x="10991" y="13619"/>
                    <a:pt x="11851" y="13619"/>
                  </a:cubicBezTo>
                  <a:cubicBezTo>
                    <a:pt x="11881" y="13619"/>
                    <a:pt x="11911" y="13616"/>
                    <a:pt x="11943" y="13609"/>
                  </a:cubicBezTo>
                  <a:cubicBezTo>
                    <a:pt x="12645" y="12776"/>
                    <a:pt x="12788" y="9216"/>
                    <a:pt x="12431" y="8251"/>
                  </a:cubicBezTo>
                  <a:cubicBezTo>
                    <a:pt x="11347" y="4179"/>
                    <a:pt x="10228" y="2870"/>
                    <a:pt x="9633" y="2286"/>
                  </a:cubicBezTo>
                  <a:cubicBezTo>
                    <a:pt x="8752" y="1393"/>
                    <a:pt x="6859" y="1000"/>
                    <a:pt x="6859" y="1000"/>
                  </a:cubicBezTo>
                  <a:lnTo>
                    <a:pt x="5406" y="869"/>
                  </a:lnTo>
                  <a:lnTo>
                    <a:pt x="5418" y="0"/>
                  </a:ln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42"/>
            <p:cNvSpPr/>
            <p:nvPr/>
          </p:nvSpPr>
          <p:spPr>
            <a:xfrm>
              <a:off x="6267575" y="2170152"/>
              <a:ext cx="787132" cy="801052"/>
            </a:xfrm>
            <a:custGeom>
              <a:avLst/>
              <a:gdLst/>
              <a:ahLst/>
              <a:cxnLst/>
              <a:rect l="l" t="t" r="r" b="b"/>
              <a:pathLst>
                <a:path w="11705" h="11912" extrusionOk="0">
                  <a:moveTo>
                    <a:pt x="10742" y="1"/>
                  </a:moveTo>
                  <a:cubicBezTo>
                    <a:pt x="10741" y="1"/>
                    <a:pt x="10740" y="1"/>
                    <a:pt x="10740" y="1"/>
                  </a:cubicBezTo>
                  <a:cubicBezTo>
                    <a:pt x="10740" y="1"/>
                    <a:pt x="8347" y="358"/>
                    <a:pt x="7835" y="3668"/>
                  </a:cubicBezTo>
                  <a:cubicBezTo>
                    <a:pt x="7728" y="5883"/>
                    <a:pt x="7442" y="7621"/>
                    <a:pt x="7442" y="7621"/>
                  </a:cubicBezTo>
                  <a:lnTo>
                    <a:pt x="3966" y="5752"/>
                  </a:lnTo>
                  <a:cubicBezTo>
                    <a:pt x="3966" y="5752"/>
                    <a:pt x="3668" y="3573"/>
                    <a:pt x="3251" y="3442"/>
                  </a:cubicBezTo>
                  <a:cubicBezTo>
                    <a:pt x="3224" y="3433"/>
                    <a:pt x="3200" y="3429"/>
                    <a:pt x="3178" y="3429"/>
                  </a:cubicBezTo>
                  <a:cubicBezTo>
                    <a:pt x="2873" y="3429"/>
                    <a:pt x="3049" y="4228"/>
                    <a:pt x="3049" y="4228"/>
                  </a:cubicBezTo>
                  <a:cubicBezTo>
                    <a:pt x="3049" y="4228"/>
                    <a:pt x="2110" y="2625"/>
                    <a:pt x="1771" y="2625"/>
                  </a:cubicBezTo>
                  <a:cubicBezTo>
                    <a:pt x="1750" y="2625"/>
                    <a:pt x="1731" y="2631"/>
                    <a:pt x="1715" y="2644"/>
                  </a:cubicBezTo>
                  <a:cubicBezTo>
                    <a:pt x="1442" y="2870"/>
                    <a:pt x="2287" y="4240"/>
                    <a:pt x="2287" y="4240"/>
                  </a:cubicBezTo>
                  <a:cubicBezTo>
                    <a:pt x="2287" y="4240"/>
                    <a:pt x="1317" y="3018"/>
                    <a:pt x="904" y="3018"/>
                  </a:cubicBezTo>
                  <a:cubicBezTo>
                    <a:pt x="850" y="3018"/>
                    <a:pt x="806" y="3038"/>
                    <a:pt x="775" y="3085"/>
                  </a:cubicBezTo>
                  <a:cubicBezTo>
                    <a:pt x="620" y="3323"/>
                    <a:pt x="1811" y="4537"/>
                    <a:pt x="1811" y="4537"/>
                  </a:cubicBezTo>
                  <a:cubicBezTo>
                    <a:pt x="1811" y="4537"/>
                    <a:pt x="778" y="3620"/>
                    <a:pt x="442" y="3620"/>
                  </a:cubicBezTo>
                  <a:cubicBezTo>
                    <a:pt x="404" y="3620"/>
                    <a:pt x="376" y="3631"/>
                    <a:pt x="358" y="3656"/>
                  </a:cubicBezTo>
                  <a:cubicBezTo>
                    <a:pt x="179" y="3906"/>
                    <a:pt x="1453" y="4942"/>
                    <a:pt x="1453" y="4942"/>
                  </a:cubicBezTo>
                  <a:cubicBezTo>
                    <a:pt x="1453" y="4942"/>
                    <a:pt x="642" y="4372"/>
                    <a:pt x="298" y="4372"/>
                  </a:cubicBezTo>
                  <a:cubicBezTo>
                    <a:pt x="238" y="4372"/>
                    <a:pt x="192" y="4390"/>
                    <a:pt x="168" y="4430"/>
                  </a:cubicBezTo>
                  <a:cubicBezTo>
                    <a:pt x="1" y="4692"/>
                    <a:pt x="1668" y="6180"/>
                    <a:pt x="2275" y="6549"/>
                  </a:cubicBezTo>
                  <a:cubicBezTo>
                    <a:pt x="2275" y="6549"/>
                    <a:pt x="5642" y="11911"/>
                    <a:pt x="8541" y="11911"/>
                  </a:cubicBezTo>
                  <a:cubicBezTo>
                    <a:pt x="8587" y="11911"/>
                    <a:pt x="8634" y="11910"/>
                    <a:pt x="8681" y="11907"/>
                  </a:cubicBezTo>
                  <a:cubicBezTo>
                    <a:pt x="11217" y="11752"/>
                    <a:pt x="10978" y="6609"/>
                    <a:pt x="10859" y="5240"/>
                  </a:cubicBezTo>
                  <a:lnTo>
                    <a:pt x="10859" y="5240"/>
                  </a:lnTo>
                  <a:lnTo>
                    <a:pt x="11693" y="5359"/>
                  </a:lnTo>
                  <a:cubicBezTo>
                    <a:pt x="11490" y="3525"/>
                    <a:pt x="11705" y="2013"/>
                    <a:pt x="11693" y="203"/>
                  </a:cubicBezTo>
                  <a:lnTo>
                    <a:pt x="11693" y="203"/>
                  </a:lnTo>
                  <a:cubicBezTo>
                    <a:pt x="11685" y="206"/>
                    <a:pt x="11674" y="207"/>
                    <a:pt x="11660" y="207"/>
                  </a:cubicBezTo>
                  <a:cubicBezTo>
                    <a:pt x="11471" y="207"/>
                    <a:pt x="10776" y="1"/>
                    <a:pt x="10742"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42"/>
            <p:cNvSpPr/>
            <p:nvPr/>
          </p:nvSpPr>
          <p:spPr>
            <a:xfrm>
              <a:off x="6453380" y="2563281"/>
              <a:ext cx="124139" cy="141825"/>
            </a:xfrm>
            <a:custGeom>
              <a:avLst/>
              <a:gdLst/>
              <a:ahLst/>
              <a:cxnLst/>
              <a:rect l="l" t="t" r="r" b="b"/>
              <a:pathLst>
                <a:path w="1846" h="2109" extrusionOk="0">
                  <a:moveTo>
                    <a:pt x="1393" y="1"/>
                  </a:moveTo>
                  <a:cubicBezTo>
                    <a:pt x="1393" y="1"/>
                    <a:pt x="310" y="632"/>
                    <a:pt x="0" y="1418"/>
                  </a:cubicBezTo>
                  <a:cubicBezTo>
                    <a:pt x="0" y="1418"/>
                    <a:pt x="107" y="1692"/>
                    <a:pt x="322" y="2108"/>
                  </a:cubicBezTo>
                  <a:cubicBezTo>
                    <a:pt x="750" y="1382"/>
                    <a:pt x="1274" y="739"/>
                    <a:pt x="1846" y="144"/>
                  </a:cubicBezTo>
                  <a:cubicBezTo>
                    <a:pt x="1703" y="96"/>
                    <a:pt x="1548" y="49"/>
                    <a:pt x="139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42"/>
            <p:cNvSpPr/>
            <p:nvPr/>
          </p:nvSpPr>
          <p:spPr>
            <a:xfrm>
              <a:off x="6474966" y="2170220"/>
              <a:ext cx="514914" cy="829431"/>
            </a:xfrm>
            <a:custGeom>
              <a:avLst/>
              <a:gdLst/>
              <a:ahLst/>
              <a:cxnLst/>
              <a:rect l="l" t="t" r="r" b="b"/>
              <a:pathLst>
                <a:path w="7657" h="12334" extrusionOk="0">
                  <a:moveTo>
                    <a:pt x="7656" y="0"/>
                  </a:moveTo>
                  <a:cubicBezTo>
                    <a:pt x="7656" y="0"/>
                    <a:pt x="5525" y="226"/>
                    <a:pt x="4656" y="3358"/>
                  </a:cubicBezTo>
                  <a:cubicBezTo>
                    <a:pt x="4370" y="4417"/>
                    <a:pt x="4227" y="5798"/>
                    <a:pt x="4358" y="7620"/>
                  </a:cubicBezTo>
                  <a:cubicBezTo>
                    <a:pt x="4358" y="7620"/>
                    <a:pt x="3096" y="6560"/>
                    <a:pt x="1525" y="5989"/>
                  </a:cubicBezTo>
                  <a:cubicBezTo>
                    <a:pt x="953" y="6584"/>
                    <a:pt x="429" y="7227"/>
                    <a:pt x="1" y="7953"/>
                  </a:cubicBezTo>
                  <a:cubicBezTo>
                    <a:pt x="524" y="8977"/>
                    <a:pt x="1715" y="10859"/>
                    <a:pt x="3703" y="11668"/>
                  </a:cubicBezTo>
                  <a:cubicBezTo>
                    <a:pt x="4814" y="12117"/>
                    <a:pt x="5522" y="12334"/>
                    <a:pt x="5992" y="12334"/>
                  </a:cubicBezTo>
                  <a:cubicBezTo>
                    <a:pt x="6707" y="12334"/>
                    <a:pt x="6877" y="11835"/>
                    <a:pt x="7085" y="10894"/>
                  </a:cubicBezTo>
                  <a:cubicBezTo>
                    <a:pt x="7418" y="9346"/>
                    <a:pt x="7656" y="0"/>
                    <a:pt x="7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42"/>
            <p:cNvSpPr/>
            <p:nvPr/>
          </p:nvSpPr>
          <p:spPr>
            <a:xfrm>
              <a:off x="6700783" y="4315953"/>
              <a:ext cx="505298" cy="350359"/>
            </a:xfrm>
            <a:custGeom>
              <a:avLst/>
              <a:gdLst/>
              <a:ahLst/>
              <a:cxnLst/>
              <a:rect l="l" t="t" r="r" b="b"/>
              <a:pathLst>
                <a:path w="7514" h="5210" extrusionOk="0">
                  <a:moveTo>
                    <a:pt x="7025" y="1"/>
                  </a:moveTo>
                  <a:cubicBezTo>
                    <a:pt x="5989" y="36"/>
                    <a:pt x="4953" y="84"/>
                    <a:pt x="3905" y="191"/>
                  </a:cubicBezTo>
                  <a:cubicBezTo>
                    <a:pt x="3989" y="1048"/>
                    <a:pt x="4084" y="1810"/>
                    <a:pt x="4191" y="2465"/>
                  </a:cubicBezTo>
                  <a:cubicBezTo>
                    <a:pt x="4191" y="2465"/>
                    <a:pt x="0" y="4025"/>
                    <a:pt x="24" y="4823"/>
                  </a:cubicBezTo>
                  <a:cubicBezTo>
                    <a:pt x="33" y="5117"/>
                    <a:pt x="718" y="5209"/>
                    <a:pt x="1571" y="5209"/>
                  </a:cubicBezTo>
                  <a:cubicBezTo>
                    <a:pt x="2993" y="5209"/>
                    <a:pt x="4882" y="4954"/>
                    <a:pt x="4882" y="4954"/>
                  </a:cubicBezTo>
                  <a:cubicBezTo>
                    <a:pt x="4882" y="4954"/>
                    <a:pt x="5254" y="5042"/>
                    <a:pt x="5693" y="5042"/>
                  </a:cubicBezTo>
                  <a:cubicBezTo>
                    <a:pt x="6492" y="5042"/>
                    <a:pt x="7513" y="4749"/>
                    <a:pt x="6906" y="3096"/>
                  </a:cubicBezTo>
                  <a:lnTo>
                    <a:pt x="7025" y="1"/>
                  </a:ln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42"/>
            <p:cNvSpPr/>
            <p:nvPr/>
          </p:nvSpPr>
          <p:spPr>
            <a:xfrm>
              <a:off x="6920952" y="3173418"/>
              <a:ext cx="293132" cy="1155447"/>
            </a:xfrm>
            <a:custGeom>
              <a:avLst/>
              <a:gdLst/>
              <a:ahLst/>
              <a:cxnLst/>
              <a:rect l="l" t="t" r="r" b="b"/>
              <a:pathLst>
                <a:path w="4359" h="17182" extrusionOk="0">
                  <a:moveTo>
                    <a:pt x="0" y="1"/>
                  </a:moveTo>
                  <a:cubicBezTo>
                    <a:pt x="0" y="1"/>
                    <a:pt x="48" y="10895"/>
                    <a:pt x="643" y="17181"/>
                  </a:cubicBezTo>
                  <a:cubicBezTo>
                    <a:pt x="1679" y="17074"/>
                    <a:pt x="2715" y="17026"/>
                    <a:pt x="3751" y="16991"/>
                  </a:cubicBezTo>
                  <a:lnTo>
                    <a:pt x="4358" y="1274"/>
                  </a:lnTo>
                  <a:lnTo>
                    <a:pt x="0" y="1"/>
                  </a:ln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42"/>
            <p:cNvSpPr/>
            <p:nvPr/>
          </p:nvSpPr>
          <p:spPr>
            <a:xfrm>
              <a:off x="7282810" y="3163801"/>
              <a:ext cx="394272" cy="1137828"/>
            </a:xfrm>
            <a:custGeom>
              <a:avLst/>
              <a:gdLst/>
              <a:ahLst/>
              <a:cxnLst/>
              <a:rect l="l" t="t" r="r" b="b"/>
              <a:pathLst>
                <a:path w="5863" h="16920" extrusionOk="0">
                  <a:moveTo>
                    <a:pt x="4222" y="1"/>
                  </a:moveTo>
                  <a:cubicBezTo>
                    <a:pt x="2489" y="1"/>
                    <a:pt x="1" y="632"/>
                    <a:pt x="1" y="632"/>
                  </a:cubicBezTo>
                  <a:cubicBezTo>
                    <a:pt x="1" y="632"/>
                    <a:pt x="1204" y="10561"/>
                    <a:pt x="2096" y="16919"/>
                  </a:cubicBezTo>
                  <a:cubicBezTo>
                    <a:pt x="2227" y="16907"/>
                    <a:pt x="2370" y="16896"/>
                    <a:pt x="2513" y="16872"/>
                  </a:cubicBezTo>
                  <a:cubicBezTo>
                    <a:pt x="3537" y="16812"/>
                    <a:pt x="4513" y="16646"/>
                    <a:pt x="5466" y="16407"/>
                  </a:cubicBezTo>
                  <a:cubicBezTo>
                    <a:pt x="5609" y="12693"/>
                    <a:pt x="5799" y="6942"/>
                    <a:pt x="5859" y="739"/>
                  </a:cubicBezTo>
                  <a:cubicBezTo>
                    <a:pt x="5863" y="182"/>
                    <a:pt x="5151" y="1"/>
                    <a:pt x="4222" y="1"/>
                  </a:cubicBez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42"/>
            <p:cNvSpPr/>
            <p:nvPr/>
          </p:nvSpPr>
          <p:spPr>
            <a:xfrm>
              <a:off x="7182746" y="4267131"/>
              <a:ext cx="495749" cy="430182"/>
            </a:xfrm>
            <a:custGeom>
              <a:avLst/>
              <a:gdLst/>
              <a:ahLst/>
              <a:cxnLst/>
              <a:rect l="l" t="t" r="r" b="b"/>
              <a:pathLst>
                <a:path w="7372" h="6397" extrusionOk="0">
                  <a:moveTo>
                    <a:pt x="6954" y="0"/>
                  </a:moveTo>
                  <a:lnTo>
                    <a:pt x="6954" y="0"/>
                  </a:lnTo>
                  <a:cubicBezTo>
                    <a:pt x="6001" y="239"/>
                    <a:pt x="5025" y="405"/>
                    <a:pt x="4001" y="465"/>
                  </a:cubicBezTo>
                  <a:cubicBezTo>
                    <a:pt x="3858" y="489"/>
                    <a:pt x="3727" y="500"/>
                    <a:pt x="3584" y="512"/>
                  </a:cubicBezTo>
                  <a:cubicBezTo>
                    <a:pt x="3751" y="1727"/>
                    <a:pt x="3906" y="2810"/>
                    <a:pt x="4049" y="3668"/>
                  </a:cubicBezTo>
                  <a:cubicBezTo>
                    <a:pt x="4049" y="3668"/>
                    <a:pt x="1" y="5203"/>
                    <a:pt x="25" y="5989"/>
                  </a:cubicBezTo>
                  <a:cubicBezTo>
                    <a:pt x="34" y="6302"/>
                    <a:pt x="760" y="6397"/>
                    <a:pt x="1639" y="6397"/>
                  </a:cubicBezTo>
                  <a:cubicBezTo>
                    <a:pt x="3004" y="6397"/>
                    <a:pt x="4739" y="6168"/>
                    <a:pt x="4739" y="6168"/>
                  </a:cubicBezTo>
                  <a:cubicBezTo>
                    <a:pt x="4739" y="6168"/>
                    <a:pt x="5109" y="6256"/>
                    <a:pt x="5547" y="6256"/>
                  </a:cubicBezTo>
                  <a:cubicBezTo>
                    <a:pt x="6347" y="6256"/>
                    <a:pt x="7372" y="5962"/>
                    <a:pt x="6763" y="4299"/>
                  </a:cubicBezTo>
                  <a:cubicBezTo>
                    <a:pt x="6763" y="4299"/>
                    <a:pt x="6847" y="2679"/>
                    <a:pt x="6954" y="0"/>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42"/>
            <p:cNvSpPr/>
            <p:nvPr/>
          </p:nvSpPr>
          <p:spPr>
            <a:xfrm>
              <a:off x="6721563" y="2832338"/>
              <a:ext cx="1147444" cy="1383550"/>
            </a:xfrm>
            <a:custGeom>
              <a:avLst/>
              <a:gdLst/>
              <a:ahLst/>
              <a:cxnLst/>
              <a:rect l="l" t="t" r="r" b="b"/>
              <a:pathLst>
                <a:path w="17063" h="20574" extrusionOk="0">
                  <a:moveTo>
                    <a:pt x="12740" y="0"/>
                  </a:moveTo>
                  <a:cubicBezTo>
                    <a:pt x="10655" y="581"/>
                    <a:pt x="8453" y="753"/>
                    <a:pt x="6294" y="753"/>
                  </a:cubicBezTo>
                  <a:cubicBezTo>
                    <a:pt x="5223" y="753"/>
                    <a:pt x="4163" y="711"/>
                    <a:pt x="3132" y="655"/>
                  </a:cubicBezTo>
                  <a:cubicBezTo>
                    <a:pt x="2953" y="1179"/>
                    <a:pt x="1" y="5073"/>
                    <a:pt x="989" y="19812"/>
                  </a:cubicBezTo>
                  <a:cubicBezTo>
                    <a:pt x="989" y="19812"/>
                    <a:pt x="4303" y="20574"/>
                    <a:pt x="8105" y="20574"/>
                  </a:cubicBezTo>
                  <a:cubicBezTo>
                    <a:pt x="10647" y="20574"/>
                    <a:pt x="13406" y="20233"/>
                    <a:pt x="15538" y="19098"/>
                  </a:cubicBezTo>
                  <a:cubicBezTo>
                    <a:pt x="17062" y="2060"/>
                    <a:pt x="12943" y="334"/>
                    <a:pt x="1274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42"/>
            <p:cNvSpPr/>
            <p:nvPr/>
          </p:nvSpPr>
          <p:spPr>
            <a:xfrm>
              <a:off x="6375709" y="2450911"/>
              <a:ext cx="84934" cy="91658"/>
            </a:xfrm>
            <a:custGeom>
              <a:avLst/>
              <a:gdLst/>
              <a:ahLst/>
              <a:cxnLst/>
              <a:rect l="l" t="t" r="r" b="b"/>
              <a:pathLst>
                <a:path w="1263" h="1363" extrusionOk="0">
                  <a:moveTo>
                    <a:pt x="1221" y="0"/>
                  </a:moveTo>
                  <a:cubicBezTo>
                    <a:pt x="1215" y="0"/>
                    <a:pt x="1209" y="2"/>
                    <a:pt x="1203" y="5"/>
                  </a:cubicBezTo>
                  <a:cubicBezTo>
                    <a:pt x="1191" y="5"/>
                    <a:pt x="0" y="398"/>
                    <a:pt x="48" y="1327"/>
                  </a:cubicBezTo>
                  <a:cubicBezTo>
                    <a:pt x="48" y="1351"/>
                    <a:pt x="60" y="1362"/>
                    <a:pt x="84" y="1362"/>
                  </a:cubicBezTo>
                  <a:cubicBezTo>
                    <a:pt x="107" y="1362"/>
                    <a:pt x="119" y="1339"/>
                    <a:pt x="119" y="1315"/>
                  </a:cubicBezTo>
                  <a:cubicBezTo>
                    <a:pt x="84" y="446"/>
                    <a:pt x="1215" y="77"/>
                    <a:pt x="1227" y="77"/>
                  </a:cubicBezTo>
                  <a:cubicBezTo>
                    <a:pt x="1250" y="65"/>
                    <a:pt x="1262" y="41"/>
                    <a:pt x="1250" y="29"/>
                  </a:cubicBezTo>
                  <a:cubicBezTo>
                    <a:pt x="1250" y="11"/>
                    <a:pt x="1238" y="0"/>
                    <a:pt x="122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42"/>
            <p:cNvSpPr/>
            <p:nvPr/>
          </p:nvSpPr>
          <p:spPr>
            <a:xfrm>
              <a:off x="6754380" y="2680225"/>
              <a:ext cx="16072" cy="191386"/>
            </a:xfrm>
            <a:custGeom>
              <a:avLst/>
              <a:gdLst/>
              <a:ahLst/>
              <a:cxnLst/>
              <a:rect l="l" t="t" r="r" b="b"/>
              <a:pathLst>
                <a:path w="239" h="2846" extrusionOk="0">
                  <a:moveTo>
                    <a:pt x="203" y="0"/>
                  </a:moveTo>
                  <a:cubicBezTo>
                    <a:pt x="179" y="0"/>
                    <a:pt x="168" y="12"/>
                    <a:pt x="168" y="36"/>
                  </a:cubicBezTo>
                  <a:cubicBezTo>
                    <a:pt x="168" y="48"/>
                    <a:pt x="1" y="1715"/>
                    <a:pt x="1" y="2810"/>
                  </a:cubicBezTo>
                  <a:cubicBezTo>
                    <a:pt x="1" y="2822"/>
                    <a:pt x="13" y="2846"/>
                    <a:pt x="37" y="2846"/>
                  </a:cubicBezTo>
                  <a:cubicBezTo>
                    <a:pt x="60" y="2846"/>
                    <a:pt x="72" y="2822"/>
                    <a:pt x="72" y="2810"/>
                  </a:cubicBezTo>
                  <a:cubicBezTo>
                    <a:pt x="72" y="1715"/>
                    <a:pt x="239" y="60"/>
                    <a:pt x="239" y="48"/>
                  </a:cubicBezTo>
                  <a:cubicBezTo>
                    <a:pt x="239" y="24"/>
                    <a:pt x="227" y="0"/>
                    <a:pt x="20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42"/>
            <p:cNvSpPr/>
            <p:nvPr/>
          </p:nvSpPr>
          <p:spPr>
            <a:xfrm>
              <a:off x="7183553" y="4643448"/>
              <a:ext cx="461251" cy="60119"/>
            </a:xfrm>
            <a:custGeom>
              <a:avLst/>
              <a:gdLst/>
              <a:ahLst/>
              <a:cxnLst/>
              <a:rect l="l" t="t" r="r" b="b"/>
              <a:pathLst>
                <a:path w="6859" h="894" extrusionOk="0">
                  <a:moveTo>
                    <a:pt x="6859" y="0"/>
                  </a:moveTo>
                  <a:cubicBezTo>
                    <a:pt x="6050" y="215"/>
                    <a:pt x="4798" y="458"/>
                    <a:pt x="3229" y="458"/>
                  </a:cubicBezTo>
                  <a:cubicBezTo>
                    <a:pt x="2280" y="458"/>
                    <a:pt x="1214" y="369"/>
                    <a:pt x="60" y="131"/>
                  </a:cubicBezTo>
                  <a:cubicBezTo>
                    <a:pt x="1" y="358"/>
                    <a:pt x="13" y="500"/>
                    <a:pt x="13" y="500"/>
                  </a:cubicBezTo>
                  <a:cubicBezTo>
                    <a:pt x="13" y="500"/>
                    <a:pt x="382" y="893"/>
                    <a:pt x="3263" y="893"/>
                  </a:cubicBezTo>
                  <a:cubicBezTo>
                    <a:pt x="5847" y="893"/>
                    <a:pt x="6799" y="548"/>
                    <a:pt x="6799" y="548"/>
                  </a:cubicBezTo>
                  <a:cubicBezTo>
                    <a:pt x="6823" y="358"/>
                    <a:pt x="6847" y="179"/>
                    <a:pt x="68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42"/>
            <p:cNvSpPr/>
            <p:nvPr/>
          </p:nvSpPr>
          <p:spPr>
            <a:xfrm>
              <a:off x="7187588" y="4529733"/>
              <a:ext cx="301067" cy="160116"/>
            </a:xfrm>
            <a:custGeom>
              <a:avLst/>
              <a:gdLst/>
              <a:ahLst/>
              <a:cxnLst/>
              <a:rect l="l" t="t" r="r" b="b"/>
              <a:pathLst>
                <a:path w="4477" h="2381" extrusionOk="0">
                  <a:moveTo>
                    <a:pt x="3382" y="1"/>
                  </a:moveTo>
                  <a:cubicBezTo>
                    <a:pt x="3382" y="1"/>
                    <a:pt x="0" y="870"/>
                    <a:pt x="0" y="1822"/>
                  </a:cubicBezTo>
                  <a:cubicBezTo>
                    <a:pt x="0" y="2211"/>
                    <a:pt x="533" y="2380"/>
                    <a:pt x="1785" y="2380"/>
                  </a:cubicBezTo>
                  <a:cubicBezTo>
                    <a:pt x="2259" y="2380"/>
                    <a:pt x="2835" y="2356"/>
                    <a:pt x="3524" y="2310"/>
                  </a:cubicBezTo>
                  <a:lnTo>
                    <a:pt x="4477" y="2287"/>
                  </a:lnTo>
                  <a:cubicBezTo>
                    <a:pt x="4477" y="2287"/>
                    <a:pt x="4013" y="620"/>
                    <a:pt x="33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42"/>
            <p:cNvSpPr/>
            <p:nvPr/>
          </p:nvSpPr>
          <p:spPr>
            <a:xfrm>
              <a:off x="6701590" y="4608210"/>
              <a:ext cx="474028" cy="64894"/>
            </a:xfrm>
            <a:custGeom>
              <a:avLst/>
              <a:gdLst/>
              <a:ahLst/>
              <a:cxnLst/>
              <a:rect l="l" t="t" r="r" b="b"/>
              <a:pathLst>
                <a:path w="7049" h="965" extrusionOk="0">
                  <a:moveTo>
                    <a:pt x="7049" y="0"/>
                  </a:moveTo>
                  <a:lnTo>
                    <a:pt x="7049" y="0"/>
                  </a:lnTo>
                  <a:cubicBezTo>
                    <a:pt x="6202" y="226"/>
                    <a:pt x="4789" y="512"/>
                    <a:pt x="3059" y="512"/>
                  </a:cubicBezTo>
                  <a:cubicBezTo>
                    <a:pt x="2137" y="512"/>
                    <a:pt x="1124" y="430"/>
                    <a:pt x="60" y="215"/>
                  </a:cubicBezTo>
                  <a:cubicBezTo>
                    <a:pt x="0" y="429"/>
                    <a:pt x="12" y="572"/>
                    <a:pt x="12" y="572"/>
                  </a:cubicBezTo>
                  <a:cubicBezTo>
                    <a:pt x="12" y="572"/>
                    <a:pt x="381" y="965"/>
                    <a:pt x="3274" y="965"/>
                  </a:cubicBezTo>
                  <a:cubicBezTo>
                    <a:pt x="5846" y="965"/>
                    <a:pt x="6989" y="548"/>
                    <a:pt x="6989" y="548"/>
                  </a:cubicBezTo>
                  <a:cubicBezTo>
                    <a:pt x="7025" y="358"/>
                    <a:pt x="7037" y="179"/>
                    <a:pt x="70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42"/>
            <p:cNvSpPr/>
            <p:nvPr/>
          </p:nvSpPr>
          <p:spPr>
            <a:xfrm>
              <a:off x="6705558" y="4499337"/>
              <a:ext cx="301134" cy="160385"/>
            </a:xfrm>
            <a:custGeom>
              <a:avLst/>
              <a:gdLst/>
              <a:ahLst/>
              <a:cxnLst/>
              <a:rect l="l" t="t" r="r" b="b"/>
              <a:pathLst>
                <a:path w="4478" h="2385" extrusionOk="0">
                  <a:moveTo>
                    <a:pt x="3382" y="0"/>
                  </a:moveTo>
                  <a:cubicBezTo>
                    <a:pt x="3382" y="0"/>
                    <a:pt x="1" y="869"/>
                    <a:pt x="1" y="1834"/>
                  </a:cubicBezTo>
                  <a:cubicBezTo>
                    <a:pt x="1" y="2218"/>
                    <a:pt x="546" y="2385"/>
                    <a:pt x="1831" y="2385"/>
                  </a:cubicBezTo>
                  <a:cubicBezTo>
                    <a:pt x="2296" y="2385"/>
                    <a:pt x="2857" y="2363"/>
                    <a:pt x="3525" y="2322"/>
                  </a:cubicBezTo>
                  <a:lnTo>
                    <a:pt x="4477" y="2286"/>
                  </a:lnTo>
                  <a:cubicBezTo>
                    <a:pt x="4477" y="2286"/>
                    <a:pt x="4013" y="631"/>
                    <a:pt x="33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42"/>
            <p:cNvSpPr/>
            <p:nvPr/>
          </p:nvSpPr>
          <p:spPr>
            <a:xfrm>
              <a:off x="6948994" y="3223517"/>
              <a:ext cx="489226" cy="1513674"/>
            </a:xfrm>
            <a:custGeom>
              <a:avLst/>
              <a:gdLst/>
              <a:ahLst/>
              <a:cxnLst/>
              <a:rect l="l" t="t" r="r" b="b"/>
              <a:pathLst>
                <a:path w="7275" h="22509" extrusionOk="0">
                  <a:moveTo>
                    <a:pt x="3049" y="0"/>
                  </a:moveTo>
                  <a:cubicBezTo>
                    <a:pt x="2982" y="0"/>
                    <a:pt x="2915" y="2"/>
                    <a:pt x="2846" y="6"/>
                  </a:cubicBezTo>
                  <a:cubicBezTo>
                    <a:pt x="2024" y="41"/>
                    <a:pt x="1381" y="351"/>
                    <a:pt x="929" y="910"/>
                  </a:cubicBezTo>
                  <a:cubicBezTo>
                    <a:pt x="0" y="2089"/>
                    <a:pt x="322" y="3958"/>
                    <a:pt x="345" y="4030"/>
                  </a:cubicBezTo>
                  <a:cubicBezTo>
                    <a:pt x="388" y="4274"/>
                    <a:pt x="601" y="4442"/>
                    <a:pt x="832" y="4442"/>
                  </a:cubicBezTo>
                  <a:cubicBezTo>
                    <a:pt x="860" y="4442"/>
                    <a:pt x="888" y="4440"/>
                    <a:pt x="917" y="4435"/>
                  </a:cubicBezTo>
                  <a:cubicBezTo>
                    <a:pt x="1191" y="4387"/>
                    <a:pt x="1381" y="4125"/>
                    <a:pt x="1322" y="3851"/>
                  </a:cubicBezTo>
                  <a:cubicBezTo>
                    <a:pt x="1322" y="3839"/>
                    <a:pt x="1072" y="2351"/>
                    <a:pt x="1715" y="1530"/>
                  </a:cubicBezTo>
                  <a:cubicBezTo>
                    <a:pt x="1988" y="1196"/>
                    <a:pt x="2369" y="1030"/>
                    <a:pt x="2893" y="1006"/>
                  </a:cubicBezTo>
                  <a:cubicBezTo>
                    <a:pt x="2950" y="1002"/>
                    <a:pt x="3006" y="1001"/>
                    <a:pt x="3060" y="1001"/>
                  </a:cubicBezTo>
                  <a:cubicBezTo>
                    <a:pt x="3586" y="1001"/>
                    <a:pt x="3996" y="1157"/>
                    <a:pt x="4298" y="1470"/>
                  </a:cubicBezTo>
                  <a:cubicBezTo>
                    <a:pt x="5060" y="2232"/>
                    <a:pt x="4989" y="3673"/>
                    <a:pt x="4989" y="3685"/>
                  </a:cubicBezTo>
                  <a:cubicBezTo>
                    <a:pt x="4989" y="3708"/>
                    <a:pt x="4989" y="3732"/>
                    <a:pt x="4989" y="3756"/>
                  </a:cubicBezTo>
                  <a:lnTo>
                    <a:pt x="6251" y="22044"/>
                  </a:lnTo>
                  <a:cubicBezTo>
                    <a:pt x="6275" y="22306"/>
                    <a:pt x="6489" y="22508"/>
                    <a:pt x="6751" y="22508"/>
                  </a:cubicBezTo>
                  <a:lnTo>
                    <a:pt x="6787" y="22508"/>
                  </a:lnTo>
                  <a:cubicBezTo>
                    <a:pt x="7060" y="22496"/>
                    <a:pt x="7275" y="22258"/>
                    <a:pt x="7251" y="21973"/>
                  </a:cubicBezTo>
                  <a:lnTo>
                    <a:pt x="6001" y="3708"/>
                  </a:lnTo>
                  <a:cubicBezTo>
                    <a:pt x="6001" y="3447"/>
                    <a:pt x="6025" y="1780"/>
                    <a:pt x="5013" y="768"/>
                  </a:cubicBezTo>
                  <a:cubicBezTo>
                    <a:pt x="4507" y="262"/>
                    <a:pt x="3850" y="0"/>
                    <a:pt x="304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42"/>
            <p:cNvSpPr/>
            <p:nvPr/>
          </p:nvSpPr>
          <p:spPr>
            <a:xfrm>
              <a:off x="7111531" y="2823798"/>
              <a:ext cx="640465" cy="553581"/>
            </a:xfrm>
            <a:custGeom>
              <a:avLst/>
              <a:gdLst/>
              <a:ahLst/>
              <a:cxnLst/>
              <a:rect l="l" t="t" r="r" b="b"/>
              <a:pathLst>
                <a:path w="9524" h="8232" extrusionOk="0">
                  <a:moveTo>
                    <a:pt x="7622" y="1"/>
                  </a:moveTo>
                  <a:cubicBezTo>
                    <a:pt x="7398" y="1"/>
                    <a:pt x="7164" y="43"/>
                    <a:pt x="6929" y="127"/>
                  </a:cubicBezTo>
                  <a:cubicBezTo>
                    <a:pt x="4751" y="2032"/>
                    <a:pt x="2191" y="5176"/>
                    <a:pt x="2191" y="5176"/>
                  </a:cubicBezTo>
                  <a:cubicBezTo>
                    <a:pt x="2191" y="5176"/>
                    <a:pt x="583" y="5319"/>
                    <a:pt x="405" y="5723"/>
                  </a:cubicBezTo>
                  <a:cubicBezTo>
                    <a:pt x="301" y="5968"/>
                    <a:pt x="627" y="6014"/>
                    <a:pt x="887" y="6014"/>
                  </a:cubicBezTo>
                  <a:cubicBezTo>
                    <a:pt x="1045" y="6014"/>
                    <a:pt x="1179" y="5997"/>
                    <a:pt x="1179" y="5997"/>
                  </a:cubicBezTo>
                  <a:lnTo>
                    <a:pt x="1179" y="5997"/>
                  </a:lnTo>
                  <a:cubicBezTo>
                    <a:pt x="1179" y="5997"/>
                    <a:pt x="0" y="6581"/>
                    <a:pt x="191" y="6878"/>
                  </a:cubicBezTo>
                  <a:cubicBezTo>
                    <a:pt x="283" y="7014"/>
                    <a:pt x="416" y="7050"/>
                    <a:pt x="535" y="7050"/>
                  </a:cubicBezTo>
                  <a:cubicBezTo>
                    <a:pt x="677" y="7050"/>
                    <a:pt x="798" y="6997"/>
                    <a:pt x="798" y="6997"/>
                  </a:cubicBezTo>
                  <a:lnTo>
                    <a:pt x="798" y="6997"/>
                  </a:lnTo>
                  <a:cubicBezTo>
                    <a:pt x="797" y="6998"/>
                    <a:pt x="322" y="7224"/>
                    <a:pt x="703" y="7545"/>
                  </a:cubicBezTo>
                  <a:cubicBezTo>
                    <a:pt x="763" y="7590"/>
                    <a:pt x="819" y="7606"/>
                    <a:pt x="868" y="7606"/>
                  </a:cubicBezTo>
                  <a:cubicBezTo>
                    <a:pt x="970" y="7606"/>
                    <a:pt x="1043" y="7535"/>
                    <a:pt x="1071" y="7502"/>
                  </a:cubicBezTo>
                  <a:lnTo>
                    <a:pt x="1071" y="7502"/>
                  </a:lnTo>
                  <a:cubicBezTo>
                    <a:pt x="1026" y="7562"/>
                    <a:pt x="891" y="7776"/>
                    <a:pt x="1084" y="7938"/>
                  </a:cubicBezTo>
                  <a:cubicBezTo>
                    <a:pt x="1143" y="7991"/>
                    <a:pt x="1201" y="8010"/>
                    <a:pt x="1255" y="8010"/>
                  </a:cubicBezTo>
                  <a:cubicBezTo>
                    <a:pt x="1395" y="8010"/>
                    <a:pt x="1506" y="7878"/>
                    <a:pt x="1522" y="7857"/>
                  </a:cubicBezTo>
                  <a:lnTo>
                    <a:pt x="1522" y="7857"/>
                  </a:lnTo>
                  <a:cubicBezTo>
                    <a:pt x="1506" y="7879"/>
                    <a:pt x="1412" y="8024"/>
                    <a:pt x="1643" y="8200"/>
                  </a:cubicBezTo>
                  <a:cubicBezTo>
                    <a:pt x="1673" y="8222"/>
                    <a:pt x="1711" y="8232"/>
                    <a:pt x="1755" y="8232"/>
                  </a:cubicBezTo>
                  <a:cubicBezTo>
                    <a:pt x="2096" y="8232"/>
                    <a:pt x="2820" y="7621"/>
                    <a:pt x="3358" y="7009"/>
                  </a:cubicBezTo>
                  <a:cubicBezTo>
                    <a:pt x="3358" y="7009"/>
                    <a:pt x="6620" y="4628"/>
                    <a:pt x="9061" y="2842"/>
                  </a:cubicBezTo>
                  <a:cubicBezTo>
                    <a:pt x="9523" y="961"/>
                    <a:pt x="8692" y="1"/>
                    <a:pt x="7622"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42"/>
            <p:cNvSpPr/>
            <p:nvPr/>
          </p:nvSpPr>
          <p:spPr>
            <a:xfrm>
              <a:off x="7316501" y="1829544"/>
              <a:ext cx="353991" cy="270469"/>
            </a:xfrm>
            <a:custGeom>
              <a:avLst/>
              <a:gdLst/>
              <a:ahLst/>
              <a:cxnLst/>
              <a:rect l="l" t="t" r="r" b="b"/>
              <a:pathLst>
                <a:path w="5264" h="4022" extrusionOk="0">
                  <a:moveTo>
                    <a:pt x="4268" y="0"/>
                  </a:moveTo>
                  <a:cubicBezTo>
                    <a:pt x="4243" y="0"/>
                    <a:pt x="4217" y="2"/>
                    <a:pt x="4191" y="6"/>
                  </a:cubicBezTo>
                  <a:cubicBezTo>
                    <a:pt x="3453" y="113"/>
                    <a:pt x="786" y="1196"/>
                    <a:pt x="857" y="1732"/>
                  </a:cubicBezTo>
                  <a:cubicBezTo>
                    <a:pt x="857" y="1732"/>
                    <a:pt x="0" y="3173"/>
                    <a:pt x="1345" y="3792"/>
                  </a:cubicBezTo>
                  <a:cubicBezTo>
                    <a:pt x="1691" y="3950"/>
                    <a:pt x="2078" y="4022"/>
                    <a:pt x="2467" y="4022"/>
                  </a:cubicBezTo>
                  <a:cubicBezTo>
                    <a:pt x="3605" y="4022"/>
                    <a:pt x="4764" y="3405"/>
                    <a:pt x="4977" y="2518"/>
                  </a:cubicBezTo>
                  <a:cubicBezTo>
                    <a:pt x="5264" y="1370"/>
                    <a:pt x="4953" y="0"/>
                    <a:pt x="4268"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42"/>
            <p:cNvSpPr/>
            <p:nvPr/>
          </p:nvSpPr>
          <p:spPr>
            <a:xfrm>
              <a:off x="6699976" y="1326263"/>
              <a:ext cx="1020077" cy="735620"/>
            </a:xfrm>
            <a:custGeom>
              <a:avLst/>
              <a:gdLst/>
              <a:ahLst/>
              <a:cxnLst/>
              <a:rect l="l" t="t" r="r" b="b"/>
              <a:pathLst>
                <a:path w="15169" h="10939" extrusionOk="0">
                  <a:moveTo>
                    <a:pt x="6717" y="1"/>
                  </a:moveTo>
                  <a:cubicBezTo>
                    <a:pt x="4563" y="1"/>
                    <a:pt x="2535" y="259"/>
                    <a:pt x="1465" y="858"/>
                  </a:cubicBezTo>
                  <a:cubicBezTo>
                    <a:pt x="1465" y="858"/>
                    <a:pt x="774" y="2870"/>
                    <a:pt x="393" y="4263"/>
                  </a:cubicBezTo>
                  <a:cubicBezTo>
                    <a:pt x="0" y="5668"/>
                    <a:pt x="2084" y="8680"/>
                    <a:pt x="2810" y="9240"/>
                  </a:cubicBezTo>
                  <a:cubicBezTo>
                    <a:pt x="3361" y="9663"/>
                    <a:pt x="6113" y="10938"/>
                    <a:pt x="8852" y="10938"/>
                  </a:cubicBezTo>
                  <a:cubicBezTo>
                    <a:pt x="11440" y="10938"/>
                    <a:pt x="14016" y="9800"/>
                    <a:pt x="14716" y="5728"/>
                  </a:cubicBezTo>
                  <a:cubicBezTo>
                    <a:pt x="14966" y="4275"/>
                    <a:pt x="15169" y="3477"/>
                    <a:pt x="14728" y="1846"/>
                  </a:cubicBezTo>
                  <a:cubicBezTo>
                    <a:pt x="14428" y="751"/>
                    <a:pt x="10389" y="1"/>
                    <a:pt x="6717"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42"/>
            <p:cNvSpPr/>
            <p:nvPr/>
          </p:nvSpPr>
          <p:spPr>
            <a:xfrm>
              <a:off x="7444608" y="1747636"/>
              <a:ext cx="187284" cy="212031"/>
            </a:xfrm>
            <a:custGeom>
              <a:avLst/>
              <a:gdLst/>
              <a:ahLst/>
              <a:cxnLst/>
              <a:rect l="l" t="t" r="r" b="b"/>
              <a:pathLst>
                <a:path w="2785" h="3153" extrusionOk="0">
                  <a:moveTo>
                    <a:pt x="1383" y="0"/>
                  </a:moveTo>
                  <a:cubicBezTo>
                    <a:pt x="1037" y="0"/>
                    <a:pt x="762" y="81"/>
                    <a:pt x="762" y="81"/>
                  </a:cubicBezTo>
                  <a:lnTo>
                    <a:pt x="0" y="2212"/>
                  </a:lnTo>
                  <a:cubicBezTo>
                    <a:pt x="264" y="2815"/>
                    <a:pt x="848" y="3152"/>
                    <a:pt x="1412" y="3152"/>
                  </a:cubicBezTo>
                  <a:cubicBezTo>
                    <a:pt x="2096" y="3152"/>
                    <a:pt x="2749" y="2656"/>
                    <a:pt x="2762" y="1533"/>
                  </a:cubicBezTo>
                  <a:cubicBezTo>
                    <a:pt x="2785" y="238"/>
                    <a:pt x="1979" y="0"/>
                    <a:pt x="1383" y="0"/>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42"/>
            <p:cNvSpPr/>
            <p:nvPr/>
          </p:nvSpPr>
          <p:spPr>
            <a:xfrm>
              <a:off x="6789617" y="1225123"/>
              <a:ext cx="815174" cy="858616"/>
            </a:xfrm>
            <a:custGeom>
              <a:avLst/>
              <a:gdLst/>
              <a:ahLst/>
              <a:cxnLst/>
              <a:rect l="l" t="t" r="r" b="b"/>
              <a:pathLst>
                <a:path w="12122" h="12768" extrusionOk="0">
                  <a:moveTo>
                    <a:pt x="4638" y="0"/>
                  </a:moveTo>
                  <a:cubicBezTo>
                    <a:pt x="2804" y="0"/>
                    <a:pt x="1287" y="638"/>
                    <a:pt x="620" y="2350"/>
                  </a:cubicBezTo>
                  <a:cubicBezTo>
                    <a:pt x="620" y="2350"/>
                    <a:pt x="346" y="4755"/>
                    <a:pt x="156" y="7613"/>
                  </a:cubicBezTo>
                  <a:cubicBezTo>
                    <a:pt x="1" y="9923"/>
                    <a:pt x="1060" y="12268"/>
                    <a:pt x="4513" y="12673"/>
                  </a:cubicBezTo>
                  <a:cubicBezTo>
                    <a:pt x="5023" y="12735"/>
                    <a:pt x="5499" y="12767"/>
                    <a:pt x="5944" y="12767"/>
                  </a:cubicBezTo>
                  <a:cubicBezTo>
                    <a:pt x="8587" y="12767"/>
                    <a:pt x="10133" y="11609"/>
                    <a:pt x="11050" y="8470"/>
                  </a:cubicBezTo>
                  <a:cubicBezTo>
                    <a:pt x="12121" y="4803"/>
                    <a:pt x="11740" y="1719"/>
                    <a:pt x="8418" y="671"/>
                  </a:cubicBezTo>
                  <a:cubicBezTo>
                    <a:pt x="7121" y="262"/>
                    <a:pt x="5814" y="0"/>
                    <a:pt x="4638" y="0"/>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42"/>
            <p:cNvSpPr/>
            <p:nvPr/>
          </p:nvSpPr>
          <p:spPr>
            <a:xfrm>
              <a:off x="7084296" y="1817372"/>
              <a:ext cx="88901" cy="39004"/>
            </a:xfrm>
            <a:custGeom>
              <a:avLst/>
              <a:gdLst/>
              <a:ahLst/>
              <a:cxnLst/>
              <a:rect l="l" t="t" r="r" b="b"/>
              <a:pathLst>
                <a:path w="1322" h="580" extrusionOk="0">
                  <a:moveTo>
                    <a:pt x="1269" y="0"/>
                  </a:moveTo>
                  <a:cubicBezTo>
                    <a:pt x="1257" y="0"/>
                    <a:pt x="1245" y="6"/>
                    <a:pt x="1238" y="20"/>
                  </a:cubicBezTo>
                  <a:cubicBezTo>
                    <a:pt x="1020" y="407"/>
                    <a:pt x="719" y="503"/>
                    <a:pt x="478" y="503"/>
                  </a:cubicBezTo>
                  <a:cubicBezTo>
                    <a:pt x="259" y="503"/>
                    <a:pt x="89" y="424"/>
                    <a:pt x="72" y="413"/>
                  </a:cubicBezTo>
                  <a:cubicBezTo>
                    <a:pt x="68" y="410"/>
                    <a:pt x="64" y="408"/>
                    <a:pt x="58" y="408"/>
                  </a:cubicBezTo>
                  <a:cubicBezTo>
                    <a:pt x="42" y="408"/>
                    <a:pt x="21" y="419"/>
                    <a:pt x="12" y="437"/>
                  </a:cubicBezTo>
                  <a:cubicBezTo>
                    <a:pt x="0" y="461"/>
                    <a:pt x="12" y="485"/>
                    <a:pt x="36" y="496"/>
                  </a:cubicBezTo>
                  <a:cubicBezTo>
                    <a:pt x="36" y="496"/>
                    <a:pt x="238" y="580"/>
                    <a:pt x="476" y="580"/>
                  </a:cubicBezTo>
                  <a:cubicBezTo>
                    <a:pt x="750" y="580"/>
                    <a:pt x="1084" y="485"/>
                    <a:pt x="1310" y="68"/>
                  </a:cubicBezTo>
                  <a:cubicBezTo>
                    <a:pt x="1322" y="44"/>
                    <a:pt x="1310" y="20"/>
                    <a:pt x="1298" y="8"/>
                  </a:cubicBezTo>
                  <a:cubicBezTo>
                    <a:pt x="1288" y="3"/>
                    <a:pt x="1278" y="0"/>
                    <a:pt x="126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42"/>
            <p:cNvSpPr/>
            <p:nvPr/>
          </p:nvSpPr>
          <p:spPr>
            <a:xfrm>
              <a:off x="7097880" y="1345496"/>
              <a:ext cx="1681" cy="2488"/>
            </a:xfrm>
            <a:custGeom>
              <a:avLst/>
              <a:gdLst/>
              <a:ahLst/>
              <a:cxnLst/>
              <a:rect l="l" t="t" r="r" b="b"/>
              <a:pathLst>
                <a:path w="25" h="37" extrusionOk="0">
                  <a:moveTo>
                    <a:pt x="1" y="36"/>
                  </a:moveTo>
                  <a:cubicBezTo>
                    <a:pt x="13" y="13"/>
                    <a:pt x="24" y="1"/>
                    <a:pt x="24" y="1"/>
                  </a:cubicBezTo>
                  <a:cubicBezTo>
                    <a:pt x="24" y="1"/>
                    <a:pt x="13" y="13"/>
                    <a:pt x="1" y="36"/>
                  </a:cubicBez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42"/>
            <p:cNvSpPr/>
            <p:nvPr/>
          </p:nvSpPr>
          <p:spPr>
            <a:xfrm>
              <a:off x="7274808" y="1541388"/>
              <a:ext cx="169060" cy="125080"/>
            </a:xfrm>
            <a:custGeom>
              <a:avLst/>
              <a:gdLst/>
              <a:ahLst/>
              <a:cxnLst/>
              <a:rect l="l" t="t" r="r" b="b"/>
              <a:pathLst>
                <a:path w="2514" h="1860" extrusionOk="0">
                  <a:moveTo>
                    <a:pt x="550" y="1"/>
                  </a:moveTo>
                  <a:cubicBezTo>
                    <a:pt x="356" y="1"/>
                    <a:pt x="238" y="106"/>
                    <a:pt x="156" y="255"/>
                  </a:cubicBezTo>
                  <a:cubicBezTo>
                    <a:pt x="1" y="540"/>
                    <a:pt x="191" y="993"/>
                    <a:pt x="703" y="1374"/>
                  </a:cubicBezTo>
                  <a:cubicBezTo>
                    <a:pt x="1123" y="1683"/>
                    <a:pt x="1448" y="1860"/>
                    <a:pt x="1699" y="1860"/>
                  </a:cubicBezTo>
                  <a:cubicBezTo>
                    <a:pt x="1825" y="1860"/>
                    <a:pt x="1933" y="1815"/>
                    <a:pt x="2025" y="1719"/>
                  </a:cubicBezTo>
                  <a:cubicBezTo>
                    <a:pt x="2025" y="1719"/>
                    <a:pt x="2513" y="1231"/>
                    <a:pt x="1596" y="529"/>
                  </a:cubicBezTo>
                  <a:cubicBezTo>
                    <a:pt x="1103" y="144"/>
                    <a:pt x="775" y="1"/>
                    <a:pt x="550"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42"/>
            <p:cNvSpPr/>
            <p:nvPr/>
          </p:nvSpPr>
          <p:spPr>
            <a:xfrm>
              <a:off x="6864127" y="1500703"/>
              <a:ext cx="175381" cy="98249"/>
            </a:xfrm>
            <a:custGeom>
              <a:avLst/>
              <a:gdLst/>
              <a:ahLst/>
              <a:cxnLst/>
              <a:rect l="l" t="t" r="r" b="b"/>
              <a:pathLst>
                <a:path w="2608" h="1461" extrusionOk="0">
                  <a:moveTo>
                    <a:pt x="2004" y="1"/>
                  </a:moveTo>
                  <a:cubicBezTo>
                    <a:pt x="1791" y="1"/>
                    <a:pt x="1498" y="57"/>
                    <a:pt x="1095" y="193"/>
                  </a:cubicBezTo>
                  <a:cubicBezTo>
                    <a:pt x="0" y="574"/>
                    <a:pt x="310" y="1193"/>
                    <a:pt x="310" y="1193"/>
                  </a:cubicBezTo>
                  <a:cubicBezTo>
                    <a:pt x="393" y="1378"/>
                    <a:pt x="564" y="1461"/>
                    <a:pt x="820" y="1461"/>
                  </a:cubicBezTo>
                  <a:cubicBezTo>
                    <a:pt x="1041" y="1461"/>
                    <a:pt x="1324" y="1399"/>
                    <a:pt x="1667" y="1288"/>
                  </a:cubicBezTo>
                  <a:cubicBezTo>
                    <a:pt x="2274" y="1086"/>
                    <a:pt x="2607" y="717"/>
                    <a:pt x="2548" y="395"/>
                  </a:cubicBezTo>
                  <a:cubicBezTo>
                    <a:pt x="2503" y="169"/>
                    <a:pt x="2372" y="1"/>
                    <a:pt x="2004" y="1"/>
                  </a:cubicBezTo>
                  <a:close/>
                </a:path>
              </a:pathLst>
            </a:custGeom>
            <a:solidFill>
              <a:srgbClr val="EED9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42"/>
            <p:cNvSpPr/>
            <p:nvPr/>
          </p:nvSpPr>
          <p:spPr>
            <a:xfrm>
              <a:off x="7461420" y="1787514"/>
              <a:ext cx="149760" cy="115329"/>
            </a:xfrm>
            <a:custGeom>
              <a:avLst/>
              <a:gdLst/>
              <a:ahLst/>
              <a:cxnLst/>
              <a:rect l="l" t="t" r="r" b="b"/>
              <a:pathLst>
                <a:path w="2227" h="1715" extrusionOk="0">
                  <a:moveTo>
                    <a:pt x="1315" y="1"/>
                  </a:moveTo>
                  <a:cubicBezTo>
                    <a:pt x="1140" y="1"/>
                    <a:pt x="960" y="53"/>
                    <a:pt x="774" y="167"/>
                  </a:cubicBezTo>
                  <a:cubicBezTo>
                    <a:pt x="0" y="607"/>
                    <a:pt x="405" y="1679"/>
                    <a:pt x="405" y="1691"/>
                  </a:cubicBezTo>
                  <a:cubicBezTo>
                    <a:pt x="417" y="1714"/>
                    <a:pt x="429" y="1714"/>
                    <a:pt x="441" y="1714"/>
                  </a:cubicBezTo>
                  <a:lnTo>
                    <a:pt x="464" y="1714"/>
                  </a:lnTo>
                  <a:cubicBezTo>
                    <a:pt x="476" y="1714"/>
                    <a:pt x="488" y="1691"/>
                    <a:pt x="488" y="1667"/>
                  </a:cubicBezTo>
                  <a:cubicBezTo>
                    <a:pt x="476" y="1655"/>
                    <a:pt x="107" y="643"/>
                    <a:pt x="822" y="238"/>
                  </a:cubicBezTo>
                  <a:cubicBezTo>
                    <a:pt x="996" y="130"/>
                    <a:pt x="1165" y="80"/>
                    <a:pt x="1328" y="80"/>
                  </a:cubicBezTo>
                  <a:cubicBezTo>
                    <a:pt x="1399" y="80"/>
                    <a:pt x="1468" y="89"/>
                    <a:pt x="1536" y="107"/>
                  </a:cubicBezTo>
                  <a:cubicBezTo>
                    <a:pt x="1929" y="226"/>
                    <a:pt x="2143" y="619"/>
                    <a:pt x="2143" y="619"/>
                  </a:cubicBezTo>
                  <a:cubicBezTo>
                    <a:pt x="2150" y="633"/>
                    <a:pt x="2161" y="639"/>
                    <a:pt x="2172" y="639"/>
                  </a:cubicBezTo>
                  <a:cubicBezTo>
                    <a:pt x="2179" y="639"/>
                    <a:pt x="2186" y="636"/>
                    <a:pt x="2191" y="631"/>
                  </a:cubicBezTo>
                  <a:cubicBezTo>
                    <a:pt x="2215" y="619"/>
                    <a:pt x="2227" y="595"/>
                    <a:pt x="2215" y="583"/>
                  </a:cubicBezTo>
                  <a:cubicBezTo>
                    <a:pt x="2203" y="559"/>
                    <a:pt x="1988" y="155"/>
                    <a:pt x="1560" y="36"/>
                  </a:cubicBezTo>
                  <a:cubicBezTo>
                    <a:pt x="1479" y="13"/>
                    <a:pt x="1398" y="1"/>
                    <a:pt x="131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42"/>
            <p:cNvSpPr/>
            <p:nvPr/>
          </p:nvSpPr>
          <p:spPr>
            <a:xfrm>
              <a:off x="7482199" y="1830418"/>
              <a:ext cx="83320" cy="23604"/>
            </a:xfrm>
            <a:custGeom>
              <a:avLst/>
              <a:gdLst/>
              <a:ahLst/>
              <a:cxnLst/>
              <a:rect l="l" t="t" r="r" b="b"/>
              <a:pathLst>
                <a:path w="1239" h="351" extrusionOk="0">
                  <a:moveTo>
                    <a:pt x="522" y="1"/>
                  </a:moveTo>
                  <a:cubicBezTo>
                    <a:pt x="359" y="1"/>
                    <a:pt x="186" y="51"/>
                    <a:pt x="24" y="195"/>
                  </a:cubicBezTo>
                  <a:cubicBezTo>
                    <a:pt x="1" y="219"/>
                    <a:pt x="1" y="243"/>
                    <a:pt x="13" y="255"/>
                  </a:cubicBezTo>
                  <a:cubicBezTo>
                    <a:pt x="24" y="267"/>
                    <a:pt x="36" y="273"/>
                    <a:pt x="47" y="273"/>
                  </a:cubicBezTo>
                  <a:cubicBezTo>
                    <a:pt x="57" y="273"/>
                    <a:pt x="66" y="267"/>
                    <a:pt x="72" y="255"/>
                  </a:cubicBezTo>
                  <a:cubicBezTo>
                    <a:pt x="218" y="127"/>
                    <a:pt x="375" y="82"/>
                    <a:pt x="522" y="82"/>
                  </a:cubicBezTo>
                  <a:cubicBezTo>
                    <a:pt x="869" y="82"/>
                    <a:pt x="1167" y="330"/>
                    <a:pt x="1167" y="338"/>
                  </a:cubicBezTo>
                  <a:cubicBezTo>
                    <a:pt x="1179" y="350"/>
                    <a:pt x="1191" y="350"/>
                    <a:pt x="1191" y="350"/>
                  </a:cubicBezTo>
                  <a:cubicBezTo>
                    <a:pt x="1203" y="350"/>
                    <a:pt x="1215" y="338"/>
                    <a:pt x="1227" y="326"/>
                  </a:cubicBezTo>
                  <a:cubicBezTo>
                    <a:pt x="1239" y="314"/>
                    <a:pt x="1239" y="291"/>
                    <a:pt x="1227" y="279"/>
                  </a:cubicBezTo>
                  <a:cubicBezTo>
                    <a:pt x="1219" y="270"/>
                    <a:pt x="897" y="1"/>
                    <a:pt x="52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42"/>
            <p:cNvSpPr/>
            <p:nvPr/>
          </p:nvSpPr>
          <p:spPr>
            <a:xfrm>
              <a:off x="7060288" y="1508033"/>
              <a:ext cx="116136" cy="279481"/>
            </a:xfrm>
            <a:custGeom>
              <a:avLst/>
              <a:gdLst/>
              <a:ahLst/>
              <a:cxnLst/>
              <a:rect l="l" t="t" r="r" b="b"/>
              <a:pathLst>
                <a:path w="1727" h="4156" extrusionOk="0">
                  <a:moveTo>
                    <a:pt x="1679" y="1"/>
                  </a:moveTo>
                  <a:cubicBezTo>
                    <a:pt x="1655" y="1"/>
                    <a:pt x="1631" y="24"/>
                    <a:pt x="1631" y="48"/>
                  </a:cubicBezTo>
                  <a:cubicBezTo>
                    <a:pt x="1643" y="763"/>
                    <a:pt x="1619" y="2679"/>
                    <a:pt x="1453" y="2906"/>
                  </a:cubicBezTo>
                  <a:cubicBezTo>
                    <a:pt x="1396" y="2983"/>
                    <a:pt x="1318" y="3023"/>
                    <a:pt x="1220" y="3023"/>
                  </a:cubicBezTo>
                  <a:cubicBezTo>
                    <a:pt x="1094" y="3023"/>
                    <a:pt x="933" y="2957"/>
                    <a:pt x="738" y="2822"/>
                  </a:cubicBezTo>
                  <a:cubicBezTo>
                    <a:pt x="726" y="2822"/>
                    <a:pt x="714" y="2810"/>
                    <a:pt x="714" y="2810"/>
                  </a:cubicBezTo>
                  <a:cubicBezTo>
                    <a:pt x="630" y="2760"/>
                    <a:pt x="551" y="2736"/>
                    <a:pt x="477" y="2736"/>
                  </a:cubicBezTo>
                  <a:cubicBezTo>
                    <a:pt x="395" y="2736"/>
                    <a:pt x="319" y="2766"/>
                    <a:pt x="250" y="2822"/>
                  </a:cubicBezTo>
                  <a:cubicBezTo>
                    <a:pt x="60" y="2977"/>
                    <a:pt x="0" y="3358"/>
                    <a:pt x="107" y="3632"/>
                  </a:cubicBezTo>
                  <a:cubicBezTo>
                    <a:pt x="250" y="3965"/>
                    <a:pt x="572" y="4144"/>
                    <a:pt x="595" y="4156"/>
                  </a:cubicBezTo>
                  <a:lnTo>
                    <a:pt x="607" y="4156"/>
                  </a:lnTo>
                  <a:cubicBezTo>
                    <a:pt x="619" y="4156"/>
                    <a:pt x="643" y="4144"/>
                    <a:pt x="643" y="4132"/>
                  </a:cubicBezTo>
                  <a:cubicBezTo>
                    <a:pt x="655" y="4120"/>
                    <a:pt x="655" y="4084"/>
                    <a:pt x="631" y="4084"/>
                  </a:cubicBezTo>
                  <a:cubicBezTo>
                    <a:pt x="631" y="4073"/>
                    <a:pt x="310" y="3906"/>
                    <a:pt x="179" y="3596"/>
                  </a:cubicBezTo>
                  <a:cubicBezTo>
                    <a:pt x="83" y="3358"/>
                    <a:pt x="143" y="3025"/>
                    <a:pt x="310" y="2882"/>
                  </a:cubicBezTo>
                  <a:cubicBezTo>
                    <a:pt x="357" y="2840"/>
                    <a:pt x="411" y="2819"/>
                    <a:pt x="470" y="2819"/>
                  </a:cubicBezTo>
                  <a:cubicBezTo>
                    <a:pt x="530" y="2819"/>
                    <a:pt x="595" y="2840"/>
                    <a:pt x="667" y="2882"/>
                  </a:cubicBezTo>
                  <a:cubicBezTo>
                    <a:pt x="667" y="2882"/>
                    <a:pt x="679" y="2894"/>
                    <a:pt x="691" y="2894"/>
                  </a:cubicBezTo>
                  <a:cubicBezTo>
                    <a:pt x="915" y="3051"/>
                    <a:pt x="1086" y="3107"/>
                    <a:pt x="1217" y="3107"/>
                  </a:cubicBezTo>
                  <a:cubicBezTo>
                    <a:pt x="1364" y="3107"/>
                    <a:pt x="1461" y="3035"/>
                    <a:pt x="1524" y="2953"/>
                  </a:cubicBezTo>
                  <a:cubicBezTo>
                    <a:pt x="1726" y="2668"/>
                    <a:pt x="1715" y="310"/>
                    <a:pt x="1715" y="48"/>
                  </a:cubicBezTo>
                  <a:cubicBezTo>
                    <a:pt x="1715" y="24"/>
                    <a:pt x="1703" y="1"/>
                    <a:pt x="167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42"/>
            <p:cNvSpPr/>
            <p:nvPr/>
          </p:nvSpPr>
          <p:spPr>
            <a:xfrm>
              <a:off x="7241991" y="1811656"/>
              <a:ext cx="186612" cy="98181"/>
            </a:xfrm>
            <a:custGeom>
              <a:avLst/>
              <a:gdLst/>
              <a:ahLst/>
              <a:cxnLst/>
              <a:rect l="l" t="t" r="r" b="b"/>
              <a:pathLst>
                <a:path w="2775" h="1460" extrusionOk="0">
                  <a:moveTo>
                    <a:pt x="1608" y="1"/>
                  </a:moveTo>
                  <a:cubicBezTo>
                    <a:pt x="1504" y="1"/>
                    <a:pt x="1396" y="8"/>
                    <a:pt x="1287" y="22"/>
                  </a:cubicBezTo>
                  <a:cubicBezTo>
                    <a:pt x="548" y="117"/>
                    <a:pt x="1" y="510"/>
                    <a:pt x="48" y="903"/>
                  </a:cubicBezTo>
                  <a:cubicBezTo>
                    <a:pt x="89" y="1237"/>
                    <a:pt x="561" y="1460"/>
                    <a:pt x="1156" y="1460"/>
                  </a:cubicBezTo>
                  <a:cubicBezTo>
                    <a:pt x="1260" y="1460"/>
                    <a:pt x="1367" y="1453"/>
                    <a:pt x="1477" y="1439"/>
                  </a:cubicBezTo>
                  <a:cubicBezTo>
                    <a:pt x="2215" y="1343"/>
                    <a:pt x="2775" y="951"/>
                    <a:pt x="2715" y="558"/>
                  </a:cubicBezTo>
                  <a:cubicBezTo>
                    <a:pt x="2675" y="223"/>
                    <a:pt x="2203" y="1"/>
                    <a:pt x="1608" y="1"/>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42"/>
            <p:cNvSpPr/>
            <p:nvPr/>
          </p:nvSpPr>
          <p:spPr>
            <a:xfrm>
              <a:off x="6840053" y="1771778"/>
              <a:ext cx="189033" cy="107327"/>
            </a:xfrm>
            <a:custGeom>
              <a:avLst/>
              <a:gdLst/>
              <a:ahLst/>
              <a:cxnLst/>
              <a:rect l="l" t="t" r="r" b="b"/>
              <a:pathLst>
                <a:path w="2811" h="1596" extrusionOk="0">
                  <a:moveTo>
                    <a:pt x="930" y="1"/>
                  </a:moveTo>
                  <a:cubicBezTo>
                    <a:pt x="519" y="1"/>
                    <a:pt x="198" y="138"/>
                    <a:pt x="120" y="389"/>
                  </a:cubicBezTo>
                  <a:cubicBezTo>
                    <a:pt x="1" y="770"/>
                    <a:pt x="477" y="1258"/>
                    <a:pt x="1191" y="1484"/>
                  </a:cubicBezTo>
                  <a:cubicBezTo>
                    <a:pt x="1426" y="1559"/>
                    <a:pt x="1657" y="1595"/>
                    <a:pt x="1866" y="1595"/>
                  </a:cubicBezTo>
                  <a:cubicBezTo>
                    <a:pt x="2284" y="1595"/>
                    <a:pt x="2612" y="1452"/>
                    <a:pt x="2692" y="1198"/>
                  </a:cubicBezTo>
                  <a:cubicBezTo>
                    <a:pt x="2811" y="829"/>
                    <a:pt x="2334" y="341"/>
                    <a:pt x="1620" y="115"/>
                  </a:cubicBezTo>
                  <a:cubicBezTo>
                    <a:pt x="1380" y="37"/>
                    <a:pt x="1143" y="1"/>
                    <a:pt x="930" y="1"/>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42"/>
            <p:cNvSpPr/>
            <p:nvPr/>
          </p:nvSpPr>
          <p:spPr>
            <a:xfrm>
              <a:off x="6723984" y="1180605"/>
              <a:ext cx="976904" cy="570730"/>
            </a:xfrm>
            <a:custGeom>
              <a:avLst/>
              <a:gdLst/>
              <a:ahLst/>
              <a:cxnLst/>
              <a:rect l="l" t="t" r="r" b="b"/>
              <a:pathLst>
                <a:path w="14527" h="8487" extrusionOk="0">
                  <a:moveTo>
                    <a:pt x="6743" y="0"/>
                  </a:moveTo>
                  <a:cubicBezTo>
                    <a:pt x="4581" y="0"/>
                    <a:pt x="2696" y="877"/>
                    <a:pt x="1822" y="1774"/>
                  </a:cubicBezTo>
                  <a:cubicBezTo>
                    <a:pt x="512" y="3119"/>
                    <a:pt x="0" y="7382"/>
                    <a:pt x="620" y="7763"/>
                  </a:cubicBezTo>
                  <a:cubicBezTo>
                    <a:pt x="643" y="7777"/>
                    <a:pt x="677" y="7784"/>
                    <a:pt x="721" y="7784"/>
                  </a:cubicBezTo>
                  <a:cubicBezTo>
                    <a:pt x="1618" y="7784"/>
                    <a:pt x="6619" y="4902"/>
                    <a:pt x="8775" y="3858"/>
                  </a:cubicBezTo>
                  <a:cubicBezTo>
                    <a:pt x="8886" y="3804"/>
                    <a:pt x="9003" y="3778"/>
                    <a:pt x="9117" y="3778"/>
                  </a:cubicBezTo>
                  <a:cubicBezTo>
                    <a:pt x="9456" y="3778"/>
                    <a:pt x="9779" y="4001"/>
                    <a:pt x="9895" y="4358"/>
                  </a:cubicBezTo>
                  <a:cubicBezTo>
                    <a:pt x="10561" y="6477"/>
                    <a:pt x="11514" y="7656"/>
                    <a:pt x="12192" y="8275"/>
                  </a:cubicBezTo>
                  <a:cubicBezTo>
                    <a:pt x="12351" y="8419"/>
                    <a:pt x="12543" y="8487"/>
                    <a:pt x="12734" y="8487"/>
                  </a:cubicBezTo>
                  <a:cubicBezTo>
                    <a:pt x="13031" y="8487"/>
                    <a:pt x="13321" y="8322"/>
                    <a:pt x="13466" y="8025"/>
                  </a:cubicBezTo>
                  <a:cubicBezTo>
                    <a:pt x="13919" y="7048"/>
                    <a:pt x="14526" y="5393"/>
                    <a:pt x="14312" y="3905"/>
                  </a:cubicBezTo>
                  <a:cubicBezTo>
                    <a:pt x="14026" y="1810"/>
                    <a:pt x="10787" y="952"/>
                    <a:pt x="10252" y="821"/>
                  </a:cubicBezTo>
                  <a:cubicBezTo>
                    <a:pt x="10192" y="810"/>
                    <a:pt x="10145" y="786"/>
                    <a:pt x="10097" y="762"/>
                  </a:cubicBezTo>
                  <a:cubicBezTo>
                    <a:pt x="8971" y="219"/>
                    <a:pt x="7822" y="0"/>
                    <a:pt x="6743"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42"/>
            <p:cNvSpPr/>
            <p:nvPr/>
          </p:nvSpPr>
          <p:spPr>
            <a:xfrm>
              <a:off x="7378100" y="1137500"/>
              <a:ext cx="164218" cy="154400"/>
            </a:xfrm>
            <a:custGeom>
              <a:avLst/>
              <a:gdLst/>
              <a:ahLst/>
              <a:cxnLst/>
              <a:rect l="l" t="t" r="r" b="b"/>
              <a:pathLst>
                <a:path w="2442" h="2296" extrusionOk="0">
                  <a:moveTo>
                    <a:pt x="825" y="1"/>
                  </a:moveTo>
                  <a:cubicBezTo>
                    <a:pt x="792" y="1"/>
                    <a:pt x="756" y="8"/>
                    <a:pt x="715" y="22"/>
                  </a:cubicBezTo>
                  <a:cubicBezTo>
                    <a:pt x="1" y="260"/>
                    <a:pt x="48" y="1832"/>
                    <a:pt x="560" y="2177"/>
                  </a:cubicBezTo>
                  <a:lnTo>
                    <a:pt x="1168" y="2296"/>
                  </a:lnTo>
                  <a:cubicBezTo>
                    <a:pt x="1168" y="2296"/>
                    <a:pt x="2442" y="1153"/>
                    <a:pt x="1942" y="939"/>
                  </a:cubicBezTo>
                  <a:cubicBezTo>
                    <a:pt x="1899" y="920"/>
                    <a:pt x="1857" y="912"/>
                    <a:pt x="1815" y="912"/>
                  </a:cubicBezTo>
                  <a:cubicBezTo>
                    <a:pt x="1371" y="912"/>
                    <a:pt x="953" y="1855"/>
                    <a:pt x="953" y="1855"/>
                  </a:cubicBezTo>
                  <a:cubicBezTo>
                    <a:pt x="953" y="1855"/>
                    <a:pt x="1377" y="1"/>
                    <a:pt x="825"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42"/>
            <p:cNvSpPr/>
            <p:nvPr/>
          </p:nvSpPr>
          <p:spPr>
            <a:xfrm>
              <a:off x="6949734" y="1698546"/>
              <a:ext cx="50570" cy="60187"/>
            </a:xfrm>
            <a:custGeom>
              <a:avLst/>
              <a:gdLst/>
              <a:ahLst/>
              <a:cxnLst/>
              <a:rect l="l" t="t" r="r" b="b"/>
              <a:pathLst>
                <a:path w="752" h="895" extrusionOk="0">
                  <a:moveTo>
                    <a:pt x="376" y="1"/>
                  </a:moveTo>
                  <a:cubicBezTo>
                    <a:pt x="181" y="1"/>
                    <a:pt x="13" y="187"/>
                    <a:pt x="1" y="430"/>
                  </a:cubicBezTo>
                  <a:cubicBezTo>
                    <a:pt x="1" y="680"/>
                    <a:pt x="156" y="882"/>
                    <a:pt x="358" y="894"/>
                  </a:cubicBezTo>
                  <a:cubicBezTo>
                    <a:pt x="561" y="894"/>
                    <a:pt x="727" y="704"/>
                    <a:pt x="739" y="454"/>
                  </a:cubicBezTo>
                  <a:cubicBezTo>
                    <a:pt x="751" y="204"/>
                    <a:pt x="596" y="1"/>
                    <a:pt x="394" y="1"/>
                  </a:cubicBezTo>
                  <a:cubicBezTo>
                    <a:pt x="388" y="1"/>
                    <a:pt x="382" y="1"/>
                    <a:pt x="3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42"/>
            <p:cNvSpPr/>
            <p:nvPr/>
          </p:nvSpPr>
          <p:spPr>
            <a:xfrm>
              <a:off x="7252415" y="1726588"/>
              <a:ext cx="50503" cy="60119"/>
            </a:xfrm>
            <a:custGeom>
              <a:avLst/>
              <a:gdLst/>
              <a:ahLst/>
              <a:cxnLst/>
              <a:rect l="l" t="t" r="r" b="b"/>
              <a:pathLst>
                <a:path w="751" h="894" extrusionOk="0">
                  <a:moveTo>
                    <a:pt x="375" y="0"/>
                  </a:moveTo>
                  <a:cubicBezTo>
                    <a:pt x="181" y="0"/>
                    <a:pt x="12" y="187"/>
                    <a:pt x="1" y="430"/>
                  </a:cubicBezTo>
                  <a:cubicBezTo>
                    <a:pt x="1" y="680"/>
                    <a:pt x="155" y="882"/>
                    <a:pt x="358" y="894"/>
                  </a:cubicBezTo>
                  <a:cubicBezTo>
                    <a:pt x="560" y="894"/>
                    <a:pt x="727" y="703"/>
                    <a:pt x="739" y="453"/>
                  </a:cubicBezTo>
                  <a:cubicBezTo>
                    <a:pt x="751" y="203"/>
                    <a:pt x="596" y="1"/>
                    <a:pt x="393" y="1"/>
                  </a:cubicBezTo>
                  <a:cubicBezTo>
                    <a:pt x="387" y="1"/>
                    <a:pt x="381" y="0"/>
                    <a:pt x="3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42"/>
            <p:cNvSpPr/>
            <p:nvPr/>
          </p:nvSpPr>
          <p:spPr>
            <a:xfrm>
              <a:off x="6751219" y="1567480"/>
              <a:ext cx="912011" cy="326218"/>
            </a:xfrm>
            <a:custGeom>
              <a:avLst/>
              <a:gdLst/>
              <a:ahLst/>
              <a:cxnLst/>
              <a:rect l="l" t="t" r="r" b="b"/>
              <a:pathLst>
                <a:path w="13562" h="4851" extrusionOk="0">
                  <a:moveTo>
                    <a:pt x="2287" y="111"/>
                  </a:moveTo>
                  <a:cubicBezTo>
                    <a:pt x="2338" y="111"/>
                    <a:pt x="2389" y="113"/>
                    <a:pt x="2441" y="117"/>
                  </a:cubicBezTo>
                  <a:cubicBezTo>
                    <a:pt x="3572" y="212"/>
                    <a:pt x="4417" y="1212"/>
                    <a:pt x="4334" y="2343"/>
                  </a:cubicBezTo>
                  <a:cubicBezTo>
                    <a:pt x="4244" y="3427"/>
                    <a:pt x="3339" y="4244"/>
                    <a:pt x="2281" y="4244"/>
                  </a:cubicBezTo>
                  <a:cubicBezTo>
                    <a:pt x="2224" y="4244"/>
                    <a:pt x="2166" y="4241"/>
                    <a:pt x="2108" y="4236"/>
                  </a:cubicBezTo>
                  <a:cubicBezTo>
                    <a:pt x="965" y="4141"/>
                    <a:pt x="119" y="3141"/>
                    <a:pt x="215" y="2010"/>
                  </a:cubicBezTo>
                  <a:cubicBezTo>
                    <a:pt x="305" y="930"/>
                    <a:pt x="1221" y="111"/>
                    <a:pt x="2287" y="111"/>
                  </a:cubicBezTo>
                  <a:close/>
                  <a:moveTo>
                    <a:pt x="8208" y="609"/>
                  </a:moveTo>
                  <a:cubicBezTo>
                    <a:pt x="8266" y="609"/>
                    <a:pt x="8324" y="612"/>
                    <a:pt x="8382" y="617"/>
                  </a:cubicBezTo>
                  <a:cubicBezTo>
                    <a:pt x="9513" y="712"/>
                    <a:pt x="10359" y="1712"/>
                    <a:pt x="10263" y="2843"/>
                  </a:cubicBezTo>
                  <a:cubicBezTo>
                    <a:pt x="10173" y="3916"/>
                    <a:pt x="9279" y="4732"/>
                    <a:pt x="8212" y="4732"/>
                  </a:cubicBezTo>
                  <a:cubicBezTo>
                    <a:pt x="8154" y="4732"/>
                    <a:pt x="8096" y="4729"/>
                    <a:pt x="8037" y="4724"/>
                  </a:cubicBezTo>
                  <a:cubicBezTo>
                    <a:pt x="6906" y="4629"/>
                    <a:pt x="6061" y="3629"/>
                    <a:pt x="6156" y="2498"/>
                  </a:cubicBezTo>
                  <a:cubicBezTo>
                    <a:pt x="6246" y="1425"/>
                    <a:pt x="7150" y="609"/>
                    <a:pt x="8208" y="609"/>
                  </a:cubicBezTo>
                  <a:close/>
                  <a:moveTo>
                    <a:pt x="2257" y="1"/>
                  </a:moveTo>
                  <a:cubicBezTo>
                    <a:pt x="1139" y="1"/>
                    <a:pt x="197" y="861"/>
                    <a:pt x="95" y="1998"/>
                  </a:cubicBezTo>
                  <a:cubicBezTo>
                    <a:pt x="0" y="3200"/>
                    <a:pt x="893" y="4248"/>
                    <a:pt x="2096" y="4355"/>
                  </a:cubicBezTo>
                  <a:cubicBezTo>
                    <a:pt x="2154" y="4360"/>
                    <a:pt x="2212" y="4362"/>
                    <a:pt x="2270" y="4362"/>
                  </a:cubicBezTo>
                  <a:cubicBezTo>
                    <a:pt x="3388" y="4362"/>
                    <a:pt x="4351" y="3499"/>
                    <a:pt x="4441" y="2355"/>
                  </a:cubicBezTo>
                  <a:cubicBezTo>
                    <a:pt x="4453" y="2272"/>
                    <a:pt x="4453" y="2188"/>
                    <a:pt x="4453" y="2093"/>
                  </a:cubicBezTo>
                  <a:cubicBezTo>
                    <a:pt x="4683" y="1985"/>
                    <a:pt x="4909" y="1946"/>
                    <a:pt x="5116" y="1946"/>
                  </a:cubicBezTo>
                  <a:cubicBezTo>
                    <a:pt x="5595" y="1946"/>
                    <a:pt x="5976" y="2158"/>
                    <a:pt x="6084" y="2224"/>
                  </a:cubicBezTo>
                  <a:cubicBezTo>
                    <a:pt x="6061" y="2307"/>
                    <a:pt x="6049" y="2403"/>
                    <a:pt x="6037" y="2486"/>
                  </a:cubicBezTo>
                  <a:cubicBezTo>
                    <a:pt x="5941" y="3689"/>
                    <a:pt x="6834" y="4736"/>
                    <a:pt x="8037" y="4843"/>
                  </a:cubicBezTo>
                  <a:cubicBezTo>
                    <a:pt x="8096" y="4848"/>
                    <a:pt x="8155" y="4851"/>
                    <a:pt x="8213" y="4851"/>
                  </a:cubicBezTo>
                  <a:cubicBezTo>
                    <a:pt x="9317" y="4851"/>
                    <a:pt x="10257" y="4011"/>
                    <a:pt x="10371" y="2903"/>
                  </a:cubicBezTo>
                  <a:lnTo>
                    <a:pt x="12966" y="3129"/>
                  </a:lnTo>
                  <a:cubicBezTo>
                    <a:pt x="13038" y="3165"/>
                    <a:pt x="13442" y="3391"/>
                    <a:pt x="13419" y="3796"/>
                  </a:cubicBezTo>
                  <a:cubicBezTo>
                    <a:pt x="13419" y="3831"/>
                    <a:pt x="13442" y="3855"/>
                    <a:pt x="13478" y="3867"/>
                  </a:cubicBezTo>
                  <a:cubicBezTo>
                    <a:pt x="13502" y="3867"/>
                    <a:pt x="13538" y="3843"/>
                    <a:pt x="13538" y="3808"/>
                  </a:cubicBezTo>
                  <a:cubicBezTo>
                    <a:pt x="13561" y="3296"/>
                    <a:pt x="13026" y="3034"/>
                    <a:pt x="13014" y="3022"/>
                  </a:cubicBezTo>
                  <a:lnTo>
                    <a:pt x="12990" y="3022"/>
                  </a:lnTo>
                  <a:lnTo>
                    <a:pt x="10382" y="2796"/>
                  </a:lnTo>
                  <a:cubicBezTo>
                    <a:pt x="10454" y="1617"/>
                    <a:pt x="9573" y="593"/>
                    <a:pt x="8394" y="498"/>
                  </a:cubicBezTo>
                  <a:cubicBezTo>
                    <a:pt x="8335" y="493"/>
                    <a:pt x="8277" y="491"/>
                    <a:pt x="8219" y="491"/>
                  </a:cubicBezTo>
                  <a:cubicBezTo>
                    <a:pt x="7220" y="491"/>
                    <a:pt x="6356" y="1160"/>
                    <a:pt x="6108" y="2105"/>
                  </a:cubicBezTo>
                  <a:cubicBezTo>
                    <a:pt x="5960" y="2023"/>
                    <a:pt x="5585" y="1833"/>
                    <a:pt x="5116" y="1833"/>
                  </a:cubicBezTo>
                  <a:cubicBezTo>
                    <a:pt x="4906" y="1833"/>
                    <a:pt x="4677" y="1871"/>
                    <a:pt x="4441" y="1974"/>
                  </a:cubicBezTo>
                  <a:cubicBezTo>
                    <a:pt x="4346" y="938"/>
                    <a:pt x="3524" y="93"/>
                    <a:pt x="2453" y="10"/>
                  </a:cubicBezTo>
                  <a:cubicBezTo>
                    <a:pt x="2387" y="4"/>
                    <a:pt x="2322" y="1"/>
                    <a:pt x="22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42"/>
            <p:cNvSpPr/>
            <p:nvPr/>
          </p:nvSpPr>
          <p:spPr>
            <a:xfrm>
              <a:off x="7481392" y="1912393"/>
              <a:ext cx="56152" cy="77738"/>
            </a:xfrm>
            <a:custGeom>
              <a:avLst/>
              <a:gdLst/>
              <a:ahLst/>
              <a:cxnLst/>
              <a:rect l="l" t="t" r="r" b="b"/>
              <a:pathLst>
                <a:path w="835" h="1156" extrusionOk="0">
                  <a:moveTo>
                    <a:pt x="417" y="0"/>
                  </a:moveTo>
                  <a:cubicBezTo>
                    <a:pt x="191" y="0"/>
                    <a:pt x="1" y="262"/>
                    <a:pt x="1" y="572"/>
                  </a:cubicBezTo>
                  <a:cubicBezTo>
                    <a:pt x="1" y="893"/>
                    <a:pt x="191" y="1155"/>
                    <a:pt x="417" y="1155"/>
                  </a:cubicBezTo>
                  <a:cubicBezTo>
                    <a:pt x="656" y="1155"/>
                    <a:pt x="834" y="893"/>
                    <a:pt x="834" y="572"/>
                  </a:cubicBezTo>
                  <a:cubicBezTo>
                    <a:pt x="834" y="262"/>
                    <a:pt x="656" y="0"/>
                    <a:pt x="41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42"/>
            <p:cNvSpPr/>
            <p:nvPr/>
          </p:nvSpPr>
          <p:spPr>
            <a:xfrm>
              <a:off x="6988199" y="2159796"/>
              <a:ext cx="388354" cy="119499"/>
            </a:xfrm>
            <a:custGeom>
              <a:avLst/>
              <a:gdLst/>
              <a:ahLst/>
              <a:cxnLst/>
              <a:rect l="l" t="t" r="r" b="b"/>
              <a:pathLst>
                <a:path w="5775" h="1777" extrusionOk="0">
                  <a:moveTo>
                    <a:pt x="5226" y="1"/>
                  </a:moveTo>
                  <a:cubicBezTo>
                    <a:pt x="4979" y="1"/>
                    <a:pt x="4834" y="24"/>
                    <a:pt x="4834" y="24"/>
                  </a:cubicBezTo>
                  <a:cubicBezTo>
                    <a:pt x="4834" y="24"/>
                    <a:pt x="3669" y="1096"/>
                    <a:pt x="2284" y="1096"/>
                  </a:cubicBezTo>
                  <a:cubicBezTo>
                    <a:pt x="2269" y="1096"/>
                    <a:pt x="2254" y="1096"/>
                    <a:pt x="2239" y="1096"/>
                  </a:cubicBezTo>
                  <a:cubicBezTo>
                    <a:pt x="846" y="1072"/>
                    <a:pt x="739" y="24"/>
                    <a:pt x="739" y="24"/>
                  </a:cubicBezTo>
                  <a:cubicBezTo>
                    <a:pt x="700" y="22"/>
                    <a:pt x="661" y="22"/>
                    <a:pt x="624" y="22"/>
                  </a:cubicBezTo>
                  <a:cubicBezTo>
                    <a:pt x="376" y="22"/>
                    <a:pt x="166" y="54"/>
                    <a:pt x="0" y="95"/>
                  </a:cubicBezTo>
                  <a:cubicBezTo>
                    <a:pt x="346" y="929"/>
                    <a:pt x="1001" y="1608"/>
                    <a:pt x="1882" y="1715"/>
                  </a:cubicBezTo>
                  <a:cubicBezTo>
                    <a:pt x="2132" y="1757"/>
                    <a:pt x="2371" y="1777"/>
                    <a:pt x="2600" y="1777"/>
                  </a:cubicBezTo>
                  <a:cubicBezTo>
                    <a:pt x="3989" y="1777"/>
                    <a:pt x="4988" y="1038"/>
                    <a:pt x="5775" y="36"/>
                  </a:cubicBezTo>
                  <a:cubicBezTo>
                    <a:pt x="5561" y="9"/>
                    <a:pt x="5375" y="1"/>
                    <a:pt x="522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42"/>
            <p:cNvSpPr/>
            <p:nvPr/>
          </p:nvSpPr>
          <p:spPr>
            <a:xfrm>
              <a:off x="7258803" y="3128564"/>
              <a:ext cx="153795" cy="147407"/>
            </a:xfrm>
            <a:custGeom>
              <a:avLst/>
              <a:gdLst/>
              <a:ahLst/>
              <a:cxnLst/>
              <a:rect l="l" t="t" r="r" b="b"/>
              <a:pathLst>
                <a:path w="2287" h="2192" extrusionOk="0">
                  <a:moveTo>
                    <a:pt x="406" y="1"/>
                  </a:moveTo>
                  <a:cubicBezTo>
                    <a:pt x="144" y="394"/>
                    <a:pt x="1" y="644"/>
                    <a:pt x="1" y="644"/>
                  </a:cubicBezTo>
                  <a:lnTo>
                    <a:pt x="1561" y="2192"/>
                  </a:lnTo>
                  <a:cubicBezTo>
                    <a:pt x="1561" y="2192"/>
                    <a:pt x="1882" y="2120"/>
                    <a:pt x="2287" y="1941"/>
                  </a:cubicBezTo>
                  <a:cubicBezTo>
                    <a:pt x="1727" y="1239"/>
                    <a:pt x="1072" y="608"/>
                    <a:pt x="406" y="1"/>
                  </a:cubicBezTo>
                  <a:close/>
                </a:path>
              </a:pathLst>
            </a:custGeom>
            <a:solidFill>
              <a:srgbClr val="E874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42"/>
            <p:cNvSpPr/>
            <p:nvPr/>
          </p:nvSpPr>
          <p:spPr>
            <a:xfrm>
              <a:off x="6837699" y="2162150"/>
              <a:ext cx="964867" cy="1097008"/>
            </a:xfrm>
            <a:custGeom>
              <a:avLst/>
              <a:gdLst/>
              <a:ahLst/>
              <a:cxnLst/>
              <a:rect l="l" t="t" r="r" b="b"/>
              <a:pathLst>
                <a:path w="14348" h="16313" extrusionOk="0">
                  <a:moveTo>
                    <a:pt x="8013" y="1"/>
                  </a:moveTo>
                  <a:cubicBezTo>
                    <a:pt x="7226" y="1003"/>
                    <a:pt x="6227" y="1742"/>
                    <a:pt x="4838" y="1742"/>
                  </a:cubicBezTo>
                  <a:cubicBezTo>
                    <a:pt x="4609" y="1742"/>
                    <a:pt x="4370" y="1722"/>
                    <a:pt x="4120" y="1680"/>
                  </a:cubicBezTo>
                  <a:cubicBezTo>
                    <a:pt x="3239" y="1573"/>
                    <a:pt x="2584" y="882"/>
                    <a:pt x="2238" y="60"/>
                  </a:cubicBezTo>
                  <a:cubicBezTo>
                    <a:pt x="1798" y="168"/>
                    <a:pt x="1596" y="346"/>
                    <a:pt x="1596" y="346"/>
                  </a:cubicBezTo>
                  <a:cubicBezTo>
                    <a:pt x="1012" y="1608"/>
                    <a:pt x="0" y="4656"/>
                    <a:pt x="36" y="7359"/>
                  </a:cubicBezTo>
                  <a:cubicBezTo>
                    <a:pt x="60" y="10074"/>
                    <a:pt x="1405" y="10705"/>
                    <a:pt x="1405" y="10705"/>
                  </a:cubicBezTo>
                  <a:cubicBezTo>
                    <a:pt x="1405" y="10705"/>
                    <a:pt x="1298" y="10931"/>
                    <a:pt x="4608" y="11014"/>
                  </a:cubicBezTo>
                  <a:cubicBezTo>
                    <a:pt x="4770" y="11018"/>
                    <a:pt x="4930" y="11020"/>
                    <a:pt x="5089" y="11020"/>
                  </a:cubicBezTo>
                  <a:cubicBezTo>
                    <a:pt x="8178" y="11020"/>
                    <a:pt x="10644" y="10288"/>
                    <a:pt x="10644" y="10288"/>
                  </a:cubicBezTo>
                  <a:lnTo>
                    <a:pt x="10644" y="10288"/>
                  </a:lnTo>
                  <a:cubicBezTo>
                    <a:pt x="8715" y="11574"/>
                    <a:pt x="7322" y="13419"/>
                    <a:pt x="6668" y="14372"/>
                  </a:cubicBezTo>
                  <a:cubicBezTo>
                    <a:pt x="7334" y="14967"/>
                    <a:pt x="7989" y="15610"/>
                    <a:pt x="8549" y="16312"/>
                  </a:cubicBezTo>
                  <a:cubicBezTo>
                    <a:pt x="8763" y="16229"/>
                    <a:pt x="9001" y="16110"/>
                    <a:pt x="9227" y="15955"/>
                  </a:cubicBezTo>
                  <a:cubicBezTo>
                    <a:pt x="9918" y="15503"/>
                    <a:pt x="13930" y="13205"/>
                    <a:pt x="14145" y="11538"/>
                  </a:cubicBezTo>
                  <a:cubicBezTo>
                    <a:pt x="14347" y="9883"/>
                    <a:pt x="13907" y="6502"/>
                    <a:pt x="12025" y="3001"/>
                  </a:cubicBezTo>
                  <a:cubicBezTo>
                    <a:pt x="10799" y="715"/>
                    <a:pt x="9073" y="132"/>
                    <a:pt x="80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42"/>
            <p:cNvSpPr/>
            <p:nvPr/>
          </p:nvSpPr>
          <p:spPr>
            <a:xfrm>
              <a:off x="6824855" y="2382856"/>
              <a:ext cx="109748" cy="502406"/>
            </a:xfrm>
            <a:custGeom>
              <a:avLst/>
              <a:gdLst/>
              <a:ahLst/>
              <a:cxnLst/>
              <a:rect l="l" t="t" r="r" b="b"/>
              <a:pathLst>
                <a:path w="1632" h="7471" extrusionOk="0">
                  <a:moveTo>
                    <a:pt x="770" y="0"/>
                  </a:moveTo>
                  <a:cubicBezTo>
                    <a:pt x="756" y="0"/>
                    <a:pt x="748" y="11"/>
                    <a:pt x="739" y="29"/>
                  </a:cubicBezTo>
                  <a:cubicBezTo>
                    <a:pt x="727" y="41"/>
                    <a:pt x="1" y="1672"/>
                    <a:pt x="179" y="4315"/>
                  </a:cubicBezTo>
                  <a:cubicBezTo>
                    <a:pt x="370" y="6982"/>
                    <a:pt x="1525" y="7446"/>
                    <a:pt x="1584" y="7458"/>
                  </a:cubicBezTo>
                  <a:cubicBezTo>
                    <a:pt x="1584" y="7458"/>
                    <a:pt x="1584" y="7470"/>
                    <a:pt x="1596" y="7470"/>
                  </a:cubicBezTo>
                  <a:cubicBezTo>
                    <a:pt x="1608" y="7470"/>
                    <a:pt x="1620" y="7458"/>
                    <a:pt x="1632" y="7446"/>
                  </a:cubicBezTo>
                  <a:cubicBezTo>
                    <a:pt x="1632" y="7423"/>
                    <a:pt x="1620" y="7399"/>
                    <a:pt x="1608" y="7399"/>
                  </a:cubicBezTo>
                  <a:cubicBezTo>
                    <a:pt x="1596" y="7387"/>
                    <a:pt x="441" y="6923"/>
                    <a:pt x="263" y="4315"/>
                  </a:cubicBezTo>
                  <a:cubicBezTo>
                    <a:pt x="72" y="1696"/>
                    <a:pt x="798" y="77"/>
                    <a:pt x="798" y="53"/>
                  </a:cubicBezTo>
                  <a:cubicBezTo>
                    <a:pt x="810" y="41"/>
                    <a:pt x="810" y="17"/>
                    <a:pt x="786" y="5"/>
                  </a:cubicBezTo>
                  <a:cubicBezTo>
                    <a:pt x="780" y="2"/>
                    <a:pt x="775" y="0"/>
                    <a:pt x="77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42"/>
            <p:cNvSpPr/>
            <p:nvPr/>
          </p:nvSpPr>
          <p:spPr>
            <a:xfrm>
              <a:off x="7402175" y="2383192"/>
              <a:ext cx="154535" cy="473221"/>
            </a:xfrm>
            <a:custGeom>
              <a:avLst/>
              <a:gdLst/>
              <a:ahLst/>
              <a:cxnLst/>
              <a:rect l="l" t="t" r="r" b="b"/>
              <a:pathLst>
                <a:path w="2298" h="7037" extrusionOk="0">
                  <a:moveTo>
                    <a:pt x="250" y="0"/>
                  </a:moveTo>
                  <a:cubicBezTo>
                    <a:pt x="226" y="0"/>
                    <a:pt x="214" y="12"/>
                    <a:pt x="202" y="24"/>
                  </a:cubicBezTo>
                  <a:cubicBezTo>
                    <a:pt x="202" y="72"/>
                    <a:pt x="0" y="1072"/>
                    <a:pt x="679" y="3501"/>
                  </a:cubicBezTo>
                  <a:cubicBezTo>
                    <a:pt x="1369" y="5941"/>
                    <a:pt x="2215" y="7013"/>
                    <a:pt x="2226" y="7025"/>
                  </a:cubicBezTo>
                  <a:cubicBezTo>
                    <a:pt x="2226" y="7037"/>
                    <a:pt x="2238" y="7037"/>
                    <a:pt x="2250" y="7037"/>
                  </a:cubicBezTo>
                  <a:cubicBezTo>
                    <a:pt x="2262" y="7037"/>
                    <a:pt x="2262" y="7037"/>
                    <a:pt x="2274" y="7025"/>
                  </a:cubicBezTo>
                  <a:cubicBezTo>
                    <a:pt x="2286" y="7013"/>
                    <a:pt x="2298" y="6989"/>
                    <a:pt x="2286" y="6977"/>
                  </a:cubicBezTo>
                  <a:cubicBezTo>
                    <a:pt x="2274" y="6965"/>
                    <a:pt x="1429" y="5906"/>
                    <a:pt x="750" y="3489"/>
                  </a:cubicBezTo>
                  <a:cubicBezTo>
                    <a:pt x="83" y="1072"/>
                    <a:pt x="274" y="60"/>
                    <a:pt x="274" y="48"/>
                  </a:cubicBezTo>
                  <a:cubicBezTo>
                    <a:pt x="286" y="24"/>
                    <a:pt x="274" y="0"/>
                    <a:pt x="25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42"/>
            <p:cNvSpPr/>
            <p:nvPr/>
          </p:nvSpPr>
          <p:spPr>
            <a:xfrm>
              <a:off x="7302850" y="2120456"/>
              <a:ext cx="265897" cy="139740"/>
            </a:xfrm>
            <a:custGeom>
              <a:avLst/>
              <a:gdLst/>
              <a:ahLst/>
              <a:cxnLst/>
              <a:rect l="l" t="t" r="r" b="b"/>
              <a:pathLst>
                <a:path w="3954" h="2078" extrusionOk="0">
                  <a:moveTo>
                    <a:pt x="844" y="0"/>
                  </a:moveTo>
                  <a:cubicBezTo>
                    <a:pt x="719" y="0"/>
                    <a:pt x="620" y="61"/>
                    <a:pt x="620" y="61"/>
                  </a:cubicBezTo>
                  <a:cubicBezTo>
                    <a:pt x="620" y="61"/>
                    <a:pt x="1" y="847"/>
                    <a:pt x="453" y="1181"/>
                  </a:cubicBezTo>
                  <a:cubicBezTo>
                    <a:pt x="511" y="1222"/>
                    <a:pt x="565" y="1241"/>
                    <a:pt x="616" y="1241"/>
                  </a:cubicBezTo>
                  <a:cubicBezTo>
                    <a:pt x="839" y="1241"/>
                    <a:pt x="1001" y="896"/>
                    <a:pt x="1086" y="656"/>
                  </a:cubicBezTo>
                  <a:lnTo>
                    <a:pt x="1086" y="656"/>
                  </a:lnTo>
                  <a:cubicBezTo>
                    <a:pt x="1019" y="927"/>
                    <a:pt x="970" y="1358"/>
                    <a:pt x="1298" y="1454"/>
                  </a:cubicBezTo>
                  <a:cubicBezTo>
                    <a:pt x="1329" y="1464"/>
                    <a:pt x="1359" y="1468"/>
                    <a:pt x="1387" y="1468"/>
                  </a:cubicBezTo>
                  <a:cubicBezTo>
                    <a:pt x="1655" y="1468"/>
                    <a:pt x="1811" y="1076"/>
                    <a:pt x="1885" y="808"/>
                  </a:cubicBezTo>
                  <a:lnTo>
                    <a:pt x="1885" y="808"/>
                  </a:lnTo>
                  <a:cubicBezTo>
                    <a:pt x="1833" y="1073"/>
                    <a:pt x="1778" y="1473"/>
                    <a:pt x="1894" y="1597"/>
                  </a:cubicBezTo>
                  <a:cubicBezTo>
                    <a:pt x="1957" y="1664"/>
                    <a:pt x="2059" y="1718"/>
                    <a:pt x="2182" y="1718"/>
                  </a:cubicBezTo>
                  <a:cubicBezTo>
                    <a:pt x="2378" y="1718"/>
                    <a:pt x="2624" y="1582"/>
                    <a:pt x="2842" y="1145"/>
                  </a:cubicBezTo>
                  <a:lnTo>
                    <a:pt x="2842" y="1145"/>
                  </a:lnTo>
                  <a:cubicBezTo>
                    <a:pt x="2744" y="1398"/>
                    <a:pt x="2635" y="1795"/>
                    <a:pt x="2822" y="1966"/>
                  </a:cubicBezTo>
                  <a:cubicBezTo>
                    <a:pt x="2904" y="2041"/>
                    <a:pt x="2989" y="2077"/>
                    <a:pt x="3075" y="2077"/>
                  </a:cubicBezTo>
                  <a:cubicBezTo>
                    <a:pt x="3291" y="2077"/>
                    <a:pt x="3509" y="1851"/>
                    <a:pt x="3680" y="1442"/>
                  </a:cubicBezTo>
                  <a:cubicBezTo>
                    <a:pt x="3680" y="1442"/>
                    <a:pt x="3954" y="1038"/>
                    <a:pt x="3406" y="800"/>
                  </a:cubicBezTo>
                  <a:cubicBezTo>
                    <a:pt x="3319" y="763"/>
                    <a:pt x="3245" y="749"/>
                    <a:pt x="3185" y="749"/>
                  </a:cubicBezTo>
                  <a:cubicBezTo>
                    <a:pt x="3033" y="749"/>
                    <a:pt x="2965" y="835"/>
                    <a:pt x="2965" y="835"/>
                  </a:cubicBezTo>
                  <a:cubicBezTo>
                    <a:pt x="2965" y="835"/>
                    <a:pt x="2822" y="514"/>
                    <a:pt x="2441" y="407"/>
                  </a:cubicBezTo>
                  <a:cubicBezTo>
                    <a:pt x="2352" y="384"/>
                    <a:pt x="2277" y="376"/>
                    <a:pt x="2216" y="376"/>
                  </a:cubicBezTo>
                  <a:cubicBezTo>
                    <a:pt x="2016" y="376"/>
                    <a:pt x="1953" y="466"/>
                    <a:pt x="1953" y="466"/>
                  </a:cubicBezTo>
                  <a:cubicBezTo>
                    <a:pt x="1953" y="466"/>
                    <a:pt x="1918" y="288"/>
                    <a:pt x="1572" y="192"/>
                  </a:cubicBezTo>
                  <a:cubicBezTo>
                    <a:pt x="1512" y="175"/>
                    <a:pt x="1459" y="168"/>
                    <a:pt x="1414" y="168"/>
                  </a:cubicBezTo>
                  <a:cubicBezTo>
                    <a:pt x="1211" y="168"/>
                    <a:pt x="1156" y="311"/>
                    <a:pt x="1156" y="311"/>
                  </a:cubicBezTo>
                  <a:cubicBezTo>
                    <a:pt x="1156" y="311"/>
                    <a:pt x="1096" y="61"/>
                    <a:pt x="941" y="14"/>
                  </a:cubicBezTo>
                  <a:cubicBezTo>
                    <a:pt x="908" y="4"/>
                    <a:pt x="875" y="0"/>
                    <a:pt x="844" y="0"/>
                  </a:cubicBezTo>
                  <a:close/>
                </a:path>
              </a:pathLst>
            </a:custGeom>
            <a:solidFill>
              <a:srgbClr val="F8BC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42"/>
            <p:cNvSpPr/>
            <p:nvPr/>
          </p:nvSpPr>
          <p:spPr>
            <a:xfrm>
              <a:off x="6555468" y="636161"/>
              <a:ext cx="185805" cy="199389"/>
            </a:xfrm>
            <a:custGeom>
              <a:avLst/>
              <a:gdLst/>
              <a:ahLst/>
              <a:cxnLst/>
              <a:rect l="l" t="t" r="r" b="b"/>
              <a:pathLst>
                <a:path w="2763" h="2965" extrusionOk="0">
                  <a:moveTo>
                    <a:pt x="1442" y="1"/>
                  </a:moveTo>
                  <a:cubicBezTo>
                    <a:pt x="1388" y="1"/>
                    <a:pt x="1334" y="33"/>
                    <a:pt x="1322" y="98"/>
                  </a:cubicBezTo>
                  <a:lnTo>
                    <a:pt x="1167" y="740"/>
                  </a:lnTo>
                  <a:cubicBezTo>
                    <a:pt x="1120" y="955"/>
                    <a:pt x="953" y="1133"/>
                    <a:pt x="762" y="1169"/>
                  </a:cubicBezTo>
                  <a:lnTo>
                    <a:pt x="143" y="1300"/>
                  </a:lnTo>
                  <a:cubicBezTo>
                    <a:pt x="12" y="1336"/>
                    <a:pt x="0" y="1526"/>
                    <a:pt x="131" y="1562"/>
                  </a:cubicBezTo>
                  <a:lnTo>
                    <a:pt x="739" y="1741"/>
                  </a:lnTo>
                  <a:cubicBezTo>
                    <a:pt x="929" y="1800"/>
                    <a:pt x="1072" y="1979"/>
                    <a:pt x="1108" y="2205"/>
                  </a:cubicBezTo>
                  <a:lnTo>
                    <a:pt x="1203" y="2860"/>
                  </a:lnTo>
                  <a:cubicBezTo>
                    <a:pt x="1215" y="2928"/>
                    <a:pt x="1273" y="2964"/>
                    <a:pt x="1331" y="2964"/>
                  </a:cubicBezTo>
                  <a:cubicBezTo>
                    <a:pt x="1384" y="2964"/>
                    <a:pt x="1436" y="2934"/>
                    <a:pt x="1453" y="2872"/>
                  </a:cubicBezTo>
                  <a:lnTo>
                    <a:pt x="1620" y="2169"/>
                  </a:lnTo>
                  <a:cubicBezTo>
                    <a:pt x="1667" y="1979"/>
                    <a:pt x="1798" y="1836"/>
                    <a:pt x="1965" y="1800"/>
                  </a:cubicBezTo>
                  <a:lnTo>
                    <a:pt x="2632" y="1657"/>
                  </a:lnTo>
                  <a:cubicBezTo>
                    <a:pt x="2763" y="1633"/>
                    <a:pt x="2763" y="1443"/>
                    <a:pt x="2632" y="1407"/>
                  </a:cubicBezTo>
                  <a:lnTo>
                    <a:pt x="1989" y="1205"/>
                  </a:lnTo>
                  <a:cubicBezTo>
                    <a:pt x="1822" y="1157"/>
                    <a:pt x="1703" y="1002"/>
                    <a:pt x="1667" y="812"/>
                  </a:cubicBezTo>
                  <a:lnTo>
                    <a:pt x="1560" y="109"/>
                  </a:lnTo>
                  <a:cubicBezTo>
                    <a:pt x="1554" y="36"/>
                    <a:pt x="1498" y="1"/>
                    <a:pt x="144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42"/>
            <p:cNvSpPr/>
            <p:nvPr/>
          </p:nvSpPr>
          <p:spPr>
            <a:xfrm>
              <a:off x="4157157" y="1630897"/>
              <a:ext cx="186679" cy="199389"/>
            </a:xfrm>
            <a:custGeom>
              <a:avLst/>
              <a:gdLst/>
              <a:ahLst/>
              <a:cxnLst/>
              <a:rect l="l" t="t" r="r" b="b"/>
              <a:pathLst>
                <a:path w="2776" h="2965" extrusionOk="0">
                  <a:moveTo>
                    <a:pt x="1439" y="1"/>
                  </a:moveTo>
                  <a:cubicBezTo>
                    <a:pt x="1386" y="1"/>
                    <a:pt x="1334" y="31"/>
                    <a:pt x="1322" y="93"/>
                  </a:cubicBezTo>
                  <a:lnTo>
                    <a:pt x="1168" y="736"/>
                  </a:lnTo>
                  <a:cubicBezTo>
                    <a:pt x="1120" y="962"/>
                    <a:pt x="953" y="1129"/>
                    <a:pt x="763" y="1177"/>
                  </a:cubicBezTo>
                  <a:lnTo>
                    <a:pt x="144" y="1308"/>
                  </a:lnTo>
                  <a:cubicBezTo>
                    <a:pt x="13" y="1331"/>
                    <a:pt x="1" y="1522"/>
                    <a:pt x="132" y="1558"/>
                  </a:cubicBezTo>
                  <a:lnTo>
                    <a:pt x="739" y="1748"/>
                  </a:lnTo>
                  <a:cubicBezTo>
                    <a:pt x="930" y="1796"/>
                    <a:pt x="1072" y="1986"/>
                    <a:pt x="1108" y="2212"/>
                  </a:cubicBezTo>
                  <a:lnTo>
                    <a:pt x="1203" y="2855"/>
                  </a:lnTo>
                  <a:cubicBezTo>
                    <a:pt x="1216" y="2928"/>
                    <a:pt x="1271" y="2964"/>
                    <a:pt x="1328" y="2964"/>
                  </a:cubicBezTo>
                  <a:cubicBezTo>
                    <a:pt x="1381" y="2964"/>
                    <a:pt x="1436" y="2931"/>
                    <a:pt x="1453" y="2867"/>
                  </a:cubicBezTo>
                  <a:lnTo>
                    <a:pt x="1620" y="2177"/>
                  </a:lnTo>
                  <a:cubicBezTo>
                    <a:pt x="1668" y="1986"/>
                    <a:pt x="1799" y="1843"/>
                    <a:pt x="1965" y="1808"/>
                  </a:cubicBezTo>
                  <a:lnTo>
                    <a:pt x="2632" y="1665"/>
                  </a:lnTo>
                  <a:cubicBezTo>
                    <a:pt x="2763" y="1629"/>
                    <a:pt x="2775" y="1438"/>
                    <a:pt x="2632" y="1403"/>
                  </a:cubicBezTo>
                  <a:lnTo>
                    <a:pt x="1989" y="1212"/>
                  </a:lnTo>
                  <a:cubicBezTo>
                    <a:pt x="1823" y="1165"/>
                    <a:pt x="1703" y="1010"/>
                    <a:pt x="1668" y="819"/>
                  </a:cubicBezTo>
                  <a:lnTo>
                    <a:pt x="1561" y="105"/>
                  </a:lnTo>
                  <a:cubicBezTo>
                    <a:pt x="1554" y="37"/>
                    <a:pt x="1496" y="1"/>
                    <a:pt x="14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42"/>
            <p:cNvSpPr/>
            <p:nvPr/>
          </p:nvSpPr>
          <p:spPr>
            <a:xfrm>
              <a:off x="8430893" y="3560697"/>
              <a:ext cx="185805" cy="199322"/>
            </a:xfrm>
            <a:custGeom>
              <a:avLst/>
              <a:gdLst/>
              <a:ahLst/>
              <a:cxnLst/>
              <a:rect l="l" t="t" r="r" b="b"/>
              <a:pathLst>
                <a:path w="2763" h="2964" extrusionOk="0">
                  <a:moveTo>
                    <a:pt x="1432" y="1"/>
                  </a:moveTo>
                  <a:cubicBezTo>
                    <a:pt x="1379" y="1"/>
                    <a:pt x="1327" y="31"/>
                    <a:pt x="1310" y="93"/>
                  </a:cubicBezTo>
                  <a:lnTo>
                    <a:pt x="1155" y="736"/>
                  </a:lnTo>
                  <a:cubicBezTo>
                    <a:pt x="1108" y="962"/>
                    <a:pt x="953" y="1129"/>
                    <a:pt x="750" y="1165"/>
                  </a:cubicBezTo>
                  <a:lnTo>
                    <a:pt x="143" y="1296"/>
                  </a:lnTo>
                  <a:cubicBezTo>
                    <a:pt x="0" y="1331"/>
                    <a:pt x="0" y="1522"/>
                    <a:pt x="131" y="1558"/>
                  </a:cubicBezTo>
                  <a:lnTo>
                    <a:pt x="727" y="1736"/>
                  </a:lnTo>
                  <a:cubicBezTo>
                    <a:pt x="917" y="1796"/>
                    <a:pt x="1060" y="1974"/>
                    <a:pt x="1096" y="2200"/>
                  </a:cubicBezTo>
                  <a:lnTo>
                    <a:pt x="1203" y="2855"/>
                  </a:lnTo>
                  <a:cubicBezTo>
                    <a:pt x="1209" y="2928"/>
                    <a:pt x="1265" y="2964"/>
                    <a:pt x="1321" y="2964"/>
                  </a:cubicBezTo>
                  <a:cubicBezTo>
                    <a:pt x="1375" y="2964"/>
                    <a:pt x="1429" y="2931"/>
                    <a:pt x="1441" y="2867"/>
                  </a:cubicBezTo>
                  <a:lnTo>
                    <a:pt x="1608" y="2165"/>
                  </a:lnTo>
                  <a:cubicBezTo>
                    <a:pt x="1655" y="1986"/>
                    <a:pt x="1786" y="1843"/>
                    <a:pt x="1953" y="1808"/>
                  </a:cubicBezTo>
                  <a:lnTo>
                    <a:pt x="2620" y="1665"/>
                  </a:lnTo>
                  <a:cubicBezTo>
                    <a:pt x="2751" y="1629"/>
                    <a:pt x="2763" y="1438"/>
                    <a:pt x="2632" y="1403"/>
                  </a:cubicBezTo>
                  <a:lnTo>
                    <a:pt x="1977" y="1212"/>
                  </a:lnTo>
                  <a:cubicBezTo>
                    <a:pt x="1810" y="1165"/>
                    <a:pt x="1691" y="1010"/>
                    <a:pt x="1667" y="819"/>
                  </a:cubicBezTo>
                  <a:lnTo>
                    <a:pt x="1560" y="105"/>
                  </a:lnTo>
                  <a:cubicBezTo>
                    <a:pt x="1548" y="37"/>
                    <a:pt x="1490" y="1"/>
                    <a:pt x="1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42"/>
            <p:cNvSpPr/>
            <p:nvPr/>
          </p:nvSpPr>
          <p:spPr>
            <a:xfrm>
              <a:off x="8010636" y="1986261"/>
              <a:ext cx="185805" cy="199322"/>
            </a:xfrm>
            <a:custGeom>
              <a:avLst/>
              <a:gdLst/>
              <a:ahLst/>
              <a:cxnLst/>
              <a:rect l="l" t="t" r="r" b="b"/>
              <a:pathLst>
                <a:path w="2763" h="2964" extrusionOk="0">
                  <a:moveTo>
                    <a:pt x="1436" y="0"/>
                  </a:moveTo>
                  <a:cubicBezTo>
                    <a:pt x="1382" y="0"/>
                    <a:pt x="1328" y="33"/>
                    <a:pt x="1310" y="97"/>
                  </a:cubicBezTo>
                  <a:lnTo>
                    <a:pt x="1155" y="740"/>
                  </a:lnTo>
                  <a:cubicBezTo>
                    <a:pt x="1108" y="954"/>
                    <a:pt x="953" y="1133"/>
                    <a:pt x="750" y="1169"/>
                  </a:cubicBezTo>
                  <a:lnTo>
                    <a:pt x="143" y="1300"/>
                  </a:lnTo>
                  <a:cubicBezTo>
                    <a:pt x="0" y="1335"/>
                    <a:pt x="0" y="1526"/>
                    <a:pt x="131" y="1562"/>
                  </a:cubicBezTo>
                  <a:lnTo>
                    <a:pt x="727" y="1740"/>
                  </a:lnTo>
                  <a:cubicBezTo>
                    <a:pt x="917" y="1800"/>
                    <a:pt x="1060" y="1978"/>
                    <a:pt x="1096" y="2205"/>
                  </a:cubicBezTo>
                  <a:lnTo>
                    <a:pt x="1203" y="2859"/>
                  </a:lnTo>
                  <a:cubicBezTo>
                    <a:pt x="1209" y="2928"/>
                    <a:pt x="1267" y="2964"/>
                    <a:pt x="1325" y="2964"/>
                  </a:cubicBezTo>
                  <a:cubicBezTo>
                    <a:pt x="1378" y="2964"/>
                    <a:pt x="1430" y="2934"/>
                    <a:pt x="1441" y="2871"/>
                  </a:cubicBezTo>
                  <a:lnTo>
                    <a:pt x="1608" y="2169"/>
                  </a:lnTo>
                  <a:cubicBezTo>
                    <a:pt x="1655" y="1978"/>
                    <a:pt x="1786" y="1836"/>
                    <a:pt x="1953" y="1800"/>
                  </a:cubicBezTo>
                  <a:lnTo>
                    <a:pt x="2620" y="1657"/>
                  </a:lnTo>
                  <a:cubicBezTo>
                    <a:pt x="2751" y="1633"/>
                    <a:pt x="2763" y="1443"/>
                    <a:pt x="2632" y="1407"/>
                  </a:cubicBezTo>
                  <a:lnTo>
                    <a:pt x="1977" y="1205"/>
                  </a:lnTo>
                  <a:cubicBezTo>
                    <a:pt x="1810" y="1157"/>
                    <a:pt x="1691" y="1002"/>
                    <a:pt x="1667" y="812"/>
                  </a:cubicBezTo>
                  <a:lnTo>
                    <a:pt x="1560" y="109"/>
                  </a:lnTo>
                  <a:cubicBezTo>
                    <a:pt x="1548" y="36"/>
                    <a:pt x="1492" y="0"/>
                    <a:pt x="1436" y="0"/>
                  </a:cubicBezTo>
                  <a:close/>
                </a:path>
              </a:pathLst>
            </a:custGeom>
            <a:solidFill>
              <a:srgbClr val="F9F9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86" name="Google Shape;986;p42"/>
            <p:cNvGrpSpPr/>
            <p:nvPr/>
          </p:nvGrpSpPr>
          <p:grpSpPr>
            <a:xfrm>
              <a:off x="4318075" y="403696"/>
              <a:ext cx="1348907" cy="1226248"/>
              <a:chOff x="6494019" y="-137261"/>
              <a:chExt cx="2116596" cy="1924130"/>
            </a:xfrm>
          </p:grpSpPr>
          <p:sp>
            <p:nvSpPr>
              <p:cNvPr id="987" name="Google Shape;987;p42"/>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42"/>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89" name="Google Shape;989;p42"/>
          <p:cNvSpPr/>
          <p:nvPr/>
        </p:nvSpPr>
        <p:spPr>
          <a:xfrm>
            <a:off x="849993" y="539386"/>
            <a:ext cx="185805" cy="199389"/>
          </a:xfrm>
          <a:custGeom>
            <a:avLst/>
            <a:gdLst/>
            <a:ahLst/>
            <a:cxnLst/>
            <a:rect l="l" t="t" r="r" b="b"/>
            <a:pathLst>
              <a:path w="2763" h="2965" extrusionOk="0">
                <a:moveTo>
                  <a:pt x="1442" y="1"/>
                </a:moveTo>
                <a:cubicBezTo>
                  <a:pt x="1388" y="1"/>
                  <a:pt x="1334" y="33"/>
                  <a:pt x="1322" y="98"/>
                </a:cubicBezTo>
                <a:lnTo>
                  <a:pt x="1167" y="740"/>
                </a:lnTo>
                <a:cubicBezTo>
                  <a:pt x="1120" y="955"/>
                  <a:pt x="953" y="1133"/>
                  <a:pt x="762" y="1169"/>
                </a:cubicBezTo>
                <a:lnTo>
                  <a:pt x="143" y="1300"/>
                </a:lnTo>
                <a:cubicBezTo>
                  <a:pt x="12" y="1336"/>
                  <a:pt x="0" y="1526"/>
                  <a:pt x="131" y="1562"/>
                </a:cubicBezTo>
                <a:lnTo>
                  <a:pt x="739" y="1741"/>
                </a:lnTo>
                <a:cubicBezTo>
                  <a:pt x="929" y="1800"/>
                  <a:pt x="1072" y="1979"/>
                  <a:pt x="1108" y="2205"/>
                </a:cubicBezTo>
                <a:lnTo>
                  <a:pt x="1203" y="2860"/>
                </a:lnTo>
                <a:cubicBezTo>
                  <a:pt x="1215" y="2928"/>
                  <a:pt x="1273" y="2964"/>
                  <a:pt x="1331" y="2964"/>
                </a:cubicBezTo>
                <a:cubicBezTo>
                  <a:pt x="1384" y="2964"/>
                  <a:pt x="1436" y="2934"/>
                  <a:pt x="1453" y="2872"/>
                </a:cubicBezTo>
                <a:lnTo>
                  <a:pt x="1620" y="2169"/>
                </a:lnTo>
                <a:cubicBezTo>
                  <a:pt x="1667" y="1979"/>
                  <a:pt x="1798" y="1836"/>
                  <a:pt x="1965" y="1800"/>
                </a:cubicBezTo>
                <a:lnTo>
                  <a:pt x="2632" y="1657"/>
                </a:lnTo>
                <a:cubicBezTo>
                  <a:pt x="2763" y="1633"/>
                  <a:pt x="2763" y="1443"/>
                  <a:pt x="2632" y="1407"/>
                </a:cubicBezTo>
                <a:lnTo>
                  <a:pt x="1989" y="1205"/>
                </a:lnTo>
                <a:cubicBezTo>
                  <a:pt x="1822" y="1157"/>
                  <a:pt x="1703" y="1002"/>
                  <a:pt x="1667" y="812"/>
                </a:cubicBezTo>
                <a:lnTo>
                  <a:pt x="1560" y="109"/>
                </a:lnTo>
                <a:cubicBezTo>
                  <a:pt x="1554" y="36"/>
                  <a:pt x="1498" y="1"/>
                  <a:pt x="144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93"/>
        <p:cNvGrpSpPr/>
        <p:nvPr/>
      </p:nvGrpSpPr>
      <p:grpSpPr>
        <a:xfrm>
          <a:off x="0" y="0"/>
          <a:ext cx="0" cy="0"/>
          <a:chOff x="0" y="0"/>
          <a:chExt cx="0" cy="0"/>
        </a:xfrm>
      </p:grpSpPr>
      <p:sp>
        <p:nvSpPr>
          <p:cNvPr id="994" name="Google Shape;994;p43"/>
          <p:cNvSpPr txBox="1">
            <a:spLocks noGrp="1"/>
          </p:cNvSpPr>
          <p:nvPr>
            <p:ph type="title"/>
          </p:nvPr>
        </p:nvSpPr>
        <p:spPr>
          <a:xfrm>
            <a:off x="2034638" y="746063"/>
            <a:ext cx="4064100" cy="923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Introduction</a:t>
            </a:r>
            <a:endParaRPr dirty="0"/>
          </a:p>
        </p:txBody>
      </p:sp>
      <p:sp>
        <p:nvSpPr>
          <p:cNvPr id="995" name="Google Shape;995;p43"/>
          <p:cNvSpPr txBox="1">
            <a:spLocks noGrp="1"/>
          </p:cNvSpPr>
          <p:nvPr>
            <p:ph type="subTitle" idx="1"/>
          </p:nvPr>
        </p:nvSpPr>
        <p:spPr>
          <a:xfrm>
            <a:off x="2047670" y="1557184"/>
            <a:ext cx="4064100" cy="2157101"/>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dirty="0"/>
              <a:t>Increasing the subscription rate for </a:t>
            </a:r>
            <a:r>
              <a:rPr lang="en-GB" b="1" dirty="0" err="1"/>
              <a:t>Granhub</a:t>
            </a:r>
            <a:r>
              <a:rPr lang="en-GB" b="1" dirty="0"/>
              <a:t> platform </a:t>
            </a:r>
            <a:r>
              <a:rPr lang="en-GB" dirty="0"/>
              <a:t>targeting grandparents involves a strategic combination of understanding the target audience, offering valuable content, and enhancing the user experience.</a:t>
            </a:r>
          </a:p>
        </p:txBody>
      </p:sp>
      <p:grpSp>
        <p:nvGrpSpPr>
          <p:cNvPr id="996" name="Google Shape;996;p43"/>
          <p:cNvGrpSpPr/>
          <p:nvPr/>
        </p:nvGrpSpPr>
        <p:grpSpPr>
          <a:xfrm>
            <a:off x="5867261" y="1669472"/>
            <a:ext cx="3188914" cy="3169366"/>
            <a:chOff x="3681100" y="1476500"/>
            <a:chExt cx="942100" cy="936325"/>
          </a:xfrm>
        </p:grpSpPr>
        <p:sp>
          <p:nvSpPr>
            <p:cNvPr id="997" name="Google Shape;997;p43"/>
            <p:cNvSpPr/>
            <p:nvPr/>
          </p:nvSpPr>
          <p:spPr>
            <a:xfrm>
              <a:off x="4067975" y="1768850"/>
              <a:ext cx="352525" cy="277125"/>
            </a:xfrm>
            <a:custGeom>
              <a:avLst/>
              <a:gdLst/>
              <a:ahLst/>
              <a:cxnLst/>
              <a:rect l="l" t="t" r="r" b="b"/>
              <a:pathLst>
                <a:path w="14101" h="11085" extrusionOk="0">
                  <a:moveTo>
                    <a:pt x="1383" y="1"/>
                  </a:moveTo>
                  <a:cubicBezTo>
                    <a:pt x="1336" y="1"/>
                    <a:pt x="1293" y="8"/>
                    <a:pt x="1254" y="22"/>
                  </a:cubicBezTo>
                  <a:cubicBezTo>
                    <a:pt x="837" y="177"/>
                    <a:pt x="1302" y="487"/>
                    <a:pt x="1302" y="487"/>
                  </a:cubicBezTo>
                  <a:cubicBezTo>
                    <a:pt x="1302" y="487"/>
                    <a:pt x="994" y="351"/>
                    <a:pt x="756" y="351"/>
                  </a:cubicBezTo>
                  <a:cubicBezTo>
                    <a:pt x="629" y="351"/>
                    <a:pt x="521" y="390"/>
                    <a:pt x="492" y="510"/>
                  </a:cubicBezTo>
                  <a:cubicBezTo>
                    <a:pt x="420" y="868"/>
                    <a:pt x="659" y="1058"/>
                    <a:pt x="659" y="1058"/>
                  </a:cubicBezTo>
                  <a:cubicBezTo>
                    <a:pt x="659" y="1058"/>
                    <a:pt x="615" y="1053"/>
                    <a:pt x="552" y="1053"/>
                  </a:cubicBezTo>
                  <a:cubicBezTo>
                    <a:pt x="365" y="1053"/>
                    <a:pt x="1" y="1099"/>
                    <a:pt x="28" y="1463"/>
                  </a:cubicBezTo>
                  <a:cubicBezTo>
                    <a:pt x="63" y="1749"/>
                    <a:pt x="432" y="1820"/>
                    <a:pt x="432" y="1820"/>
                  </a:cubicBezTo>
                  <a:cubicBezTo>
                    <a:pt x="432" y="1820"/>
                    <a:pt x="51" y="1880"/>
                    <a:pt x="63" y="2177"/>
                  </a:cubicBezTo>
                  <a:cubicBezTo>
                    <a:pt x="87" y="2487"/>
                    <a:pt x="611" y="2499"/>
                    <a:pt x="611" y="2499"/>
                  </a:cubicBezTo>
                  <a:cubicBezTo>
                    <a:pt x="611" y="2499"/>
                    <a:pt x="373" y="2594"/>
                    <a:pt x="420" y="2916"/>
                  </a:cubicBezTo>
                  <a:cubicBezTo>
                    <a:pt x="456" y="3201"/>
                    <a:pt x="1171" y="3570"/>
                    <a:pt x="1837" y="3570"/>
                  </a:cubicBezTo>
                  <a:cubicBezTo>
                    <a:pt x="1873" y="4297"/>
                    <a:pt x="2040" y="6368"/>
                    <a:pt x="2766" y="8726"/>
                  </a:cubicBezTo>
                  <a:cubicBezTo>
                    <a:pt x="2766" y="8761"/>
                    <a:pt x="2778" y="8797"/>
                    <a:pt x="2790" y="8821"/>
                  </a:cubicBezTo>
                  <a:cubicBezTo>
                    <a:pt x="3254" y="10547"/>
                    <a:pt x="3564" y="10928"/>
                    <a:pt x="4266" y="11083"/>
                  </a:cubicBezTo>
                  <a:cubicBezTo>
                    <a:pt x="4270" y="11084"/>
                    <a:pt x="4278" y="11084"/>
                    <a:pt x="4289" y="11084"/>
                  </a:cubicBezTo>
                  <a:cubicBezTo>
                    <a:pt x="4442" y="11084"/>
                    <a:pt x="5235" y="11011"/>
                    <a:pt x="5290" y="11000"/>
                  </a:cubicBezTo>
                  <a:cubicBezTo>
                    <a:pt x="8576" y="10440"/>
                    <a:pt x="11719" y="9000"/>
                    <a:pt x="13934" y="5166"/>
                  </a:cubicBezTo>
                  <a:cubicBezTo>
                    <a:pt x="14101" y="4856"/>
                    <a:pt x="13934" y="4463"/>
                    <a:pt x="13589" y="4392"/>
                  </a:cubicBezTo>
                  <a:cubicBezTo>
                    <a:pt x="12398" y="4130"/>
                    <a:pt x="11422" y="3975"/>
                    <a:pt x="10195" y="3678"/>
                  </a:cubicBezTo>
                  <a:cubicBezTo>
                    <a:pt x="10156" y="3669"/>
                    <a:pt x="10115" y="3664"/>
                    <a:pt x="10075" y="3664"/>
                  </a:cubicBezTo>
                  <a:cubicBezTo>
                    <a:pt x="9897" y="3664"/>
                    <a:pt x="9721" y="3748"/>
                    <a:pt x="9624" y="3904"/>
                  </a:cubicBezTo>
                  <a:cubicBezTo>
                    <a:pt x="8922" y="5071"/>
                    <a:pt x="7838" y="5940"/>
                    <a:pt x="5874" y="6904"/>
                  </a:cubicBezTo>
                  <a:cubicBezTo>
                    <a:pt x="5171" y="5392"/>
                    <a:pt x="4350" y="3916"/>
                    <a:pt x="4111" y="3344"/>
                  </a:cubicBezTo>
                  <a:cubicBezTo>
                    <a:pt x="4111" y="3344"/>
                    <a:pt x="4111" y="3332"/>
                    <a:pt x="4111" y="3332"/>
                  </a:cubicBezTo>
                  <a:cubicBezTo>
                    <a:pt x="4088" y="3285"/>
                    <a:pt x="4064" y="3237"/>
                    <a:pt x="4052" y="3201"/>
                  </a:cubicBezTo>
                  <a:cubicBezTo>
                    <a:pt x="3897" y="2773"/>
                    <a:pt x="3492" y="1558"/>
                    <a:pt x="2909" y="927"/>
                  </a:cubicBezTo>
                  <a:cubicBezTo>
                    <a:pt x="2618" y="615"/>
                    <a:pt x="1831" y="1"/>
                    <a:pt x="1383" y="1"/>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43"/>
            <p:cNvSpPr/>
            <p:nvPr/>
          </p:nvSpPr>
          <p:spPr>
            <a:xfrm>
              <a:off x="4232950" y="1845300"/>
              <a:ext cx="200650" cy="175050"/>
            </a:xfrm>
            <a:custGeom>
              <a:avLst/>
              <a:gdLst/>
              <a:ahLst/>
              <a:cxnLst/>
              <a:rect l="l" t="t" r="r" b="b"/>
              <a:pathLst>
                <a:path w="8026" h="7002" extrusionOk="0">
                  <a:moveTo>
                    <a:pt x="4918" y="0"/>
                  </a:moveTo>
                  <a:cubicBezTo>
                    <a:pt x="2858" y="155"/>
                    <a:pt x="1" y="2620"/>
                    <a:pt x="1" y="2620"/>
                  </a:cubicBezTo>
                  <a:cubicBezTo>
                    <a:pt x="215" y="4489"/>
                    <a:pt x="2489" y="7001"/>
                    <a:pt x="2489" y="7001"/>
                  </a:cubicBezTo>
                  <a:cubicBezTo>
                    <a:pt x="4251" y="6656"/>
                    <a:pt x="8026" y="5299"/>
                    <a:pt x="7490" y="1679"/>
                  </a:cubicBezTo>
                  <a:cubicBezTo>
                    <a:pt x="7287" y="286"/>
                    <a:pt x="4918" y="0"/>
                    <a:pt x="491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43"/>
            <p:cNvSpPr/>
            <p:nvPr/>
          </p:nvSpPr>
          <p:spPr>
            <a:xfrm>
              <a:off x="3883800" y="2222425"/>
              <a:ext cx="191875" cy="187075"/>
            </a:xfrm>
            <a:custGeom>
              <a:avLst/>
              <a:gdLst/>
              <a:ahLst/>
              <a:cxnLst/>
              <a:rect l="l" t="t" r="r" b="b"/>
              <a:pathLst>
                <a:path w="7675" h="7483" extrusionOk="0">
                  <a:moveTo>
                    <a:pt x="4335" y="1"/>
                  </a:moveTo>
                  <a:lnTo>
                    <a:pt x="4275" y="4668"/>
                  </a:lnTo>
                  <a:cubicBezTo>
                    <a:pt x="4275" y="4668"/>
                    <a:pt x="1" y="6275"/>
                    <a:pt x="25" y="7085"/>
                  </a:cubicBezTo>
                  <a:cubicBezTo>
                    <a:pt x="33" y="7387"/>
                    <a:pt x="729" y="7482"/>
                    <a:pt x="1596" y="7482"/>
                  </a:cubicBezTo>
                  <a:cubicBezTo>
                    <a:pt x="3051" y="7482"/>
                    <a:pt x="4989" y="7216"/>
                    <a:pt x="4989" y="7216"/>
                  </a:cubicBezTo>
                  <a:cubicBezTo>
                    <a:pt x="4989" y="7216"/>
                    <a:pt x="5372" y="7308"/>
                    <a:pt x="5822" y="7308"/>
                  </a:cubicBezTo>
                  <a:cubicBezTo>
                    <a:pt x="6638" y="7308"/>
                    <a:pt x="7675" y="7006"/>
                    <a:pt x="7061" y="5311"/>
                  </a:cubicBezTo>
                  <a:lnTo>
                    <a:pt x="7502" y="346"/>
                  </a:lnTo>
                  <a:lnTo>
                    <a:pt x="4335" y="1"/>
                  </a:ln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43"/>
            <p:cNvSpPr/>
            <p:nvPr/>
          </p:nvSpPr>
          <p:spPr>
            <a:xfrm>
              <a:off x="3965075" y="2032600"/>
              <a:ext cx="325350" cy="305900"/>
            </a:xfrm>
            <a:custGeom>
              <a:avLst/>
              <a:gdLst/>
              <a:ahLst/>
              <a:cxnLst/>
              <a:rect l="l" t="t" r="r" b="b"/>
              <a:pathLst>
                <a:path w="13014" h="12236" extrusionOk="0">
                  <a:moveTo>
                    <a:pt x="5316" y="1"/>
                  </a:moveTo>
                  <a:cubicBezTo>
                    <a:pt x="3070" y="1"/>
                    <a:pt x="772" y="1405"/>
                    <a:pt x="417" y="5081"/>
                  </a:cubicBezTo>
                  <a:cubicBezTo>
                    <a:pt x="0" y="9284"/>
                    <a:pt x="619" y="12035"/>
                    <a:pt x="619" y="12035"/>
                  </a:cubicBezTo>
                  <a:cubicBezTo>
                    <a:pt x="619" y="12035"/>
                    <a:pt x="2066" y="12236"/>
                    <a:pt x="3286" y="12236"/>
                  </a:cubicBezTo>
                  <a:cubicBezTo>
                    <a:pt x="3693" y="12236"/>
                    <a:pt x="4075" y="12213"/>
                    <a:pt x="4370" y="12154"/>
                  </a:cubicBezTo>
                  <a:lnTo>
                    <a:pt x="4751" y="6462"/>
                  </a:lnTo>
                  <a:lnTo>
                    <a:pt x="10109" y="10844"/>
                  </a:lnTo>
                  <a:lnTo>
                    <a:pt x="13014" y="4474"/>
                  </a:lnTo>
                  <a:cubicBezTo>
                    <a:pt x="13014" y="4474"/>
                    <a:pt x="8751" y="497"/>
                    <a:pt x="6251" y="81"/>
                  </a:cubicBezTo>
                  <a:cubicBezTo>
                    <a:pt x="5944" y="28"/>
                    <a:pt x="5631" y="1"/>
                    <a:pt x="53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43"/>
            <p:cNvSpPr/>
            <p:nvPr/>
          </p:nvSpPr>
          <p:spPr>
            <a:xfrm>
              <a:off x="3879350" y="2364700"/>
              <a:ext cx="50625" cy="39325"/>
            </a:xfrm>
            <a:custGeom>
              <a:avLst/>
              <a:gdLst/>
              <a:ahLst/>
              <a:cxnLst/>
              <a:rect l="l" t="t" r="r" b="b"/>
              <a:pathLst>
                <a:path w="2025" h="1573" extrusionOk="0">
                  <a:moveTo>
                    <a:pt x="1703" y="1"/>
                  </a:moveTo>
                  <a:cubicBezTo>
                    <a:pt x="393" y="644"/>
                    <a:pt x="0" y="1239"/>
                    <a:pt x="0" y="1239"/>
                  </a:cubicBezTo>
                  <a:cubicBezTo>
                    <a:pt x="0" y="1239"/>
                    <a:pt x="72" y="1429"/>
                    <a:pt x="1929" y="1572"/>
                  </a:cubicBezTo>
                  <a:cubicBezTo>
                    <a:pt x="2024" y="1025"/>
                    <a:pt x="1941" y="465"/>
                    <a:pt x="17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43"/>
            <p:cNvSpPr/>
            <p:nvPr/>
          </p:nvSpPr>
          <p:spPr>
            <a:xfrm>
              <a:off x="3921900" y="2347750"/>
              <a:ext cx="144700" cy="58975"/>
            </a:xfrm>
            <a:custGeom>
              <a:avLst/>
              <a:gdLst/>
              <a:ahLst/>
              <a:cxnLst/>
              <a:rect l="l" t="t" r="r" b="b"/>
              <a:pathLst>
                <a:path w="5788" h="2359" extrusionOk="0">
                  <a:moveTo>
                    <a:pt x="1751" y="0"/>
                  </a:moveTo>
                  <a:cubicBezTo>
                    <a:pt x="1037" y="214"/>
                    <a:pt x="453" y="453"/>
                    <a:pt x="1" y="679"/>
                  </a:cubicBezTo>
                  <a:cubicBezTo>
                    <a:pt x="239" y="1143"/>
                    <a:pt x="322" y="1703"/>
                    <a:pt x="227" y="2250"/>
                  </a:cubicBezTo>
                  <a:cubicBezTo>
                    <a:pt x="703" y="2286"/>
                    <a:pt x="1299" y="2322"/>
                    <a:pt x="2037" y="2346"/>
                  </a:cubicBezTo>
                  <a:cubicBezTo>
                    <a:pt x="2273" y="2354"/>
                    <a:pt x="2495" y="2358"/>
                    <a:pt x="2702" y="2358"/>
                  </a:cubicBezTo>
                  <a:cubicBezTo>
                    <a:pt x="5683" y="2358"/>
                    <a:pt x="5787" y="1536"/>
                    <a:pt x="5787" y="1536"/>
                  </a:cubicBezTo>
                  <a:cubicBezTo>
                    <a:pt x="5787" y="619"/>
                    <a:pt x="5537" y="83"/>
                    <a:pt x="5549" y="24"/>
                  </a:cubicBezTo>
                  <a:lnTo>
                    <a:pt x="5549" y="24"/>
                  </a:lnTo>
                  <a:cubicBezTo>
                    <a:pt x="4991" y="348"/>
                    <a:pt x="4390" y="457"/>
                    <a:pt x="3834" y="457"/>
                  </a:cubicBezTo>
                  <a:cubicBezTo>
                    <a:pt x="2697" y="457"/>
                    <a:pt x="1751" y="0"/>
                    <a:pt x="175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43"/>
            <p:cNvSpPr/>
            <p:nvPr/>
          </p:nvSpPr>
          <p:spPr>
            <a:xfrm>
              <a:off x="3877850" y="2386125"/>
              <a:ext cx="188750" cy="26700"/>
            </a:xfrm>
            <a:custGeom>
              <a:avLst/>
              <a:gdLst/>
              <a:ahLst/>
              <a:cxnLst/>
              <a:rect l="l" t="t" r="r" b="b"/>
              <a:pathLst>
                <a:path w="7550" h="1068" extrusionOk="0">
                  <a:moveTo>
                    <a:pt x="7549" y="1"/>
                  </a:moveTo>
                  <a:lnTo>
                    <a:pt x="7549" y="1"/>
                  </a:lnTo>
                  <a:cubicBezTo>
                    <a:pt x="6569" y="281"/>
                    <a:pt x="4984" y="613"/>
                    <a:pt x="2976" y="613"/>
                  </a:cubicBezTo>
                  <a:cubicBezTo>
                    <a:pt x="2082" y="613"/>
                    <a:pt x="1105" y="547"/>
                    <a:pt x="60" y="382"/>
                  </a:cubicBezTo>
                  <a:cubicBezTo>
                    <a:pt x="1" y="608"/>
                    <a:pt x="24" y="763"/>
                    <a:pt x="24" y="763"/>
                  </a:cubicBezTo>
                  <a:cubicBezTo>
                    <a:pt x="24" y="763"/>
                    <a:pt x="356" y="1067"/>
                    <a:pt x="2594" y="1067"/>
                  </a:cubicBezTo>
                  <a:cubicBezTo>
                    <a:pt x="2899" y="1067"/>
                    <a:pt x="3240" y="1062"/>
                    <a:pt x="3620" y="1049"/>
                  </a:cubicBezTo>
                  <a:cubicBezTo>
                    <a:pt x="6466" y="953"/>
                    <a:pt x="7502" y="561"/>
                    <a:pt x="7502" y="561"/>
                  </a:cubicBezTo>
                  <a:cubicBezTo>
                    <a:pt x="7525" y="370"/>
                    <a:pt x="7537" y="180"/>
                    <a:pt x="754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43"/>
            <p:cNvSpPr/>
            <p:nvPr/>
          </p:nvSpPr>
          <p:spPr>
            <a:xfrm>
              <a:off x="3939175" y="2355350"/>
              <a:ext cx="16700" cy="29025"/>
            </a:xfrm>
            <a:custGeom>
              <a:avLst/>
              <a:gdLst/>
              <a:ahLst/>
              <a:cxnLst/>
              <a:rect l="l" t="t" r="r" b="b"/>
              <a:pathLst>
                <a:path w="668" h="1161" extrusionOk="0">
                  <a:moveTo>
                    <a:pt x="51" y="1"/>
                  </a:moveTo>
                  <a:cubicBezTo>
                    <a:pt x="35" y="1"/>
                    <a:pt x="21" y="9"/>
                    <a:pt x="12" y="18"/>
                  </a:cubicBezTo>
                  <a:cubicBezTo>
                    <a:pt x="0" y="41"/>
                    <a:pt x="12" y="65"/>
                    <a:pt x="24" y="77"/>
                  </a:cubicBezTo>
                  <a:cubicBezTo>
                    <a:pt x="48" y="89"/>
                    <a:pt x="584" y="399"/>
                    <a:pt x="536" y="1113"/>
                  </a:cubicBezTo>
                  <a:cubicBezTo>
                    <a:pt x="536" y="1137"/>
                    <a:pt x="548" y="1161"/>
                    <a:pt x="584" y="1161"/>
                  </a:cubicBezTo>
                  <a:lnTo>
                    <a:pt x="596" y="1161"/>
                  </a:lnTo>
                  <a:cubicBezTo>
                    <a:pt x="608" y="1161"/>
                    <a:pt x="619" y="1137"/>
                    <a:pt x="619" y="1125"/>
                  </a:cubicBezTo>
                  <a:cubicBezTo>
                    <a:pt x="667" y="339"/>
                    <a:pt x="84" y="6"/>
                    <a:pt x="72" y="6"/>
                  </a:cubicBezTo>
                  <a:cubicBezTo>
                    <a:pt x="65" y="2"/>
                    <a:pt x="58" y="1"/>
                    <a:pt x="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43"/>
            <p:cNvSpPr/>
            <p:nvPr/>
          </p:nvSpPr>
          <p:spPr>
            <a:xfrm>
              <a:off x="3954950" y="2349625"/>
              <a:ext cx="15500" cy="29100"/>
            </a:xfrm>
            <a:custGeom>
              <a:avLst/>
              <a:gdLst/>
              <a:ahLst/>
              <a:cxnLst/>
              <a:rect l="l" t="t" r="r" b="b"/>
              <a:pathLst>
                <a:path w="620" h="1164" extrusionOk="0">
                  <a:moveTo>
                    <a:pt x="48" y="1"/>
                  </a:moveTo>
                  <a:cubicBezTo>
                    <a:pt x="34" y="1"/>
                    <a:pt x="19" y="6"/>
                    <a:pt x="12" y="20"/>
                  </a:cubicBezTo>
                  <a:cubicBezTo>
                    <a:pt x="0" y="44"/>
                    <a:pt x="12" y="68"/>
                    <a:pt x="36" y="80"/>
                  </a:cubicBezTo>
                  <a:cubicBezTo>
                    <a:pt x="36" y="80"/>
                    <a:pt x="500" y="354"/>
                    <a:pt x="524" y="1116"/>
                  </a:cubicBezTo>
                  <a:cubicBezTo>
                    <a:pt x="524" y="1140"/>
                    <a:pt x="548" y="1163"/>
                    <a:pt x="572" y="1163"/>
                  </a:cubicBezTo>
                  <a:lnTo>
                    <a:pt x="584" y="1163"/>
                  </a:lnTo>
                  <a:cubicBezTo>
                    <a:pt x="596" y="1151"/>
                    <a:pt x="619" y="1140"/>
                    <a:pt x="619" y="1116"/>
                  </a:cubicBezTo>
                  <a:cubicBezTo>
                    <a:pt x="584" y="294"/>
                    <a:pt x="96" y="20"/>
                    <a:pt x="72" y="8"/>
                  </a:cubicBezTo>
                  <a:cubicBezTo>
                    <a:pt x="67" y="4"/>
                    <a:pt x="58" y="1"/>
                    <a:pt x="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43"/>
            <p:cNvSpPr/>
            <p:nvPr/>
          </p:nvSpPr>
          <p:spPr>
            <a:xfrm>
              <a:off x="3954050" y="2332225"/>
              <a:ext cx="16100" cy="25350"/>
            </a:xfrm>
            <a:custGeom>
              <a:avLst/>
              <a:gdLst/>
              <a:ahLst/>
              <a:cxnLst/>
              <a:rect l="l" t="t" r="r" b="b"/>
              <a:pathLst>
                <a:path w="644" h="1014" extrusionOk="0">
                  <a:moveTo>
                    <a:pt x="310" y="85"/>
                  </a:moveTo>
                  <a:cubicBezTo>
                    <a:pt x="370" y="85"/>
                    <a:pt x="394" y="109"/>
                    <a:pt x="405" y="121"/>
                  </a:cubicBezTo>
                  <a:cubicBezTo>
                    <a:pt x="501" y="252"/>
                    <a:pt x="405" y="633"/>
                    <a:pt x="334" y="859"/>
                  </a:cubicBezTo>
                  <a:cubicBezTo>
                    <a:pt x="251" y="645"/>
                    <a:pt x="132" y="288"/>
                    <a:pt x="215" y="145"/>
                  </a:cubicBezTo>
                  <a:cubicBezTo>
                    <a:pt x="227" y="121"/>
                    <a:pt x="251" y="97"/>
                    <a:pt x="286" y="97"/>
                  </a:cubicBezTo>
                  <a:cubicBezTo>
                    <a:pt x="286" y="85"/>
                    <a:pt x="298" y="85"/>
                    <a:pt x="310" y="85"/>
                  </a:cubicBezTo>
                  <a:close/>
                  <a:moveTo>
                    <a:pt x="339" y="0"/>
                  </a:moveTo>
                  <a:cubicBezTo>
                    <a:pt x="330" y="0"/>
                    <a:pt x="320" y="1"/>
                    <a:pt x="310" y="2"/>
                  </a:cubicBezTo>
                  <a:cubicBezTo>
                    <a:pt x="227" y="2"/>
                    <a:pt x="167" y="38"/>
                    <a:pt x="132" y="97"/>
                  </a:cubicBezTo>
                  <a:cubicBezTo>
                    <a:pt x="1" y="335"/>
                    <a:pt x="263" y="919"/>
                    <a:pt x="298" y="990"/>
                  </a:cubicBezTo>
                  <a:cubicBezTo>
                    <a:pt x="310" y="1002"/>
                    <a:pt x="322" y="1014"/>
                    <a:pt x="346" y="1014"/>
                  </a:cubicBezTo>
                  <a:cubicBezTo>
                    <a:pt x="358" y="1014"/>
                    <a:pt x="370" y="1002"/>
                    <a:pt x="382" y="990"/>
                  </a:cubicBezTo>
                  <a:cubicBezTo>
                    <a:pt x="405" y="919"/>
                    <a:pt x="644" y="288"/>
                    <a:pt x="477" y="73"/>
                  </a:cubicBezTo>
                  <a:cubicBezTo>
                    <a:pt x="456" y="42"/>
                    <a:pt x="415" y="0"/>
                    <a:pt x="3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43"/>
            <p:cNvSpPr/>
            <p:nvPr/>
          </p:nvSpPr>
          <p:spPr>
            <a:xfrm>
              <a:off x="3961500" y="2342375"/>
              <a:ext cx="23525" cy="15500"/>
            </a:xfrm>
            <a:custGeom>
              <a:avLst/>
              <a:gdLst/>
              <a:ahLst/>
              <a:cxnLst/>
              <a:rect l="l" t="t" r="r" b="b"/>
              <a:pathLst>
                <a:path w="941" h="620" extrusionOk="0">
                  <a:moveTo>
                    <a:pt x="706" y="91"/>
                  </a:moveTo>
                  <a:cubicBezTo>
                    <a:pt x="712" y="91"/>
                    <a:pt x="719" y="92"/>
                    <a:pt x="727" y="96"/>
                  </a:cubicBezTo>
                  <a:cubicBezTo>
                    <a:pt x="762" y="96"/>
                    <a:pt x="798" y="108"/>
                    <a:pt x="822" y="156"/>
                  </a:cubicBezTo>
                  <a:cubicBezTo>
                    <a:pt x="858" y="203"/>
                    <a:pt x="846" y="239"/>
                    <a:pt x="834" y="263"/>
                  </a:cubicBezTo>
                  <a:cubicBezTo>
                    <a:pt x="762" y="406"/>
                    <a:pt x="381" y="489"/>
                    <a:pt x="143" y="525"/>
                  </a:cubicBezTo>
                  <a:cubicBezTo>
                    <a:pt x="274" y="370"/>
                    <a:pt x="512" y="132"/>
                    <a:pt x="667" y="96"/>
                  </a:cubicBezTo>
                  <a:cubicBezTo>
                    <a:pt x="683" y="96"/>
                    <a:pt x="693" y="91"/>
                    <a:pt x="706" y="91"/>
                  </a:cubicBezTo>
                  <a:close/>
                  <a:moveTo>
                    <a:pt x="729" y="1"/>
                  </a:moveTo>
                  <a:cubicBezTo>
                    <a:pt x="455" y="1"/>
                    <a:pt x="47" y="490"/>
                    <a:pt x="12" y="548"/>
                  </a:cubicBezTo>
                  <a:cubicBezTo>
                    <a:pt x="0" y="560"/>
                    <a:pt x="0" y="584"/>
                    <a:pt x="0" y="596"/>
                  </a:cubicBezTo>
                  <a:cubicBezTo>
                    <a:pt x="12" y="608"/>
                    <a:pt x="24" y="620"/>
                    <a:pt x="48" y="620"/>
                  </a:cubicBezTo>
                  <a:cubicBezTo>
                    <a:pt x="84" y="620"/>
                    <a:pt x="250" y="596"/>
                    <a:pt x="429" y="560"/>
                  </a:cubicBezTo>
                  <a:cubicBezTo>
                    <a:pt x="631" y="501"/>
                    <a:pt x="846" y="429"/>
                    <a:pt x="905" y="298"/>
                  </a:cubicBezTo>
                  <a:cubicBezTo>
                    <a:pt x="929" y="263"/>
                    <a:pt x="941" y="191"/>
                    <a:pt x="893" y="108"/>
                  </a:cubicBezTo>
                  <a:cubicBezTo>
                    <a:pt x="858" y="48"/>
                    <a:pt x="798" y="13"/>
                    <a:pt x="738" y="1"/>
                  </a:cubicBezTo>
                  <a:cubicBezTo>
                    <a:pt x="735" y="1"/>
                    <a:pt x="732" y="1"/>
                    <a:pt x="7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43"/>
            <p:cNvSpPr/>
            <p:nvPr/>
          </p:nvSpPr>
          <p:spPr>
            <a:xfrm>
              <a:off x="3681100" y="2178375"/>
              <a:ext cx="397400" cy="220100"/>
            </a:xfrm>
            <a:custGeom>
              <a:avLst/>
              <a:gdLst/>
              <a:ahLst/>
              <a:cxnLst/>
              <a:rect l="l" t="t" r="r" b="b"/>
              <a:pathLst>
                <a:path w="15896" h="8804" extrusionOk="0">
                  <a:moveTo>
                    <a:pt x="12335" y="0"/>
                  </a:moveTo>
                  <a:lnTo>
                    <a:pt x="4882" y="5311"/>
                  </a:lnTo>
                  <a:cubicBezTo>
                    <a:pt x="4882" y="5311"/>
                    <a:pt x="1830" y="2746"/>
                    <a:pt x="863" y="2746"/>
                  </a:cubicBezTo>
                  <a:cubicBezTo>
                    <a:pt x="795" y="2746"/>
                    <a:pt x="737" y="2759"/>
                    <a:pt x="691" y="2787"/>
                  </a:cubicBezTo>
                  <a:cubicBezTo>
                    <a:pt x="1" y="3215"/>
                    <a:pt x="3001" y="7180"/>
                    <a:pt x="3001" y="7180"/>
                  </a:cubicBezTo>
                  <a:cubicBezTo>
                    <a:pt x="3001" y="7180"/>
                    <a:pt x="3473" y="8804"/>
                    <a:pt x="4446" y="8804"/>
                  </a:cubicBezTo>
                  <a:cubicBezTo>
                    <a:pt x="4793" y="8804"/>
                    <a:pt x="5204" y="8597"/>
                    <a:pt x="5680" y="8037"/>
                  </a:cubicBezTo>
                  <a:lnTo>
                    <a:pt x="15895" y="2358"/>
                  </a:lnTo>
                  <a:lnTo>
                    <a:pt x="12335" y="0"/>
                  </a:ln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43"/>
            <p:cNvSpPr/>
            <p:nvPr/>
          </p:nvSpPr>
          <p:spPr>
            <a:xfrm>
              <a:off x="3695975" y="2241775"/>
              <a:ext cx="50925" cy="46150"/>
            </a:xfrm>
            <a:custGeom>
              <a:avLst/>
              <a:gdLst/>
              <a:ahLst/>
              <a:cxnLst/>
              <a:rect l="l" t="t" r="r" b="b"/>
              <a:pathLst>
                <a:path w="2037" h="1846" extrusionOk="0">
                  <a:moveTo>
                    <a:pt x="120" y="0"/>
                  </a:moveTo>
                  <a:cubicBezTo>
                    <a:pt x="120" y="0"/>
                    <a:pt x="1" y="155"/>
                    <a:pt x="787" y="1846"/>
                  </a:cubicBezTo>
                  <a:cubicBezTo>
                    <a:pt x="1311" y="1655"/>
                    <a:pt x="1751" y="1310"/>
                    <a:pt x="2037" y="870"/>
                  </a:cubicBezTo>
                  <a:cubicBezTo>
                    <a:pt x="834" y="48"/>
                    <a:pt x="120" y="0"/>
                    <a:pt x="1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43"/>
            <p:cNvSpPr/>
            <p:nvPr/>
          </p:nvSpPr>
          <p:spPr>
            <a:xfrm>
              <a:off x="3715625" y="2263500"/>
              <a:ext cx="113725" cy="136950"/>
            </a:xfrm>
            <a:custGeom>
              <a:avLst/>
              <a:gdLst/>
              <a:ahLst/>
              <a:cxnLst/>
              <a:rect l="l" t="t" r="r" b="b"/>
              <a:pathLst>
                <a:path w="4549" h="5478" extrusionOk="0">
                  <a:moveTo>
                    <a:pt x="1251" y="1"/>
                  </a:moveTo>
                  <a:cubicBezTo>
                    <a:pt x="965" y="441"/>
                    <a:pt x="525" y="786"/>
                    <a:pt x="1" y="977"/>
                  </a:cubicBezTo>
                  <a:cubicBezTo>
                    <a:pt x="203" y="1406"/>
                    <a:pt x="465" y="1941"/>
                    <a:pt x="810" y="2596"/>
                  </a:cubicBezTo>
                  <a:cubicBezTo>
                    <a:pt x="2175" y="5238"/>
                    <a:pt x="3013" y="5477"/>
                    <a:pt x="3272" y="5477"/>
                  </a:cubicBezTo>
                  <a:cubicBezTo>
                    <a:pt x="3329" y="5477"/>
                    <a:pt x="3358" y="5466"/>
                    <a:pt x="3358" y="5466"/>
                  </a:cubicBezTo>
                  <a:cubicBezTo>
                    <a:pt x="4156" y="5013"/>
                    <a:pt x="4501" y="4525"/>
                    <a:pt x="4549" y="4513"/>
                  </a:cubicBezTo>
                  <a:cubicBezTo>
                    <a:pt x="2858" y="3525"/>
                    <a:pt x="2703" y="1191"/>
                    <a:pt x="2703" y="1191"/>
                  </a:cubicBezTo>
                  <a:cubicBezTo>
                    <a:pt x="2168" y="679"/>
                    <a:pt x="1680" y="286"/>
                    <a:pt x="125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43"/>
            <p:cNvSpPr/>
            <p:nvPr/>
          </p:nvSpPr>
          <p:spPr>
            <a:xfrm>
              <a:off x="3687050" y="2241775"/>
              <a:ext cx="112550" cy="164025"/>
            </a:xfrm>
            <a:custGeom>
              <a:avLst/>
              <a:gdLst/>
              <a:ahLst/>
              <a:cxnLst/>
              <a:rect l="l" t="t" r="r" b="b"/>
              <a:pathLst>
                <a:path w="4502" h="6561" extrusionOk="0">
                  <a:moveTo>
                    <a:pt x="477" y="0"/>
                  </a:moveTo>
                  <a:cubicBezTo>
                    <a:pt x="251" y="60"/>
                    <a:pt x="132" y="167"/>
                    <a:pt x="132" y="167"/>
                  </a:cubicBezTo>
                  <a:cubicBezTo>
                    <a:pt x="132" y="167"/>
                    <a:pt x="1" y="715"/>
                    <a:pt x="1656" y="3429"/>
                  </a:cubicBezTo>
                  <a:cubicBezTo>
                    <a:pt x="3132" y="5858"/>
                    <a:pt x="3977" y="6561"/>
                    <a:pt x="3977" y="6561"/>
                  </a:cubicBezTo>
                  <a:cubicBezTo>
                    <a:pt x="4168" y="6489"/>
                    <a:pt x="4335" y="6418"/>
                    <a:pt x="4501" y="6335"/>
                  </a:cubicBezTo>
                  <a:cubicBezTo>
                    <a:pt x="3454" y="5299"/>
                    <a:pt x="1680" y="3215"/>
                    <a:pt x="4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43"/>
            <p:cNvSpPr/>
            <p:nvPr/>
          </p:nvSpPr>
          <p:spPr>
            <a:xfrm>
              <a:off x="3745100" y="2274525"/>
              <a:ext cx="19375" cy="27025"/>
            </a:xfrm>
            <a:custGeom>
              <a:avLst/>
              <a:gdLst/>
              <a:ahLst/>
              <a:cxnLst/>
              <a:rect l="l" t="t" r="r" b="b"/>
              <a:pathLst>
                <a:path w="775" h="1081" extrusionOk="0">
                  <a:moveTo>
                    <a:pt x="727" y="0"/>
                  </a:moveTo>
                  <a:cubicBezTo>
                    <a:pt x="703" y="0"/>
                    <a:pt x="679" y="24"/>
                    <a:pt x="679" y="48"/>
                  </a:cubicBezTo>
                  <a:cubicBezTo>
                    <a:pt x="679" y="72"/>
                    <a:pt x="679" y="679"/>
                    <a:pt x="36" y="1000"/>
                  </a:cubicBezTo>
                  <a:cubicBezTo>
                    <a:pt x="12" y="1012"/>
                    <a:pt x="0" y="1036"/>
                    <a:pt x="12" y="1060"/>
                  </a:cubicBezTo>
                  <a:cubicBezTo>
                    <a:pt x="12" y="1060"/>
                    <a:pt x="12" y="1060"/>
                    <a:pt x="24" y="1072"/>
                  </a:cubicBezTo>
                  <a:cubicBezTo>
                    <a:pt x="30" y="1078"/>
                    <a:pt x="36" y="1081"/>
                    <a:pt x="44" y="1081"/>
                  </a:cubicBezTo>
                  <a:cubicBezTo>
                    <a:pt x="51" y="1081"/>
                    <a:pt x="60" y="1078"/>
                    <a:pt x="72" y="1072"/>
                  </a:cubicBezTo>
                  <a:cubicBezTo>
                    <a:pt x="762" y="738"/>
                    <a:pt x="774" y="48"/>
                    <a:pt x="774" y="48"/>
                  </a:cubicBezTo>
                  <a:cubicBezTo>
                    <a:pt x="774" y="24"/>
                    <a:pt x="751" y="0"/>
                    <a:pt x="7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43"/>
            <p:cNvSpPr/>
            <p:nvPr/>
          </p:nvSpPr>
          <p:spPr>
            <a:xfrm>
              <a:off x="3757900" y="2285525"/>
              <a:ext cx="19375" cy="26725"/>
            </a:xfrm>
            <a:custGeom>
              <a:avLst/>
              <a:gdLst/>
              <a:ahLst/>
              <a:cxnLst/>
              <a:rect l="l" t="t" r="r" b="b"/>
              <a:pathLst>
                <a:path w="775" h="1069" extrusionOk="0">
                  <a:moveTo>
                    <a:pt x="727" y="1"/>
                  </a:moveTo>
                  <a:cubicBezTo>
                    <a:pt x="703" y="1"/>
                    <a:pt x="679" y="25"/>
                    <a:pt x="679" y="48"/>
                  </a:cubicBezTo>
                  <a:cubicBezTo>
                    <a:pt x="679" y="48"/>
                    <a:pt x="679" y="596"/>
                    <a:pt x="24" y="989"/>
                  </a:cubicBezTo>
                  <a:cubicBezTo>
                    <a:pt x="0" y="1001"/>
                    <a:pt x="0" y="1025"/>
                    <a:pt x="12" y="1048"/>
                  </a:cubicBezTo>
                  <a:cubicBezTo>
                    <a:pt x="19" y="1062"/>
                    <a:pt x="30" y="1068"/>
                    <a:pt x="43" y="1068"/>
                  </a:cubicBezTo>
                  <a:cubicBezTo>
                    <a:pt x="52" y="1068"/>
                    <a:pt x="62" y="1065"/>
                    <a:pt x="72" y="1060"/>
                  </a:cubicBezTo>
                  <a:cubicBezTo>
                    <a:pt x="762" y="632"/>
                    <a:pt x="774" y="72"/>
                    <a:pt x="774" y="48"/>
                  </a:cubicBezTo>
                  <a:cubicBezTo>
                    <a:pt x="774" y="25"/>
                    <a:pt x="751" y="1"/>
                    <a:pt x="7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43"/>
            <p:cNvSpPr/>
            <p:nvPr/>
          </p:nvSpPr>
          <p:spPr>
            <a:xfrm>
              <a:off x="3772775" y="2279875"/>
              <a:ext cx="23250" cy="16100"/>
            </a:xfrm>
            <a:custGeom>
              <a:avLst/>
              <a:gdLst/>
              <a:ahLst/>
              <a:cxnLst/>
              <a:rect l="l" t="t" r="r" b="b"/>
              <a:pathLst>
                <a:path w="930" h="644" extrusionOk="0">
                  <a:moveTo>
                    <a:pt x="715" y="84"/>
                  </a:moveTo>
                  <a:cubicBezTo>
                    <a:pt x="739" y="84"/>
                    <a:pt x="763" y="96"/>
                    <a:pt x="787" y="120"/>
                  </a:cubicBezTo>
                  <a:cubicBezTo>
                    <a:pt x="798" y="131"/>
                    <a:pt x="798" y="131"/>
                    <a:pt x="810" y="143"/>
                  </a:cubicBezTo>
                  <a:cubicBezTo>
                    <a:pt x="846" y="191"/>
                    <a:pt x="834" y="227"/>
                    <a:pt x="822" y="251"/>
                  </a:cubicBezTo>
                  <a:cubicBezTo>
                    <a:pt x="763" y="393"/>
                    <a:pt x="382" y="501"/>
                    <a:pt x="156" y="536"/>
                  </a:cubicBezTo>
                  <a:cubicBezTo>
                    <a:pt x="286" y="358"/>
                    <a:pt x="548" y="84"/>
                    <a:pt x="715" y="84"/>
                  </a:cubicBezTo>
                  <a:close/>
                  <a:moveTo>
                    <a:pt x="706" y="0"/>
                  </a:moveTo>
                  <a:cubicBezTo>
                    <a:pt x="433" y="0"/>
                    <a:pt x="60" y="525"/>
                    <a:pt x="13" y="584"/>
                  </a:cubicBezTo>
                  <a:cubicBezTo>
                    <a:pt x="1" y="596"/>
                    <a:pt x="1" y="608"/>
                    <a:pt x="13" y="632"/>
                  </a:cubicBezTo>
                  <a:cubicBezTo>
                    <a:pt x="25" y="643"/>
                    <a:pt x="36" y="643"/>
                    <a:pt x="48" y="643"/>
                  </a:cubicBezTo>
                  <a:cubicBezTo>
                    <a:pt x="132" y="632"/>
                    <a:pt x="798" y="524"/>
                    <a:pt x="906" y="286"/>
                  </a:cubicBezTo>
                  <a:cubicBezTo>
                    <a:pt x="918" y="239"/>
                    <a:pt x="929" y="179"/>
                    <a:pt x="882" y="96"/>
                  </a:cubicBezTo>
                  <a:cubicBezTo>
                    <a:pt x="834" y="36"/>
                    <a:pt x="775" y="0"/>
                    <a:pt x="715" y="0"/>
                  </a:cubicBezTo>
                  <a:cubicBezTo>
                    <a:pt x="712" y="0"/>
                    <a:pt x="709"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43"/>
            <p:cNvSpPr/>
            <p:nvPr/>
          </p:nvSpPr>
          <p:spPr>
            <a:xfrm>
              <a:off x="3772475" y="2294050"/>
              <a:ext cx="22950" cy="16525"/>
            </a:xfrm>
            <a:custGeom>
              <a:avLst/>
              <a:gdLst/>
              <a:ahLst/>
              <a:cxnLst/>
              <a:rect l="l" t="t" r="r" b="b"/>
              <a:pathLst>
                <a:path w="918" h="661" extrusionOk="0">
                  <a:moveTo>
                    <a:pt x="156" y="100"/>
                  </a:moveTo>
                  <a:lnTo>
                    <a:pt x="156" y="100"/>
                  </a:lnTo>
                  <a:cubicBezTo>
                    <a:pt x="358" y="148"/>
                    <a:pt x="668" y="231"/>
                    <a:pt x="775" y="350"/>
                  </a:cubicBezTo>
                  <a:cubicBezTo>
                    <a:pt x="799" y="362"/>
                    <a:pt x="810" y="386"/>
                    <a:pt x="810" y="398"/>
                  </a:cubicBezTo>
                  <a:cubicBezTo>
                    <a:pt x="834" y="434"/>
                    <a:pt x="822" y="469"/>
                    <a:pt x="799" y="517"/>
                  </a:cubicBezTo>
                  <a:cubicBezTo>
                    <a:pt x="775" y="565"/>
                    <a:pt x="739" y="576"/>
                    <a:pt x="715" y="576"/>
                  </a:cubicBezTo>
                  <a:cubicBezTo>
                    <a:pt x="560" y="576"/>
                    <a:pt x="298" y="291"/>
                    <a:pt x="156" y="100"/>
                  </a:cubicBezTo>
                  <a:close/>
                  <a:moveTo>
                    <a:pt x="47" y="0"/>
                  </a:moveTo>
                  <a:cubicBezTo>
                    <a:pt x="36" y="0"/>
                    <a:pt x="21" y="8"/>
                    <a:pt x="13" y="17"/>
                  </a:cubicBezTo>
                  <a:cubicBezTo>
                    <a:pt x="1" y="29"/>
                    <a:pt x="1" y="53"/>
                    <a:pt x="13" y="65"/>
                  </a:cubicBezTo>
                  <a:cubicBezTo>
                    <a:pt x="37" y="100"/>
                    <a:pt x="132" y="231"/>
                    <a:pt x="263" y="374"/>
                  </a:cubicBezTo>
                  <a:cubicBezTo>
                    <a:pt x="400" y="512"/>
                    <a:pt x="560" y="660"/>
                    <a:pt x="699" y="660"/>
                  </a:cubicBezTo>
                  <a:cubicBezTo>
                    <a:pt x="705" y="660"/>
                    <a:pt x="710" y="660"/>
                    <a:pt x="715" y="660"/>
                  </a:cubicBezTo>
                  <a:cubicBezTo>
                    <a:pt x="763" y="660"/>
                    <a:pt x="834" y="636"/>
                    <a:pt x="882" y="565"/>
                  </a:cubicBezTo>
                  <a:cubicBezTo>
                    <a:pt x="918" y="493"/>
                    <a:pt x="918" y="422"/>
                    <a:pt x="894" y="362"/>
                  </a:cubicBezTo>
                  <a:cubicBezTo>
                    <a:pt x="775" y="112"/>
                    <a:pt x="132" y="5"/>
                    <a:pt x="60" y="5"/>
                  </a:cubicBezTo>
                  <a:cubicBezTo>
                    <a:pt x="57" y="1"/>
                    <a:pt x="52" y="0"/>
                    <a:pt x="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43"/>
            <p:cNvSpPr/>
            <p:nvPr/>
          </p:nvSpPr>
          <p:spPr>
            <a:xfrm>
              <a:off x="4342500" y="1847550"/>
              <a:ext cx="156575" cy="180950"/>
            </a:xfrm>
            <a:custGeom>
              <a:avLst/>
              <a:gdLst/>
              <a:ahLst/>
              <a:cxnLst/>
              <a:rect l="l" t="t" r="r" b="b"/>
              <a:pathLst>
                <a:path w="6263" h="7238" extrusionOk="0">
                  <a:moveTo>
                    <a:pt x="2427" y="1"/>
                  </a:moveTo>
                  <a:cubicBezTo>
                    <a:pt x="1484" y="1"/>
                    <a:pt x="798" y="827"/>
                    <a:pt x="798" y="827"/>
                  </a:cubicBezTo>
                  <a:cubicBezTo>
                    <a:pt x="0" y="2089"/>
                    <a:pt x="1227" y="7030"/>
                    <a:pt x="1227" y="7030"/>
                  </a:cubicBezTo>
                  <a:cubicBezTo>
                    <a:pt x="1661" y="7181"/>
                    <a:pt x="2181" y="7238"/>
                    <a:pt x="2720" y="7238"/>
                  </a:cubicBezTo>
                  <a:cubicBezTo>
                    <a:pt x="4400" y="7238"/>
                    <a:pt x="6263" y="6685"/>
                    <a:pt x="6263" y="6685"/>
                  </a:cubicBezTo>
                  <a:cubicBezTo>
                    <a:pt x="6084" y="6197"/>
                    <a:pt x="5132" y="1077"/>
                    <a:pt x="3132" y="160"/>
                  </a:cubicBezTo>
                  <a:cubicBezTo>
                    <a:pt x="2886" y="47"/>
                    <a:pt x="2650" y="1"/>
                    <a:pt x="24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43"/>
            <p:cNvSpPr/>
            <p:nvPr/>
          </p:nvSpPr>
          <p:spPr>
            <a:xfrm>
              <a:off x="4281175" y="1828925"/>
              <a:ext cx="196475" cy="200350"/>
            </a:xfrm>
            <a:custGeom>
              <a:avLst/>
              <a:gdLst/>
              <a:ahLst/>
              <a:cxnLst/>
              <a:rect l="l" t="t" r="r" b="b"/>
              <a:pathLst>
                <a:path w="7859" h="8014" extrusionOk="0">
                  <a:moveTo>
                    <a:pt x="3882" y="1"/>
                  </a:moveTo>
                  <a:cubicBezTo>
                    <a:pt x="1608" y="274"/>
                    <a:pt x="1" y="5466"/>
                    <a:pt x="1" y="5466"/>
                  </a:cubicBezTo>
                  <a:cubicBezTo>
                    <a:pt x="882" y="7132"/>
                    <a:pt x="3894" y="8013"/>
                    <a:pt x="3894" y="8013"/>
                  </a:cubicBezTo>
                  <a:cubicBezTo>
                    <a:pt x="5406" y="7049"/>
                    <a:pt x="7859" y="4275"/>
                    <a:pt x="6049" y="1108"/>
                  </a:cubicBezTo>
                  <a:lnTo>
                    <a:pt x="388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43"/>
            <p:cNvSpPr/>
            <p:nvPr/>
          </p:nvSpPr>
          <p:spPr>
            <a:xfrm>
              <a:off x="3806425" y="2071450"/>
              <a:ext cx="665575" cy="313925"/>
            </a:xfrm>
            <a:custGeom>
              <a:avLst/>
              <a:gdLst/>
              <a:ahLst/>
              <a:cxnLst/>
              <a:rect l="l" t="t" r="r" b="b"/>
              <a:pathLst>
                <a:path w="26623" h="12557" extrusionOk="0">
                  <a:moveTo>
                    <a:pt x="12531" y="1"/>
                  </a:moveTo>
                  <a:cubicBezTo>
                    <a:pt x="9775" y="1"/>
                    <a:pt x="0" y="9016"/>
                    <a:pt x="0" y="9016"/>
                  </a:cubicBezTo>
                  <a:cubicBezTo>
                    <a:pt x="0" y="9016"/>
                    <a:pt x="0" y="11874"/>
                    <a:pt x="2405" y="11909"/>
                  </a:cubicBezTo>
                  <a:cubicBezTo>
                    <a:pt x="2405" y="11909"/>
                    <a:pt x="8680" y="9278"/>
                    <a:pt x="10347" y="7575"/>
                  </a:cubicBezTo>
                  <a:cubicBezTo>
                    <a:pt x="10347" y="7575"/>
                    <a:pt x="14534" y="12557"/>
                    <a:pt x="19619" y="12557"/>
                  </a:cubicBezTo>
                  <a:cubicBezTo>
                    <a:pt x="19707" y="12557"/>
                    <a:pt x="19795" y="12555"/>
                    <a:pt x="19884" y="12552"/>
                  </a:cubicBezTo>
                  <a:cubicBezTo>
                    <a:pt x="25087" y="12386"/>
                    <a:pt x="26456" y="9361"/>
                    <a:pt x="26623" y="8790"/>
                  </a:cubicBezTo>
                  <a:lnTo>
                    <a:pt x="18205" y="3754"/>
                  </a:lnTo>
                  <a:cubicBezTo>
                    <a:pt x="18205" y="3754"/>
                    <a:pt x="15264" y="182"/>
                    <a:pt x="12609" y="3"/>
                  </a:cubicBezTo>
                  <a:cubicBezTo>
                    <a:pt x="12583" y="1"/>
                    <a:pt x="12557" y="1"/>
                    <a:pt x="125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43"/>
            <p:cNvSpPr/>
            <p:nvPr/>
          </p:nvSpPr>
          <p:spPr>
            <a:xfrm>
              <a:off x="4257513" y="1853678"/>
              <a:ext cx="263150" cy="445350"/>
            </a:xfrm>
            <a:custGeom>
              <a:avLst/>
              <a:gdLst/>
              <a:ahLst/>
              <a:cxnLst/>
              <a:rect l="l" t="t" r="r" b="b"/>
              <a:pathLst>
                <a:path w="10526" h="17814" extrusionOk="0">
                  <a:moveTo>
                    <a:pt x="6543" y="1"/>
                  </a:moveTo>
                  <a:cubicBezTo>
                    <a:pt x="6531" y="1"/>
                    <a:pt x="6525" y="2"/>
                    <a:pt x="6525" y="2"/>
                  </a:cubicBezTo>
                  <a:lnTo>
                    <a:pt x="2227" y="2240"/>
                  </a:lnTo>
                  <a:cubicBezTo>
                    <a:pt x="1025" y="4169"/>
                    <a:pt x="1" y="12122"/>
                    <a:pt x="1" y="12122"/>
                  </a:cubicBezTo>
                  <a:cubicBezTo>
                    <a:pt x="132" y="14325"/>
                    <a:pt x="3275" y="15122"/>
                    <a:pt x="5775" y="16063"/>
                  </a:cubicBezTo>
                  <a:cubicBezTo>
                    <a:pt x="7263" y="16623"/>
                    <a:pt x="8680" y="17813"/>
                    <a:pt x="8680" y="17813"/>
                  </a:cubicBezTo>
                  <a:cubicBezTo>
                    <a:pt x="8490" y="17563"/>
                    <a:pt x="10526" y="13515"/>
                    <a:pt x="9788" y="7348"/>
                  </a:cubicBezTo>
                  <a:cubicBezTo>
                    <a:pt x="8929" y="183"/>
                    <a:pt x="6762" y="1"/>
                    <a:pt x="6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43"/>
            <p:cNvSpPr/>
            <p:nvPr/>
          </p:nvSpPr>
          <p:spPr>
            <a:xfrm>
              <a:off x="4285350" y="2080925"/>
              <a:ext cx="111950" cy="121275"/>
            </a:xfrm>
            <a:custGeom>
              <a:avLst/>
              <a:gdLst/>
              <a:ahLst/>
              <a:cxnLst/>
              <a:rect l="l" t="t" r="r" b="b"/>
              <a:pathLst>
                <a:path w="4478" h="4851" extrusionOk="0">
                  <a:moveTo>
                    <a:pt x="43" y="0"/>
                  </a:moveTo>
                  <a:cubicBezTo>
                    <a:pt x="37" y="0"/>
                    <a:pt x="30" y="2"/>
                    <a:pt x="24" y="5"/>
                  </a:cubicBezTo>
                  <a:cubicBezTo>
                    <a:pt x="12" y="5"/>
                    <a:pt x="0" y="29"/>
                    <a:pt x="12" y="53"/>
                  </a:cubicBezTo>
                  <a:cubicBezTo>
                    <a:pt x="810" y="2124"/>
                    <a:pt x="2417" y="3875"/>
                    <a:pt x="4418" y="4851"/>
                  </a:cubicBezTo>
                  <a:lnTo>
                    <a:pt x="4429" y="4851"/>
                  </a:lnTo>
                  <a:cubicBezTo>
                    <a:pt x="4441" y="4851"/>
                    <a:pt x="4453" y="4851"/>
                    <a:pt x="4465" y="4827"/>
                  </a:cubicBezTo>
                  <a:cubicBezTo>
                    <a:pt x="4477" y="4815"/>
                    <a:pt x="4465" y="4791"/>
                    <a:pt x="4453" y="4780"/>
                  </a:cubicBezTo>
                  <a:cubicBezTo>
                    <a:pt x="2465" y="3815"/>
                    <a:pt x="869" y="2077"/>
                    <a:pt x="84" y="29"/>
                  </a:cubicBezTo>
                  <a:cubicBezTo>
                    <a:pt x="75" y="11"/>
                    <a:pt x="60" y="0"/>
                    <a:pt x="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43"/>
            <p:cNvSpPr/>
            <p:nvPr/>
          </p:nvSpPr>
          <p:spPr>
            <a:xfrm>
              <a:off x="4352025" y="2091650"/>
              <a:ext cx="44675" cy="78700"/>
            </a:xfrm>
            <a:custGeom>
              <a:avLst/>
              <a:gdLst/>
              <a:ahLst/>
              <a:cxnLst/>
              <a:rect l="l" t="t" r="r" b="b"/>
              <a:pathLst>
                <a:path w="1787" h="3148" extrusionOk="0">
                  <a:moveTo>
                    <a:pt x="55" y="0"/>
                  </a:moveTo>
                  <a:cubicBezTo>
                    <a:pt x="49" y="0"/>
                    <a:pt x="42" y="2"/>
                    <a:pt x="36" y="5"/>
                  </a:cubicBezTo>
                  <a:cubicBezTo>
                    <a:pt x="12" y="5"/>
                    <a:pt x="0" y="29"/>
                    <a:pt x="12" y="52"/>
                  </a:cubicBezTo>
                  <a:cubicBezTo>
                    <a:pt x="381" y="1160"/>
                    <a:pt x="965" y="2231"/>
                    <a:pt x="1715" y="3124"/>
                  </a:cubicBezTo>
                  <a:cubicBezTo>
                    <a:pt x="1727" y="3136"/>
                    <a:pt x="1739" y="3148"/>
                    <a:pt x="1751" y="3148"/>
                  </a:cubicBezTo>
                  <a:cubicBezTo>
                    <a:pt x="1751" y="3148"/>
                    <a:pt x="1762" y="3136"/>
                    <a:pt x="1774" y="3136"/>
                  </a:cubicBezTo>
                  <a:cubicBezTo>
                    <a:pt x="1786" y="3124"/>
                    <a:pt x="1786" y="3100"/>
                    <a:pt x="1774" y="3077"/>
                  </a:cubicBezTo>
                  <a:cubicBezTo>
                    <a:pt x="1036" y="2184"/>
                    <a:pt x="453" y="1124"/>
                    <a:pt x="84" y="29"/>
                  </a:cubicBezTo>
                  <a:cubicBezTo>
                    <a:pt x="84" y="11"/>
                    <a:pt x="71" y="0"/>
                    <a:pt x="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43"/>
            <p:cNvSpPr/>
            <p:nvPr/>
          </p:nvSpPr>
          <p:spPr>
            <a:xfrm>
              <a:off x="4129975" y="1850950"/>
              <a:ext cx="214925" cy="112675"/>
            </a:xfrm>
            <a:custGeom>
              <a:avLst/>
              <a:gdLst/>
              <a:ahLst/>
              <a:cxnLst/>
              <a:rect l="l" t="t" r="r" b="b"/>
              <a:pathLst>
                <a:path w="8597" h="4507" extrusionOk="0">
                  <a:moveTo>
                    <a:pt x="2548" y="1"/>
                  </a:moveTo>
                  <a:lnTo>
                    <a:pt x="0" y="2013"/>
                  </a:lnTo>
                  <a:cubicBezTo>
                    <a:pt x="0" y="2013"/>
                    <a:pt x="2691" y="3453"/>
                    <a:pt x="4394" y="4096"/>
                  </a:cubicBezTo>
                  <a:cubicBezTo>
                    <a:pt x="5177" y="4392"/>
                    <a:pt x="5893" y="4507"/>
                    <a:pt x="6459" y="4507"/>
                  </a:cubicBezTo>
                  <a:cubicBezTo>
                    <a:pt x="7123" y="4507"/>
                    <a:pt x="7581" y="4350"/>
                    <a:pt x="7704" y="4144"/>
                  </a:cubicBezTo>
                  <a:cubicBezTo>
                    <a:pt x="7918" y="3775"/>
                    <a:pt x="8597" y="1620"/>
                    <a:pt x="7846" y="1370"/>
                  </a:cubicBezTo>
                  <a:cubicBezTo>
                    <a:pt x="7791" y="1352"/>
                    <a:pt x="7736" y="1343"/>
                    <a:pt x="7683" y="1343"/>
                  </a:cubicBezTo>
                  <a:cubicBezTo>
                    <a:pt x="7012" y="1343"/>
                    <a:pt x="6572" y="2703"/>
                    <a:pt x="6572" y="2703"/>
                  </a:cubicBezTo>
                  <a:cubicBezTo>
                    <a:pt x="5370" y="1441"/>
                    <a:pt x="2548" y="1"/>
                    <a:pt x="254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43"/>
            <p:cNvSpPr/>
            <p:nvPr/>
          </p:nvSpPr>
          <p:spPr>
            <a:xfrm>
              <a:off x="4056750" y="1885475"/>
              <a:ext cx="239625" cy="144700"/>
            </a:xfrm>
            <a:custGeom>
              <a:avLst/>
              <a:gdLst/>
              <a:ahLst/>
              <a:cxnLst/>
              <a:rect l="l" t="t" r="r" b="b"/>
              <a:pathLst>
                <a:path w="9585" h="5788" extrusionOk="0">
                  <a:moveTo>
                    <a:pt x="4203" y="1"/>
                  </a:moveTo>
                  <a:lnTo>
                    <a:pt x="0" y="1918"/>
                  </a:lnTo>
                  <a:cubicBezTo>
                    <a:pt x="0" y="1918"/>
                    <a:pt x="905" y="3084"/>
                    <a:pt x="3894" y="4775"/>
                  </a:cubicBezTo>
                  <a:cubicBezTo>
                    <a:pt x="5269" y="5555"/>
                    <a:pt x="6221" y="5787"/>
                    <a:pt x="6870" y="5787"/>
                  </a:cubicBezTo>
                  <a:cubicBezTo>
                    <a:pt x="7519" y="5787"/>
                    <a:pt x="7864" y="5555"/>
                    <a:pt x="8025" y="5406"/>
                  </a:cubicBezTo>
                  <a:cubicBezTo>
                    <a:pt x="8335" y="5108"/>
                    <a:pt x="9585" y="3215"/>
                    <a:pt x="8918" y="2763"/>
                  </a:cubicBezTo>
                  <a:cubicBezTo>
                    <a:pt x="8825" y="2700"/>
                    <a:pt x="8727" y="2673"/>
                    <a:pt x="8627" y="2673"/>
                  </a:cubicBezTo>
                  <a:cubicBezTo>
                    <a:pt x="8013" y="2673"/>
                    <a:pt x="7335" y="3704"/>
                    <a:pt x="7335" y="3704"/>
                  </a:cubicBezTo>
                  <a:cubicBezTo>
                    <a:pt x="6513" y="2168"/>
                    <a:pt x="4203" y="1"/>
                    <a:pt x="420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43"/>
            <p:cNvSpPr/>
            <p:nvPr/>
          </p:nvSpPr>
          <p:spPr>
            <a:xfrm>
              <a:off x="4170450" y="1577675"/>
              <a:ext cx="45875" cy="72750"/>
            </a:xfrm>
            <a:custGeom>
              <a:avLst/>
              <a:gdLst/>
              <a:ahLst/>
              <a:cxnLst/>
              <a:rect l="l" t="t" r="r" b="b"/>
              <a:pathLst>
                <a:path w="1835" h="2910" extrusionOk="0">
                  <a:moveTo>
                    <a:pt x="901" y="0"/>
                  </a:moveTo>
                  <a:cubicBezTo>
                    <a:pt x="672" y="0"/>
                    <a:pt x="786" y="1026"/>
                    <a:pt x="786" y="1026"/>
                  </a:cubicBezTo>
                  <a:cubicBezTo>
                    <a:pt x="786" y="1026"/>
                    <a:pt x="589" y="192"/>
                    <a:pt x="401" y="192"/>
                  </a:cubicBezTo>
                  <a:cubicBezTo>
                    <a:pt x="399" y="192"/>
                    <a:pt x="396" y="192"/>
                    <a:pt x="393" y="192"/>
                  </a:cubicBezTo>
                  <a:cubicBezTo>
                    <a:pt x="203" y="216"/>
                    <a:pt x="489" y="1311"/>
                    <a:pt x="489" y="1311"/>
                  </a:cubicBezTo>
                  <a:cubicBezTo>
                    <a:pt x="489" y="1311"/>
                    <a:pt x="311" y="1026"/>
                    <a:pt x="186" y="1026"/>
                  </a:cubicBezTo>
                  <a:cubicBezTo>
                    <a:pt x="156" y="1026"/>
                    <a:pt x="129" y="1043"/>
                    <a:pt x="108" y="1085"/>
                  </a:cubicBezTo>
                  <a:cubicBezTo>
                    <a:pt x="0" y="1288"/>
                    <a:pt x="501" y="2014"/>
                    <a:pt x="501" y="2014"/>
                  </a:cubicBezTo>
                  <a:cubicBezTo>
                    <a:pt x="501" y="2014"/>
                    <a:pt x="358" y="2371"/>
                    <a:pt x="179" y="2907"/>
                  </a:cubicBezTo>
                  <a:cubicBezTo>
                    <a:pt x="237" y="2908"/>
                    <a:pt x="295" y="2909"/>
                    <a:pt x="353" y="2909"/>
                  </a:cubicBezTo>
                  <a:cubicBezTo>
                    <a:pt x="736" y="2909"/>
                    <a:pt x="1120" y="2877"/>
                    <a:pt x="1513" y="2835"/>
                  </a:cubicBezTo>
                  <a:cubicBezTo>
                    <a:pt x="1608" y="2240"/>
                    <a:pt x="1667" y="1859"/>
                    <a:pt x="1667" y="1859"/>
                  </a:cubicBezTo>
                  <a:cubicBezTo>
                    <a:pt x="1739" y="1371"/>
                    <a:pt x="1834" y="311"/>
                    <a:pt x="1667" y="276"/>
                  </a:cubicBezTo>
                  <a:cubicBezTo>
                    <a:pt x="1663" y="275"/>
                    <a:pt x="1659" y="274"/>
                    <a:pt x="1655" y="274"/>
                  </a:cubicBezTo>
                  <a:cubicBezTo>
                    <a:pt x="1495" y="274"/>
                    <a:pt x="1382" y="966"/>
                    <a:pt x="1382" y="966"/>
                  </a:cubicBezTo>
                  <a:cubicBezTo>
                    <a:pt x="1382" y="966"/>
                    <a:pt x="1465" y="85"/>
                    <a:pt x="1298" y="49"/>
                  </a:cubicBezTo>
                  <a:cubicBezTo>
                    <a:pt x="1296" y="49"/>
                    <a:pt x="1294" y="49"/>
                    <a:pt x="1292" y="49"/>
                  </a:cubicBezTo>
                  <a:cubicBezTo>
                    <a:pt x="1142" y="49"/>
                    <a:pt x="1084" y="954"/>
                    <a:pt x="1084" y="954"/>
                  </a:cubicBezTo>
                  <a:cubicBezTo>
                    <a:pt x="1084" y="954"/>
                    <a:pt x="1072" y="26"/>
                    <a:pt x="917" y="2"/>
                  </a:cubicBezTo>
                  <a:cubicBezTo>
                    <a:pt x="912" y="1"/>
                    <a:pt x="907" y="0"/>
                    <a:pt x="901" y="0"/>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43"/>
            <p:cNvSpPr/>
            <p:nvPr/>
          </p:nvSpPr>
          <p:spPr>
            <a:xfrm>
              <a:off x="4173725" y="1624975"/>
              <a:ext cx="46150" cy="24775"/>
            </a:xfrm>
            <a:custGeom>
              <a:avLst/>
              <a:gdLst/>
              <a:ahLst/>
              <a:cxnLst/>
              <a:rect l="l" t="t" r="r" b="b"/>
              <a:pathLst>
                <a:path w="1846" h="991" extrusionOk="0">
                  <a:moveTo>
                    <a:pt x="552" y="1"/>
                  </a:moveTo>
                  <a:cubicBezTo>
                    <a:pt x="412" y="1"/>
                    <a:pt x="291" y="21"/>
                    <a:pt x="215" y="74"/>
                  </a:cubicBezTo>
                  <a:cubicBezTo>
                    <a:pt x="215" y="74"/>
                    <a:pt x="131" y="300"/>
                    <a:pt x="0" y="646"/>
                  </a:cubicBezTo>
                  <a:cubicBezTo>
                    <a:pt x="584" y="789"/>
                    <a:pt x="1215" y="860"/>
                    <a:pt x="1810" y="991"/>
                  </a:cubicBezTo>
                  <a:cubicBezTo>
                    <a:pt x="1846" y="431"/>
                    <a:pt x="1786" y="253"/>
                    <a:pt x="1786" y="253"/>
                  </a:cubicBezTo>
                  <a:cubicBezTo>
                    <a:pt x="1786" y="253"/>
                    <a:pt x="1045" y="1"/>
                    <a:pt x="55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43"/>
            <p:cNvSpPr/>
            <p:nvPr/>
          </p:nvSpPr>
          <p:spPr>
            <a:xfrm>
              <a:off x="4140975" y="1641100"/>
              <a:ext cx="78025" cy="171175"/>
            </a:xfrm>
            <a:custGeom>
              <a:avLst/>
              <a:gdLst/>
              <a:ahLst/>
              <a:cxnLst/>
              <a:rect l="l" t="t" r="r" b="b"/>
              <a:pathLst>
                <a:path w="3121" h="6847" extrusionOk="0">
                  <a:moveTo>
                    <a:pt x="1310" y="1"/>
                  </a:moveTo>
                  <a:cubicBezTo>
                    <a:pt x="953" y="894"/>
                    <a:pt x="287" y="2596"/>
                    <a:pt x="1" y="3275"/>
                  </a:cubicBezTo>
                  <a:cubicBezTo>
                    <a:pt x="167" y="4394"/>
                    <a:pt x="882" y="5763"/>
                    <a:pt x="1227" y="6847"/>
                  </a:cubicBezTo>
                  <a:cubicBezTo>
                    <a:pt x="1608" y="6513"/>
                    <a:pt x="1787" y="5751"/>
                    <a:pt x="1953" y="5251"/>
                  </a:cubicBezTo>
                  <a:cubicBezTo>
                    <a:pt x="2811" y="2572"/>
                    <a:pt x="3061" y="1108"/>
                    <a:pt x="3120" y="346"/>
                  </a:cubicBezTo>
                  <a:cubicBezTo>
                    <a:pt x="2525" y="215"/>
                    <a:pt x="1894" y="144"/>
                    <a:pt x="13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43"/>
            <p:cNvSpPr/>
            <p:nvPr/>
          </p:nvSpPr>
          <p:spPr>
            <a:xfrm>
              <a:off x="4026675" y="1755100"/>
              <a:ext cx="188150" cy="167600"/>
            </a:xfrm>
            <a:custGeom>
              <a:avLst/>
              <a:gdLst/>
              <a:ahLst/>
              <a:cxnLst/>
              <a:rect l="l" t="t" r="r" b="b"/>
              <a:pathLst>
                <a:path w="7526" h="6704" extrusionOk="0">
                  <a:moveTo>
                    <a:pt x="1322" y="1"/>
                  </a:moveTo>
                  <a:cubicBezTo>
                    <a:pt x="1322" y="1"/>
                    <a:pt x="1" y="1108"/>
                    <a:pt x="453" y="4025"/>
                  </a:cubicBezTo>
                  <a:cubicBezTo>
                    <a:pt x="775" y="6073"/>
                    <a:pt x="1346" y="6704"/>
                    <a:pt x="1346" y="6704"/>
                  </a:cubicBezTo>
                  <a:cubicBezTo>
                    <a:pt x="1346" y="6704"/>
                    <a:pt x="7335" y="6525"/>
                    <a:pt x="7442" y="4478"/>
                  </a:cubicBezTo>
                  <a:cubicBezTo>
                    <a:pt x="7526" y="2823"/>
                    <a:pt x="5906" y="120"/>
                    <a:pt x="5906" y="120"/>
                  </a:cubicBezTo>
                  <a:lnTo>
                    <a:pt x="132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43"/>
            <p:cNvSpPr/>
            <p:nvPr/>
          </p:nvSpPr>
          <p:spPr>
            <a:xfrm>
              <a:off x="3938875" y="1558350"/>
              <a:ext cx="260775" cy="194475"/>
            </a:xfrm>
            <a:custGeom>
              <a:avLst/>
              <a:gdLst/>
              <a:ahLst/>
              <a:cxnLst/>
              <a:rect l="l" t="t" r="r" b="b"/>
              <a:pathLst>
                <a:path w="10431" h="7779" extrusionOk="0">
                  <a:moveTo>
                    <a:pt x="8311" y="1"/>
                  </a:moveTo>
                  <a:lnTo>
                    <a:pt x="3799" y="2156"/>
                  </a:lnTo>
                  <a:lnTo>
                    <a:pt x="143" y="2823"/>
                  </a:lnTo>
                  <a:cubicBezTo>
                    <a:pt x="143" y="2823"/>
                    <a:pt x="143" y="2906"/>
                    <a:pt x="143" y="3025"/>
                  </a:cubicBezTo>
                  <a:cubicBezTo>
                    <a:pt x="143" y="3215"/>
                    <a:pt x="155" y="3525"/>
                    <a:pt x="191" y="3882"/>
                  </a:cubicBezTo>
                  <a:cubicBezTo>
                    <a:pt x="191" y="3882"/>
                    <a:pt x="0" y="6180"/>
                    <a:pt x="572" y="6418"/>
                  </a:cubicBezTo>
                  <a:cubicBezTo>
                    <a:pt x="613" y="6438"/>
                    <a:pt x="653" y="6447"/>
                    <a:pt x="690" y="6447"/>
                  </a:cubicBezTo>
                  <a:cubicBezTo>
                    <a:pt x="836" y="6447"/>
                    <a:pt x="953" y="6310"/>
                    <a:pt x="1048" y="6121"/>
                  </a:cubicBezTo>
                  <a:cubicBezTo>
                    <a:pt x="1370" y="6823"/>
                    <a:pt x="1405" y="7430"/>
                    <a:pt x="1810" y="7430"/>
                  </a:cubicBezTo>
                  <a:cubicBezTo>
                    <a:pt x="2310" y="7406"/>
                    <a:pt x="2667" y="7216"/>
                    <a:pt x="2667" y="7216"/>
                  </a:cubicBezTo>
                  <a:cubicBezTo>
                    <a:pt x="2667" y="7216"/>
                    <a:pt x="3020" y="7778"/>
                    <a:pt x="3259" y="7778"/>
                  </a:cubicBezTo>
                  <a:cubicBezTo>
                    <a:pt x="3268" y="7778"/>
                    <a:pt x="3278" y="7777"/>
                    <a:pt x="3287" y="7776"/>
                  </a:cubicBezTo>
                  <a:cubicBezTo>
                    <a:pt x="3525" y="7716"/>
                    <a:pt x="3929" y="7037"/>
                    <a:pt x="3894" y="6728"/>
                  </a:cubicBezTo>
                  <a:cubicBezTo>
                    <a:pt x="3891" y="6697"/>
                    <a:pt x="3892" y="6683"/>
                    <a:pt x="3895" y="6683"/>
                  </a:cubicBezTo>
                  <a:cubicBezTo>
                    <a:pt x="3923" y="6683"/>
                    <a:pt x="4139" y="7586"/>
                    <a:pt x="4608" y="7586"/>
                  </a:cubicBezTo>
                  <a:cubicBezTo>
                    <a:pt x="4681" y="7586"/>
                    <a:pt x="4761" y="7564"/>
                    <a:pt x="4846" y="7514"/>
                  </a:cubicBezTo>
                  <a:cubicBezTo>
                    <a:pt x="5549" y="7085"/>
                    <a:pt x="7323" y="7073"/>
                    <a:pt x="7859" y="6335"/>
                  </a:cubicBezTo>
                  <a:cubicBezTo>
                    <a:pt x="8406" y="5597"/>
                    <a:pt x="7990" y="5240"/>
                    <a:pt x="7990" y="5240"/>
                  </a:cubicBezTo>
                  <a:lnTo>
                    <a:pt x="7990" y="5240"/>
                  </a:lnTo>
                  <a:cubicBezTo>
                    <a:pt x="7990" y="5240"/>
                    <a:pt x="8420" y="5558"/>
                    <a:pt x="8794" y="5558"/>
                  </a:cubicBezTo>
                  <a:cubicBezTo>
                    <a:pt x="8894" y="5558"/>
                    <a:pt x="8990" y="5535"/>
                    <a:pt x="9073" y="5478"/>
                  </a:cubicBezTo>
                  <a:cubicBezTo>
                    <a:pt x="9454" y="5204"/>
                    <a:pt x="8585" y="4239"/>
                    <a:pt x="8585" y="4239"/>
                  </a:cubicBezTo>
                  <a:lnTo>
                    <a:pt x="8585" y="4239"/>
                  </a:lnTo>
                  <a:cubicBezTo>
                    <a:pt x="8585" y="4239"/>
                    <a:pt x="8617" y="4241"/>
                    <a:pt x="8672" y="4241"/>
                  </a:cubicBezTo>
                  <a:cubicBezTo>
                    <a:pt x="8942" y="4241"/>
                    <a:pt x="9765" y="4208"/>
                    <a:pt x="10121" y="3823"/>
                  </a:cubicBezTo>
                  <a:cubicBezTo>
                    <a:pt x="10430" y="3489"/>
                    <a:pt x="9930" y="2596"/>
                    <a:pt x="9478" y="1906"/>
                  </a:cubicBezTo>
                  <a:cubicBezTo>
                    <a:pt x="9644" y="1834"/>
                    <a:pt x="9823" y="1739"/>
                    <a:pt x="9990" y="1632"/>
                  </a:cubicBezTo>
                  <a:cubicBezTo>
                    <a:pt x="10371" y="1394"/>
                    <a:pt x="8775" y="429"/>
                    <a:pt x="831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43"/>
            <p:cNvSpPr/>
            <p:nvPr/>
          </p:nvSpPr>
          <p:spPr>
            <a:xfrm>
              <a:off x="4079375" y="1727125"/>
              <a:ext cx="54775" cy="31300"/>
            </a:xfrm>
            <a:custGeom>
              <a:avLst/>
              <a:gdLst/>
              <a:ahLst/>
              <a:cxnLst/>
              <a:rect l="l" t="t" r="r" b="b"/>
              <a:pathLst>
                <a:path w="2191" h="1252" extrusionOk="0">
                  <a:moveTo>
                    <a:pt x="2155" y="1"/>
                  </a:moveTo>
                  <a:cubicBezTo>
                    <a:pt x="1560" y="477"/>
                    <a:pt x="738" y="703"/>
                    <a:pt x="0" y="786"/>
                  </a:cubicBezTo>
                  <a:lnTo>
                    <a:pt x="143" y="1144"/>
                  </a:lnTo>
                  <a:cubicBezTo>
                    <a:pt x="423" y="1216"/>
                    <a:pt x="675" y="1251"/>
                    <a:pt x="900" y="1251"/>
                  </a:cubicBezTo>
                  <a:cubicBezTo>
                    <a:pt x="1668" y="1251"/>
                    <a:pt x="2108" y="841"/>
                    <a:pt x="2191" y="132"/>
                  </a:cubicBezTo>
                  <a:lnTo>
                    <a:pt x="2155" y="1"/>
                  </a:ln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43"/>
            <p:cNvSpPr/>
            <p:nvPr/>
          </p:nvSpPr>
          <p:spPr>
            <a:xfrm>
              <a:off x="4069250" y="1700350"/>
              <a:ext cx="64025" cy="46450"/>
            </a:xfrm>
            <a:custGeom>
              <a:avLst/>
              <a:gdLst/>
              <a:ahLst/>
              <a:cxnLst/>
              <a:rect l="l" t="t" r="r" b="b"/>
              <a:pathLst>
                <a:path w="2561" h="1858" extrusionOk="0">
                  <a:moveTo>
                    <a:pt x="2239" y="0"/>
                  </a:moveTo>
                  <a:lnTo>
                    <a:pt x="0" y="845"/>
                  </a:lnTo>
                  <a:lnTo>
                    <a:pt x="405" y="1857"/>
                  </a:lnTo>
                  <a:cubicBezTo>
                    <a:pt x="1143" y="1774"/>
                    <a:pt x="1965" y="1548"/>
                    <a:pt x="2560" y="1072"/>
                  </a:cubicBezTo>
                  <a:lnTo>
                    <a:pt x="2239" y="0"/>
                  </a:lnTo>
                  <a:close/>
                </a:path>
              </a:pathLst>
            </a:custGeom>
            <a:solidFill>
              <a:srgbClr val="F29F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43"/>
            <p:cNvSpPr/>
            <p:nvPr/>
          </p:nvSpPr>
          <p:spPr>
            <a:xfrm>
              <a:off x="3960900" y="1546250"/>
              <a:ext cx="203925" cy="196100"/>
            </a:xfrm>
            <a:custGeom>
              <a:avLst/>
              <a:gdLst/>
              <a:ahLst/>
              <a:cxnLst/>
              <a:rect l="l" t="t" r="r" b="b"/>
              <a:pathLst>
                <a:path w="8157" h="7844" extrusionOk="0">
                  <a:moveTo>
                    <a:pt x="4814" y="0"/>
                  </a:moveTo>
                  <a:cubicBezTo>
                    <a:pt x="3861" y="0"/>
                    <a:pt x="2769" y="492"/>
                    <a:pt x="1751" y="1175"/>
                  </a:cubicBezTo>
                  <a:cubicBezTo>
                    <a:pt x="0" y="2330"/>
                    <a:pt x="286" y="4188"/>
                    <a:pt x="1524" y="6128"/>
                  </a:cubicBezTo>
                  <a:cubicBezTo>
                    <a:pt x="2315" y="7379"/>
                    <a:pt x="3338" y="7844"/>
                    <a:pt x="4360" y="7844"/>
                  </a:cubicBezTo>
                  <a:cubicBezTo>
                    <a:pt x="4924" y="7844"/>
                    <a:pt x="5488" y="7702"/>
                    <a:pt x="6013" y="7474"/>
                  </a:cubicBezTo>
                  <a:cubicBezTo>
                    <a:pt x="7573" y="6795"/>
                    <a:pt x="8156" y="5128"/>
                    <a:pt x="7692" y="3819"/>
                  </a:cubicBezTo>
                  <a:cubicBezTo>
                    <a:pt x="7097" y="2187"/>
                    <a:pt x="6549" y="842"/>
                    <a:pt x="6549" y="842"/>
                  </a:cubicBezTo>
                  <a:cubicBezTo>
                    <a:pt x="6090" y="245"/>
                    <a:pt x="5487" y="0"/>
                    <a:pt x="4814" y="0"/>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43"/>
            <p:cNvSpPr/>
            <p:nvPr/>
          </p:nvSpPr>
          <p:spPr>
            <a:xfrm>
              <a:off x="4064175" y="1575925"/>
              <a:ext cx="625" cy="325"/>
            </a:xfrm>
            <a:custGeom>
              <a:avLst/>
              <a:gdLst/>
              <a:ahLst/>
              <a:cxnLst/>
              <a:rect l="l" t="t" r="r" b="b"/>
              <a:pathLst>
                <a:path w="25" h="13" extrusionOk="0">
                  <a:moveTo>
                    <a:pt x="25" y="12"/>
                  </a:moveTo>
                  <a:cubicBezTo>
                    <a:pt x="13" y="0"/>
                    <a:pt x="1" y="0"/>
                    <a:pt x="1" y="0"/>
                  </a:cubicBezTo>
                  <a:cubicBezTo>
                    <a:pt x="1" y="0"/>
                    <a:pt x="13" y="0"/>
                    <a:pt x="25" y="12"/>
                  </a:cubicBezTo>
                  <a:close/>
                </a:path>
              </a:pathLst>
            </a:custGeom>
            <a:solidFill>
              <a:srgbClr val="F6A1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43"/>
            <p:cNvSpPr/>
            <p:nvPr/>
          </p:nvSpPr>
          <p:spPr>
            <a:xfrm>
              <a:off x="3971925" y="1687250"/>
              <a:ext cx="52100" cy="48025"/>
            </a:xfrm>
            <a:custGeom>
              <a:avLst/>
              <a:gdLst/>
              <a:ahLst/>
              <a:cxnLst/>
              <a:rect l="l" t="t" r="r" b="b"/>
              <a:pathLst>
                <a:path w="2084" h="1921" extrusionOk="0">
                  <a:moveTo>
                    <a:pt x="1286" y="0"/>
                  </a:moveTo>
                  <a:cubicBezTo>
                    <a:pt x="1286" y="0"/>
                    <a:pt x="0" y="0"/>
                    <a:pt x="357" y="1179"/>
                  </a:cubicBezTo>
                  <a:cubicBezTo>
                    <a:pt x="522" y="1705"/>
                    <a:pt x="860" y="1920"/>
                    <a:pt x="1194" y="1920"/>
                  </a:cubicBezTo>
                  <a:cubicBezTo>
                    <a:pt x="1609" y="1920"/>
                    <a:pt x="2018" y="1589"/>
                    <a:pt x="2084" y="1107"/>
                  </a:cubicBezTo>
                  <a:lnTo>
                    <a:pt x="1286" y="0"/>
                  </a:ln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43"/>
            <p:cNvSpPr/>
            <p:nvPr/>
          </p:nvSpPr>
          <p:spPr>
            <a:xfrm>
              <a:off x="4016850" y="1625425"/>
              <a:ext cx="33375" cy="32425"/>
            </a:xfrm>
            <a:custGeom>
              <a:avLst/>
              <a:gdLst/>
              <a:ahLst/>
              <a:cxnLst/>
              <a:rect l="l" t="t" r="r" b="b"/>
              <a:pathLst>
                <a:path w="1335" h="1297" extrusionOk="0">
                  <a:moveTo>
                    <a:pt x="1007" y="0"/>
                  </a:moveTo>
                  <a:cubicBezTo>
                    <a:pt x="866" y="0"/>
                    <a:pt x="679" y="123"/>
                    <a:pt x="418" y="485"/>
                  </a:cubicBezTo>
                  <a:cubicBezTo>
                    <a:pt x="1" y="1056"/>
                    <a:pt x="370" y="1259"/>
                    <a:pt x="370" y="1259"/>
                  </a:cubicBezTo>
                  <a:cubicBezTo>
                    <a:pt x="413" y="1284"/>
                    <a:pt x="457" y="1297"/>
                    <a:pt x="502" y="1297"/>
                  </a:cubicBezTo>
                  <a:cubicBezTo>
                    <a:pt x="667" y="1297"/>
                    <a:pt x="848" y="1130"/>
                    <a:pt x="1072" y="830"/>
                  </a:cubicBezTo>
                  <a:cubicBezTo>
                    <a:pt x="1311" y="521"/>
                    <a:pt x="1334" y="235"/>
                    <a:pt x="1203" y="92"/>
                  </a:cubicBezTo>
                  <a:cubicBezTo>
                    <a:pt x="1149" y="37"/>
                    <a:pt x="1085" y="0"/>
                    <a:pt x="100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43"/>
            <p:cNvSpPr/>
            <p:nvPr/>
          </p:nvSpPr>
          <p:spPr>
            <a:xfrm>
              <a:off x="4096075" y="1600200"/>
              <a:ext cx="38075" cy="18350"/>
            </a:xfrm>
            <a:custGeom>
              <a:avLst/>
              <a:gdLst/>
              <a:ahLst/>
              <a:cxnLst/>
              <a:rect l="l" t="t" r="r" b="b"/>
              <a:pathLst>
                <a:path w="1523" h="734" extrusionOk="0">
                  <a:moveTo>
                    <a:pt x="663" y="1"/>
                  </a:moveTo>
                  <a:cubicBezTo>
                    <a:pt x="108" y="1"/>
                    <a:pt x="1" y="167"/>
                    <a:pt x="23" y="363"/>
                  </a:cubicBezTo>
                  <a:cubicBezTo>
                    <a:pt x="47" y="565"/>
                    <a:pt x="297" y="720"/>
                    <a:pt x="689" y="732"/>
                  </a:cubicBezTo>
                  <a:cubicBezTo>
                    <a:pt x="726" y="733"/>
                    <a:pt x="762" y="733"/>
                    <a:pt x="796" y="733"/>
                  </a:cubicBezTo>
                  <a:cubicBezTo>
                    <a:pt x="1194" y="733"/>
                    <a:pt x="1419" y="666"/>
                    <a:pt x="1451" y="458"/>
                  </a:cubicBezTo>
                  <a:cubicBezTo>
                    <a:pt x="1451" y="458"/>
                    <a:pt x="1523" y="41"/>
                    <a:pt x="832" y="6"/>
                  </a:cubicBezTo>
                  <a:cubicBezTo>
                    <a:pt x="772" y="2"/>
                    <a:pt x="715" y="1"/>
                    <a:pt x="66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43"/>
            <p:cNvSpPr/>
            <p:nvPr/>
          </p:nvSpPr>
          <p:spPr>
            <a:xfrm>
              <a:off x="3984125" y="1698375"/>
              <a:ext cx="32175" cy="21925"/>
            </a:xfrm>
            <a:custGeom>
              <a:avLst/>
              <a:gdLst/>
              <a:ahLst/>
              <a:cxnLst/>
              <a:rect l="l" t="t" r="r" b="b"/>
              <a:pathLst>
                <a:path w="1287" h="877" extrusionOk="0">
                  <a:moveTo>
                    <a:pt x="582" y="1"/>
                  </a:moveTo>
                  <a:cubicBezTo>
                    <a:pt x="473" y="1"/>
                    <a:pt x="372" y="24"/>
                    <a:pt x="286" y="79"/>
                  </a:cubicBezTo>
                  <a:cubicBezTo>
                    <a:pt x="72" y="222"/>
                    <a:pt x="12" y="496"/>
                    <a:pt x="0" y="508"/>
                  </a:cubicBezTo>
                  <a:cubicBezTo>
                    <a:pt x="0" y="520"/>
                    <a:pt x="12" y="531"/>
                    <a:pt x="24" y="531"/>
                  </a:cubicBezTo>
                  <a:cubicBezTo>
                    <a:pt x="27" y="535"/>
                    <a:pt x="31" y="536"/>
                    <a:pt x="34" y="536"/>
                  </a:cubicBezTo>
                  <a:cubicBezTo>
                    <a:pt x="42" y="536"/>
                    <a:pt x="48" y="528"/>
                    <a:pt x="48" y="520"/>
                  </a:cubicBezTo>
                  <a:cubicBezTo>
                    <a:pt x="48" y="520"/>
                    <a:pt x="107" y="258"/>
                    <a:pt x="322" y="127"/>
                  </a:cubicBezTo>
                  <a:cubicBezTo>
                    <a:pt x="399" y="81"/>
                    <a:pt x="485" y="54"/>
                    <a:pt x="582" y="54"/>
                  </a:cubicBezTo>
                  <a:cubicBezTo>
                    <a:pt x="635" y="54"/>
                    <a:pt x="691" y="62"/>
                    <a:pt x="750" y="79"/>
                  </a:cubicBezTo>
                  <a:cubicBezTo>
                    <a:pt x="1238" y="198"/>
                    <a:pt x="1191" y="841"/>
                    <a:pt x="1191" y="853"/>
                  </a:cubicBezTo>
                  <a:cubicBezTo>
                    <a:pt x="1179" y="865"/>
                    <a:pt x="1191" y="877"/>
                    <a:pt x="1203" y="877"/>
                  </a:cubicBezTo>
                  <a:lnTo>
                    <a:pt x="1215" y="877"/>
                  </a:lnTo>
                  <a:cubicBezTo>
                    <a:pt x="1227" y="865"/>
                    <a:pt x="1238" y="865"/>
                    <a:pt x="1238" y="853"/>
                  </a:cubicBezTo>
                  <a:cubicBezTo>
                    <a:pt x="1238" y="841"/>
                    <a:pt x="1286" y="150"/>
                    <a:pt x="762" y="20"/>
                  </a:cubicBezTo>
                  <a:cubicBezTo>
                    <a:pt x="701" y="7"/>
                    <a:pt x="640" y="1"/>
                    <a:pt x="582" y="1"/>
                  </a:cubicBezTo>
                  <a:close/>
                </a:path>
              </a:pathLst>
            </a:custGeom>
            <a:solidFill>
              <a:srgbClr val="6C48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43"/>
            <p:cNvSpPr/>
            <p:nvPr/>
          </p:nvSpPr>
          <p:spPr>
            <a:xfrm>
              <a:off x="3995125" y="1705775"/>
              <a:ext cx="17900" cy="8275"/>
            </a:xfrm>
            <a:custGeom>
              <a:avLst/>
              <a:gdLst/>
              <a:ahLst/>
              <a:cxnLst/>
              <a:rect l="l" t="t" r="r" b="b"/>
              <a:pathLst>
                <a:path w="716" h="331" extrusionOk="0">
                  <a:moveTo>
                    <a:pt x="495" y="1"/>
                  </a:moveTo>
                  <a:cubicBezTo>
                    <a:pt x="207" y="1"/>
                    <a:pt x="13" y="285"/>
                    <a:pt x="13" y="295"/>
                  </a:cubicBezTo>
                  <a:cubicBezTo>
                    <a:pt x="1" y="307"/>
                    <a:pt x="13" y="319"/>
                    <a:pt x="25" y="331"/>
                  </a:cubicBezTo>
                  <a:lnTo>
                    <a:pt x="36" y="331"/>
                  </a:lnTo>
                  <a:cubicBezTo>
                    <a:pt x="48" y="331"/>
                    <a:pt x="48" y="319"/>
                    <a:pt x="48" y="319"/>
                  </a:cubicBezTo>
                  <a:cubicBezTo>
                    <a:pt x="58" y="319"/>
                    <a:pt x="238" y="51"/>
                    <a:pt x="501" y="51"/>
                  </a:cubicBezTo>
                  <a:cubicBezTo>
                    <a:pt x="557" y="51"/>
                    <a:pt x="617" y="63"/>
                    <a:pt x="679" y="93"/>
                  </a:cubicBezTo>
                  <a:cubicBezTo>
                    <a:pt x="691" y="93"/>
                    <a:pt x="703" y="93"/>
                    <a:pt x="703" y="81"/>
                  </a:cubicBezTo>
                  <a:cubicBezTo>
                    <a:pt x="715" y="69"/>
                    <a:pt x="703" y="57"/>
                    <a:pt x="691" y="45"/>
                  </a:cubicBezTo>
                  <a:cubicBezTo>
                    <a:pt x="622" y="14"/>
                    <a:pt x="556" y="1"/>
                    <a:pt x="495" y="1"/>
                  </a:cubicBezTo>
                  <a:close/>
                </a:path>
              </a:pathLst>
            </a:custGeom>
            <a:solidFill>
              <a:srgbClr val="6C48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43"/>
            <p:cNvSpPr/>
            <p:nvPr/>
          </p:nvSpPr>
          <p:spPr>
            <a:xfrm>
              <a:off x="4135925" y="1618475"/>
              <a:ext cx="53225" cy="47100"/>
            </a:xfrm>
            <a:custGeom>
              <a:avLst/>
              <a:gdLst/>
              <a:ahLst/>
              <a:cxnLst/>
              <a:rect l="l" t="t" r="r" b="b"/>
              <a:pathLst>
                <a:path w="2129" h="1884" extrusionOk="0">
                  <a:moveTo>
                    <a:pt x="800" y="0"/>
                  </a:moveTo>
                  <a:cubicBezTo>
                    <a:pt x="338" y="0"/>
                    <a:pt x="0" y="501"/>
                    <a:pt x="0" y="501"/>
                  </a:cubicBezTo>
                  <a:lnTo>
                    <a:pt x="477" y="1787"/>
                  </a:lnTo>
                  <a:cubicBezTo>
                    <a:pt x="613" y="1853"/>
                    <a:pt x="755" y="1883"/>
                    <a:pt x="894" y="1883"/>
                  </a:cubicBezTo>
                  <a:cubicBezTo>
                    <a:pt x="1556" y="1883"/>
                    <a:pt x="2128" y="1193"/>
                    <a:pt x="1489" y="406"/>
                  </a:cubicBezTo>
                  <a:cubicBezTo>
                    <a:pt x="1247" y="104"/>
                    <a:pt x="1010" y="0"/>
                    <a:pt x="800" y="0"/>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43"/>
            <p:cNvSpPr/>
            <p:nvPr/>
          </p:nvSpPr>
          <p:spPr>
            <a:xfrm>
              <a:off x="4141575" y="1626675"/>
              <a:ext cx="25625" cy="31725"/>
            </a:xfrm>
            <a:custGeom>
              <a:avLst/>
              <a:gdLst/>
              <a:ahLst/>
              <a:cxnLst/>
              <a:rect l="l" t="t" r="r" b="b"/>
              <a:pathLst>
                <a:path w="1025" h="1269" extrusionOk="0">
                  <a:moveTo>
                    <a:pt x="732" y="0"/>
                  </a:moveTo>
                  <a:cubicBezTo>
                    <a:pt x="659" y="0"/>
                    <a:pt x="578" y="11"/>
                    <a:pt x="501" y="42"/>
                  </a:cubicBezTo>
                  <a:cubicBezTo>
                    <a:pt x="358" y="113"/>
                    <a:pt x="251" y="232"/>
                    <a:pt x="179" y="411"/>
                  </a:cubicBezTo>
                  <a:cubicBezTo>
                    <a:pt x="1" y="911"/>
                    <a:pt x="596" y="1256"/>
                    <a:pt x="608" y="1256"/>
                  </a:cubicBezTo>
                  <a:cubicBezTo>
                    <a:pt x="608" y="1268"/>
                    <a:pt x="620" y="1268"/>
                    <a:pt x="632" y="1268"/>
                  </a:cubicBezTo>
                  <a:cubicBezTo>
                    <a:pt x="632" y="1256"/>
                    <a:pt x="632" y="1256"/>
                    <a:pt x="632" y="1256"/>
                  </a:cubicBezTo>
                  <a:cubicBezTo>
                    <a:pt x="644" y="1244"/>
                    <a:pt x="644" y="1233"/>
                    <a:pt x="632" y="1221"/>
                  </a:cubicBezTo>
                  <a:cubicBezTo>
                    <a:pt x="620" y="1221"/>
                    <a:pt x="60" y="899"/>
                    <a:pt x="227" y="423"/>
                  </a:cubicBezTo>
                  <a:cubicBezTo>
                    <a:pt x="286" y="268"/>
                    <a:pt x="382" y="149"/>
                    <a:pt x="513" y="90"/>
                  </a:cubicBezTo>
                  <a:cubicBezTo>
                    <a:pt x="588" y="58"/>
                    <a:pt x="666" y="47"/>
                    <a:pt x="737" y="47"/>
                  </a:cubicBezTo>
                  <a:cubicBezTo>
                    <a:pt x="878" y="47"/>
                    <a:pt x="989" y="90"/>
                    <a:pt x="989" y="90"/>
                  </a:cubicBezTo>
                  <a:cubicBezTo>
                    <a:pt x="992" y="93"/>
                    <a:pt x="996" y="94"/>
                    <a:pt x="999" y="94"/>
                  </a:cubicBezTo>
                  <a:cubicBezTo>
                    <a:pt x="1008" y="94"/>
                    <a:pt x="1016" y="86"/>
                    <a:pt x="1025" y="78"/>
                  </a:cubicBezTo>
                  <a:cubicBezTo>
                    <a:pt x="1025" y="66"/>
                    <a:pt x="1025" y="54"/>
                    <a:pt x="1013" y="54"/>
                  </a:cubicBezTo>
                  <a:cubicBezTo>
                    <a:pt x="1005" y="46"/>
                    <a:pt x="883" y="0"/>
                    <a:pt x="732" y="0"/>
                  </a:cubicBezTo>
                  <a:close/>
                </a:path>
              </a:pathLst>
            </a:custGeom>
            <a:solidFill>
              <a:srgbClr val="6C48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43"/>
            <p:cNvSpPr/>
            <p:nvPr/>
          </p:nvSpPr>
          <p:spPr>
            <a:xfrm>
              <a:off x="4147525" y="1638425"/>
              <a:ext cx="15200" cy="11450"/>
            </a:xfrm>
            <a:custGeom>
              <a:avLst/>
              <a:gdLst/>
              <a:ahLst/>
              <a:cxnLst/>
              <a:rect l="l" t="t" r="r" b="b"/>
              <a:pathLst>
                <a:path w="608" h="458" extrusionOk="0">
                  <a:moveTo>
                    <a:pt x="584" y="1"/>
                  </a:moveTo>
                  <a:cubicBezTo>
                    <a:pt x="572" y="1"/>
                    <a:pt x="60" y="1"/>
                    <a:pt x="1" y="429"/>
                  </a:cubicBezTo>
                  <a:cubicBezTo>
                    <a:pt x="1" y="441"/>
                    <a:pt x="1" y="453"/>
                    <a:pt x="13" y="453"/>
                  </a:cubicBezTo>
                  <a:cubicBezTo>
                    <a:pt x="20" y="456"/>
                    <a:pt x="26" y="458"/>
                    <a:pt x="30" y="458"/>
                  </a:cubicBezTo>
                  <a:cubicBezTo>
                    <a:pt x="42" y="458"/>
                    <a:pt x="48" y="450"/>
                    <a:pt x="48" y="441"/>
                  </a:cubicBezTo>
                  <a:cubicBezTo>
                    <a:pt x="108" y="48"/>
                    <a:pt x="572" y="48"/>
                    <a:pt x="584" y="48"/>
                  </a:cubicBezTo>
                  <a:lnTo>
                    <a:pt x="596" y="48"/>
                  </a:lnTo>
                  <a:cubicBezTo>
                    <a:pt x="608" y="36"/>
                    <a:pt x="608" y="36"/>
                    <a:pt x="608" y="24"/>
                  </a:cubicBezTo>
                  <a:cubicBezTo>
                    <a:pt x="608" y="12"/>
                    <a:pt x="596" y="1"/>
                    <a:pt x="584" y="1"/>
                  </a:cubicBezTo>
                  <a:close/>
                </a:path>
              </a:pathLst>
            </a:custGeom>
            <a:solidFill>
              <a:srgbClr val="6C48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43"/>
            <p:cNvSpPr/>
            <p:nvPr/>
          </p:nvSpPr>
          <p:spPr>
            <a:xfrm>
              <a:off x="4033225" y="1685275"/>
              <a:ext cx="42000" cy="22125"/>
            </a:xfrm>
            <a:custGeom>
              <a:avLst/>
              <a:gdLst/>
              <a:ahLst/>
              <a:cxnLst/>
              <a:rect l="l" t="t" r="r" b="b"/>
              <a:pathLst>
                <a:path w="1680" h="885" extrusionOk="0">
                  <a:moveTo>
                    <a:pt x="1012" y="0"/>
                  </a:moveTo>
                  <a:cubicBezTo>
                    <a:pt x="936" y="0"/>
                    <a:pt x="856" y="6"/>
                    <a:pt x="775" y="20"/>
                  </a:cubicBezTo>
                  <a:cubicBezTo>
                    <a:pt x="334" y="79"/>
                    <a:pt x="1" y="329"/>
                    <a:pt x="36" y="567"/>
                  </a:cubicBezTo>
                  <a:cubicBezTo>
                    <a:pt x="66" y="762"/>
                    <a:pt x="324" y="884"/>
                    <a:pt x="664" y="884"/>
                  </a:cubicBezTo>
                  <a:cubicBezTo>
                    <a:pt x="741" y="884"/>
                    <a:pt x="822" y="878"/>
                    <a:pt x="906" y="865"/>
                  </a:cubicBezTo>
                  <a:cubicBezTo>
                    <a:pt x="1346" y="805"/>
                    <a:pt x="1679" y="555"/>
                    <a:pt x="1644" y="317"/>
                  </a:cubicBezTo>
                  <a:cubicBezTo>
                    <a:pt x="1615" y="123"/>
                    <a:pt x="1348" y="0"/>
                    <a:pt x="1012" y="0"/>
                  </a:cubicBezTo>
                  <a:close/>
                </a:path>
              </a:pathLst>
            </a:custGeom>
            <a:solidFill>
              <a:srgbClr val="F29F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43"/>
            <p:cNvSpPr/>
            <p:nvPr/>
          </p:nvSpPr>
          <p:spPr>
            <a:xfrm>
              <a:off x="4109425" y="1654500"/>
              <a:ext cx="40500" cy="28900"/>
            </a:xfrm>
            <a:custGeom>
              <a:avLst/>
              <a:gdLst/>
              <a:ahLst/>
              <a:cxnLst/>
              <a:rect l="l" t="t" r="r" b="b"/>
              <a:pathLst>
                <a:path w="1620" h="1156" extrusionOk="0">
                  <a:moveTo>
                    <a:pt x="1179" y="1"/>
                  </a:moveTo>
                  <a:cubicBezTo>
                    <a:pt x="1001" y="1"/>
                    <a:pt x="781" y="73"/>
                    <a:pt x="572" y="215"/>
                  </a:cubicBezTo>
                  <a:cubicBezTo>
                    <a:pt x="191" y="465"/>
                    <a:pt x="1" y="822"/>
                    <a:pt x="132" y="1024"/>
                  </a:cubicBezTo>
                  <a:cubicBezTo>
                    <a:pt x="189" y="1112"/>
                    <a:pt x="299" y="1155"/>
                    <a:pt x="437" y="1155"/>
                  </a:cubicBezTo>
                  <a:cubicBezTo>
                    <a:pt x="616" y="1155"/>
                    <a:pt x="840" y="1082"/>
                    <a:pt x="1048" y="941"/>
                  </a:cubicBezTo>
                  <a:cubicBezTo>
                    <a:pt x="1418" y="691"/>
                    <a:pt x="1620" y="334"/>
                    <a:pt x="1489" y="131"/>
                  </a:cubicBezTo>
                  <a:cubicBezTo>
                    <a:pt x="1427" y="44"/>
                    <a:pt x="1315" y="1"/>
                    <a:pt x="1179" y="1"/>
                  </a:cubicBezTo>
                  <a:close/>
                </a:path>
              </a:pathLst>
            </a:custGeom>
            <a:solidFill>
              <a:srgbClr val="F29F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43"/>
            <p:cNvSpPr/>
            <p:nvPr/>
          </p:nvSpPr>
          <p:spPr>
            <a:xfrm>
              <a:off x="4074900" y="1661350"/>
              <a:ext cx="19375" cy="10450"/>
            </a:xfrm>
            <a:custGeom>
              <a:avLst/>
              <a:gdLst/>
              <a:ahLst/>
              <a:cxnLst/>
              <a:rect l="l" t="t" r="r" b="b"/>
              <a:pathLst>
                <a:path w="775" h="418" extrusionOk="0">
                  <a:moveTo>
                    <a:pt x="477" y="0"/>
                  </a:moveTo>
                  <a:cubicBezTo>
                    <a:pt x="72" y="0"/>
                    <a:pt x="1" y="334"/>
                    <a:pt x="1" y="334"/>
                  </a:cubicBezTo>
                  <a:cubicBezTo>
                    <a:pt x="1" y="358"/>
                    <a:pt x="12" y="369"/>
                    <a:pt x="24" y="369"/>
                  </a:cubicBezTo>
                  <a:cubicBezTo>
                    <a:pt x="36" y="369"/>
                    <a:pt x="60" y="369"/>
                    <a:pt x="60" y="346"/>
                  </a:cubicBezTo>
                  <a:cubicBezTo>
                    <a:pt x="60" y="334"/>
                    <a:pt x="120" y="60"/>
                    <a:pt x="477" y="60"/>
                  </a:cubicBezTo>
                  <a:cubicBezTo>
                    <a:pt x="560" y="60"/>
                    <a:pt x="620" y="84"/>
                    <a:pt x="644" y="131"/>
                  </a:cubicBezTo>
                  <a:cubicBezTo>
                    <a:pt x="715" y="215"/>
                    <a:pt x="655" y="381"/>
                    <a:pt x="655" y="381"/>
                  </a:cubicBezTo>
                  <a:cubicBezTo>
                    <a:pt x="655" y="393"/>
                    <a:pt x="655" y="405"/>
                    <a:pt x="667" y="417"/>
                  </a:cubicBezTo>
                  <a:lnTo>
                    <a:pt x="679" y="417"/>
                  </a:lnTo>
                  <a:cubicBezTo>
                    <a:pt x="691" y="417"/>
                    <a:pt x="703" y="405"/>
                    <a:pt x="703" y="393"/>
                  </a:cubicBezTo>
                  <a:cubicBezTo>
                    <a:pt x="715" y="393"/>
                    <a:pt x="774" y="215"/>
                    <a:pt x="691" y="96"/>
                  </a:cubicBezTo>
                  <a:cubicBezTo>
                    <a:pt x="655" y="36"/>
                    <a:pt x="584" y="0"/>
                    <a:pt x="477" y="0"/>
                  </a:cubicBezTo>
                  <a:close/>
                </a:path>
              </a:pathLst>
            </a:custGeom>
            <a:solidFill>
              <a:srgbClr val="6C48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3"/>
            <p:cNvSpPr/>
            <p:nvPr/>
          </p:nvSpPr>
          <p:spPr>
            <a:xfrm>
              <a:off x="3937675" y="1524425"/>
              <a:ext cx="235775" cy="166225"/>
            </a:xfrm>
            <a:custGeom>
              <a:avLst/>
              <a:gdLst/>
              <a:ahLst/>
              <a:cxnLst/>
              <a:rect l="l" t="t" r="r" b="b"/>
              <a:pathLst>
                <a:path w="9431" h="6649" extrusionOk="0">
                  <a:moveTo>
                    <a:pt x="5549" y="0"/>
                  </a:moveTo>
                  <a:cubicBezTo>
                    <a:pt x="4462" y="0"/>
                    <a:pt x="3092" y="424"/>
                    <a:pt x="1906" y="1513"/>
                  </a:cubicBezTo>
                  <a:cubicBezTo>
                    <a:pt x="1906" y="1513"/>
                    <a:pt x="1" y="2953"/>
                    <a:pt x="203" y="4382"/>
                  </a:cubicBezTo>
                  <a:cubicBezTo>
                    <a:pt x="398" y="5683"/>
                    <a:pt x="1176" y="6649"/>
                    <a:pt x="1925" y="6649"/>
                  </a:cubicBezTo>
                  <a:cubicBezTo>
                    <a:pt x="1999" y="6649"/>
                    <a:pt x="2072" y="6639"/>
                    <a:pt x="2144" y="6620"/>
                  </a:cubicBezTo>
                  <a:cubicBezTo>
                    <a:pt x="2287" y="6585"/>
                    <a:pt x="2323" y="5930"/>
                    <a:pt x="2561" y="5680"/>
                  </a:cubicBezTo>
                  <a:cubicBezTo>
                    <a:pt x="2577" y="5663"/>
                    <a:pt x="2595" y="5656"/>
                    <a:pt x="2614" y="5656"/>
                  </a:cubicBezTo>
                  <a:cubicBezTo>
                    <a:pt x="2775" y="5656"/>
                    <a:pt x="2997" y="6207"/>
                    <a:pt x="3044" y="6207"/>
                  </a:cubicBezTo>
                  <a:cubicBezTo>
                    <a:pt x="3046" y="6207"/>
                    <a:pt x="3047" y="6206"/>
                    <a:pt x="3049" y="6204"/>
                  </a:cubicBezTo>
                  <a:cubicBezTo>
                    <a:pt x="3168" y="6025"/>
                    <a:pt x="3477" y="4692"/>
                    <a:pt x="3596" y="4489"/>
                  </a:cubicBezTo>
                  <a:cubicBezTo>
                    <a:pt x="4382" y="3108"/>
                    <a:pt x="4906" y="1917"/>
                    <a:pt x="4906" y="1917"/>
                  </a:cubicBezTo>
                  <a:cubicBezTo>
                    <a:pt x="6133" y="2874"/>
                    <a:pt x="8205" y="3813"/>
                    <a:pt x="8916" y="3813"/>
                  </a:cubicBezTo>
                  <a:cubicBezTo>
                    <a:pt x="9019" y="3813"/>
                    <a:pt x="9094" y="3793"/>
                    <a:pt x="9133" y="3751"/>
                  </a:cubicBezTo>
                  <a:cubicBezTo>
                    <a:pt x="9431" y="3418"/>
                    <a:pt x="9300" y="1441"/>
                    <a:pt x="6835" y="251"/>
                  </a:cubicBezTo>
                  <a:cubicBezTo>
                    <a:pt x="6499" y="92"/>
                    <a:pt x="6054" y="0"/>
                    <a:pt x="554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43"/>
            <p:cNvSpPr/>
            <p:nvPr/>
          </p:nvSpPr>
          <p:spPr>
            <a:xfrm>
              <a:off x="3948100" y="1539825"/>
              <a:ext cx="38425" cy="36125"/>
            </a:xfrm>
            <a:custGeom>
              <a:avLst/>
              <a:gdLst/>
              <a:ahLst/>
              <a:cxnLst/>
              <a:rect l="l" t="t" r="r" b="b"/>
              <a:pathLst>
                <a:path w="1537" h="1445" extrusionOk="0">
                  <a:moveTo>
                    <a:pt x="892" y="1"/>
                  </a:moveTo>
                  <a:cubicBezTo>
                    <a:pt x="494" y="1"/>
                    <a:pt x="989" y="1159"/>
                    <a:pt x="989" y="1159"/>
                  </a:cubicBezTo>
                  <a:cubicBezTo>
                    <a:pt x="989" y="1159"/>
                    <a:pt x="655" y="671"/>
                    <a:pt x="387" y="671"/>
                  </a:cubicBezTo>
                  <a:cubicBezTo>
                    <a:pt x="348" y="671"/>
                    <a:pt x="310" y="681"/>
                    <a:pt x="274" y="706"/>
                  </a:cubicBezTo>
                  <a:cubicBezTo>
                    <a:pt x="1" y="897"/>
                    <a:pt x="905" y="1444"/>
                    <a:pt x="905" y="1444"/>
                  </a:cubicBezTo>
                  <a:lnTo>
                    <a:pt x="1263" y="1301"/>
                  </a:lnTo>
                  <a:cubicBezTo>
                    <a:pt x="1536" y="1028"/>
                    <a:pt x="1394" y="63"/>
                    <a:pt x="929" y="4"/>
                  </a:cubicBezTo>
                  <a:cubicBezTo>
                    <a:pt x="916" y="2"/>
                    <a:pt x="904" y="1"/>
                    <a:pt x="89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43"/>
            <p:cNvSpPr/>
            <p:nvPr/>
          </p:nvSpPr>
          <p:spPr>
            <a:xfrm>
              <a:off x="3896000" y="1691100"/>
              <a:ext cx="68200" cy="56900"/>
            </a:xfrm>
            <a:custGeom>
              <a:avLst/>
              <a:gdLst/>
              <a:ahLst/>
              <a:cxnLst/>
              <a:rect l="l" t="t" r="r" b="b"/>
              <a:pathLst>
                <a:path w="2728" h="2276" extrusionOk="0">
                  <a:moveTo>
                    <a:pt x="748" y="1"/>
                  </a:moveTo>
                  <a:cubicBezTo>
                    <a:pt x="735" y="1"/>
                    <a:pt x="724" y="5"/>
                    <a:pt x="715" y="13"/>
                  </a:cubicBezTo>
                  <a:cubicBezTo>
                    <a:pt x="596" y="132"/>
                    <a:pt x="1072" y="751"/>
                    <a:pt x="1072" y="751"/>
                  </a:cubicBezTo>
                  <a:cubicBezTo>
                    <a:pt x="1072" y="751"/>
                    <a:pt x="573" y="234"/>
                    <a:pt x="361" y="234"/>
                  </a:cubicBezTo>
                  <a:cubicBezTo>
                    <a:pt x="329" y="234"/>
                    <a:pt x="303" y="246"/>
                    <a:pt x="287" y="275"/>
                  </a:cubicBezTo>
                  <a:cubicBezTo>
                    <a:pt x="227" y="394"/>
                    <a:pt x="858" y="918"/>
                    <a:pt x="858" y="918"/>
                  </a:cubicBezTo>
                  <a:cubicBezTo>
                    <a:pt x="858" y="918"/>
                    <a:pt x="343" y="550"/>
                    <a:pt x="170" y="550"/>
                  </a:cubicBezTo>
                  <a:cubicBezTo>
                    <a:pt x="146" y="550"/>
                    <a:pt x="129" y="557"/>
                    <a:pt x="120" y="572"/>
                  </a:cubicBezTo>
                  <a:cubicBezTo>
                    <a:pt x="37" y="703"/>
                    <a:pt x="703" y="1132"/>
                    <a:pt x="703" y="1132"/>
                  </a:cubicBezTo>
                  <a:cubicBezTo>
                    <a:pt x="703" y="1132"/>
                    <a:pt x="321" y="917"/>
                    <a:pt x="143" y="917"/>
                  </a:cubicBezTo>
                  <a:cubicBezTo>
                    <a:pt x="103" y="917"/>
                    <a:pt x="73" y="927"/>
                    <a:pt x="60" y="953"/>
                  </a:cubicBezTo>
                  <a:cubicBezTo>
                    <a:pt x="1" y="1084"/>
                    <a:pt x="787" y="1620"/>
                    <a:pt x="1168" y="1846"/>
                  </a:cubicBezTo>
                  <a:cubicBezTo>
                    <a:pt x="1168" y="1846"/>
                    <a:pt x="1465" y="2013"/>
                    <a:pt x="1930" y="2275"/>
                  </a:cubicBezTo>
                  <a:cubicBezTo>
                    <a:pt x="2215" y="1989"/>
                    <a:pt x="2489" y="1704"/>
                    <a:pt x="2727" y="1394"/>
                  </a:cubicBezTo>
                  <a:cubicBezTo>
                    <a:pt x="2251" y="1215"/>
                    <a:pt x="1930" y="1120"/>
                    <a:pt x="1930" y="1120"/>
                  </a:cubicBezTo>
                  <a:cubicBezTo>
                    <a:pt x="1930" y="1120"/>
                    <a:pt x="1704" y="358"/>
                    <a:pt x="1501" y="322"/>
                  </a:cubicBezTo>
                  <a:cubicBezTo>
                    <a:pt x="1490" y="320"/>
                    <a:pt x="1481" y="319"/>
                    <a:pt x="1472" y="319"/>
                  </a:cubicBezTo>
                  <a:cubicBezTo>
                    <a:pt x="1313" y="319"/>
                    <a:pt x="1442" y="703"/>
                    <a:pt x="1442" y="703"/>
                  </a:cubicBezTo>
                  <a:cubicBezTo>
                    <a:pt x="1442" y="703"/>
                    <a:pt x="925" y="1"/>
                    <a:pt x="748" y="1"/>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43"/>
            <p:cNvSpPr/>
            <p:nvPr/>
          </p:nvSpPr>
          <p:spPr>
            <a:xfrm>
              <a:off x="3937375" y="1714025"/>
              <a:ext cx="160175" cy="111775"/>
            </a:xfrm>
            <a:custGeom>
              <a:avLst/>
              <a:gdLst/>
              <a:ahLst/>
              <a:cxnLst/>
              <a:rect l="l" t="t" r="r" b="b"/>
              <a:pathLst>
                <a:path w="6407" h="4471" extrusionOk="0">
                  <a:moveTo>
                    <a:pt x="632" y="1"/>
                  </a:moveTo>
                  <a:cubicBezTo>
                    <a:pt x="346" y="513"/>
                    <a:pt x="191" y="1084"/>
                    <a:pt x="1" y="1656"/>
                  </a:cubicBezTo>
                  <a:cubicBezTo>
                    <a:pt x="334" y="1953"/>
                    <a:pt x="894" y="2382"/>
                    <a:pt x="1823" y="2942"/>
                  </a:cubicBezTo>
                  <a:cubicBezTo>
                    <a:pt x="2799" y="3529"/>
                    <a:pt x="4317" y="4471"/>
                    <a:pt x="5539" y="4471"/>
                  </a:cubicBezTo>
                  <a:cubicBezTo>
                    <a:pt x="5853" y="4471"/>
                    <a:pt x="6146" y="4409"/>
                    <a:pt x="6406" y="4263"/>
                  </a:cubicBezTo>
                  <a:lnTo>
                    <a:pt x="5168" y="1739"/>
                  </a:lnTo>
                  <a:cubicBezTo>
                    <a:pt x="5168" y="1739"/>
                    <a:pt x="1787" y="120"/>
                    <a:pt x="63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43"/>
            <p:cNvSpPr/>
            <p:nvPr/>
          </p:nvSpPr>
          <p:spPr>
            <a:xfrm>
              <a:off x="3926075" y="1713700"/>
              <a:ext cx="27100" cy="41725"/>
            </a:xfrm>
            <a:custGeom>
              <a:avLst/>
              <a:gdLst/>
              <a:ahLst/>
              <a:cxnLst/>
              <a:rect l="l" t="t" r="r" b="b"/>
              <a:pathLst>
                <a:path w="1084" h="1669" extrusionOk="0">
                  <a:moveTo>
                    <a:pt x="949" y="1"/>
                  </a:moveTo>
                  <a:cubicBezTo>
                    <a:pt x="877" y="1"/>
                    <a:pt x="809" y="11"/>
                    <a:pt x="751" y="26"/>
                  </a:cubicBezTo>
                  <a:cubicBezTo>
                    <a:pt x="405" y="97"/>
                    <a:pt x="12" y="895"/>
                    <a:pt x="0" y="1204"/>
                  </a:cubicBezTo>
                  <a:cubicBezTo>
                    <a:pt x="0" y="1204"/>
                    <a:pt x="84" y="1359"/>
                    <a:pt x="453" y="1669"/>
                  </a:cubicBezTo>
                  <a:cubicBezTo>
                    <a:pt x="643" y="1097"/>
                    <a:pt x="810" y="526"/>
                    <a:pt x="1084" y="14"/>
                  </a:cubicBezTo>
                  <a:cubicBezTo>
                    <a:pt x="1038" y="5"/>
                    <a:pt x="993" y="1"/>
                    <a:pt x="94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43"/>
            <p:cNvSpPr/>
            <p:nvPr/>
          </p:nvSpPr>
          <p:spPr>
            <a:xfrm>
              <a:off x="4174325" y="1806850"/>
              <a:ext cx="18775" cy="22100"/>
            </a:xfrm>
            <a:custGeom>
              <a:avLst/>
              <a:gdLst/>
              <a:ahLst/>
              <a:cxnLst/>
              <a:rect l="l" t="t" r="r" b="b"/>
              <a:pathLst>
                <a:path w="751" h="884" extrusionOk="0">
                  <a:moveTo>
                    <a:pt x="44" y="1"/>
                  </a:moveTo>
                  <a:cubicBezTo>
                    <a:pt x="36" y="1"/>
                    <a:pt x="29" y="4"/>
                    <a:pt x="24" y="14"/>
                  </a:cubicBezTo>
                  <a:cubicBezTo>
                    <a:pt x="0" y="26"/>
                    <a:pt x="0" y="50"/>
                    <a:pt x="12" y="62"/>
                  </a:cubicBezTo>
                  <a:lnTo>
                    <a:pt x="679" y="872"/>
                  </a:lnTo>
                  <a:cubicBezTo>
                    <a:pt x="691" y="884"/>
                    <a:pt x="703" y="884"/>
                    <a:pt x="715" y="884"/>
                  </a:cubicBezTo>
                  <a:cubicBezTo>
                    <a:pt x="715" y="884"/>
                    <a:pt x="727" y="884"/>
                    <a:pt x="727" y="872"/>
                  </a:cubicBezTo>
                  <a:cubicBezTo>
                    <a:pt x="750" y="860"/>
                    <a:pt x="750" y="836"/>
                    <a:pt x="738" y="824"/>
                  </a:cubicBezTo>
                  <a:lnTo>
                    <a:pt x="72" y="14"/>
                  </a:lnTo>
                  <a:cubicBezTo>
                    <a:pt x="65" y="8"/>
                    <a:pt x="54" y="1"/>
                    <a:pt x="4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43"/>
            <p:cNvSpPr/>
            <p:nvPr/>
          </p:nvSpPr>
          <p:spPr>
            <a:xfrm>
              <a:off x="4063900" y="1729200"/>
              <a:ext cx="84850" cy="39950"/>
            </a:xfrm>
            <a:custGeom>
              <a:avLst/>
              <a:gdLst/>
              <a:ahLst/>
              <a:cxnLst/>
              <a:rect l="l" t="t" r="r" b="b"/>
              <a:pathLst>
                <a:path w="3394" h="1598" extrusionOk="0">
                  <a:moveTo>
                    <a:pt x="2798" y="1"/>
                  </a:moveTo>
                  <a:cubicBezTo>
                    <a:pt x="2798" y="1"/>
                    <a:pt x="2929" y="346"/>
                    <a:pt x="2155" y="822"/>
                  </a:cubicBezTo>
                  <a:cubicBezTo>
                    <a:pt x="1772" y="1060"/>
                    <a:pt x="1478" y="1144"/>
                    <a:pt x="1253" y="1144"/>
                  </a:cubicBezTo>
                  <a:cubicBezTo>
                    <a:pt x="688" y="1144"/>
                    <a:pt x="560" y="608"/>
                    <a:pt x="560" y="608"/>
                  </a:cubicBezTo>
                  <a:cubicBezTo>
                    <a:pt x="310" y="703"/>
                    <a:pt x="60" y="942"/>
                    <a:pt x="0" y="1061"/>
                  </a:cubicBezTo>
                  <a:cubicBezTo>
                    <a:pt x="347" y="1441"/>
                    <a:pt x="780" y="1598"/>
                    <a:pt x="1224" y="1598"/>
                  </a:cubicBezTo>
                  <a:cubicBezTo>
                    <a:pt x="1878" y="1598"/>
                    <a:pt x="2556" y="1259"/>
                    <a:pt x="3024" y="799"/>
                  </a:cubicBezTo>
                  <a:cubicBezTo>
                    <a:pt x="3203" y="584"/>
                    <a:pt x="3310" y="358"/>
                    <a:pt x="3393" y="120"/>
                  </a:cubicBezTo>
                  <a:cubicBezTo>
                    <a:pt x="3072" y="25"/>
                    <a:pt x="2798" y="1"/>
                    <a:pt x="279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43"/>
            <p:cNvSpPr/>
            <p:nvPr/>
          </p:nvSpPr>
          <p:spPr>
            <a:xfrm>
              <a:off x="4082950" y="1729200"/>
              <a:ext cx="105725" cy="93175"/>
            </a:xfrm>
            <a:custGeom>
              <a:avLst/>
              <a:gdLst/>
              <a:ahLst/>
              <a:cxnLst/>
              <a:rect l="l" t="t" r="r" b="b"/>
              <a:pathLst>
                <a:path w="4229" h="3727" extrusionOk="0">
                  <a:moveTo>
                    <a:pt x="2036" y="1"/>
                  </a:moveTo>
                  <a:cubicBezTo>
                    <a:pt x="2036" y="1"/>
                    <a:pt x="1803" y="1009"/>
                    <a:pt x="543" y="1009"/>
                  </a:cubicBezTo>
                  <a:cubicBezTo>
                    <a:pt x="380" y="1009"/>
                    <a:pt x="200" y="992"/>
                    <a:pt x="0" y="953"/>
                  </a:cubicBezTo>
                  <a:lnTo>
                    <a:pt x="0" y="953"/>
                  </a:lnTo>
                  <a:cubicBezTo>
                    <a:pt x="0" y="954"/>
                    <a:pt x="405" y="3501"/>
                    <a:pt x="1965" y="3704"/>
                  </a:cubicBezTo>
                  <a:cubicBezTo>
                    <a:pt x="2083" y="3719"/>
                    <a:pt x="2197" y="3726"/>
                    <a:pt x="2306" y="3726"/>
                  </a:cubicBezTo>
                  <a:cubicBezTo>
                    <a:pt x="3639" y="3726"/>
                    <a:pt x="4228" y="2629"/>
                    <a:pt x="3810" y="1573"/>
                  </a:cubicBezTo>
                  <a:cubicBezTo>
                    <a:pt x="3370" y="441"/>
                    <a:pt x="2036" y="1"/>
                    <a:pt x="20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43"/>
            <p:cNvSpPr/>
            <p:nvPr/>
          </p:nvSpPr>
          <p:spPr>
            <a:xfrm>
              <a:off x="4088300" y="1734875"/>
              <a:ext cx="95750" cy="84275"/>
            </a:xfrm>
            <a:custGeom>
              <a:avLst/>
              <a:gdLst/>
              <a:ahLst/>
              <a:cxnLst/>
              <a:rect l="l" t="t" r="r" b="b"/>
              <a:pathLst>
                <a:path w="3830" h="3371" extrusionOk="0">
                  <a:moveTo>
                    <a:pt x="1882" y="0"/>
                  </a:moveTo>
                  <a:cubicBezTo>
                    <a:pt x="1882" y="0"/>
                    <a:pt x="1641" y="932"/>
                    <a:pt x="445" y="932"/>
                  </a:cubicBezTo>
                  <a:cubicBezTo>
                    <a:pt x="310" y="932"/>
                    <a:pt x="162" y="920"/>
                    <a:pt x="0" y="893"/>
                  </a:cubicBezTo>
                  <a:lnTo>
                    <a:pt x="0" y="893"/>
                  </a:lnTo>
                  <a:cubicBezTo>
                    <a:pt x="0" y="893"/>
                    <a:pt x="453" y="3024"/>
                    <a:pt x="1751" y="3322"/>
                  </a:cubicBezTo>
                  <a:cubicBezTo>
                    <a:pt x="1891" y="3355"/>
                    <a:pt x="2026" y="3370"/>
                    <a:pt x="2154" y="3370"/>
                  </a:cubicBezTo>
                  <a:cubicBezTo>
                    <a:pt x="3229" y="3370"/>
                    <a:pt x="3829" y="2286"/>
                    <a:pt x="3489" y="1381"/>
                  </a:cubicBezTo>
                  <a:cubicBezTo>
                    <a:pt x="3096" y="369"/>
                    <a:pt x="1882" y="0"/>
                    <a:pt x="188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43"/>
            <p:cNvSpPr/>
            <p:nvPr/>
          </p:nvSpPr>
          <p:spPr>
            <a:xfrm>
              <a:off x="4072300" y="1743400"/>
              <a:ext cx="13350" cy="18000"/>
            </a:xfrm>
            <a:custGeom>
              <a:avLst/>
              <a:gdLst/>
              <a:ahLst/>
              <a:cxnLst/>
              <a:rect l="l" t="t" r="r" b="b"/>
              <a:pathLst>
                <a:path w="534" h="720" extrusionOk="0">
                  <a:moveTo>
                    <a:pt x="176" y="0"/>
                  </a:moveTo>
                  <a:cubicBezTo>
                    <a:pt x="108" y="0"/>
                    <a:pt x="0" y="114"/>
                    <a:pt x="9" y="159"/>
                  </a:cubicBezTo>
                  <a:cubicBezTo>
                    <a:pt x="9" y="159"/>
                    <a:pt x="318" y="720"/>
                    <a:pt x="521" y="720"/>
                  </a:cubicBezTo>
                  <a:cubicBezTo>
                    <a:pt x="525" y="720"/>
                    <a:pt x="529" y="719"/>
                    <a:pt x="533" y="719"/>
                  </a:cubicBezTo>
                  <a:lnTo>
                    <a:pt x="509" y="445"/>
                  </a:lnTo>
                  <a:cubicBezTo>
                    <a:pt x="509" y="445"/>
                    <a:pt x="295" y="266"/>
                    <a:pt x="224" y="40"/>
                  </a:cubicBezTo>
                  <a:cubicBezTo>
                    <a:pt x="215" y="12"/>
                    <a:pt x="198" y="0"/>
                    <a:pt x="17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43"/>
            <p:cNvSpPr/>
            <p:nvPr/>
          </p:nvSpPr>
          <p:spPr>
            <a:xfrm>
              <a:off x="4046925" y="1742900"/>
              <a:ext cx="31875" cy="17600"/>
            </a:xfrm>
            <a:custGeom>
              <a:avLst/>
              <a:gdLst/>
              <a:ahLst/>
              <a:cxnLst/>
              <a:rect l="l" t="t" r="r" b="b"/>
              <a:pathLst>
                <a:path w="1275" h="704" extrusionOk="0">
                  <a:moveTo>
                    <a:pt x="1001" y="155"/>
                  </a:moveTo>
                  <a:lnTo>
                    <a:pt x="1001" y="155"/>
                  </a:lnTo>
                  <a:cubicBezTo>
                    <a:pt x="741" y="405"/>
                    <a:pt x="454" y="545"/>
                    <a:pt x="290" y="545"/>
                  </a:cubicBezTo>
                  <a:cubicBezTo>
                    <a:pt x="266" y="545"/>
                    <a:pt x="245" y="542"/>
                    <a:pt x="227" y="536"/>
                  </a:cubicBezTo>
                  <a:cubicBezTo>
                    <a:pt x="203" y="525"/>
                    <a:pt x="167" y="501"/>
                    <a:pt x="155" y="429"/>
                  </a:cubicBezTo>
                  <a:cubicBezTo>
                    <a:pt x="155" y="394"/>
                    <a:pt x="167" y="370"/>
                    <a:pt x="191" y="346"/>
                  </a:cubicBezTo>
                  <a:cubicBezTo>
                    <a:pt x="322" y="215"/>
                    <a:pt x="727" y="167"/>
                    <a:pt x="1001" y="155"/>
                  </a:cubicBezTo>
                  <a:close/>
                  <a:moveTo>
                    <a:pt x="1154" y="1"/>
                  </a:moveTo>
                  <a:cubicBezTo>
                    <a:pt x="975" y="1"/>
                    <a:pt x="301" y="10"/>
                    <a:pt x="84" y="239"/>
                  </a:cubicBezTo>
                  <a:cubicBezTo>
                    <a:pt x="24" y="298"/>
                    <a:pt x="0" y="370"/>
                    <a:pt x="0" y="441"/>
                  </a:cubicBezTo>
                  <a:cubicBezTo>
                    <a:pt x="12" y="560"/>
                    <a:pt x="72" y="644"/>
                    <a:pt x="179" y="679"/>
                  </a:cubicBezTo>
                  <a:cubicBezTo>
                    <a:pt x="215" y="691"/>
                    <a:pt x="250" y="703"/>
                    <a:pt x="286" y="703"/>
                  </a:cubicBezTo>
                  <a:cubicBezTo>
                    <a:pt x="548" y="703"/>
                    <a:pt x="941" y="465"/>
                    <a:pt x="1251" y="132"/>
                  </a:cubicBezTo>
                  <a:cubicBezTo>
                    <a:pt x="1262" y="108"/>
                    <a:pt x="1274" y="72"/>
                    <a:pt x="1262" y="48"/>
                  </a:cubicBezTo>
                  <a:cubicBezTo>
                    <a:pt x="1251" y="13"/>
                    <a:pt x="1215" y="1"/>
                    <a:pt x="1191" y="1"/>
                  </a:cubicBezTo>
                  <a:cubicBezTo>
                    <a:pt x="1184" y="1"/>
                    <a:pt x="1171" y="1"/>
                    <a:pt x="115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43"/>
            <p:cNvSpPr/>
            <p:nvPr/>
          </p:nvSpPr>
          <p:spPr>
            <a:xfrm>
              <a:off x="4050200" y="1742750"/>
              <a:ext cx="26800" cy="33225"/>
            </a:xfrm>
            <a:custGeom>
              <a:avLst/>
              <a:gdLst/>
              <a:ahLst/>
              <a:cxnLst/>
              <a:rect l="l" t="t" r="r" b="b"/>
              <a:pathLst>
                <a:path w="1072" h="1329" extrusionOk="0">
                  <a:moveTo>
                    <a:pt x="858" y="269"/>
                  </a:moveTo>
                  <a:cubicBezTo>
                    <a:pt x="715" y="769"/>
                    <a:pt x="536" y="1173"/>
                    <a:pt x="441" y="1173"/>
                  </a:cubicBezTo>
                  <a:cubicBezTo>
                    <a:pt x="441" y="1173"/>
                    <a:pt x="429" y="1173"/>
                    <a:pt x="405" y="1126"/>
                  </a:cubicBezTo>
                  <a:cubicBezTo>
                    <a:pt x="262" y="816"/>
                    <a:pt x="631" y="459"/>
                    <a:pt x="858" y="269"/>
                  </a:cubicBezTo>
                  <a:close/>
                  <a:moveTo>
                    <a:pt x="995" y="1"/>
                  </a:moveTo>
                  <a:cubicBezTo>
                    <a:pt x="980" y="1"/>
                    <a:pt x="965" y="7"/>
                    <a:pt x="953" y="19"/>
                  </a:cubicBezTo>
                  <a:cubicBezTo>
                    <a:pt x="917" y="42"/>
                    <a:pt x="0" y="626"/>
                    <a:pt x="262" y="1185"/>
                  </a:cubicBezTo>
                  <a:cubicBezTo>
                    <a:pt x="322" y="1304"/>
                    <a:pt x="393" y="1328"/>
                    <a:pt x="441" y="1328"/>
                  </a:cubicBezTo>
                  <a:lnTo>
                    <a:pt x="453" y="1328"/>
                  </a:lnTo>
                  <a:cubicBezTo>
                    <a:pt x="727" y="1304"/>
                    <a:pt x="977" y="459"/>
                    <a:pt x="1072" y="102"/>
                  </a:cubicBezTo>
                  <a:cubicBezTo>
                    <a:pt x="1072" y="66"/>
                    <a:pt x="1060" y="42"/>
                    <a:pt x="1036" y="19"/>
                  </a:cubicBezTo>
                  <a:cubicBezTo>
                    <a:pt x="1024" y="7"/>
                    <a:pt x="1009" y="1"/>
                    <a:pt x="99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43"/>
            <p:cNvSpPr/>
            <p:nvPr/>
          </p:nvSpPr>
          <p:spPr>
            <a:xfrm>
              <a:off x="4075800" y="1681475"/>
              <a:ext cx="25925" cy="6675"/>
            </a:xfrm>
            <a:custGeom>
              <a:avLst/>
              <a:gdLst/>
              <a:ahLst/>
              <a:cxnLst/>
              <a:rect l="l" t="t" r="r" b="b"/>
              <a:pathLst>
                <a:path w="1037" h="267" extrusionOk="0">
                  <a:moveTo>
                    <a:pt x="439" y="0"/>
                  </a:moveTo>
                  <a:cubicBezTo>
                    <a:pt x="187" y="0"/>
                    <a:pt x="0" y="29"/>
                    <a:pt x="0" y="29"/>
                  </a:cubicBezTo>
                  <a:cubicBezTo>
                    <a:pt x="0" y="29"/>
                    <a:pt x="0" y="124"/>
                    <a:pt x="48" y="255"/>
                  </a:cubicBezTo>
                  <a:cubicBezTo>
                    <a:pt x="165" y="235"/>
                    <a:pt x="326" y="216"/>
                    <a:pt x="509" y="216"/>
                  </a:cubicBezTo>
                  <a:cubicBezTo>
                    <a:pt x="661" y="216"/>
                    <a:pt x="828" y="229"/>
                    <a:pt x="1000" y="267"/>
                  </a:cubicBezTo>
                  <a:cubicBezTo>
                    <a:pt x="1036" y="160"/>
                    <a:pt x="1036" y="64"/>
                    <a:pt x="1036" y="64"/>
                  </a:cubicBezTo>
                  <a:cubicBezTo>
                    <a:pt x="833" y="15"/>
                    <a:pt x="619" y="0"/>
                    <a:pt x="4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43"/>
            <p:cNvSpPr/>
            <p:nvPr/>
          </p:nvSpPr>
          <p:spPr>
            <a:xfrm>
              <a:off x="4076975" y="1686850"/>
              <a:ext cx="23850" cy="9950"/>
            </a:xfrm>
            <a:custGeom>
              <a:avLst/>
              <a:gdLst/>
              <a:ahLst/>
              <a:cxnLst/>
              <a:rect l="l" t="t" r="r" b="b"/>
              <a:pathLst>
                <a:path w="954" h="398" extrusionOk="0">
                  <a:moveTo>
                    <a:pt x="462" y="1"/>
                  </a:moveTo>
                  <a:cubicBezTo>
                    <a:pt x="279" y="1"/>
                    <a:pt x="118" y="20"/>
                    <a:pt x="1" y="40"/>
                  </a:cubicBezTo>
                  <a:cubicBezTo>
                    <a:pt x="49" y="207"/>
                    <a:pt x="180" y="397"/>
                    <a:pt x="453" y="397"/>
                  </a:cubicBezTo>
                  <a:cubicBezTo>
                    <a:pt x="787" y="397"/>
                    <a:pt x="906" y="207"/>
                    <a:pt x="953" y="52"/>
                  </a:cubicBezTo>
                  <a:cubicBezTo>
                    <a:pt x="781" y="14"/>
                    <a:pt x="614" y="1"/>
                    <a:pt x="46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43"/>
            <p:cNvSpPr/>
            <p:nvPr/>
          </p:nvSpPr>
          <p:spPr>
            <a:xfrm>
              <a:off x="4039175" y="1664500"/>
              <a:ext cx="28000" cy="19500"/>
            </a:xfrm>
            <a:custGeom>
              <a:avLst/>
              <a:gdLst/>
              <a:ahLst/>
              <a:cxnLst/>
              <a:rect l="l" t="t" r="r" b="b"/>
              <a:pathLst>
                <a:path w="1120" h="780" extrusionOk="0">
                  <a:moveTo>
                    <a:pt x="604" y="1"/>
                  </a:moveTo>
                  <a:cubicBezTo>
                    <a:pt x="546" y="1"/>
                    <a:pt x="483" y="13"/>
                    <a:pt x="418" y="41"/>
                  </a:cubicBezTo>
                  <a:cubicBezTo>
                    <a:pt x="1" y="220"/>
                    <a:pt x="144" y="755"/>
                    <a:pt x="144" y="755"/>
                  </a:cubicBezTo>
                  <a:cubicBezTo>
                    <a:pt x="144" y="767"/>
                    <a:pt x="156" y="779"/>
                    <a:pt x="168" y="779"/>
                  </a:cubicBezTo>
                  <a:lnTo>
                    <a:pt x="179" y="779"/>
                  </a:lnTo>
                  <a:cubicBezTo>
                    <a:pt x="191" y="779"/>
                    <a:pt x="203" y="755"/>
                    <a:pt x="203" y="743"/>
                  </a:cubicBezTo>
                  <a:cubicBezTo>
                    <a:pt x="191" y="720"/>
                    <a:pt x="72" y="243"/>
                    <a:pt x="441" y="89"/>
                  </a:cubicBezTo>
                  <a:cubicBezTo>
                    <a:pt x="499" y="65"/>
                    <a:pt x="553" y="54"/>
                    <a:pt x="604" y="54"/>
                  </a:cubicBezTo>
                  <a:cubicBezTo>
                    <a:pt x="879" y="54"/>
                    <a:pt x="1050" y="354"/>
                    <a:pt x="1060" y="374"/>
                  </a:cubicBezTo>
                  <a:cubicBezTo>
                    <a:pt x="1072" y="386"/>
                    <a:pt x="1084" y="386"/>
                    <a:pt x="1096" y="386"/>
                  </a:cubicBezTo>
                  <a:cubicBezTo>
                    <a:pt x="1108" y="374"/>
                    <a:pt x="1120" y="362"/>
                    <a:pt x="1108" y="339"/>
                  </a:cubicBezTo>
                  <a:cubicBezTo>
                    <a:pt x="1108" y="339"/>
                    <a:pt x="914" y="1"/>
                    <a:pt x="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43"/>
            <p:cNvSpPr/>
            <p:nvPr/>
          </p:nvSpPr>
          <p:spPr>
            <a:xfrm>
              <a:off x="4035025" y="1680400"/>
              <a:ext cx="8950" cy="1800"/>
            </a:xfrm>
            <a:custGeom>
              <a:avLst/>
              <a:gdLst/>
              <a:ahLst/>
              <a:cxnLst/>
              <a:rect l="l" t="t" r="r" b="b"/>
              <a:pathLst>
                <a:path w="358" h="72" extrusionOk="0">
                  <a:moveTo>
                    <a:pt x="24" y="0"/>
                  </a:moveTo>
                  <a:cubicBezTo>
                    <a:pt x="12" y="0"/>
                    <a:pt x="0" y="12"/>
                    <a:pt x="0" y="36"/>
                  </a:cubicBezTo>
                  <a:cubicBezTo>
                    <a:pt x="0" y="48"/>
                    <a:pt x="12" y="60"/>
                    <a:pt x="24" y="60"/>
                  </a:cubicBezTo>
                  <a:lnTo>
                    <a:pt x="322" y="72"/>
                  </a:lnTo>
                  <a:cubicBezTo>
                    <a:pt x="334" y="72"/>
                    <a:pt x="345" y="60"/>
                    <a:pt x="345" y="48"/>
                  </a:cubicBezTo>
                  <a:cubicBezTo>
                    <a:pt x="357" y="36"/>
                    <a:pt x="345" y="24"/>
                    <a:pt x="322" y="24"/>
                  </a:cubicBezTo>
                  <a:lnTo>
                    <a:pt x="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43"/>
            <p:cNvSpPr/>
            <p:nvPr/>
          </p:nvSpPr>
          <p:spPr>
            <a:xfrm>
              <a:off x="4035900" y="1677125"/>
              <a:ext cx="7175" cy="2100"/>
            </a:xfrm>
            <a:custGeom>
              <a:avLst/>
              <a:gdLst/>
              <a:ahLst/>
              <a:cxnLst/>
              <a:rect l="l" t="t" r="r" b="b"/>
              <a:pathLst>
                <a:path w="287" h="84" extrusionOk="0">
                  <a:moveTo>
                    <a:pt x="48" y="0"/>
                  </a:moveTo>
                  <a:cubicBezTo>
                    <a:pt x="25" y="0"/>
                    <a:pt x="13" y="12"/>
                    <a:pt x="13" y="24"/>
                  </a:cubicBezTo>
                  <a:cubicBezTo>
                    <a:pt x="1" y="48"/>
                    <a:pt x="25" y="60"/>
                    <a:pt x="37" y="60"/>
                  </a:cubicBezTo>
                  <a:lnTo>
                    <a:pt x="239" y="84"/>
                  </a:lnTo>
                  <a:lnTo>
                    <a:pt x="251" y="84"/>
                  </a:lnTo>
                  <a:cubicBezTo>
                    <a:pt x="263" y="84"/>
                    <a:pt x="275" y="72"/>
                    <a:pt x="275" y="60"/>
                  </a:cubicBezTo>
                  <a:cubicBezTo>
                    <a:pt x="287" y="36"/>
                    <a:pt x="275" y="24"/>
                    <a:pt x="251" y="24"/>
                  </a:cubicBezTo>
                  <a:lnTo>
                    <a:pt x="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43"/>
            <p:cNvSpPr/>
            <p:nvPr/>
          </p:nvSpPr>
          <p:spPr>
            <a:xfrm>
              <a:off x="4098725" y="1641300"/>
              <a:ext cx="28600" cy="19475"/>
            </a:xfrm>
            <a:custGeom>
              <a:avLst/>
              <a:gdLst/>
              <a:ahLst/>
              <a:cxnLst/>
              <a:rect l="l" t="t" r="r" b="b"/>
              <a:pathLst>
                <a:path w="1144" h="779" extrusionOk="0">
                  <a:moveTo>
                    <a:pt x="609" y="0"/>
                  </a:moveTo>
                  <a:cubicBezTo>
                    <a:pt x="549" y="0"/>
                    <a:pt x="484" y="12"/>
                    <a:pt x="417" y="40"/>
                  </a:cubicBezTo>
                  <a:cubicBezTo>
                    <a:pt x="0" y="219"/>
                    <a:pt x="167" y="755"/>
                    <a:pt x="167" y="755"/>
                  </a:cubicBezTo>
                  <a:cubicBezTo>
                    <a:pt x="167" y="767"/>
                    <a:pt x="179" y="779"/>
                    <a:pt x="191" y="779"/>
                  </a:cubicBezTo>
                  <a:lnTo>
                    <a:pt x="202" y="779"/>
                  </a:lnTo>
                  <a:cubicBezTo>
                    <a:pt x="214" y="779"/>
                    <a:pt x="226" y="755"/>
                    <a:pt x="226" y="743"/>
                  </a:cubicBezTo>
                  <a:cubicBezTo>
                    <a:pt x="214" y="719"/>
                    <a:pt x="72" y="255"/>
                    <a:pt x="441" y="100"/>
                  </a:cubicBezTo>
                  <a:cubicBezTo>
                    <a:pt x="504" y="72"/>
                    <a:pt x="563" y="61"/>
                    <a:pt x="619" y="61"/>
                  </a:cubicBezTo>
                  <a:cubicBezTo>
                    <a:pt x="898" y="61"/>
                    <a:pt x="1074" y="354"/>
                    <a:pt x="1084" y="374"/>
                  </a:cubicBezTo>
                  <a:cubicBezTo>
                    <a:pt x="1095" y="386"/>
                    <a:pt x="1107" y="386"/>
                    <a:pt x="1119" y="386"/>
                  </a:cubicBezTo>
                  <a:cubicBezTo>
                    <a:pt x="1143" y="374"/>
                    <a:pt x="1143" y="362"/>
                    <a:pt x="1131" y="338"/>
                  </a:cubicBezTo>
                  <a:cubicBezTo>
                    <a:pt x="1131" y="338"/>
                    <a:pt x="929" y="0"/>
                    <a:pt x="6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43"/>
            <p:cNvSpPr/>
            <p:nvPr/>
          </p:nvSpPr>
          <p:spPr>
            <a:xfrm>
              <a:off x="4124600" y="1642375"/>
              <a:ext cx="6575" cy="7100"/>
            </a:xfrm>
            <a:custGeom>
              <a:avLst/>
              <a:gdLst/>
              <a:ahLst/>
              <a:cxnLst/>
              <a:rect l="l" t="t" r="r" b="b"/>
              <a:pathLst>
                <a:path w="263" h="284" extrusionOk="0">
                  <a:moveTo>
                    <a:pt x="227" y="0"/>
                  </a:moveTo>
                  <a:cubicBezTo>
                    <a:pt x="218" y="0"/>
                    <a:pt x="209" y="3"/>
                    <a:pt x="203" y="9"/>
                  </a:cubicBezTo>
                  <a:lnTo>
                    <a:pt x="13" y="235"/>
                  </a:lnTo>
                  <a:cubicBezTo>
                    <a:pt x="1" y="247"/>
                    <a:pt x="1" y="271"/>
                    <a:pt x="13" y="283"/>
                  </a:cubicBezTo>
                  <a:lnTo>
                    <a:pt x="37" y="283"/>
                  </a:lnTo>
                  <a:cubicBezTo>
                    <a:pt x="37" y="283"/>
                    <a:pt x="49" y="283"/>
                    <a:pt x="60" y="271"/>
                  </a:cubicBezTo>
                  <a:lnTo>
                    <a:pt x="251" y="45"/>
                  </a:lnTo>
                  <a:cubicBezTo>
                    <a:pt x="263" y="33"/>
                    <a:pt x="263" y="21"/>
                    <a:pt x="251" y="9"/>
                  </a:cubicBezTo>
                  <a:cubicBezTo>
                    <a:pt x="245" y="3"/>
                    <a:pt x="236" y="0"/>
                    <a:pt x="2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43"/>
            <p:cNvSpPr/>
            <p:nvPr/>
          </p:nvSpPr>
          <p:spPr>
            <a:xfrm>
              <a:off x="4122825" y="1640900"/>
              <a:ext cx="5075" cy="5875"/>
            </a:xfrm>
            <a:custGeom>
              <a:avLst/>
              <a:gdLst/>
              <a:ahLst/>
              <a:cxnLst/>
              <a:rect l="l" t="t" r="r" b="b"/>
              <a:pathLst>
                <a:path w="203" h="235" extrusionOk="0">
                  <a:moveTo>
                    <a:pt x="160" y="1"/>
                  </a:moveTo>
                  <a:cubicBezTo>
                    <a:pt x="149" y="1"/>
                    <a:pt x="138" y="7"/>
                    <a:pt x="131" y="21"/>
                  </a:cubicBezTo>
                  <a:lnTo>
                    <a:pt x="12" y="175"/>
                  </a:lnTo>
                  <a:cubicBezTo>
                    <a:pt x="0" y="199"/>
                    <a:pt x="0" y="211"/>
                    <a:pt x="12" y="223"/>
                  </a:cubicBezTo>
                  <a:cubicBezTo>
                    <a:pt x="24" y="235"/>
                    <a:pt x="36" y="235"/>
                    <a:pt x="36" y="235"/>
                  </a:cubicBezTo>
                  <a:cubicBezTo>
                    <a:pt x="48" y="235"/>
                    <a:pt x="60" y="235"/>
                    <a:pt x="60" y="223"/>
                  </a:cubicBezTo>
                  <a:lnTo>
                    <a:pt x="191" y="56"/>
                  </a:lnTo>
                  <a:cubicBezTo>
                    <a:pt x="203" y="44"/>
                    <a:pt x="203" y="21"/>
                    <a:pt x="179" y="9"/>
                  </a:cubicBezTo>
                  <a:cubicBezTo>
                    <a:pt x="174" y="4"/>
                    <a:pt x="167" y="1"/>
                    <a:pt x="1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43"/>
            <p:cNvSpPr/>
            <p:nvPr/>
          </p:nvSpPr>
          <p:spPr>
            <a:xfrm>
              <a:off x="4030550" y="1868925"/>
              <a:ext cx="248575" cy="248575"/>
            </a:xfrm>
            <a:custGeom>
              <a:avLst/>
              <a:gdLst/>
              <a:ahLst/>
              <a:cxnLst/>
              <a:rect l="l" t="t" r="r" b="b"/>
              <a:pathLst>
                <a:path w="9943" h="9943" extrusionOk="0">
                  <a:moveTo>
                    <a:pt x="1266" y="0"/>
                  </a:moveTo>
                  <a:cubicBezTo>
                    <a:pt x="1138" y="0"/>
                    <a:pt x="1029" y="24"/>
                    <a:pt x="953" y="79"/>
                  </a:cubicBezTo>
                  <a:cubicBezTo>
                    <a:pt x="608" y="341"/>
                    <a:pt x="1132" y="520"/>
                    <a:pt x="1132" y="520"/>
                  </a:cubicBezTo>
                  <a:cubicBezTo>
                    <a:pt x="1132" y="520"/>
                    <a:pt x="1004" y="501"/>
                    <a:pt x="852" y="501"/>
                  </a:cubicBezTo>
                  <a:cubicBezTo>
                    <a:pt x="625" y="501"/>
                    <a:pt x="343" y="544"/>
                    <a:pt x="358" y="758"/>
                  </a:cubicBezTo>
                  <a:cubicBezTo>
                    <a:pt x="382" y="1115"/>
                    <a:pt x="655" y="1234"/>
                    <a:pt x="655" y="1234"/>
                  </a:cubicBezTo>
                  <a:cubicBezTo>
                    <a:pt x="655" y="1234"/>
                    <a:pt x="1" y="1329"/>
                    <a:pt x="167" y="1794"/>
                  </a:cubicBezTo>
                  <a:cubicBezTo>
                    <a:pt x="247" y="1997"/>
                    <a:pt x="477" y="2023"/>
                    <a:pt x="591" y="2023"/>
                  </a:cubicBezTo>
                  <a:cubicBezTo>
                    <a:pt x="630" y="2023"/>
                    <a:pt x="655" y="2020"/>
                    <a:pt x="655" y="2020"/>
                  </a:cubicBezTo>
                  <a:lnTo>
                    <a:pt x="655" y="2020"/>
                  </a:lnTo>
                  <a:cubicBezTo>
                    <a:pt x="655" y="2020"/>
                    <a:pt x="286" y="2187"/>
                    <a:pt x="393" y="2472"/>
                  </a:cubicBezTo>
                  <a:cubicBezTo>
                    <a:pt x="444" y="2631"/>
                    <a:pt x="613" y="2668"/>
                    <a:pt x="759" y="2668"/>
                  </a:cubicBezTo>
                  <a:cubicBezTo>
                    <a:pt x="888" y="2668"/>
                    <a:pt x="1001" y="2639"/>
                    <a:pt x="1001" y="2639"/>
                  </a:cubicBezTo>
                  <a:lnTo>
                    <a:pt x="1001" y="2639"/>
                  </a:lnTo>
                  <a:cubicBezTo>
                    <a:pt x="1001" y="2639"/>
                    <a:pt x="798" y="2794"/>
                    <a:pt x="929" y="3092"/>
                  </a:cubicBezTo>
                  <a:cubicBezTo>
                    <a:pt x="1005" y="3278"/>
                    <a:pt x="1425" y="3416"/>
                    <a:pt x="1892" y="3416"/>
                  </a:cubicBezTo>
                  <a:cubicBezTo>
                    <a:pt x="2082" y="3416"/>
                    <a:pt x="2279" y="3393"/>
                    <a:pt x="2465" y="3342"/>
                  </a:cubicBezTo>
                  <a:cubicBezTo>
                    <a:pt x="2703" y="4032"/>
                    <a:pt x="3406" y="5985"/>
                    <a:pt x="4739" y="8068"/>
                  </a:cubicBezTo>
                  <a:cubicBezTo>
                    <a:pt x="4751" y="8092"/>
                    <a:pt x="4763" y="8128"/>
                    <a:pt x="4787" y="8152"/>
                  </a:cubicBezTo>
                  <a:cubicBezTo>
                    <a:pt x="5645" y="9590"/>
                    <a:pt x="6044" y="9942"/>
                    <a:pt x="6678" y="9942"/>
                  </a:cubicBezTo>
                  <a:cubicBezTo>
                    <a:pt x="6721" y="9942"/>
                    <a:pt x="6765" y="9941"/>
                    <a:pt x="6811" y="9938"/>
                  </a:cubicBezTo>
                  <a:cubicBezTo>
                    <a:pt x="6870" y="9926"/>
                    <a:pt x="7728" y="9616"/>
                    <a:pt x="7787" y="9592"/>
                  </a:cubicBezTo>
                  <a:cubicBezTo>
                    <a:pt x="8537" y="9235"/>
                    <a:pt x="9264" y="8830"/>
                    <a:pt x="9942" y="8354"/>
                  </a:cubicBezTo>
                  <a:cubicBezTo>
                    <a:pt x="8871" y="7580"/>
                    <a:pt x="7966" y="6556"/>
                    <a:pt x="7359" y="5378"/>
                  </a:cubicBezTo>
                  <a:cubicBezTo>
                    <a:pt x="7323" y="5413"/>
                    <a:pt x="7287" y="5437"/>
                    <a:pt x="7251" y="5473"/>
                  </a:cubicBezTo>
                  <a:cubicBezTo>
                    <a:pt x="6168" y="4211"/>
                    <a:pt x="4989" y="3008"/>
                    <a:pt x="4608" y="2520"/>
                  </a:cubicBezTo>
                  <a:cubicBezTo>
                    <a:pt x="4608" y="2520"/>
                    <a:pt x="4596" y="2508"/>
                    <a:pt x="4596" y="2508"/>
                  </a:cubicBezTo>
                  <a:cubicBezTo>
                    <a:pt x="4561" y="2461"/>
                    <a:pt x="4525" y="2425"/>
                    <a:pt x="4513" y="2389"/>
                  </a:cubicBezTo>
                  <a:lnTo>
                    <a:pt x="4501" y="2389"/>
                  </a:lnTo>
                  <a:cubicBezTo>
                    <a:pt x="4239" y="2032"/>
                    <a:pt x="3525" y="960"/>
                    <a:pt x="2799" y="508"/>
                  </a:cubicBezTo>
                  <a:cubicBezTo>
                    <a:pt x="2480" y="320"/>
                    <a:pt x="1741" y="0"/>
                    <a:pt x="1266" y="0"/>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43"/>
            <p:cNvSpPr/>
            <p:nvPr/>
          </p:nvSpPr>
          <p:spPr>
            <a:xfrm>
              <a:off x="4214500" y="1893800"/>
              <a:ext cx="181850" cy="184000"/>
            </a:xfrm>
            <a:custGeom>
              <a:avLst/>
              <a:gdLst/>
              <a:ahLst/>
              <a:cxnLst/>
              <a:rect l="l" t="t" r="r" b="b"/>
              <a:pathLst>
                <a:path w="7274" h="7360" extrusionOk="0">
                  <a:moveTo>
                    <a:pt x="6675" y="1"/>
                  </a:moveTo>
                  <a:cubicBezTo>
                    <a:pt x="6669" y="1"/>
                    <a:pt x="6663" y="1"/>
                    <a:pt x="6656" y="1"/>
                  </a:cubicBezTo>
                  <a:cubicBezTo>
                    <a:pt x="5442" y="61"/>
                    <a:pt x="4465" y="180"/>
                    <a:pt x="3203" y="215"/>
                  </a:cubicBezTo>
                  <a:cubicBezTo>
                    <a:pt x="2977" y="227"/>
                    <a:pt x="2775" y="370"/>
                    <a:pt x="2715" y="585"/>
                  </a:cubicBezTo>
                  <a:cubicBezTo>
                    <a:pt x="2346" y="1870"/>
                    <a:pt x="1560" y="2966"/>
                    <a:pt x="1" y="4383"/>
                  </a:cubicBezTo>
                  <a:cubicBezTo>
                    <a:pt x="608" y="5561"/>
                    <a:pt x="1513" y="6585"/>
                    <a:pt x="2584" y="7359"/>
                  </a:cubicBezTo>
                  <a:cubicBezTo>
                    <a:pt x="4656" y="5942"/>
                    <a:pt x="6359" y="3883"/>
                    <a:pt x="7192" y="656"/>
                  </a:cubicBezTo>
                  <a:cubicBezTo>
                    <a:pt x="7274" y="317"/>
                    <a:pt x="7023" y="1"/>
                    <a:pt x="6675" y="1"/>
                  </a:cubicBezTo>
                  <a:close/>
                </a:path>
              </a:pathLst>
            </a:custGeom>
            <a:solidFill>
              <a:srgbClr val="ECA3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43"/>
            <p:cNvSpPr/>
            <p:nvPr/>
          </p:nvSpPr>
          <p:spPr>
            <a:xfrm>
              <a:off x="4332075" y="1841125"/>
              <a:ext cx="93200" cy="39175"/>
            </a:xfrm>
            <a:custGeom>
              <a:avLst/>
              <a:gdLst/>
              <a:ahLst/>
              <a:cxnLst/>
              <a:rect l="l" t="t" r="r" b="b"/>
              <a:pathLst>
                <a:path w="3728" h="1567" extrusionOk="0">
                  <a:moveTo>
                    <a:pt x="3549" y="1"/>
                  </a:moveTo>
                  <a:cubicBezTo>
                    <a:pt x="2441" y="489"/>
                    <a:pt x="1227" y="739"/>
                    <a:pt x="1" y="763"/>
                  </a:cubicBezTo>
                  <a:lnTo>
                    <a:pt x="179" y="1310"/>
                  </a:lnTo>
                  <a:cubicBezTo>
                    <a:pt x="551" y="1493"/>
                    <a:pt x="967" y="1566"/>
                    <a:pt x="1381" y="1566"/>
                  </a:cubicBezTo>
                  <a:cubicBezTo>
                    <a:pt x="2451" y="1566"/>
                    <a:pt x="3504" y="1076"/>
                    <a:pt x="3727" y="715"/>
                  </a:cubicBezTo>
                  <a:lnTo>
                    <a:pt x="3549" y="1"/>
                  </a:ln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43"/>
            <p:cNvSpPr/>
            <p:nvPr/>
          </p:nvSpPr>
          <p:spPr>
            <a:xfrm>
              <a:off x="4316900" y="1789925"/>
              <a:ext cx="104200" cy="70275"/>
            </a:xfrm>
            <a:custGeom>
              <a:avLst/>
              <a:gdLst/>
              <a:ahLst/>
              <a:cxnLst/>
              <a:rect l="l" t="t" r="r" b="b"/>
              <a:pathLst>
                <a:path w="4168" h="2811" extrusionOk="0">
                  <a:moveTo>
                    <a:pt x="3667" y="1"/>
                  </a:moveTo>
                  <a:lnTo>
                    <a:pt x="0" y="989"/>
                  </a:lnTo>
                  <a:lnTo>
                    <a:pt x="417" y="2239"/>
                  </a:lnTo>
                  <a:lnTo>
                    <a:pt x="608" y="2811"/>
                  </a:lnTo>
                  <a:cubicBezTo>
                    <a:pt x="1834" y="2787"/>
                    <a:pt x="3060" y="2537"/>
                    <a:pt x="4168" y="2049"/>
                  </a:cubicBezTo>
                  <a:lnTo>
                    <a:pt x="3929" y="1084"/>
                  </a:lnTo>
                  <a:lnTo>
                    <a:pt x="3667" y="1"/>
                  </a:lnTo>
                  <a:close/>
                </a:path>
              </a:pathLst>
            </a:custGeom>
            <a:solidFill>
              <a:srgbClr val="ECA3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43"/>
            <p:cNvSpPr/>
            <p:nvPr/>
          </p:nvSpPr>
          <p:spPr>
            <a:xfrm>
              <a:off x="4226100" y="1513275"/>
              <a:ext cx="325975" cy="318875"/>
            </a:xfrm>
            <a:custGeom>
              <a:avLst/>
              <a:gdLst/>
              <a:ahLst/>
              <a:cxnLst/>
              <a:rect l="l" t="t" r="r" b="b"/>
              <a:pathLst>
                <a:path w="13039" h="12755" extrusionOk="0">
                  <a:moveTo>
                    <a:pt x="6334" y="0"/>
                  </a:moveTo>
                  <a:cubicBezTo>
                    <a:pt x="5123" y="0"/>
                    <a:pt x="4048" y="615"/>
                    <a:pt x="3168" y="2042"/>
                  </a:cubicBezTo>
                  <a:cubicBezTo>
                    <a:pt x="3168" y="2042"/>
                    <a:pt x="2668" y="2411"/>
                    <a:pt x="2537" y="3125"/>
                  </a:cubicBezTo>
                  <a:cubicBezTo>
                    <a:pt x="2094" y="5625"/>
                    <a:pt x="1835" y="6149"/>
                    <a:pt x="1547" y="6149"/>
                  </a:cubicBezTo>
                  <a:cubicBezTo>
                    <a:pt x="1401" y="6149"/>
                    <a:pt x="1248" y="6015"/>
                    <a:pt x="1061" y="5935"/>
                  </a:cubicBezTo>
                  <a:cubicBezTo>
                    <a:pt x="1040" y="5926"/>
                    <a:pt x="1021" y="5922"/>
                    <a:pt x="1004" y="5922"/>
                  </a:cubicBezTo>
                  <a:cubicBezTo>
                    <a:pt x="816" y="5922"/>
                    <a:pt x="841" y="6426"/>
                    <a:pt x="787" y="6590"/>
                  </a:cubicBezTo>
                  <a:cubicBezTo>
                    <a:pt x="1" y="8864"/>
                    <a:pt x="382" y="11376"/>
                    <a:pt x="3085" y="12507"/>
                  </a:cubicBezTo>
                  <a:cubicBezTo>
                    <a:pt x="3488" y="12677"/>
                    <a:pt x="3901" y="12754"/>
                    <a:pt x="4320" y="12754"/>
                  </a:cubicBezTo>
                  <a:cubicBezTo>
                    <a:pt x="6144" y="12754"/>
                    <a:pt x="8105" y="11298"/>
                    <a:pt x="10050" y="9614"/>
                  </a:cubicBezTo>
                  <a:cubicBezTo>
                    <a:pt x="13038" y="7019"/>
                    <a:pt x="12288" y="2899"/>
                    <a:pt x="9693" y="1220"/>
                  </a:cubicBezTo>
                  <a:cubicBezTo>
                    <a:pt x="8498" y="448"/>
                    <a:pt x="7366" y="0"/>
                    <a:pt x="6334" y="0"/>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43"/>
            <p:cNvSpPr/>
            <p:nvPr/>
          </p:nvSpPr>
          <p:spPr>
            <a:xfrm>
              <a:off x="4223125" y="1698250"/>
              <a:ext cx="201475" cy="153750"/>
            </a:xfrm>
            <a:custGeom>
              <a:avLst/>
              <a:gdLst/>
              <a:ahLst/>
              <a:cxnLst/>
              <a:rect l="l" t="t" r="r" b="b"/>
              <a:pathLst>
                <a:path w="8059" h="6150" extrusionOk="0">
                  <a:moveTo>
                    <a:pt x="680" y="1"/>
                  </a:moveTo>
                  <a:cubicBezTo>
                    <a:pt x="680" y="1"/>
                    <a:pt x="1" y="822"/>
                    <a:pt x="49" y="2680"/>
                  </a:cubicBezTo>
                  <a:cubicBezTo>
                    <a:pt x="84" y="4739"/>
                    <a:pt x="1180" y="6001"/>
                    <a:pt x="2704" y="6132"/>
                  </a:cubicBezTo>
                  <a:cubicBezTo>
                    <a:pt x="2846" y="6144"/>
                    <a:pt x="2989" y="6150"/>
                    <a:pt x="3132" y="6150"/>
                  </a:cubicBezTo>
                  <a:cubicBezTo>
                    <a:pt x="5454" y="6150"/>
                    <a:pt x="7715" y="4666"/>
                    <a:pt x="7883" y="3858"/>
                  </a:cubicBezTo>
                  <a:cubicBezTo>
                    <a:pt x="8059" y="3003"/>
                    <a:pt x="7519" y="404"/>
                    <a:pt x="6877" y="404"/>
                  </a:cubicBezTo>
                  <a:cubicBezTo>
                    <a:pt x="6867" y="404"/>
                    <a:pt x="6857" y="404"/>
                    <a:pt x="6847" y="406"/>
                  </a:cubicBezTo>
                  <a:cubicBezTo>
                    <a:pt x="6222" y="496"/>
                    <a:pt x="3936" y="2443"/>
                    <a:pt x="3264" y="2443"/>
                  </a:cubicBezTo>
                  <a:cubicBezTo>
                    <a:pt x="3232" y="2443"/>
                    <a:pt x="3204" y="2439"/>
                    <a:pt x="3180" y="2430"/>
                  </a:cubicBezTo>
                  <a:cubicBezTo>
                    <a:pt x="2632" y="2239"/>
                    <a:pt x="2596" y="834"/>
                    <a:pt x="2144" y="417"/>
                  </a:cubicBezTo>
                  <a:cubicBezTo>
                    <a:pt x="1680" y="1"/>
                    <a:pt x="680" y="1"/>
                    <a:pt x="6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43"/>
            <p:cNvSpPr/>
            <p:nvPr/>
          </p:nvSpPr>
          <p:spPr>
            <a:xfrm>
              <a:off x="4388000" y="1554200"/>
              <a:ext cx="235200" cy="284950"/>
            </a:xfrm>
            <a:custGeom>
              <a:avLst/>
              <a:gdLst/>
              <a:ahLst/>
              <a:cxnLst/>
              <a:rect l="l" t="t" r="r" b="b"/>
              <a:pathLst>
                <a:path w="9408" h="11398" extrusionOk="0">
                  <a:moveTo>
                    <a:pt x="5586" y="0"/>
                  </a:moveTo>
                  <a:cubicBezTo>
                    <a:pt x="4467" y="1334"/>
                    <a:pt x="3181" y="2465"/>
                    <a:pt x="1716" y="3286"/>
                  </a:cubicBezTo>
                  <a:cubicBezTo>
                    <a:pt x="1728" y="3298"/>
                    <a:pt x="1740" y="3298"/>
                    <a:pt x="1740" y="3298"/>
                  </a:cubicBezTo>
                  <a:cubicBezTo>
                    <a:pt x="1740" y="3298"/>
                    <a:pt x="1788" y="3536"/>
                    <a:pt x="1169" y="4798"/>
                  </a:cubicBezTo>
                  <a:cubicBezTo>
                    <a:pt x="562" y="6060"/>
                    <a:pt x="966" y="7441"/>
                    <a:pt x="966" y="7441"/>
                  </a:cubicBezTo>
                  <a:cubicBezTo>
                    <a:pt x="966" y="7441"/>
                    <a:pt x="312" y="7906"/>
                    <a:pt x="145" y="8763"/>
                  </a:cubicBezTo>
                  <a:cubicBezTo>
                    <a:pt x="0" y="9565"/>
                    <a:pt x="470" y="11398"/>
                    <a:pt x="2226" y="11398"/>
                  </a:cubicBezTo>
                  <a:cubicBezTo>
                    <a:pt x="2348" y="11398"/>
                    <a:pt x="2475" y="11389"/>
                    <a:pt x="2609" y="11371"/>
                  </a:cubicBezTo>
                  <a:cubicBezTo>
                    <a:pt x="4669" y="11073"/>
                    <a:pt x="5145" y="10156"/>
                    <a:pt x="5145" y="10156"/>
                  </a:cubicBezTo>
                  <a:cubicBezTo>
                    <a:pt x="5145" y="10156"/>
                    <a:pt x="6467" y="10156"/>
                    <a:pt x="7205" y="9120"/>
                  </a:cubicBezTo>
                  <a:cubicBezTo>
                    <a:pt x="9408" y="6013"/>
                    <a:pt x="8479" y="3965"/>
                    <a:pt x="8479" y="3965"/>
                  </a:cubicBezTo>
                  <a:cubicBezTo>
                    <a:pt x="8467" y="1226"/>
                    <a:pt x="5586" y="0"/>
                    <a:pt x="55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43"/>
            <p:cNvSpPr/>
            <p:nvPr/>
          </p:nvSpPr>
          <p:spPr>
            <a:xfrm>
              <a:off x="4256175" y="1476500"/>
              <a:ext cx="277450" cy="180725"/>
            </a:xfrm>
            <a:custGeom>
              <a:avLst/>
              <a:gdLst/>
              <a:ahLst/>
              <a:cxnLst/>
              <a:rect l="l" t="t" r="r" b="b"/>
              <a:pathLst>
                <a:path w="11098" h="7229" extrusionOk="0">
                  <a:moveTo>
                    <a:pt x="4360" y="0"/>
                  </a:moveTo>
                  <a:cubicBezTo>
                    <a:pt x="2110" y="0"/>
                    <a:pt x="2406" y="1977"/>
                    <a:pt x="2406" y="1977"/>
                  </a:cubicBezTo>
                  <a:cubicBezTo>
                    <a:pt x="2406" y="1977"/>
                    <a:pt x="1972" y="1651"/>
                    <a:pt x="1518" y="1651"/>
                  </a:cubicBezTo>
                  <a:cubicBezTo>
                    <a:pt x="1294" y="1651"/>
                    <a:pt x="1066" y="1730"/>
                    <a:pt x="882" y="1965"/>
                  </a:cubicBezTo>
                  <a:cubicBezTo>
                    <a:pt x="322" y="2679"/>
                    <a:pt x="0" y="4394"/>
                    <a:pt x="1644" y="4668"/>
                  </a:cubicBezTo>
                  <a:cubicBezTo>
                    <a:pt x="4251" y="5108"/>
                    <a:pt x="4715" y="6299"/>
                    <a:pt x="5930" y="6906"/>
                  </a:cubicBezTo>
                  <a:cubicBezTo>
                    <a:pt x="6488" y="7178"/>
                    <a:pt x="7069" y="7229"/>
                    <a:pt x="7491" y="7229"/>
                  </a:cubicBezTo>
                  <a:cubicBezTo>
                    <a:pt x="7741" y="7229"/>
                    <a:pt x="7935" y="7211"/>
                    <a:pt x="8036" y="7211"/>
                  </a:cubicBezTo>
                  <a:cubicBezTo>
                    <a:pt x="8063" y="7211"/>
                    <a:pt x="8084" y="7213"/>
                    <a:pt x="8097" y="7216"/>
                  </a:cubicBezTo>
                  <a:cubicBezTo>
                    <a:pt x="9680" y="6430"/>
                    <a:pt x="9883" y="4894"/>
                    <a:pt x="11097" y="3656"/>
                  </a:cubicBezTo>
                  <a:cubicBezTo>
                    <a:pt x="11038" y="3584"/>
                    <a:pt x="10549" y="1882"/>
                    <a:pt x="6966" y="572"/>
                  </a:cubicBezTo>
                  <a:cubicBezTo>
                    <a:pt x="5847" y="160"/>
                    <a:pt x="5000" y="0"/>
                    <a:pt x="43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43"/>
            <p:cNvSpPr/>
            <p:nvPr/>
          </p:nvSpPr>
          <p:spPr>
            <a:xfrm>
              <a:off x="4416025" y="1477850"/>
              <a:ext cx="124425" cy="96900"/>
            </a:xfrm>
            <a:custGeom>
              <a:avLst/>
              <a:gdLst/>
              <a:ahLst/>
              <a:cxnLst/>
              <a:rect l="l" t="t" r="r" b="b"/>
              <a:pathLst>
                <a:path w="4977" h="3876" extrusionOk="0">
                  <a:moveTo>
                    <a:pt x="1088" y="0"/>
                  </a:moveTo>
                  <a:cubicBezTo>
                    <a:pt x="991" y="0"/>
                    <a:pt x="894" y="13"/>
                    <a:pt x="798" y="42"/>
                  </a:cubicBezTo>
                  <a:cubicBezTo>
                    <a:pt x="345" y="173"/>
                    <a:pt x="72" y="613"/>
                    <a:pt x="36" y="1054"/>
                  </a:cubicBezTo>
                  <a:cubicBezTo>
                    <a:pt x="0" y="1482"/>
                    <a:pt x="143" y="1911"/>
                    <a:pt x="286" y="2316"/>
                  </a:cubicBezTo>
                  <a:lnTo>
                    <a:pt x="4977" y="3876"/>
                  </a:lnTo>
                  <a:cubicBezTo>
                    <a:pt x="4429" y="2495"/>
                    <a:pt x="3441" y="1280"/>
                    <a:pt x="2167" y="411"/>
                  </a:cubicBezTo>
                  <a:cubicBezTo>
                    <a:pt x="1853" y="202"/>
                    <a:pt x="1471" y="0"/>
                    <a:pt x="10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43"/>
            <p:cNvSpPr/>
            <p:nvPr/>
          </p:nvSpPr>
          <p:spPr>
            <a:xfrm>
              <a:off x="4380600" y="1575625"/>
              <a:ext cx="625" cy="325"/>
            </a:xfrm>
            <a:custGeom>
              <a:avLst/>
              <a:gdLst/>
              <a:ahLst/>
              <a:cxnLst/>
              <a:rect l="l" t="t" r="r" b="b"/>
              <a:pathLst>
                <a:path w="25" h="13" extrusionOk="0">
                  <a:moveTo>
                    <a:pt x="0" y="12"/>
                  </a:moveTo>
                  <a:lnTo>
                    <a:pt x="24" y="0"/>
                  </a:lnTo>
                  <a:close/>
                </a:path>
              </a:pathLst>
            </a:custGeom>
            <a:solidFill>
              <a:srgbClr val="8558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43"/>
            <p:cNvSpPr/>
            <p:nvPr/>
          </p:nvSpPr>
          <p:spPr>
            <a:xfrm>
              <a:off x="4395175" y="1559250"/>
              <a:ext cx="925" cy="625"/>
            </a:xfrm>
            <a:custGeom>
              <a:avLst/>
              <a:gdLst/>
              <a:ahLst/>
              <a:cxnLst/>
              <a:rect l="l" t="t" r="r" b="b"/>
              <a:pathLst>
                <a:path w="37" h="25" extrusionOk="0">
                  <a:moveTo>
                    <a:pt x="36" y="1"/>
                  </a:moveTo>
                  <a:cubicBezTo>
                    <a:pt x="36" y="1"/>
                    <a:pt x="24" y="1"/>
                    <a:pt x="1" y="24"/>
                  </a:cubicBezTo>
                  <a:cubicBezTo>
                    <a:pt x="25" y="12"/>
                    <a:pt x="36" y="1"/>
                    <a:pt x="36" y="1"/>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43"/>
            <p:cNvSpPr/>
            <p:nvPr/>
          </p:nvSpPr>
          <p:spPr>
            <a:xfrm>
              <a:off x="4315700" y="1602050"/>
              <a:ext cx="59850" cy="54625"/>
            </a:xfrm>
            <a:custGeom>
              <a:avLst/>
              <a:gdLst/>
              <a:ahLst/>
              <a:cxnLst/>
              <a:rect l="l" t="t" r="r" b="b"/>
              <a:pathLst>
                <a:path w="2394" h="2185" extrusionOk="0">
                  <a:moveTo>
                    <a:pt x="581" y="0"/>
                  </a:moveTo>
                  <a:cubicBezTo>
                    <a:pt x="441" y="0"/>
                    <a:pt x="331" y="69"/>
                    <a:pt x="239" y="170"/>
                  </a:cubicBezTo>
                  <a:cubicBezTo>
                    <a:pt x="1" y="432"/>
                    <a:pt x="96" y="932"/>
                    <a:pt x="537" y="1444"/>
                  </a:cubicBezTo>
                  <a:cubicBezTo>
                    <a:pt x="939" y="1919"/>
                    <a:pt x="1264" y="2184"/>
                    <a:pt x="1544" y="2184"/>
                  </a:cubicBezTo>
                  <a:cubicBezTo>
                    <a:pt x="1629" y="2184"/>
                    <a:pt x="1709" y="2160"/>
                    <a:pt x="1787" y="2110"/>
                  </a:cubicBezTo>
                  <a:cubicBezTo>
                    <a:pt x="1787" y="2110"/>
                    <a:pt x="2394" y="1729"/>
                    <a:pt x="1632" y="789"/>
                  </a:cubicBezTo>
                  <a:cubicBezTo>
                    <a:pt x="1150" y="202"/>
                    <a:pt x="821" y="0"/>
                    <a:pt x="5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43"/>
            <p:cNvSpPr/>
            <p:nvPr/>
          </p:nvSpPr>
          <p:spPr>
            <a:xfrm>
              <a:off x="4229100" y="1655600"/>
              <a:ext cx="43225" cy="38550"/>
            </a:xfrm>
            <a:custGeom>
              <a:avLst/>
              <a:gdLst/>
              <a:ahLst/>
              <a:cxnLst/>
              <a:rect l="l" t="t" r="r" b="b"/>
              <a:pathLst>
                <a:path w="1729" h="1542" extrusionOk="0">
                  <a:moveTo>
                    <a:pt x="647" y="0"/>
                  </a:moveTo>
                  <a:cubicBezTo>
                    <a:pt x="500" y="0"/>
                    <a:pt x="170" y="101"/>
                    <a:pt x="95" y="516"/>
                  </a:cubicBezTo>
                  <a:cubicBezTo>
                    <a:pt x="0" y="969"/>
                    <a:pt x="488" y="1397"/>
                    <a:pt x="488" y="1397"/>
                  </a:cubicBezTo>
                  <a:cubicBezTo>
                    <a:pt x="554" y="1499"/>
                    <a:pt x="630" y="1542"/>
                    <a:pt x="710" y="1542"/>
                  </a:cubicBezTo>
                  <a:cubicBezTo>
                    <a:pt x="1148" y="1542"/>
                    <a:pt x="1729" y="270"/>
                    <a:pt x="1688" y="270"/>
                  </a:cubicBezTo>
                  <a:lnTo>
                    <a:pt x="1688" y="270"/>
                  </a:lnTo>
                  <a:cubicBezTo>
                    <a:pt x="1686" y="270"/>
                    <a:pt x="1683" y="273"/>
                    <a:pt x="1679" y="278"/>
                  </a:cubicBezTo>
                  <a:cubicBezTo>
                    <a:pt x="1596" y="377"/>
                    <a:pt x="1508" y="481"/>
                    <a:pt x="1368" y="481"/>
                  </a:cubicBezTo>
                  <a:cubicBezTo>
                    <a:pt x="1305" y="481"/>
                    <a:pt x="1231" y="460"/>
                    <a:pt x="1143" y="409"/>
                  </a:cubicBezTo>
                  <a:cubicBezTo>
                    <a:pt x="869" y="230"/>
                    <a:pt x="810" y="40"/>
                    <a:pt x="691" y="4"/>
                  </a:cubicBezTo>
                  <a:cubicBezTo>
                    <a:pt x="679" y="2"/>
                    <a:pt x="664" y="0"/>
                    <a:pt x="647" y="0"/>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43"/>
            <p:cNvSpPr/>
            <p:nvPr/>
          </p:nvSpPr>
          <p:spPr>
            <a:xfrm>
              <a:off x="4229100" y="1591400"/>
              <a:ext cx="63425" cy="99450"/>
            </a:xfrm>
            <a:custGeom>
              <a:avLst/>
              <a:gdLst/>
              <a:ahLst/>
              <a:cxnLst/>
              <a:rect l="l" t="t" r="r" b="b"/>
              <a:pathLst>
                <a:path w="2537" h="3978" extrusionOk="0">
                  <a:moveTo>
                    <a:pt x="2500" y="0"/>
                  </a:moveTo>
                  <a:cubicBezTo>
                    <a:pt x="2477" y="0"/>
                    <a:pt x="2453" y="12"/>
                    <a:pt x="2453" y="36"/>
                  </a:cubicBezTo>
                  <a:cubicBezTo>
                    <a:pt x="2286" y="762"/>
                    <a:pt x="1810" y="2715"/>
                    <a:pt x="1595" y="2894"/>
                  </a:cubicBezTo>
                  <a:cubicBezTo>
                    <a:pt x="1537" y="2944"/>
                    <a:pt x="1472" y="2969"/>
                    <a:pt x="1401" y="2969"/>
                  </a:cubicBezTo>
                  <a:cubicBezTo>
                    <a:pt x="1254" y="2969"/>
                    <a:pt x="1081" y="2864"/>
                    <a:pt x="881" y="2655"/>
                  </a:cubicBezTo>
                  <a:cubicBezTo>
                    <a:pt x="869" y="2644"/>
                    <a:pt x="869" y="2644"/>
                    <a:pt x="857" y="2632"/>
                  </a:cubicBezTo>
                  <a:cubicBezTo>
                    <a:pt x="765" y="2540"/>
                    <a:pt x="663" y="2492"/>
                    <a:pt x="561" y="2492"/>
                  </a:cubicBezTo>
                  <a:cubicBezTo>
                    <a:pt x="505" y="2492"/>
                    <a:pt x="448" y="2507"/>
                    <a:pt x="393" y="2536"/>
                  </a:cubicBezTo>
                  <a:cubicBezTo>
                    <a:pt x="167" y="2655"/>
                    <a:pt x="0" y="3025"/>
                    <a:pt x="60" y="3322"/>
                  </a:cubicBezTo>
                  <a:cubicBezTo>
                    <a:pt x="119" y="3691"/>
                    <a:pt x="417" y="3953"/>
                    <a:pt x="429" y="3965"/>
                  </a:cubicBezTo>
                  <a:cubicBezTo>
                    <a:pt x="429" y="3965"/>
                    <a:pt x="441" y="3977"/>
                    <a:pt x="441" y="3977"/>
                  </a:cubicBezTo>
                  <a:cubicBezTo>
                    <a:pt x="452" y="3977"/>
                    <a:pt x="476" y="3977"/>
                    <a:pt x="488" y="3965"/>
                  </a:cubicBezTo>
                  <a:cubicBezTo>
                    <a:pt x="500" y="3941"/>
                    <a:pt x="500" y="3918"/>
                    <a:pt x="488" y="3894"/>
                  </a:cubicBezTo>
                  <a:cubicBezTo>
                    <a:pt x="476" y="3894"/>
                    <a:pt x="202" y="3644"/>
                    <a:pt x="143" y="3310"/>
                  </a:cubicBezTo>
                  <a:cubicBezTo>
                    <a:pt x="95" y="3048"/>
                    <a:pt x="238" y="2715"/>
                    <a:pt x="429" y="2608"/>
                  </a:cubicBezTo>
                  <a:cubicBezTo>
                    <a:pt x="470" y="2587"/>
                    <a:pt x="513" y="2576"/>
                    <a:pt x="556" y="2576"/>
                  </a:cubicBezTo>
                  <a:cubicBezTo>
                    <a:pt x="638" y="2576"/>
                    <a:pt x="720" y="2614"/>
                    <a:pt x="798" y="2691"/>
                  </a:cubicBezTo>
                  <a:lnTo>
                    <a:pt x="822" y="2715"/>
                  </a:lnTo>
                  <a:cubicBezTo>
                    <a:pt x="1067" y="2975"/>
                    <a:pt x="1259" y="3061"/>
                    <a:pt x="1407" y="3061"/>
                  </a:cubicBezTo>
                  <a:cubicBezTo>
                    <a:pt x="1510" y="3061"/>
                    <a:pt x="1591" y="3019"/>
                    <a:pt x="1655" y="2965"/>
                  </a:cubicBezTo>
                  <a:cubicBezTo>
                    <a:pt x="1929" y="2715"/>
                    <a:pt x="2465" y="322"/>
                    <a:pt x="2536" y="48"/>
                  </a:cubicBezTo>
                  <a:cubicBezTo>
                    <a:pt x="2536" y="36"/>
                    <a:pt x="2524" y="12"/>
                    <a:pt x="2500" y="0"/>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43"/>
            <p:cNvSpPr/>
            <p:nvPr/>
          </p:nvSpPr>
          <p:spPr>
            <a:xfrm>
              <a:off x="4240400" y="1724925"/>
              <a:ext cx="37825" cy="12950"/>
            </a:xfrm>
            <a:custGeom>
              <a:avLst/>
              <a:gdLst/>
              <a:ahLst/>
              <a:cxnLst/>
              <a:rect l="l" t="t" r="r" b="b"/>
              <a:pathLst>
                <a:path w="1513" h="518" extrusionOk="0">
                  <a:moveTo>
                    <a:pt x="457" y="0"/>
                  </a:moveTo>
                  <a:cubicBezTo>
                    <a:pt x="323" y="0"/>
                    <a:pt x="185" y="9"/>
                    <a:pt x="48" y="29"/>
                  </a:cubicBezTo>
                  <a:cubicBezTo>
                    <a:pt x="48" y="29"/>
                    <a:pt x="0" y="184"/>
                    <a:pt x="12" y="374"/>
                  </a:cubicBezTo>
                  <a:cubicBezTo>
                    <a:pt x="134" y="359"/>
                    <a:pt x="252" y="353"/>
                    <a:pt x="365" y="353"/>
                  </a:cubicBezTo>
                  <a:cubicBezTo>
                    <a:pt x="783" y="353"/>
                    <a:pt x="1135" y="442"/>
                    <a:pt x="1370" y="517"/>
                  </a:cubicBezTo>
                  <a:cubicBezTo>
                    <a:pt x="1465" y="327"/>
                    <a:pt x="1513" y="148"/>
                    <a:pt x="1513" y="148"/>
                  </a:cubicBezTo>
                  <a:cubicBezTo>
                    <a:pt x="1513" y="148"/>
                    <a:pt x="1022" y="0"/>
                    <a:pt x="4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43"/>
            <p:cNvSpPr/>
            <p:nvPr/>
          </p:nvSpPr>
          <p:spPr>
            <a:xfrm>
              <a:off x="4240700" y="1733725"/>
              <a:ext cx="33950" cy="17375"/>
            </a:xfrm>
            <a:custGeom>
              <a:avLst/>
              <a:gdLst/>
              <a:ahLst/>
              <a:cxnLst/>
              <a:rect l="l" t="t" r="r" b="b"/>
              <a:pathLst>
                <a:path w="1358" h="695" extrusionOk="0">
                  <a:moveTo>
                    <a:pt x="353" y="1"/>
                  </a:moveTo>
                  <a:cubicBezTo>
                    <a:pt x="240" y="1"/>
                    <a:pt x="122" y="7"/>
                    <a:pt x="0" y="22"/>
                  </a:cubicBezTo>
                  <a:cubicBezTo>
                    <a:pt x="24" y="296"/>
                    <a:pt x="143" y="641"/>
                    <a:pt x="619" y="689"/>
                  </a:cubicBezTo>
                  <a:cubicBezTo>
                    <a:pt x="647" y="693"/>
                    <a:pt x="673" y="694"/>
                    <a:pt x="699" y="694"/>
                  </a:cubicBezTo>
                  <a:cubicBezTo>
                    <a:pt x="1034" y="694"/>
                    <a:pt x="1247" y="419"/>
                    <a:pt x="1358" y="165"/>
                  </a:cubicBezTo>
                  <a:cubicBezTo>
                    <a:pt x="1123" y="90"/>
                    <a:pt x="771" y="1"/>
                    <a:pt x="35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43"/>
            <p:cNvSpPr/>
            <p:nvPr/>
          </p:nvSpPr>
          <p:spPr>
            <a:xfrm>
              <a:off x="4378500" y="1704175"/>
              <a:ext cx="85550" cy="82875"/>
            </a:xfrm>
            <a:custGeom>
              <a:avLst/>
              <a:gdLst/>
              <a:ahLst/>
              <a:cxnLst/>
              <a:rect l="l" t="t" r="r" b="b"/>
              <a:pathLst>
                <a:path w="3422" h="3315" extrusionOk="0">
                  <a:moveTo>
                    <a:pt x="1350" y="0"/>
                  </a:moveTo>
                  <a:cubicBezTo>
                    <a:pt x="1302" y="0"/>
                    <a:pt x="1275" y="2"/>
                    <a:pt x="1275" y="2"/>
                  </a:cubicBezTo>
                  <a:lnTo>
                    <a:pt x="1" y="1990"/>
                  </a:lnTo>
                  <a:cubicBezTo>
                    <a:pt x="154" y="2787"/>
                    <a:pt x="849" y="3314"/>
                    <a:pt x="1541" y="3314"/>
                  </a:cubicBezTo>
                  <a:cubicBezTo>
                    <a:pt x="2142" y="3314"/>
                    <a:pt x="2740" y="2917"/>
                    <a:pt x="2978" y="1954"/>
                  </a:cubicBezTo>
                  <a:cubicBezTo>
                    <a:pt x="3422" y="104"/>
                    <a:pt x="1733" y="0"/>
                    <a:pt x="1350" y="0"/>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43"/>
            <p:cNvSpPr/>
            <p:nvPr/>
          </p:nvSpPr>
          <p:spPr>
            <a:xfrm>
              <a:off x="4388025" y="1720625"/>
              <a:ext cx="56300" cy="39275"/>
            </a:xfrm>
            <a:custGeom>
              <a:avLst/>
              <a:gdLst/>
              <a:ahLst/>
              <a:cxnLst/>
              <a:rect l="l" t="t" r="r" b="b"/>
              <a:pathLst>
                <a:path w="2252" h="1571" extrusionOk="0">
                  <a:moveTo>
                    <a:pt x="1255" y="0"/>
                  </a:moveTo>
                  <a:cubicBezTo>
                    <a:pt x="1141" y="0"/>
                    <a:pt x="1020" y="19"/>
                    <a:pt x="894" y="58"/>
                  </a:cubicBezTo>
                  <a:cubicBezTo>
                    <a:pt x="1" y="332"/>
                    <a:pt x="156" y="1523"/>
                    <a:pt x="156" y="1535"/>
                  </a:cubicBezTo>
                  <a:cubicBezTo>
                    <a:pt x="156" y="1546"/>
                    <a:pt x="168" y="1558"/>
                    <a:pt x="191" y="1570"/>
                  </a:cubicBezTo>
                  <a:lnTo>
                    <a:pt x="203" y="1570"/>
                  </a:lnTo>
                  <a:cubicBezTo>
                    <a:pt x="227" y="1558"/>
                    <a:pt x="239" y="1546"/>
                    <a:pt x="239" y="1523"/>
                  </a:cubicBezTo>
                  <a:cubicBezTo>
                    <a:pt x="239" y="1511"/>
                    <a:pt x="96" y="392"/>
                    <a:pt x="918" y="142"/>
                  </a:cubicBezTo>
                  <a:cubicBezTo>
                    <a:pt x="1039" y="106"/>
                    <a:pt x="1157" y="88"/>
                    <a:pt x="1268" y="88"/>
                  </a:cubicBezTo>
                  <a:cubicBezTo>
                    <a:pt x="1418" y="88"/>
                    <a:pt x="1557" y="121"/>
                    <a:pt x="1680" y="189"/>
                  </a:cubicBezTo>
                  <a:cubicBezTo>
                    <a:pt x="2049" y="392"/>
                    <a:pt x="2168" y="844"/>
                    <a:pt x="2168" y="844"/>
                  </a:cubicBezTo>
                  <a:cubicBezTo>
                    <a:pt x="2180" y="868"/>
                    <a:pt x="2204" y="880"/>
                    <a:pt x="2216" y="880"/>
                  </a:cubicBezTo>
                  <a:cubicBezTo>
                    <a:pt x="2239" y="868"/>
                    <a:pt x="2251" y="844"/>
                    <a:pt x="2251" y="820"/>
                  </a:cubicBezTo>
                  <a:cubicBezTo>
                    <a:pt x="2239" y="808"/>
                    <a:pt x="2120" y="332"/>
                    <a:pt x="1715" y="118"/>
                  </a:cubicBezTo>
                  <a:cubicBezTo>
                    <a:pt x="1575" y="40"/>
                    <a:pt x="1421" y="0"/>
                    <a:pt x="1255" y="0"/>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43"/>
            <p:cNvSpPr/>
            <p:nvPr/>
          </p:nvSpPr>
          <p:spPr>
            <a:xfrm>
              <a:off x="4394275" y="1734150"/>
              <a:ext cx="31300" cy="13250"/>
            </a:xfrm>
            <a:custGeom>
              <a:avLst/>
              <a:gdLst/>
              <a:ahLst/>
              <a:cxnLst/>
              <a:rect l="l" t="t" r="r" b="b"/>
              <a:pathLst>
                <a:path w="1252" h="530" extrusionOk="0">
                  <a:moveTo>
                    <a:pt x="406" y="1"/>
                  </a:moveTo>
                  <a:cubicBezTo>
                    <a:pt x="286" y="1"/>
                    <a:pt x="158" y="29"/>
                    <a:pt x="25" y="101"/>
                  </a:cubicBezTo>
                  <a:cubicBezTo>
                    <a:pt x="13" y="113"/>
                    <a:pt x="1" y="136"/>
                    <a:pt x="13" y="160"/>
                  </a:cubicBezTo>
                  <a:cubicBezTo>
                    <a:pt x="22" y="178"/>
                    <a:pt x="37" y="189"/>
                    <a:pt x="54" y="189"/>
                  </a:cubicBezTo>
                  <a:cubicBezTo>
                    <a:pt x="60" y="189"/>
                    <a:pt x="66" y="187"/>
                    <a:pt x="72" y="184"/>
                  </a:cubicBezTo>
                  <a:cubicBezTo>
                    <a:pt x="191" y="120"/>
                    <a:pt x="306" y="94"/>
                    <a:pt x="413" y="94"/>
                  </a:cubicBezTo>
                  <a:cubicBezTo>
                    <a:pt x="844" y="94"/>
                    <a:pt x="1158" y="508"/>
                    <a:pt x="1168" y="517"/>
                  </a:cubicBezTo>
                  <a:cubicBezTo>
                    <a:pt x="1168" y="517"/>
                    <a:pt x="1180" y="529"/>
                    <a:pt x="1192" y="529"/>
                  </a:cubicBezTo>
                  <a:cubicBezTo>
                    <a:pt x="1204" y="529"/>
                    <a:pt x="1215" y="529"/>
                    <a:pt x="1227" y="517"/>
                  </a:cubicBezTo>
                  <a:cubicBezTo>
                    <a:pt x="1239" y="505"/>
                    <a:pt x="1251" y="482"/>
                    <a:pt x="1239" y="458"/>
                  </a:cubicBezTo>
                  <a:cubicBezTo>
                    <a:pt x="1230" y="458"/>
                    <a:pt x="885" y="1"/>
                    <a:pt x="406" y="1"/>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43"/>
            <p:cNvSpPr/>
            <p:nvPr/>
          </p:nvSpPr>
          <p:spPr>
            <a:xfrm>
              <a:off x="4299625" y="1671125"/>
              <a:ext cx="25925" cy="25450"/>
            </a:xfrm>
            <a:custGeom>
              <a:avLst/>
              <a:gdLst/>
              <a:ahLst/>
              <a:cxnLst/>
              <a:rect l="l" t="t" r="r" b="b"/>
              <a:pathLst>
                <a:path w="1037" h="1018" extrusionOk="0">
                  <a:moveTo>
                    <a:pt x="601" y="0"/>
                  </a:moveTo>
                  <a:cubicBezTo>
                    <a:pt x="421" y="0"/>
                    <a:pt x="232" y="124"/>
                    <a:pt x="132" y="324"/>
                  </a:cubicBezTo>
                  <a:cubicBezTo>
                    <a:pt x="1" y="586"/>
                    <a:pt x="72" y="883"/>
                    <a:pt x="287" y="979"/>
                  </a:cubicBezTo>
                  <a:cubicBezTo>
                    <a:pt x="340" y="1005"/>
                    <a:pt x="397" y="1018"/>
                    <a:pt x="456" y="1018"/>
                  </a:cubicBezTo>
                  <a:cubicBezTo>
                    <a:pt x="633" y="1018"/>
                    <a:pt x="819" y="902"/>
                    <a:pt x="918" y="705"/>
                  </a:cubicBezTo>
                  <a:cubicBezTo>
                    <a:pt x="1037" y="443"/>
                    <a:pt x="977" y="145"/>
                    <a:pt x="763" y="38"/>
                  </a:cubicBezTo>
                  <a:cubicBezTo>
                    <a:pt x="712" y="12"/>
                    <a:pt x="657" y="0"/>
                    <a:pt x="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43"/>
            <p:cNvSpPr/>
            <p:nvPr/>
          </p:nvSpPr>
          <p:spPr>
            <a:xfrm>
              <a:off x="4530325" y="1514625"/>
              <a:ext cx="42575" cy="59225"/>
            </a:xfrm>
            <a:custGeom>
              <a:avLst/>
              <a:gdLst/>
              <a:ahLst/>
              <a:cxnLst/>
              <a:rect l="l" t="t" r="r" b="b"/>
              <a:pathLst>
                <a:path w="1703" h="2369" extrusionOk="0">
                  <a:moveTo>
                    <a:pt x="764" y="1"/>
                  </a:moveTo>
                  <a:cubicBezTo>
                    <a:pt x="354" y="1"/>
                    <a:pt x="0" y="2024"/>
                    <a:pt x="0" y="2024"/>
                  </a:cubicBezTo>
                  <a:lnTo>
                    <a:pt x="572" y="2369"/>
                  </a:lnTo>
                  <a:cubicBezTo>
                    <a:pt x="572" y="2369"/>
                    <a:pt x="1703" y="1762"/>
                    <a:pt x="1679" y="1035"/>
                  </a:cubicBezTo>
                  <a:cubicBezTo>
                    <a:pt x="1672" y="889"/>
                    <a:pt x="1621" y="830"/>
                    <a:pt x="1545" y="830"/>
                  </a:cubicBezTo>
                  <a:cubicBezTo>
                    <a:pt x="1238" y="830"/>
                    <a:pt x="512" y="1786"/>
                    <a:pt x="512" y="1786"/>
                  </a:cubicBezTo>
                  <a:cubicBezTo>
                    <a:pt x="512" y="1786"/>
                    <a:pt x="1310" y="464"/>
                    <a:pt x="869" y="47"/>
                  </a:cubicBezTo>
                  <a:cubicBezTo>
                    <a:pt x="834" y="15"/>
                    <a:pt x="799" y="1"/>
                    <a:pt x="7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43"/>
            <p:cNvSpPr/>
            <p:nvPr/>
          </p:nvSpPr>
          <p:spPr>
            <a:xfrm>
              <a:off x="4221050" y="1874300"/>
              <a:ext cx="211350" cy="186225"/>
            </a:xfrm>
            <a:custGeom>
              <a:avLst/>
              <a:gdLst/>
              <a:ahLst/>
              <a:cxnLst/>
              <a:rect l="l" t="t" r="r" b="b"/>
              <a:pathLst>
                <a:path w="8454" h="7449" extrusionOk="0">
                  <a:moveTo>
                    <a:pt x="4735" y="1"/>
                  </a:moveTo>
                  <a:cubicBezTo>
                    <a:pt x="4336" y="1"/>
                    <a:pt x="4049" y="43"/>
                    <a:pt x="4049" y="43"/>
                  </a:cubicBezTo>
                  <a:cubicBezTo>
                    <a:pt x="2096" y="745"/>
                    <a:pt x="1" y="3877"/>
                    <a:pt x="1" y="3889"/>
                  </a:cubicBezTo>
                  <a:cubicBezTo>
                    <a:pt x="703" y="5639"/>
                    <a:pt x="3572" y="7449"/>
                    <a:pt x="3572" y="7449"/>
                  </a:cubicBezTo>
                  <a:cubicBezTo>
                    <a:pt x="5180" y="6651"/>
                    <a:pt x="8454" y="4329"/>
                    <a:pt x="6978" y="984"/>
                  </a:cubicBezTo>
                  <a:cubicBezTo>
                    <a:pt x="6606" y="147"/>
                    <a:pt x="5478" y="1"/>
                    <a:pt x="473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43"/>
            <p:cNvSpPr/>
            <p:nvPr/>
          </p:nvSpPr>
          <p:spPr>
            <a:xfrm>
              <a:off x="4010600" y="1808625"/>
              <a:ext cx="70675" cy="85875"/>
            </a:xfrm>
            <a:custGeom>
              <a:avLst/>
              <a:gdLst/>
              <a:ahLst/>
              <a:cxnLst/>
              <a:rect l="l" t="t" r="r" b="b"/>
              <a:pathLst>
                <a:path w="2827" h="3435" extrusionOk="0">
                  <a:moveTo>
                    <a:pt x="1030" y="1"/>
                  </a:moveTo>
                  <a:cubicBezTo>
                    <a:pt x="676" y="1"/>
                    <a:pt x="403" y="798"/>
                    <a:pt x="310" y="1122"/>
                  </a:cubicBezTo>
                  <a:cubicBezTo>
                    <a:pt x="310" y="1134"/>
                    <a:pt x="298" y="1134"/>
                    <a:pt x="298" y="1134"/>
                  </a:cubicBezTo>
                  <a:cubicBezTo>
                    <a:pt x="1" y="1396"/>
                    <a:pt x="453" y="3408"/>
                    <a:pt x="1120" y="3432"/>
                  </a:cubicBezTo>
                  <a:cubicBezTo>
                    <a:pt x="1174" y="3434"/>
                    <a:pt x="1227" y="3435"/>
                    <a:pt x="1280" y="3435"/>
                  </a:cubicBezTo>
                  <a:cubicBezTo>
                    <a:pt x="1888" y="3435"/>
                    <a:pt x="2384" y="3312"/>
                    <a:pt x="2406" y="3158"/>
                  </a:cubicBezTo>
                  <a:cubicBezTo>
                    <a:pt x="2442" y="2837"/>
                    <a:pt x="1453" y="2682"/>
                    <a:pt x="1453" y="2682"/>
                  </a:cubicBezTo>
                  <a:lnTo>
                    <a:pt x="1453" y="2682"/>
                  </a:lnTo>
                  <a:cubicBezTo>
                    <a:pt x="1453" y="2682"/>
                    <a:pt x="1553" y="2686"/>
                    <a:pt x="1696" y="2686"/>
                  </a:cubicBezTo>
                  <a:cubicBezTo>
                    <a:pt x="2070" y="2686"/>
                    <a:pt x="2746" y="2655"/>
                    <a:pt x="2763" y="2432"/>
                  </a:cubicBezTo>
                  <a:cubicBezTo>
                    <a:pt x="2787" y="2134"/>
                    <a:pt x="1430" y="2134"/>
                    <a:pt x="1430" y="2134"/>
                  </a:cubicBezTo>
                  <a:cubicBezTo>
                    <a:pt x="1430" y="2134"/>
                    <a:pt x="2763" y="2015"/>
                    <a:pt x="2811" y="1717"/>
                  </a:cubicBezTo>
                  <a:cubicBezTo>
                    <a:pt x="2826" y="1502"/>
                    <a:pt x="2571" y="1442"/>
                    <a:pt x="2281" y="1442"/>
                  </a:cubicBezTo>
                  <a:cubicBezTo>
                    <a:pt x="1913" y="1442"/>
                    <a:pt x="1489" y="1539"/>
                    <a:pt x="1489" y="1539"/>
                  </a:cubicBezTo>
                  <a:cubicBezTo>
                    <a:pt x="1489" y="1539"/>
                    <a:pt x="2418" y="1122"/>
                    <a:pt x="2358" y="777"/>
                  </a:cubicBezTo>
                  <a:cubicBezTo>
                    <a:pt x="2336" y="675"/>
                    <a:pt x="2183" y="632"/>
                    <a:pt x="1970" y="632"/>
                  </a:cubicBezTo>
                  <a:cubicBezTo>
                    <a:pt x="1735" y="632"/>
                    <a:pt x="1425" y="684"/>
                    <a:pt x="1132" y="765"/>
                  </a:cubicBezTo>
                  <a:cubicBezTo>
                    <a:pt x="1239" y="432"/>
                    <a:pt x="1322" y="39"/>
                    <a:pt x="1060" y="3"/>
                  </a:cubicBezTo>
                  <a:cubicBezTo>
                    <a:pt x="1050" y="2"/>
                    <a:pt x="1040" y="1"/>
                    <a:pt x="1030" y="1"/>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7" name="Google Shape;1087;p43"/>
          <p:cNvGrpSpPr/>
          <p:nvPr/>
        </p:nvGrpSpPr>
        <p:grpSpPr>
          <a:xfrm>
            <a:off x="8059489" y="4014524"/>
            <a:ext cx="1193736" cy="1179160"/>
            <a:chOff x="-2708900" y="3174350"/>
            <a:chExt cx="350100" cy="345825"/>
          </a:xfrm>
        </p:grpSpPr>
        <p:sp>
          <p:nvSpPr>
            <p:cNvPr id="1088" name="Google Shape;1088;p43"/>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43"/>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43"/>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43"/>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43"/>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43"/>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4" name="Google Shape;1094;p43"/>
          <p:cNvGrpSpPr/>
          <p:nvPr/>
        </p:nvGrpSpPr>
        <p:grpSpPr>
          <a:xfrm>
            <a:off x="5956040" y="3366405"/>
            <a:ext cx="656087" cy="648111"/>
            <a:chOff x="5624415" y="3404280"/>
            <a:chExt cx="656087" cy="648111"/>
          </a:xfrm>
        </p:grpSpPr>
        <p:grpSp>
          <p:nvGrpSpPr>
            <p:cNvPr id="1095" name="Google Shape;1095;p43"/>
            <p:cNvGrpSpPr/>
            <p:nvPr/>
          </p:nvGrpSpPr>
          <p:grpSpPr>
            <a:xfrm flipH="1">
              <a:off x="5624415" y="3404280"/>
              <a:ext cx="656087" cy="648111"/>
              <a:chOff x="-2708900" y="3174350"/>
              <a:chExt cx="350100" cy="345825"/>
            </a:xfrm>
          </p:grpSpPr>
          <p:sp>
            <p:nvSpPr>
              <p:cNvPr id="1096" name="Google Shape;1096;p43"/>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43"/>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43"/>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43"/>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43"/>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43"/>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102" name="Google Shape;1102;p43"/>
            <p:cNvCxnSpPr/>
            <p:nvPr/>
          </p:nvCxnSpPr>
          <p:spPr>
            <a:xfrm>
              <a:off x="5679725" y="4047784"/>
              <a:ext cx="507900" cy="0"/>
            </a:xfrm>
            <a:prstGeom prst="straightConnector1">
              <a:avLst/>
            </a:prstGeom>
            <a:noFill/>
            <a:ln w="9525" cap="flat" cmpd="sng">
              <a:solidFill>
                <a:schemeClr val="dk1"/>
              </a:solidFill>
              <a:prstDash val="solid"/>
              <a:round/>
              <a:headEnd type="none" w="med" len="med"/>
              <a:tailEnd type="none" w="med" len="med"/>
            </a:ln>
          </p:spPr>
        </p:cxnSp>
      </p:grpSp>
      <p:sp>
        <p:nvSpPr>
          <p:cNvPr id="1103" name="Google Shape;1103;p43"/>
          <p:cNvSpPr/>
          <p:nvPr/>
        </p:nvSpPr>
        <p:spPr>
          <a:xfrm rot="3372310">
            <a:off x="7683901" y="1025359"/>
            <a:ext cx="448776" cy="457272"/>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43"/>
          <p:cNvSpPr/>
          <p:nvPr/>
        </p:nvSpPr>
        <p:spPr>
          <a:xfrm rot="-331105">
            <a:off x="7205784" y="1304289"/>
            <a:ext cx="279032" cy="284311"/>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5" name="Google Shape;1105;p43"/>
          <p:cNvGrpSpPr/>
          <p:nvPr/>
        </p:nvGrpSpPr>
        <p:grpSpPr>
          <a:xfrm>
            <a:off x="268075" y="2457449"/>
            <a:ext cx="1559508" cy="1417699"/>
            <a:chOff x="6494019" y="-137261"/>
            <a:chExt cx="2116596" cy="1924130"/>
          </a:xfrm>
        </p:grpSpPr>
        <p:sp>
          <p:nvSpPr>
            <p:cNvPr id="1106" name="Google Shape;1106;p43"/>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43"/>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08" name="Google Shape;1108;p43"/>
          <p:cNvSpPr/>
          <p:nvPr/>
        </p:nvSpPr>
        <p:spPr>
          <a:xfrm>
            <a:off x="2720225" y="3875138"/>
            <a:ext cx="280153" cy="300952"/>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43"/>
          <p:cNvSpPr/>
          <p:nvPr/>
        </p:nvSpPr>
        <p:spPr>
          <a:xfrm>
            <a:off x="6501650" y="491213"/>
            <a:ext cx="280153" cy="300952"/>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grpSp>
        <p:nvGrpSpPr>
          <p:cNvPr id="1114" name="Google Shape;1114;p44"/>
          <p:cNvGrpSpPr/>
          <p:nvPr/>
        </p:nvGrpSpPr>
        <p:grpSpPr>
          <a:xfrm>
            <a:off x="742979" y="-358481"/>
            <a:ext cx="7425250" cy="5200500"/>
            <a:chOff x="684000" y="-310300"/>
            <a:chExt cx="7425250" cy="5200500"/>
          </a:xfrm>
        </p:grpSpPr>
        <p:sp>
          <p:nvSpPr>
            <p:cNvPr id="1115" name="Google Shape;1115;p44"/>
            <p:cNvSpPr/>
            <p:nvPr/>
          </p:nvSpPr>
          <p:spPr>
            <a:xfrm>
              <a:off x="2908750" y="-310300"/>
              <a:ext cx="5200500" cy="52005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4"/>
            <p:cNvSpPr/>
            <p:nvPr/>
          </p:nvSpPr>
          <p:spPr>
            <a:xfrm>
              <a:off x="684000" y="278550"/>
              <a:ext cx="4233300" cy="4233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7" name="Google Shape;1117;p44"/>
          <p:cNvSpPr txBox="1">
            <a:spLocks noGrp="1"/>
          </p:cNvSpPr>
          <p:nvPr>
            <p:ph type="title"/>
          </p:nvPr>
        </p:nvSpPr>
        <p:spPr>
          <a:xfrm>
            <a:off x="1758798" y="896080"/>
            <a:ext cx="6543375" cy="73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Understand Your Audience</a:t>
            </a:r>
            <a:endParaRPr dirty="0"/>
          </a:p>
        </p:txBody>
      </p:sp>
      <p:sp>
        <p:nvSpPr>
          <p:cNvPr id="1118" name="Google Shape;1118;p44"/>
          <p:cNvSpPr txBox="1">
            <a:spLocks noGrp="1"/>
          </p:cNvSpPr>
          <p:nvPr>
            <p:ph type="body" idx="1"/>
          </p:nvPr>
        </p:nvSpPr>
        <p:spPr>
          <a:xfrm>
            <a:off x="1758798" y="1434355"/>
            <a:ext cx="5581200" cy="2829554"/>
          </a:xfrm>
          <a:prstGeom prst="rect">
            <a:avLst/>
          </a:prstGeom>
        </p:spPr>
        <p:txBody>
          <a:bodyPr spcFirstLastPara="1" wrap="square" lIns="91425" tIns="91425" rIns="91425" bIns="91425" anchor="t" anchorCtr="0">
            <a:noAutofit/>
          </a:bodyPr>
          <a:lstStyle/>
          <a:p>
            <a:pPr marL="165100" indent="0" algn="l">
              <a:buNone/>
            </a:pPr>
            <a:r>
              <a:rPr lang="en-GB" b="1" dirty="0">
                <a:solidFill>
                  <a:schemeClr val="dk1"/>
                </a:solidFill>
              </a:rPr>
              <a:t>Research and Segmentation:</a:t>
            </a:r>
          </a:p>
          <a:p>
            <a:pPr algn="l">
              <a:buFont typeface="Arial" panose="020B0604020202020204" pitchFamily="34" charset="0"/>
              <a:buChar char="•"/>
            </a:pPr>
            <a:r>
              <a:rPr lang="en-GB" b="1" dirty="0">
                <a:solidFill>
                  <a:schemeClr val="dk1"/>
                </a:solidFill>
              </a:rPr>
              <a:t>Demographics:</a:t>
            </a:r>
            <a:r>
              <a:rPr lang="en-GB" dirty="0">
                <a:solidFill>
                  <a:schemeClr val="dk1"/>
                </a:solidFill>
              </a:rPr>
              <a:t> Gather detailed demographic data to understand the age range, interests, and technology comfort level of your target audience.</a:t>
            </a:r>
          </a:p>
          <a:p>
            <a:pPr algn="l">
              <a:buFont typeface="Arial" panose="020B0604020202020204" pitchFamily="34" charset="0"/>
              <a:buChar char="•"/>
            </a:pPr>
            <a:r>
              <a:rPr lang="en-GB" b="1" dirty="0">
                <a:solidFill>
                  <a:schemeClr val="dk1"/>
                </a:solidFill>
              </a:rPr>
              <a:t>Personas:</a:t>
            </a:r>
            <a:r>
              <a:rPr lang="en-GB" dirty="0">
                <a:solidFill>
                  <a:schemeClr val="dk1"/>
                </a:solidFill>
              </a:rPr>
              <a:t> Create detailed user personas to tailor your content and marketing efforts.</a:t>
            </a:r>
          </a:p>
          <a:p>
            <a:pPr marL="165100" indent="0" algn="l">
              <a:buNone/>
            </a:pPr>
            <a:r>
              <a:rPr lang="en-GB" b="1" dirty="0">
                <a:solidFill>
                  <a:schemeClr val="dk1"/>
                </a:solidFill>
              </a:rPr>
              <a:t>Feedback Mechanisms:</a:t>
            </a:r>
          </a:p>
          <a:p>
            <a:pPr algn="l">
              <a:buFont typeface="Arial" panose="020B0604020202020204" pitchFamily="34" charset="0"/>
              <a:buChar char="•"/>
            </a:pPr>
            <a:r>
              <a:rPr lang="en-GB" b="1" dirty="0">
                <a:solidFill>
                  <a:schemeClr val="dk1"/>
                </a:solidFill>
              </a:rPr>
              <a:t>Surveys and Polls: </a:t>
            </a:r>
            <a:r>
              <a:rPr lang="en-GB" dirty="0">
                <a:solidFill>
                  <a:schemeClr val="dk1"/>
                </a:solidFill>
              </a:rPr>
              <a:t>Conduct surveys to gather insights on user </a:t>
            </a:r>
            <a:r>
              <a:rPr lang="en-GB" dirty="0">
                <a:solidFill>
                  <a:schemeClr val="dk1"/>
                </a:solidFill>
                <a:highlight>
                  <a:srgbClr val="FFFF00"/>
                </a:highlight>
              </a:rPr>
              <a:t>preferences and needs.</a:t>
            </a:r>
          </a:p>
          <a:p>
            <a:pPr algn="l">
              <a:buFont typeface="Arial" panose="020B0604020202020204" pitchFamily="34" charset="0"/>
              <a:buChar char="•"/>
            </a:pPr>
            <a:r>
              <a:rPr lang="en-GB" b="1" dirty="0">
                <a:solidFill>
                  <a:schemeClr val="dk1"/>
                </a:solidFill>
              </a:rPr>
              <a:t>Focus Groups: </a:t>
            </a:r>
            <a:r>
              <a:rPr lang="en-GB" dirty="0">
                <a:solidFill>
                  <a:schemeClr val="dk1"/>
                </a:solidFill>
              </a:rPr>
              <a:t>Organize focus groups to dive deeper into the specific desires and pain points of grandparents.</a:t>
            </a:r>
          </a:p>
          <a:p>
            <a:pPr marL="0" lvl="0" indent="0" algn="l" rtl="0">
              <a:spcBef>
                <a:spcPts val="0"/>
              </a:spcBef>
              <a:spcAft>
                <a:spcPts val="0"/>
              </a:spcAft>
              <a:buNone/>
            </a:pPr>
            <a:endParaRPr dirty="0">
              <a:solidFill>
                <a:schemeClr val="dk1"/>
              </a:solidFill>
            </a:endParaRPr>
          </a:p>
        </p:txBody>
      </p:sp>
      <p:sp>
        <p:nvSpPr>
          <p:cNvPr id="1119" name="Google Shape;1119;p44"/>
          <p:cNvSpPr/>
          <p:nvPr/>
        </p:nvSpPr>
        <p:spPr>
          <a:xfrm>
            <a:off x="765188" y="3898850"/>
            <a:ext cx="231195" cy="248348"/>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4"/>
          <p:cNvSpPr/>
          <p:nvPr/>
        </p:nvSpPr>
        <p:spPr>
          <a:xfrm rot="1436664">
            <a:off x="8147896" y="1870741"/>
            <a:ext cx="235986" cy="240421"/>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4"/>
          <p:cNvSpPr/>
          <p:nvPr/>
        </p:nvSpPr>
        <p:spPr>
          <a:xfrm rot="3698333">
            <a:off x="1389461" y="4484400"/>
            <a:ext cx="295353" cy="30094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4"/>
          <p:cNvSpPr/>
          <p:nvPr/>
        </p:nvSpPr>
        <p:spPr>
          <a:xfrm>
            <a:off x="5874461" y="3962975"/>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4"/>
          <p:cNvSpPr/>
          <p:nvPr/>
        </p:nvSpPr>
        <p:spPr>
          <a:xfrm>
            <a:off x="5441000" y="757185"/>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4"/>
          <p:cNvSpPr/>
          <p:nvPr/>
        </p:nvSpPr>
        <p:spPr>
          <a:xfrm>
            <a:off x="1163725" y="253807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5" name="Google Shape;1125;p44"/>
          <p:cNvGrpSpPr/>
          <p:nvPr/>
        </p:nvGrpSpPr>
        <p:grpSpPr>
          <a:xfrm>
            <a:off x="347725" y="584324"/>
            <a:ext cx="1255142" cy="1141009"/>
            <a:chOff x="6494019" y="-137261"/>
            <a:chExt cx="2116596" cy="1924130"/>
          </a:xfrm>
        </p:grpSpPr>
        <p:sp>
          <p:nvSpPr>
            <p:cNvPr id="1126" name="Google Shape;1126;p44"/>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4"/>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grpSp>
        <p:nvGrpSpPr>
          <p:cNvPr id="1114" name="Google Shape;1114;p44"/>
          <p:cNvGrpSpPr/>
          <p:nvPr/>
        </p:nvGrpSpPr>
        <p:grpSpPr>
          <a:xfrm>
            <a:off x="742979" y="-358481"/>
            <a:ext cx="7425250" cy="5200500"/>
            <a:chOff x="684000" y="-310300"/>
            <a:chExt cx="7425250" cy="5200500"/>
          </a:xfrm>
        </p:grpSpPr>
        <p:sp>
          <p:nvSpPr>
            <p:cNvPr id="1115" name="Google Shape;1115;p44"/>
            <p:cNvSpPr/>
            <p:nvPr/>
          </p:nvSpPr>
          <p:spPr>
            <a:xfrm>
              <a:off x="2908750" y="-310300"/>
              <a:ext cx="5200500" cy="52005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4"/>
            <p:cNvSpPr/>
            <p:nvPr/>
          </p:nvSpPr>
          <p:spPr>
            <a:xfrm>
              <a:off x="684000" y="278550"/>
              <a:ext cx="4233300" cy="4233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7" name="Google Shape;1117;p44"/>
          <p:cNvSpPr txBox="1">
            <a:spLocks noGrp="1"/>
          </p:cNvSpPr>
          <p:nvPr>
            <p:ph type="title"/>
          </p:nvPr>
        </p:nvSpPr>
        <p:spPr>
          <a:xfrm>
            <a:off x="1857646" y="636105"/>
            <a:ext cx="6543375" cy="738900"/>
          </a:xfrm>
          <a:prstGeom prst="rect">
            <a:avLst/>
          </a:prstGeom>
        </p:spPr>
        <p:txBody>
          <a:bodyPr spcFirstLastPara="1" wrap="square" lIns="91425" tIns="91425" rIns="91425" bIns="91425" anchor="t" anchorCtr="0">
            <a:noAutofit/>
          </a:bodyPr>
          <a:lstStyle/>
          <a:p>
            <a:r>
              <a:rPr lang="en-GB" b="1" i="0" dirty="0">
                <a:solidFill>
                  <a:srgbClr val="0D0D0D"/>
                </a:solidFill>
                <a:effectLst/>
                <a:highlight>
                  <a:srgbClr val="FFFFFF"/>
                </a:highlight>
                <a:latin typeface="ui-sans-serif"/>
              </a:rPr>
              <a:t>Offer Valuable Content</a:t>
            </a:r>
            <a:br>
              <a:rPr lang="en-GB" b="1" i="0" dirty="0">
                <a:solidFill>
                  <a:srgbClr val="0D0D0D"/>
                </a:solidFill>
                <a:effectLst/>
                <a:highlight>
                  <a:srgbClr val="FFFFFF"/>
                </a:highlight>
                <a:latin typeface="ui-sans-serif"/>
              </a:rPr>
            </a:br>
            <a:endParaRPr dirty="0"/>
          </a:p>
        </p:txBody>
      </p:sp>
      <p:sp>
        <p:nvSpPr>
          <p:cNvPr id="1118" name="Google Shape;1118;p44"/>
          <p:cNvSpPr txBox="1">
            <a:spLocks noGrp="1"/>
          </p:cNvSpPr>
          <p:nvPr>
            <p:ph type="body" idx="1"/>
          </p:nvPr>
        </p:nvSpPr>
        <p:spPr>
          <a:xfrm>
            <a:off x="1763116" y="1193469"/>
            <a:ext cx="5901334" cy="3192845"/>
          </a:xfrm>
          <a:prstGeom prst="rect">
            <a:avLst/>
          </a:prstGeom>
        </p:spPr>
        <p:txBody>
          <a:bodyPr spcFirstLastPara="1" wrap="square" lIns="91425" tIns="91425" rIns="91425" bIns="91425" anchor="t" anchorCtr="0">
            <a:noAutofit/>
          </a:bodyPr>
          <a:lstStyle/>
          <a:p>
            <a:pPr marL="165100" indent="0">
              <a:buNone/>
            </a:pPr>
            <a:r>
              <a:rPr lang="en-GB" b="1" dirty="0">
                <a:solidFill>
                  <a:schemeClr val="dk1"/>
                </a:solidFill>
              </a:rPr>
              <a:t>Relevant and Engaging Content:</a:t>
            </a:r>
          </a:p>
          <a:p>
            <a:pPr>
              <a:buFont typeface="Arial" panose="020B0604020202020204" pitchFamily="34" charset="0"/>
              <a:buChar char="•"/>
            </a:pPr>
            <a:r>
              <a:rPr lang="en-GB" b="1" dirty="0">
                <a:solidFill>
                  <a:schemeClr val="dk1"/>
                </a:solidFill>
              </a:rPr>
              <a:t>Health and Wellness: </a:t>
            </a:r>
            <a:r>
              <a:rPr lang="en-GB" dirty="0">
                <a:solidFill>
                  <a:schemeClr val="dk1"/>
                </a:solidFill>
              </a:rPr>
              <a:t>Provide content related to health, fitness, and mental wellness tailored to older adults.</a:t>
            </a:r>
          </a:p>
          <a:p>
            <a:pPr>
              <a:buFont typeface="Arial" panose="020B0604020202020204" pitchFamily="34" charset="0"/>
              <a:buChar char="•"/>
            </a:pPr>
            <a:r>
              <a:rPr lang="en-GB" b="1" dirty="0">
                <a:solidFill>
                  <a:schemeClr val="dk1"/>
                </a:solidFill>
              </a:rPr>
              <a:t>Hobbies and Interests: </a:t>
            </a:r>
            <a:r>
              <a:rPr lang="en-GB" dirty="0">
                <a:solidFill>
                  <a:schemeClr val="dk1"/>
                </a:solidFill>
              </a:rPr>
              <a:t>Include tutorials, articles, and videos on popular hobbies like gardening, knitting, and genealogy.</a:t>
            </a:r>
          </a:p>
          <a:p>
            <a:pPr>
              <a:buFont typeface="Arial" panose="020B0604020202020204" pitchFamily="34" charset="0"/>
              <a:buChar char="•"/>
            </a:pPr>
            <a:r>
              <a:rPr lang="en-GB" b="1" dirty="0">
                <a:solidFill>
                  <a:schemeClr val="dk1"/>
                </a:solidFill>
              </a:rPr>
              <a:t>Family Connection: </a:t>
            </a:r>
            <a:r>
              <a:rPr lang="en-GB" dirty="0">
                <a:solidFill>
                  <a:schemeClr val="dk1"/>
                </a:solidFill>
              </a:rPr>
              <a:t>Offer tools and resources to help </a:t>
            </a:r>
            <a:r>
              <a:rPr lang="en-GB" dirty="0">
                <a:solidFill>
                  <a:schemeClr val="dk1"/>
                </a:solidFill>
                <a:highlight>
                  <a:srgbClr val="FFFF00"/>
                </a:highlight>
              </a:rPr>
              <a:t>grandparents</a:t>
            </a:r>
            <a:r>
              <a:rPr lang="en-GB" dirty="0">
                <a:solidFill>
                  <a:schemeClr val="dk1"/>
                </a:solidFill>
              </a:rPr>
              <a:t> stay connected with their grandchildren, such as virtual storytelling sessions or tech tutorials.</a:t>
            </a:r>
          </a:p>
          <a:p>
            <a:pPr marL="165100" indent="0">
              <a:buNone/>
            </a:pPr>
            <a:r>
              <a:rPr lang="en-GB" b="1" dirty="0">
                <a:solidFill>
                  <a:schemeClr val="dk1"/>
                </a:solidFill>
              </a:rPr>
              <a:t>Exclusive Content:</a:t>
            </a:r>
          </a:p>
          <a:p>
            <a:pPr>
              <a:buFont typeface="Arial" panose="020B0604020202020204" pitchFamily="34" charset="0"/>
              <a:buChar char="•"/>
            </a:pPr>
            <a:r>
              <a:rPr lang="en-GB" b="1" dirty="0">
                <a:solidFill>
                  <a:schemeClr val="dk1"/>
                </a:solidFill>
              </a:rPr>
              <a:t>Premium Articles and Videos: </a:t>
            </a:r>
            <a:r>
              <a:rPr lang="en-GB" dirty="0">
                <a:solidFill>
                  <a:schemeClr val="dk1"/>
                </a:solidFill>
              </a:rPr>
              <a:t>Create exclusive content that is accessible only to subscribers.</a:t>
            </a:r>
          </a:p>
          <a:p>
            <a:pPr>
              <a:buFont typeface="Arial" panose="020B0604020202020204" pitchFamily="34" charset="0"/>
              <a:buChar char="•"/>
            </a:pPr>
            <a:r>
              <a:rPr lang="en-GB" b="1" dirty="0">
                <a:solidFill>
                  <a:schemeClr val="dk1"/>
                </a:solidFill>
              </a:rPr>
              <a:t>Virtual Events:</a:t>
            </a:r>
            <a:r>
              <a:rPr lang="en-GB" dirty="0">
                <a:solidFill>
                  <a:schemeClr val="dk1"/>
                </a:solidFill>
              </a:rPr>
              <a:t> Host subscriber-only webinars, workshops, and virtual social gatherings.</a:t>
            </a:r>
          </a:p>
          <a:p>
            <a:pPr marL="0" lvl="0" indent="0" algn="l" rtl="0">
              <a:spcBef>
                <a:spcPts val="0"/>
              </a:spcBef>
              <a:spcAft>
                <a:spcPts val="0"/>
              </a:spcAft>
              <a:buNone/>
            </a:pPr>
            <a:endParaRPr dirty="0">
              <a:solidFill>
                <a:schemeClr val="dk1"/>
              </a:solidFill>
              <a:latin typeface="ui-sans-serif"/>
            </a:endParaRPr>
          </a:p>
        </p:txBody>
      </p:sp>
      <p:sp>
        <p:nvSpPr>
          <p:cNvPr id="1119" name="Google Shape;1119;p44"/>
          <p:cNvSpPr/>
          <p:nvPr/>
        </p:nvSpPr>
        <p:spPr>
          <a:xfrm>
            <a:off x="765188" y="3898850"/>
            <a:ext cx="231195" cy="248348"/>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4"/>
          <p:cNvSpPr/>
          <p:nvPr/>
        </p:nvSpPr>
        <p:spPr>
          <a:xfrm rot="1436664">
            <a:off x="8147896" y="1870741"/>
            <a:ext cx="235986" cy="240421"/>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4"/>
          <p:cNvSpPr/>
          <p:nvPr/>
        </p:nvSpPr>
        <p:spPr>
          <a:xfrm rot="3698333">
            <a:off x="1389461" y="4484400"/>
            <a:ext cx="295353" cy="30094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4"/>
          <p:cNvSpPr/>
          <p:nvPr/>
        </p:nvSpPr>
        <p:spPr>
          <a:xfrm>
            <a:off x="5874461" y="3962975"/>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4"/>
          <p:cNvSpPr/>
          <p:nvPr/>
        </p:nvSpPr>
        <p:spPr>
          <a:xfrm>
            <a:off x="5441000" y="757185"/>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4"/>
          <p:cNvSpPr/>
          <p:nvPr/>
        </p:nvSpPr>
        <p:spPr>
          <a:xfrm>
            <a:off x="1163725" y="253807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5" name="Google Shape;1125;p44"/>
          <p:cNvGrpSpPr/>
          <p:nvPr/>
        </p:nvGrpSpPr>
        <p:grpSpPr>
          <a:xfrm>
            <a:off x="347725" y="584324"/>
            <a:ext cx="1255142" cy="1141009"/>
            <a:chOff x="6494019" y="-137261"/>
            <a:chExt cx="2116596" cy="1924130"/>
          </a:xfrm>
        </p:grpSpPr>
        <p:sp>
          <p:nvSpPr>
            <p:cNvPr id="1126" name="Google Shape;1126;p44"/>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4"/>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8950325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grpSp>
        <p:nvGrpSpPr>
          <p:cNvPr id="1114" name="Google Shape;1114;p44"/>
          <p:cNvGrpSpPr/>
          <p:nvPr/>
        </p:nvGrpSpPr>
        <p:grpSpPr>
          <a:xfrm>
            <a:off x="742979" y="-358481"/>
            <a:ext cx="7425250" cy="5200500"/>
            <a:chOff x="684000" y="-310300"/>
            <a:chExt cx="7425250" cy="5200500"/>
          </a:xfrm>
        </p:grpSpPr>
        <p:sp>
          <p:nvSpPr>
            <p:cNvPr id="1115" name="Google Shape;1115;p44"/>
            <p:cNvSpPr/>
            <p:nvPr/>
          </p:nvSpPr>
          <p:spPr>
            <a:xfrm>
              <a:off x="2908750" y="-310300"/>
              <a:ext cx="5200500" cy="52005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4"/>
            <p:cNvSpPr/>
            <p:nvPr/>
          </p:nvSpPr>
          <p:spPr>
            <a:xfrm>
              <a:off x="684000" y="278550"/>
              <a:ext cx="4233300" cy="4233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7" name="Google Shape;1117;p44"/>
          <p:cNvSpPr txBox="1">
            <a:spLocks noGrp="1"/>
          </p:cNvSpPr>
          <p:nvPr>
            <p:ph type="title"/>
          </p:nvPr>
        </p:nvSpPr>
        <p:spPr>
          <a:xfrm>
            <a:off x="1857646" y="636105"/>
            <a:ext cx="6543375" cy="738900"/>
          </a:xfrm>
          <a:prstGeom prst="rect">
            <a:avLst/>
          </a:prstGeom>
        </p:spPr>
        <p:txBody>
          <a:bodyPr spcFirstLastPara="1" wrap="square" lIns="91425" tIns="91425" rIns="91425" bIns="91425" anchor="t" anchorCtr="0">
            <a:noAutofit/>
          </a:bodyPr>
          <a:lstStyle/>
          <a:p>
            <a:r>
              <a:rPr lang="en-GB" dirty="0"/>
              <a:t>Enhance User Experience</a:t>
            </a:r>
            <a:br>
              <a:rPr lang="en-GB" b="1" i="0" dirty="0">
                <a:solidFill>
                  <a:srgbClr val="0D0D0D"/>
                </a:solidFill>
                <a:effectLst/>
                <a:highlight>
                  <a:srgbClr val="FFFFFF"/>
                </a:highlight>
                <a:latin typeface="ui-sans-serif"/>
              </a:rPr>
            </a:br>
            <a:endParaRPr dirty="0"/>
          </a:p>
        </p:txBody>
      </p:sp>
      <p:sp>
        <p:nvSpPr>
          <p:cNvPr id="1118" name="Google Shape;1118;p44"/>
          <p:cNvSpPr txBox="1">
            <a:spLocks noGrp="1"/>
          </p:cNvSpPr>
          <p:nvPr>
            <p:ph type="body" idx="1"/>
          </p:nvPr>
        </p:nvSpPr>
        <p:spPr>
          <a:xfrm>
            <a:off x="1763116" y="1240596"/>
            <a:ext cx="5901334" cy="3192845"/>
          </a:xfrm>
          <a:prstGeom prst="rect">
            <a:avLst/>
          </a:prstGeom>
        </p:spPr>
        <p:txBody>
          <a:bodyPr spcFirstLastPara="1" wrap="square" lIns="91425" tIns="91425" rIns="91425" bIns="91425" anchor="t" anchorCtr="0">
            <a:noAutofit/>
          </a:bodyPr>
          <a:lstStyle/>
          <a:p>
            <a:pPr marL="165100" indent="0">
              <a:buNone/>
            </a:pPr>
            <a:r>
              <a:rPr lang="en-GB" b="1" dirty="0">
                <a:solidFill>
                  <a:schemeClr val="dk1"/>
                </a:solidFill>
              </a:rPr>
              <a:t>User-Friendly Interface:</a:t>
            </a:r>
          </a:p>
          <a:p>
            <a:pPr>
              <a:buFont typeface="Arial" panose="020B0604020202020204" pitchFamily="34" charset="0"/>
              <a:buChar char="•"/>
            </a:pPr>
            <a:r>
              <a:rPr lang="en-GB" b="1" dirty="0">
                <a:solidFill>
                  <a:schemeClr val="dk1"/>
                </a:solidFill>
              </a:rPr>
              <a:t>Simplified Navigation: </a:t>
            </a:r>
            <a:r>
              <a:rPr lang="en-GB" dirty="0">
                <a:solidFill>
                  <a:schemeClr val="dk1"/>
                </a:solidFill>
              </a:rPr>
              <a:t>Design a straightforward, easy-to-navigate interface with clear instructions.</a:t>
            </a:r>
          </a:p>
          <a:p>
            <a:pPr>
              <a:buFont typeface="Arial" panose="020B0604020202020204" pitchFamily="34" charset="0"/>
              <a:buChar char="•"/>
            </a:pPr>
            <a:r>
              <a:rPr lang="en-GB" b="1" dirty="0">
                <a:solidFill>
                  <a:schemeClr val="dk1"/>
                </a:solidFill>
              </a:rPr>
              <a:t>Accessibility Features: </a:t>
            </a:r>
            <a:r>
              <a:rPr lang="en-GB" dirty="0">
                <a:solidFill>
                  <a:schemeClr val="dk1"/>
                </a:solidFill>
              </a:rPr>
              <a:t>Ensure the platform is accessible, including larger fonts, high-contrast options, and voice-guided navigation.</a:t>
            </a:r>
          </a:p>
          <a:p>
            <a:pPr marL="165100" indent="0">
              <a:buNone/>
            </a:pPr>
            <a:r>
              <a:rPr lang="en-GB" b="1" dirty="0">
                <a:solidFill>
                  <a:schemeClr val="dk1"/>
                </a:solidFill>
              </a:rPr>
              <a:t>Personalization:</a:t>
            </a:r>
          </a:p>
          <a:p>
            <a:pPr>
              <a:buFont typeface="Arial" panose="020B0604020202020204" pitchFamily="34" charset="0"/>
              <a:buChar char="•"/>
            </a:pPr>
            <a:r>
              <a:rPr lang="en-GB" b="1" dirty="0">
                <a:solidFill>
                  <a:schemeClr val="dk1"/>
                </a:solidFill>
              </a:rPr>
              <a:t>Customized Recommendations: </a:t>
            </a:r>
            <a:r>
              <a:rPr lang="en-GB" dirty="0">
                <a:solidFill>
                  <a:schemeClr val="dk1"/>
                </a:solidFill>
                <a:highlight>
                  <a:srgbClr val="FFFF00"/>
                </a:highlight>
              </a:rPr>
              <a:t>Use algorithms </a:t>
            </a:r>
            <a:r>
              <a:rPr lang="en-GB" dirty="0">
                <a:solidFill>
                  <a:schemeClr val="dk1"/>
                </a:solidFill>
              </a:rPr>
              <a:t>to recommend content based on user preferences and past interactions.</a:t>
            </a:r>
          </a:p>
          <a:p>
            <a:pPr>
              <a:buFont typeface="Arial" panose="020B0604020202020204" pitchFamily="34" charset="0"/>
              <a:buChar char="•"/>
            </a:pPr>
            <a:r>
              <a:rPr lang="en-GB" b="1" dirty="0">
                <a:solidFill>
                  <a:schemeClr val="dk1"/>
                </a:solidFill>
              </a:rPr>
              <a:t>Personalized Emails and mails: </a:t>
            </a:r>
            <a:r>
              <a:rPr lang="en-GB" dirty="0">
                <a:solidFill>
                  <a:schemeClr val="dk1"/>
                </a:solidFill>
              </a:rPr>
              <a:t>Send personalized newsletters and updates highlighting relevant new content and events.</a:t>
            </a:r>
          </a:p>
          <a:p>
            <a:pPr marL="0" lvl="0" indent="0" algn="l" rtl="0">
              <a:spcBef>
                <a:spcPts val="0"/>
              </a:spcBef>
              <a:spcAft>
                <a:spcPts val="0"/>
              </a:spcAft>
              <a:buNone/>
            </a:pPr>
            <a:endParaRPr dirty="0">
              <a:solidFill>
                <a:schemeClr val="dk1"/>
              </a:solidFill>
              <a:latin typeface="ui-sans-serif"/>
            </a:endParaRPr>
          </a:p>
        </p:txBody>
      </p:sp>
      <p:sp>
        <p:nvSpPr>
          <p:cNvPr id="1119" name="Google Shape;1119;p44"/>
          <p:cNvSpPr/>
          <p:nvPr/>
        </p:nvSpPr>
        <p:spPr>
          <a:xfrm>
            <a:off x="765188" y="3898850"/>
            <a:ext cx="231195" cy="248348"/>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4"/>
          <p:cNvSpPr/>
          <p:nvPr/>
        </p:nvSpPr>
        <p:spPr>
          <a:xfrm rot="1436664">
            <a:off x="8147896" y="1870741"/>
            <a:ext cx="235986" cy="240421"/>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4"/>
          <p:cNvSpPr/>
          <p:nvPr/>
        </p:nvSpPr>
        <p:spPr>
          <a:xfrm rot="3698333">
            <a:off x="1389461" y="4484400"/>
            <a:ext cx="295353" cy="30094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4"/>
          <p:cNvSpPr/>
          <p:nvPr/>
        </p:nvSpPr>
        <p:spPr>
          <a:xfrm>
            <a:off x="5874461" y="3962975"/>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4"/>
          <p:cNvSpPr/>
          <p:nvPr/>
        </p:nvSpPr>
        <p:spPr>
          <a:xfrm>
            <a:off x="5441000" y="757185"/>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4"/>
          <p:cNvSpPr/>
          <p:nvPr/>
        </p:nvSpPr>
        <p:spPr>
          <a:xfrm>
            <a:off x="1163725" y="253807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5" name="Google Shape;1125;p44"/>
          <p:cNvGrpSpPr/>
          <p:nvPr/>
        </p:nvGrpSpPr>
        <p:grpSpPr>
          <a:xfrm>
            <a:off x="347725" y="584324"/>
            <a:ext cx="1255142" cy="1141009"/>
            <a:chOff x="6494019" y="-137261"/>
            <a:chExt cx="2116596" cy="1924130"/>
          </a:xfrm>
        </p:grpSpPr>
        <p:sp>
          <p:nvSpPr>
            <p:cNvPr id="1126" name="Google Shape;1126;p44"/>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4"/>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5194336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grpSp>
        <p:nvGrpSpPr>
          <p:cNvPr id="1114" name="Google Shape;1114;p44"/>
          <p:cNvGrpSpPr/>
          <p:nvPr/>
        </p:nvGrpSpPr>
        <p:grpSpPr>
          <a:xfrm>
            <a:off x="742979" y="-358481"/>
            <a:ext cx="7425250" cy="5200500"/>
            <a:chOff x="684000" y="-310300"/>
            <a:chExt cx="7425250" cy="5200500"/>
          </a:xfrm>
        </p:grpSpPr>
        <p:sp>
          <p:nvSpPr>
            <p:cNvPr id="1115" name="Google Shape;1115;p44"/>
            <p:cNvSpPr/>
            <p:nvPr/>
          </p:nvSpPr>
          <p:spPr>
            <a:xfrm>
              <a:off x="2908750" y="-310300"/>
              <a:ext cx="5200500" cy="52005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4"/>
            <p:cNvSpPr/>
            <p:nvPr/>
          </p:nvSpPr>
          <p:spPr>
            <a:xfrm>
              <a:off x="684000" y="278550"/>
              <a:ext cx="4233300" cy="4233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7" name="Google Shape;1117;p44"/>
          <p:cNvSpPr txBox="1">
            <a:spLocks noGrp="1"/>
          </p:cNvSpPr>
          <p:nvPr>
            <p:ph type="title"/>
          </p:nvPr>
        </p:nvSpPr>
        <p:spPr>
          <a:xfrm>
            <a:off x="1275498" y="346475"/>
            <a:ext cx="6833765" cy="717144"/>
          </a:xfrm>
          <a:prstGeom prst="rect">
            <a:avLst/>
          </a:prstGeom>
        </p:spPr>
        <p:txBody>
          <a:bodyPr spcFirstLastPara="1" wrap="square" lIns="91425" tIns="91425" rIns="91425" bIns="91425" anchor="t" anchorCtr="0">
            <a:noAutofit/>
          </a:bodyPr>
          <a:lstStyle/>
          <a:p>
            <a:r>
              <a:rPr lang="en-GB" dirty="0"/>
              <a:t>Effective Marketing Strategies</a:t>
            </a:r>
            <a:br>
              <a:rPr lang="en-GB" b="1" i="0" dirty="0">
                <a:solidFill>
                  <a:srgbClr val="0D0D0D"/>
                </a:solidFill>
                <a:effectLst/>
                <a:highlight>
                  <a:srgbClr val="FFFFFF"/>
                </a:highlight>
                <a:latin typeface="ui-sans-serif"/>
              </a:rPr>
            </a:br>
            <a:endParaRPr dirty="0"/>
          </a:p>
        </p:txBody>
      </p:sp>
      <p:sp>
        <p:nvSpPr>
          <p:cNvPr id="1118" name="Google Shape;1118;p44"/>
          <p:cNvSpPr txBox="1">
            <a:spLocks noGrp="1"/>
          </p:cNvSpPr>
          <p:nvPr>
            <p:ph type="body" idx="1"/>
          </p:nvPr>
        </p:nvSpPr>
        <p:spPr>
          <a:xfrm>
            <a:off x="1741713" y="1112632"/>
            <a:ext cx="5901334" cy="3192845"/>
          </a:xfrm>
          <a:prstGeom prst="rect">
            <a:avLst/>
          </a:prstGeom>
        </p:spPr>
        <p:txBody>
          <a:bodyPr spcFirstLastPara="1" wrap="square" lIns="91425" tIns="91425" rIns="91425" bIns="91425" anchor="t" anchorCtr="0">
            <a:noAutofit/>
          </a:bodyPr>
          <a:lstStyle/>
          <a:p>
            <a:pPr marL="165100" indent="0">
              <a:buNone/>
            </a:pPr>
            <a:r>
              <a:rPr lang="en-GB" b="1" dirty="0">
                <a:solidFill>
                  <a:schemeClr val="dk1"/>
                </a:solidFill>
              </a:rPr>
              <a:t>Targeted Advertising:</a:t>
            </a:r>
          </a:p>
          <a:p>
            <a:pPr>
              <a:buFont typeface="Arial" panose="020B0604020202020204" pitchFamily="34" charset="0"/>
              <a:buChar char="•"/>
            </a:pPr>
            <a:r>
              <a:rPr lang="en-GB" b="1" dirty="0">
                <a:solidFill>
                  <a:schemeClr val="dk1"/>
                </a:solidFill>
              </a:rPr>
              <a:t>Social Media Campaigns: </a:t>
            </a:r>
            <a:r>
              <a:rPr lang="en-GB" dirty="0">
                <a:solidFill>
                  <a:schemeClr val="dk1"/>
                </a:solidFill>
              </a:rPr>
              <a:t>Utilize platforms like Facebook, which have a significant </a:t>
            </a:r>
            <a:r>
              <a:rPr lang="en-GB" b="1" dirty="0">
                <a:solidFill>
                  <a:schemeClr val="dk1"/>
                </a:solidFill>
                <a:highlight>
                  <a:srgbClr val="FFFF00"/>
                </a:highlight>
              </a:rPr>
              <a:t>older adult user base</a:t>
            </a:r>
            <a:r>
              <a:rPr lang="en-GB" dirty="0">
                <a:solidFill>
                  <a:schemeClr val="dk1"/>
                </a:solidFill>
              </a:rPr>
              <a:t>, for targeted advertising.</a:t>
            </a:r>
          </a:p>
          <a:p>
            <a:pPr>
              <a:buFont typeface="Arial" panose="020B0604020202020204" pitchFamily="34" charset="0"/>
              <a:buChar char="•"/>
            </a:pPr>
            <a:r>
              <a:rPr lang="en-GB" b="1" dirty="0">
                <a:solidFill>
                  <a:schemeClr val="dk1"/>
                </a:solidFill>
              </a:rPr>
              <a:t>Influencer Partnerships: </a:t>
            </a:r>
            <a:r>
              <a:rPr lang="en-GB" dirty="0">
                <a:solidFill>
                  <a:schemeClr val="dk1"/>
                </a:solidFill>
              </a:rPr>
              <a:t>Collaborate with influencers who are popular among the senior demographic.</a:t>
            </a:r>
          </a:p>
          <a:p>
            <a:pPr marL="165100" indent="0">
              <a:buNone/>
            </a:pPr>
            <a:endParaRPr lang="en-GB" dirty="0">
              <a:solidFill>
                <a:schemeClr val="dk1"/>
              </a:solidFill>
            </a:endParaRPr>
          </a:p>
          <a:p>
            <a:pPr marL="165100" indent="0">
              <a:buNone/>
            </a:pPr>
            <a:r>
              <a:rPr lang="en-GB" b="1" dirty="0">
                <a:solidFill>
                  <a:schemeClr val="dk1"/>
                </a:solidFill>
              </a:rPr>
              <a:t>Referral Programs:</a:t>
            </a:r>
          </a:p>
          <a:p>
            <a:pPr>
              <a:buFont typeface="Arial" panose="020B0604020202020204" pitchFamily="34" charset="0"/>
              <a:buChar char="•"/>
            </a:pPr>
            <a:r>
              <a:rPr lang="en-GB" b="1" dirty="0">
                <a:solidFill>
                  <a:schemeClr val="dk1"/>
                </a:solidFill>
              </a:rPr>
              <a:t>Incentives: </a:t>
            </a:r>
            <a:r>
              <a:rPr lang="en-GB" dirty="0">
                <a:solidFill>
                  <a:schemeClr val="dk1"/>
                </a:solidFill>
              </a:rPr>
              <a:t>Offer incentives for current users to refer friends and family, such as discounts or free months of subscription.</a:t>
            </a:r>
          </a:p>
          <a:p>
            <a:pPr>
              <a:buFont typeface="Arial" panose="020B0604020202020204" pitchFamily="34" charset="0"/>
              <a:buChar char="•"/>
            </a:pPr>
            <a:r>
              <a:rPr lang="en-GB" b="1" dirty="0">
                <a:solidFill>
                  <a:schemeClr val="dk1"/>
                </a:solidFill>
              </a:rPr>
              <a:t>Easy Sharing: </a:t>
            </a:r>
            <a:r>
              <a:rPr lang="en-GB" dirty="0">
                <a:solidFill>
                  <a:schemeClr val="dk1"/>
                </a:solidFill>
              </a:rPr>
              <a:t>Provide easy-to-use referral tools within the platform.</a:t>
            </a:r>
          </a:p>
          <a:p>
            <a:pPr marL="0" lvl="0" indent="0" algn="l" rtl="0">
              <a:spcBef>
                <a:spcPts val="0"/>
              </a:spcBef>
              <a:spcAft>
                <a:spcPts val="0"/>
              </a:spcAft>
              <a:buNone/>
            </a:pPr>
            <a:endParaRPr dirty="0">
              <a:solidFill>
                <a:schemeClr val="dk1"/>
              </a:solidFill>
              <a:latin typeface="ui-sans-serif"/>
            </a:endParaRPr>
          </a:p>
        </p:txBody>
      </p:sp>
      <p:sp>
        <p:nvSpPr>
          <p:cNvPr id="1119" name="Google Shape;1119;p44"/>
          <p:cNvSpPr/>
          <p:nvPr/>
        </p:nvSpPr>
        <p:spPr>
          <a:xfrm>
            <a:off x="765188" y="3898850"/>
            <a:ext cx="231195" cy="248348"/>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4"/>
          <p:cNvSpPr/>
          <p:nvPr/>
        </p:nvSpPr>
        <p:spPr>
          <a:xfrm rot="1436664">
            <a:off x="8147896" y="1870741"/>
            <a:ext cx="235986" cy="240421"/>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4"/>
          <p:cNvSpPr/>
          <p:nvPr/>
        </p:nvSpPr>
        <p:spPr>
          <a:xfrm rot="3698333">
            <a:off x="1389461" y="4484400"/>
            <a:ext cx="295353" cy="30094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4"/>
          <p:cNvSpPr/>
          <p:nvPr/>
        </p:nvSpPr>
        <p:spPr>
          <a:xfrm>
            <a:off x="5874461" y="3962975"/>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4"/>
          <p:cNvSpPr/>
          <p:nvPr/>
        </p:nvSpPr>
        <p:spPr>
          <a:xfrm>
            <a:off x="5441000" y="757185"/>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4"/>
          <p:cNvSpPr/>
          <p:nvPr/>
        </p:nvSpPr>
        <p:spPr>
          <a:xfrm>
            <a:off x="1163725" y="253807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5" name="Google Shape;1125;p44"/>
          <p:cNvGrpSpPr/>
          <p:nvPr/>
        </p:nvGrpSpPr>
        <p:grpSpPr>
          <a:xfrm>
            <a:off x="278258" y="1172271"/>
            <a:ext cx="1255142" cy="1141009"/>
            <a:chOff x="6494019" y="-137261"/>
            <a:chExt cx="2116596" cy="1924130"/>
          </a:xfrm>
        </p:grpSpPr>
        <p:sp>
          <p:nvSpPr>
            <p:cNvPr id="1126" name="Google Shape;1126;p44"/>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4"/>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836457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grpSp>
        <p:nvGrpSpPr>
          <p:cNvPr id="1114" name="Google Shape;1114;p44"/>
          <p:cNvGrpSpPr/>
          <p:nvPr/>
        </p:nvGrpSpPr>
        <p:grpSpPr>
          <a:xfrm>
            <a:off x="742979" y="-358481"/>
            <a:ext cx="7425250" cy="5200500"/>
            <a:chOff x="684000" y="-310300"/>
            <a:chExt cx="7425250" cy="5200500"/>
          </a:xfrm>
        </p:grpSpPr>
        <p:sp>
          <p:nvSpPr>
            <p:cNvPr id="1115" name="Google Shape;1115;p44"/>
            <p:cNvSpPr/>
            <p:nvPr/>
          </p:nvSpPr>
          <p:spPr>
            <a:xfrm>
              <a:off x="2908750" y="-310300"/>
              <a:ext cx="5200500" cy="52005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4"/>
            <p:cNvSpPr/>
            <p:nvPr/>
          </p:nvSpPr>
          <p:spPr>
            <a:xfrm>
              <a:off x="684000" y="278550"/>
              <a:ext cx="4233300" cy="4233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7" name="Google Shape;1117;p44"/>
          <p:cNvSpPr txBox="1">
            <a:spLocks noGrp="1"/>
          </p:cNvSpPr>
          <p:nvPr>
            <p:ph type="title"/>
          </p:nvPr>
        </p:nvSpPr>
        <p:spPr>
          <a:xfrm>
            <a:off x="1101479" y="676509"/>
            <a:ext cx="7299542" cy="717144"/>
          </a:xfrm>
          <a:prstGeom prst="rect">
            <a:avLst/>
          </a:prstGeom>
        </p:spPr>
        <p:txBody>
          <a:bodyPr spcFirstLastPara="1" wrap="square" lIns="91425" tIns="91425" rIns="91425" bIns="91425" anchor="t" anchorCtr="0">
            <a:noAutofit/>
          </a:bodyPr>
          <a:lstStyle/>
          <a:p>
            <a:r>
              <a:rPr lang="en-GB" dirty="0"/>
              <a:t>Offer Free Trials and Discounts</a:t>
            </a:r>
            <a:br>
              <a:rPr lang="en-GB" b="1" i="0" dirty="0">
                <a:solidFill>
                  <a:srgbClr val="0D0D0D"/>
                </a:solidFill>
                <a:effectLst/>
                <a:highlight>
                  <a:srgbClr val="FFFFFF"/>
                </a:highlight>
                <a:latin typeface="ui-sans-serif"/>
              </a:rPr>
            </a:br>
            <a:endParaRPr dirty="0"/>
          </a:p>
        </p:txBody>
      </p:sp>
      <p:sp>
        <p:nvSpPr>
          <p:cNvPr id="1118" name="Google Shape;1118;p44"/>
          <p:cNvSpPr txBox="1">
            <a:spLocks noGrp="1"/>
          </p:cNvSpPr>
          <p:nvPr>
            <p:ph type="body" idx="1"/>
          </p:nvPr>
        </p:nvSpPr>
        <p:spPr>
          <a:xfrm>
            <a:off x="1715717" y="1370207"/>
            <a:ext cx="5901334" cy="3192845"/>
          </a:xfrm>
          <a:prstGeom prst="rect">
            <a:avLst/>
          </a:prstGeom>
        </p:spPr>
        <p:txBody>
          <a:bodyPr spcFirstLastPara="1" wrap="square" lIns="91425" tIns="91425" rIns="91425" bIns="91425" anchor="t" anchorCtr="0">
            <a:noAutofit/>
          </a:bodyPr>
          <a:lstStyle/>
          <a:p>
            <a:pPr marL="165100" indent="0">
              <a:buNone/>
            </a:pPr>
            <a:r>
              <a:rPr lang="en-GB" b="1" dirty="0"/>
              <a:t>Free Trials:</a:t>
            </a:r>
            <a:endParaRPr lang="en-GB" dirty="0"/>
          </a:p>
          <a:p>
            <a:r>
              <a:rPr lang="en-GB" b="1" dirty="0"/>
              <a:t>Limited-Time Access:</a:t>
            </a:r>
            <a:r>
              <a:rPr lang="en-GB" dirty="0"/>
              <a:t> Provide </a:t>
            </a:r>
            <a:r>
              <a:rPr lang="en-GB" dirty="0">
                <a:highlight>
                  <a:srgbClr val="FFFF00"/>
                </a:highlight>
              </a:rPr>
              <a:t>a free trial period </a:t>
            </a:r>
            <a:r>
              <a:rPr lang="en-GB" dirty="0"/>
              <a:t>to allow potential subscribers to experience the value of the platform without commitment.</a:t>
            </a:r>
          </a:p>
          <a:p>
            <a:r>
              <a:rPr lang="en-GB" b="1" dirty="0"/>
              <a:t>Special Features:</a:t>
            </a:r>
            <a:r>
              <a:rPr lang="en-GB" dirty="0"/>
              <a:t> Highlight </a:t>
            </a:r>
            <a:r>
              <a:rPr lang="en-GB" dirty="0">
                <a:highlight>
                  <a:srgbClr val="FFFF00"/>
                </a:highlight>
              </a:rPr>
              <a:t>special features </a:t>
            </a:r>
            <a:r>
              <a:rPr lang="en-GB" dirty="0"/>
              <a:t>and content available during the trial to entice users to subscribe.</a:t>
            </a:r>
          </a:p>
          <a:p>
            <a:endParaRPr lang="en-GB" dirty="0"/>
          </a:p>
          <a:p>
            <a:pPr marL="165100" indent="0">
              <a:buNone/>
            </a:pPr>
            <a:r>
              <a:rPr lang="en-GB" b="1" dirty="0"/>
              <a:t>Discounts:</a:t>
            </a:r>
            <a:endParaRPr lang="en-GB" dirty="0"/>
          </a:p>
          <a:p>
            <a:r>
              <a:rPr lang="en-GB" b="1" dirty="0"/>
              <a:t>Seasonal Promotions:</a:t>
            </a:r>
            <a:r>
              <a:rPr lang="en-GB" dirty="0"/>
              <a:t> Run seasonal or holiday promotions offering discounted subscription rates.</a:t>
            </a:r>
          </a:p>
          <a:p>
            <a:r>
              <a:rPr lang="en-GB" b="1" dirty="0"/>
              <a:t>Bulk Discounts:</a:t>
            </a:r>
            <a:r>
              <a:rPr lang="en-GB" dirty="0"/>
              <a:t> Offer family or group discounts to encourage multiple subscriptions.</a:t>
            </a:r>
            <a:endParaRPr dirty="0">
              <a:solidFill>
                <a:schemeClr val="dk1"/>
              </a:solidFill>
              <a:latin typeface="ui-sans-serif"/>
            </a:endParaRPr>
          </a:p>
        </p:txBody>
      </p:sp>
      <p:sp>
        <p:nvSpPr>
          <p:cNvPr id="1119" name="Google Shape;1119;p44"/>
          <p:cNvSpPr/>
          <p:nvPr/>
        </p:nvSpPr>
        <p:spPr>
          <a:xfrm>
            <a:off x="765188" y="3898850"/>
            <a:ext cx="231195" cy="248348"/>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4"/>
          <p:cNvSpPr/>
          <p:nvPr/>
        </p:nvSpPr>
        <p:spPr>
          <a:xfrm rot="1436664">
            <a:off x="8147896" y="1870741"/>
            <a:ext cx="235986" cy="240421"/>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4"/>
          <p:cNvSpPr/>
          <p:nvPr/>
        </p:nvSpPr>
        <p:spPr>
          <a:xfrm rot="3698333">
            <a:off x="1389461" y="4484400"/>
            <a:ext cx="295353" cy="30094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4"/>
          <p:cNvSpPr/>
          <p:nvPr/>
        </p:nvSpPr>
        <p:spPr>
          <a:xfrm>
            <a:off x="5874461" y="3962975"/>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4"/>
          <p:cNvSpPr/>
          <p:nvPr/>
        </p:nvSpPr>
        <p:spPr>
          <a:xfrm>
            <a:off x="6054210" y="-5190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4"/>
          <p:cNvSpPr/>
          <p:nvPr/>
        </p:nvSpPr>
        <p:spPr>
          <a:xfrm>
            <a:off x="1163725" y="253807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5" name="Google Shape;1125;p44"/>
          <p:cNvGrpSpPr/>
          <p:nvPr/>
        </p:nvGrpSpPr>
        <p:grpSpPr>
          <a:xfrm>
            <a:off x="7425021" y="2662257"/>
            <a:ext cx="1255142" cy="1141009"/>
            <a:chOff x="6494019" y="-137261"/>
            <a:chExt cx="2116596" cy="1924130"/>
          </a:xfrm>
        </p:grpSpPr>
        <p:sp>
          <p:nvSpPr>
            <p:cNvPr id="1126" name="Google Shape;1126;p44"/>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4"/>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7847910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grpSp>
        <p:nvGrpSpPr>
          <p:cNvPr id="1114" name="Google Shape;1114;p44"/>
          <p:cNvGrpSpPr/>
          <p:nvPr/>
        </p:nvGrpSpPr>
        <p:grpSpPr>
          <a:xfrm>
            <a:off x="742979" y="-358481"/>
            <a:ext cx="7425250" cy="5200500"/>
            <a:chOff x="684000" y="-310300"/>
            <a:chExt cx="7425250" cy="5200500"/>
          </a:xfrm>
        </p:grpSpPr>
        <p:sp>
          <p:nvSpPr>
            <p:cNvPr id="1115" name="Google Shape;1115;p44"/>
            <p:cNvSpPr/>
            <p:nvPr/>
          </p:nvSpPr>
          <p:spPr>
            <a:xfrm>
              <a:off x="2908750" y="-310300"/>
              <a:ext cx="5200500" cy="52005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4"/>
            <p:cNvSpPr/>
            <p:nvPr/>
          </p:nvSpPr>
          <p:spPr>
            <a:xfrm>
              <a:off x="684000" y="278550"/>
              <a:ext cx="4233300" cy="4233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7" name="Google Shape;1117;p44"/>
          <p:cNvSpPr txBox="1">
            <a:spLocks noGrp="1"/>
          </p:cNvSpPr>
          <p:nvPr>
            <p:ph type="title"/>
          </p:nvPr>
        </p:nvSpPr>
        <p:spPr>
          <a:xfrm>
            <a:off x="1054064" y="682654"/>
            <a:ext cx="7940921" cy="717144"/>
          </a:xfrm>
          <a:prstGeom prst="rect">
            <a:avLst/>
          </a:prstGeom>
        </p:spPr>
        <p:txBody>
          <a:bodyPr spcFirstLastPara="1" wrap="square" lIns="91425" tIns="91425" rIns="91425" bIns="91425" anchor="t" anchorCtr="0">
            <a:noAutofit/>
          </a:bodyPr>
          <a:lstStyle/>
          <a:p>
            <a:r>
              <a:rPr lang="en-GB" dirty="0"/>
              <a:t>Build Community and Engagement</a:t>
            </a:r>
            <a:br>
              <a:rPr lang="en-GB" b="1" i="0" dirty="0">
                <a:solidFill>
                  <a:srgbClr val="0D0D0D"/>
                </a:solidFill>
                <a:effectLst/>
                <a:highlight>
                  <a:srgbClr val="FFFFFF"/>
                </a:highlight>
                <a:latin typeface="ui-sans-serif"/>
              </a:rPr>
            </a:br>
            <a:endParaRPr dirty="0"/>
          </a:p>
        </p:txBody>
      </p:sp>
      <p:sp>
        <p:nvSpPr>
          <p:cNvPr id="1118" name="Google Shape;1118;p44"/>
          <p:cNvSpPr txBox="1">
            <a:spLocks noGrp="1"/>
          </p:cNvSpPr>
          <p:nvPr>
            <p:ph type="body" idx="1"/>
          </p:nvPr>
        </p:nvSpPr>
        <p:spPr>
          <a:xfrm>
            <a:off x="1715717" y="1370207"/>
            <a:ext cx="5901334" cy="3192845"/>
          </a:xfrm>
          <a:prstGeom prst="rect">
            <a:avLst/>
          </a:prstGeom>
        </p:spPr>
        <p:txBody>
          <a:bodyPr spcFirstLastPara="1" wrap="square" lIns="91425" tIns="91425" rIns="91425" bIns="91425" anchor="t" anchorCtr="0">
            <a:noAutofit/>
          </a:bodyPr>
          <a:lstStyle/>
          <a:p>
            <a:pPr marL="165100" indent="0">
              <a:buNone/>
            </a:pPr>
            <a:r>
              <a:rPr lang="en-GB" b="1" dirty="0"/>
              <a:t>Interactive Features:</a:t>
            </a:r>
            <a:endParaRPr lang="en-GB" dirty="0"/>
          </a:p>
          <a:p>
            <a:r>
              <a:rPr lang="en-GB" b="1" dirty="0"/>
              <a:t>Forums and Groups:</a:t>
            </a:r>
            <a:r>
              <a:rPr lang="en-GB" dirty="0"/>
              <a:t> Create forums and groups where the elderly people can interact, share experiences, and support each other.</a:t>
            </a:r>
          </a:p>
          <a:p>
            <a:r>
              <a:rPr lang="en-GB" b="1" dirty="0"/>
              <a:t>Live Chat and Support:</a:t>
            </a:r>
            <a:r>
              <a:rPr lang="en-GB" dirty="0"/>
              <a:t> </a:t>
            </a:r>
            <a:r>
              <a:rPr lang="en-GB" dirty="0">
                <a:highlight>
                  <a:srgbClr val="FFFF00"/>
                </a:highlight>
              </a:rPr>
              <a:t>Offer live chat options </a:t>
            </a:r>
            <a:r>
              <a:rPr lang="en-GB" dirty="0"/>
              <a:t>for immediate support and engagement.</a:t>
            </a:r>
          </a:p>
          <a:p>
            <a:endParaRPr lang="en-GB" dirty="0"/>
          </a:p>
          <a:p>
            <a:pPr marL="165100" indent="0">
              <a:buNone/>
            </a:pPr>
            <a:r>
              <a:rPr lang="en-GB" b="1" dirty="0"/>
              <a:t>User-Generated Content:</a:t>
            </a:r>
            <a:endParaRPr lang="en-GB" dirty="0"/>
          </a:p>
          <a:p>
            <a:r>
              <a:rPr lang="en-GB" b="1" dirty="0"/>
              <a:t>Encourage Sharing:</a:t>
            </a:r>
            <a:r>
              <a:rPr lang="en-GB" dirty="0"/>
              <a:t> Allow the elderly people to share their own stories, photos, and videos, fostering a sense of community.</a:t>
            </a:r>
          </a:p>
          <a:p>
            <a:r>
              <a:rPr lang="en-GB" b="1" dirty="0"/>
              <a:t>Contests and Challenges:</a:t>
            </a:r>
            <a:r>
              <a:rPr lang="en-GB" dirty="0"/>
              <a:t> Organize contests and challenges to engage users and encourage participation.</a:t>
            </a:r>
          </a:p>
        </p:txBody>
      </p:sp>
      <p:sp>
        <p:nvSpPr>
          <p:cNvPr id="1119" name="Google Shape;1119;p44"/>
          <p:cNvSpPr/>
          <p:nvPr/>
        </p:nvSpPr>
        <p:spPr>
          <a:xfrm>
            <a:off x="765188" y="3898850"/>
            <a:ext cx="231195" cy="248348"/>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4"/>
          <p:cNvSpPr/>
          <p:nvPr/>
        </p:nvSpPr>
        <p:spPr>
          <a:xfrm rot="1436664">
            <a:off x="8147896" y="1870741"/>
            <a:ext cx="235986" cy="240421"/>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4"/>
          <p:cNvSpPr/>
          <p:nvPr/>
        </p:nvSpPr>
        <p:spPr>
          <a:xfrm rot="3698333">
            <a:off x="1389461" y="4484400"/>
            <a:ext cx="295353" cy="30094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4"/>
          <p:cNvSpPr/>
          <p:nvPr/>
        </p:nvSpPr>
        <p:spPr>
          <a:xfrm>
            <a:off x="5874461" y="3962975"/>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4"/>
          <p:cNvSpPr/>
          <p:nvPr/>
        </p:nvSpPr>
        <p:spPr>
          <a:xfrm>
            <a:off x="6054210" y="-5190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4"/>
          <p:cNvSpPr/>
          <p:nvPr/>
        </p:nvSpPr>
        <p:spPr>
          <a:xfrm>
            <a:off x="1163725" y="253807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5" name="Google Shape;1125;p44"/>
          <p:cNvGrpSpPr/>
          <p:nvPr/>
        </p:nvGrpSpPr>
        <p:grpSpPr>
          <a:xfrm>
            <a:off x="7425021" y="2662257"/>
            <a:ext cx="1255142" cy="1141009"/>
            <a:chOff x="6494019" y="-137261"/>
            <a:chExt cx="2116596" cy="1924130"/>
          </a:xfrm>
        </p:grpSpPr>
        <p:sp>
          <p:nvSpPr>
            <p:cNvPr id="1126" name="Google Shape;1126;p44"/>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4"/>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612122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grpSp>
        <p:nvGrpSpPr>
          <p:cNvPr id="1114" name="Google Shape;1114;p44"/>
          <p:cNvGrpSpPr/>
          <p:nvPr/>
        </p:nvGrpSpPr>
        <p:grpSpPr>
          <a:xfrm>
            <a:off x="742979" y="-358481"/>
            <a:ext cx="7425250" cy="5200500"/>
            <a:chOff x="684000" y="-310300"/>
            <a:chExt cx="7425250" cy="5200500"/>
          </a:xfrm>
        </p:grpSpPr>
        <p:sp>
          <p:nvSpPr>
            <p:cNvPr id="1115" name="Google Shape;1115;p44"/>
            <p:cNvSpPr/>
            <p:nvPr/>
          </p:nvSpPr>
          <p:spPr>
            <a:xfrm>
              <a:off x="2908750" y="-310300"/>
              <a:ext cx="5200500" cy="52005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4"/>
            <p:cNvSpPr/>
            <p:nvPr/>
          </p:nvSpPr>
          <p:spPr>
            <a:xfrm>
              <a:off x="684000" y="278550"/>
              <a:ext cx="4233300" cy="4233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7" name="Google Shape;1117;p44"/>
          <p:cNvSpPr txBox="1">
            <a:spLocks noGrp="1"/>
          </p:cNvSpPr>
          <p:nvPr>
            <p:ph type="title"/>
          </p:nvPr>
        </p:nvSpPr>
        <p:spPr>
          <a:xfrm>
            <a:off x="1054064" y="682654"/>
            <a:ext cx="7940921" cy="717144"/>
          </a:xfrm>
          <a:prstGeom prst="rect">
            <a:avLst/>
          </a:prstGeom>
        </p:spPr>
        <p:txBody>
          <a:bodyPr spcFirstLastPara="1" wrap="square" lIns="91425" tIns="91425" rIns="91425" bIns="91425" anchor="t" anchorCtr="0">
            <a:noAutofit/>
          </a:bodyPr>
          <a:lstStyle/>
          <a:p>
            <a:r>
              <a:rPr lang="en-GB" dirty="0"/>
              <a:t>Customer Support and Retention</a:t>
            </a:r>
            <a:br>
              <a:rPr lang="en-GB" b="1" i="0" dirty="0">
                <a:solidFill>
                  <a:srgbClr val="0D0D0D"/>
                </a:solidFill>
                <a:effectLst/>
                <a:highlight>
                  <a:srgbClr val="FFFFFF"/>
                </a:highlight>
                <a:latin typeface="ui-sans-serif"/>
              </a:rPr>
            </a:br>
            <a:endParaRPr dirty="0"/>
          </a:p>
        </p:txBody>
      </p:sp>
      <p:sp>
        <p:nvSpPr>
          <p:cNvPr id="1118" name="Google Shape;1118;p44"/>
          <p:cNvSpPr txBox="1">
            <a:spLocks noGrp="1"/>
          </p:cNvSpPr>
          <p:nvPr>
            <p:ph type="body" idx="1"/>
          </p:nvPr>
        </p:nvSpPr>
        <p:spPr>
          <a:xfrm>
            <a:off x="1715717" y="1370207"/>
            <a:ext cx="5901334" cy="3192845"/>
          </a:xfrm>
          <a:prstGeom prst="rect">
            <a:avLst/>
          </a:prstGeom>
        </p:spPr>
        <p:txBody>
          <a:bodyPr spcFirstLastPara="1" wrap="square" lIns="91425" tIns="91425" rIns="91425" bIns="91425" anchor="t" anchorCtr="0">
            <a:noAutofit/>
          </a:bodyPr>
          <a:lstStyle/>
          <a:p>
            <a:pPr marL="165100" indent="0">
              <a:buNone/>
            </a:pPr>
            <a:r>
              <a:rPr lang="en-GB" b="1" dirty="0"/>
              <a:t>Responsive Support:</a:t>
            </a:r>
            <a:endParaRPr lang="en-GB" dirty="0"/>
          </a:p>
          <a:p>
            <a:r>
              <a:rPr lang="en-GB" b="1" dirty="0"/>
              <a:t>Help Centre:</a:t>
            </a:r>
            <a:r>
              <a:rPr lang="en-GB" dirty="0"/>
              <a:t> Develop a comprehensive help centre with FAQs, tutorials, and troubleshooting guides.</a:t>
            </a:r>
          </a:p>
          <a:p>
            <a:r>
              <a:rPr lang="en-GB" b="1" dirty="0"/>
              <a:t>Live Support:</a:t>
            </a:r>
            <a:r>
              <a:rPr lang="en-GB" dirty="0"/>
              <a:t> Offer responsive customer support through chat, email, and phone.</a:t>
            </a:r>
          </a:p>
          <a:p>
            <a:endParaRPr lang="en-GB" dirty="0"/>
          </a:p>
          <a:p>
            <a:pPr marL="165100" indent="0">
              <a:buNone/>
            </a:pPr>
            <a:r>
              <a:rPr lang="en-GB" b="1" dirty="0"/>
              <a:t>Retention Strategies:</a:t>
            </a:r>
            <a:endParaRPr lang="en-GB" dirty="0"/>
          </a:p>
          <a:p>
            <a:r>
              <a:rPr lang="en-GB" b="1" dirty="0"/>
              <a:t>Regular Updates:</a:t>
            </a:r>
            <a:r>
              <a:rPr lang="en-GB" dirty="0"/>
              <a:t> Keep subscribers engaged with regular updates, new content, and features.</a:t>
            </a:r>
          </a:p>
          <a:p>
            <a:r>
              <a:rPr lang="en-GB" b="1" dirty="0"/>
              <a:t>Feedback Loop:</a:t>
            </a:r>
            <a:r>
              <a:rPr lang="en-GB" dirty="0"/>
              <a:t> Continuously seek feedback from subscribers to improve the platform and address any issues promptly.</a:t>
            </a:r>
          </a:p>
        </p:txBody>
      </p:sp>
      <p:sp>
        <p:nvSpPr>
          <p:cNvPr id="1119" name="Google Shape;1119;p44"/>
          <p:cNvSpPr/>
          <p:nvPr/>
        </p:nvSpPr>
        <p:spPr>
          <a:xfrm>
            <a:off x="765188" y="3898850"/>
            <a:ext cx="231195" cy="248348"/>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4"/>
          <p:cNvSpPr/>
          <p:nvPr/>
        </p:nvSpPr>
        <p:spPr>
          <a:xfrm rot="1436664">
            <a:off x="8147896" y="1870741"/>
            <a:ext cx="235986" cy="240421"/>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4"/>
          <p:cNvSpPr/>
          <p:nvPr/>
        </p:nvSpPr>
        <p:spPr>
          <a:xfrm rot="3698333">
            <a:off x="1389461" y="4484400"/>
            <a:ext cx="295353" cy="30094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4"/>
          <p:cNvSpPr/>
          <p:nvPr/>
        </p:nvSpPr>
        <p:spPr>
          <a:xfrm>
            <a:off x="5874461" y="3962975"/>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4"/>
          <p:cNvSpPr/>
          <p:nvPr/>
        </p:nvSpPr>
        <p:spPr>
          <a:xfrm>
            <a:off x="6054210" y="-5190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4"/>
          <p:cNvSpPr/>
          <p:nvPr/>
        </p:nvSpPr>
        <p:spPr>
          <a:xfrm>
            <a:off x="1163725" y="253807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5" name="Google Shape;1125;p44"/>
          <p:cNvGrpSpPr/>
          <p:nvPr/>
        </p:nvGrpSpPr>
        <p:grpSpPr>
          <a:xfrm>
            <a:off x="7425021" y="2662257"/>
            <a:ext cx="1255142" cy="1141009"/>
            <a:chOff x="6494019" y="-137261"/>
            <a:chExt cx="2116596" cy="1924130"/>
          </a:xfrm>
        </p:grpSpPr>
        <p:sp>
          <p:nvSpPr>
            <p:cNvPr id="1126" name="Google Shape;1126;p44"/>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4"/>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8532447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65"/>
        <p:cNvGrpSpPr/>
        <p:nvPr/>
      </p:nvGrpSpPr>
      <p:grpSpPr>
        <a:xfrm>
          <a:off x="0" y="0"/>
          <a:ext cx="0" cy="0"/>
          <a:chOff x="0" y="0"/>
          <a:chExt cx="0" cy="0"/>
        </a:xfrm>
      </p:grpSpPr>
      <p:sp>
        <p:nvSpPr>
          <p:cNvPr id="866" name="Google Shape;866;p42"/>
          <p:cNvSpPr/>
          <p:nvPr/>
        </p:nvSpPr>
        <p:spPr>
          <a:xfrm>
            <a:off x="747490" y="1106219"/>
            <a:ext cx="1260906" cy="1231726"/>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42"/>
          <p:cNvSpPr txBox="1">
            <a:spLocks noGrp="1"/>
          </p:cNvSpPr>
          <p:nvPr>
            <p:ph type="title" idx="2"/>
          </p:nvPr>
        </p:nvSpPr>
        <p:spPr>
          <a:xfrm>
            <a:off x="753800" y="1263388"/>
            <a:ext cx="1248300" cy="91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sp>
        <p:nvSpPr>
          <p:cNvPr id="868" name="Google Shape;868;p42"/>
          <p:cNvSpPr txBox="1">
            <a:spLocks noGrp="1"/>
          </p:cNvSpPr>
          <p:nvPr>
            <p:ph type="title"/>
          </p:nvPr>
        </p:nvSpPr>
        <p:spPr>
          <a:xfrm>
            <a:off x="713100" y="2427950"/>
            <a:ext cx="3858900" cy="1477500"/>
          </a:xfrm>
          <a:prstGeom prst="rect">
            <a:avLst/>
          </a:prstGeom>
        </p:spPr>
        <p:txBody>
          <a:bodyPr spcFirstLastPara="1" wrap="square" lIns="91425" tIns="91425" rIns="91425" bIns="91425" anchor="t" anchorCtr="0">
            <a:noAutofit/>
          </a:bodyPr>
          <a:lstStyle/>
          <a:p>
            <a:r>
              <a:rPr lang="en-GB" dirty="0"/>
              <a:t>Advertising</a:t>
            </a:r>
            <a:endParaRPr dirty="0"/>
          </a:p>
        </p:txBody>
      </p:sp>
      <p:sp>
        <p:nvSpPr>
          <p:cNvPr id="869" name="Google Shape;869;p42"/>
          <p:cNvSpPr txBox="1">
            <a:spLocks noGrp="1"/>
          </p:cNvSpPr>
          <p:nvPr>
            <p:ph type="subTitle" idx="1"/>
          </p:nvPr>
        </p:nvSpPr>
        <p:spPr>
          <a:xfrm>
            <a:off x="713100" y="3862475"/>
            <a:ext cx="3418757" cy="73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Attract more advertising aimed at growing revenue</a:t>
            </a:r>
          </a:p>
        </p:txBody>
      </p:sp>
      <p:grpSp>
        <p:nvGrpSpPr>
          <p:cNvPr id="870" name="Google Shape;870;p42"/>
          <p:cNvGrpSpPr/>
          <p:nvPr/>
        </p:nvGrpSpPr>
        <p:grpSpPr>
          <a:xfrm>
            <a:off x="4157157" y="403696"/>
            <a:ext cx="4833538" cy="4333495"/>
            <a:chOff x="4157157" y="403696"/>
            <a:chExt cx="4833538" cy="4333495"/>
          </a:xfrm>
        </p:grpSpPr>
        <p:sp>
          <p:nvSpPr>
            <p:cNvPr id="871" name="Google Shape;871;p42"/>
            <p:cNvSpPr/>
            <p:nvPr/>
          </p:nvSpPr>
          <p:spPr>
            <a:xfrm>
              <a:off x="4422034" y="1110130"/>
              <a:ext cx="4568661" cy="3324380"/>
            </a:xfrm>
            <a:custGeom>
              <a:avLst/>
              <a:gdLst/>
              <a:ahLst/>
              <a:cxnLst/>
              <a:rect l="l" t="t" r="r" b="b"/>
              <a:pathLst>
                <a:path w="67938" h="49435" extrusionOk="0">
                  <a:moveTo>
                    <a:pt x="19861" y="0"/>
                  </a:moveTo>
                  <a:cubicBezTo>
                    <a:pt x="10467" y="0"/>
                    <a:pt x="2847" y="7608"/>
                    <a:pt x="2847" y="17014"/>
                  </a:cubicBezTo>
                  <a:cubicBezTo>
                    <a:pt x="2847" y="20848"/>
                    <a:pt x="4109" y="24384"/>
                    <a:pt x="6252" y="27230"/>
                  </a:cubicBezTo>
                  <a:cubicBezTo>
                    <a:pt x="2394" y="31135"/>
                    <a:pt x="1" y="36505"/>
                    <a:pt x="1" y="42434"/>
                  </a:cubicBezTo>
                  <a:cubicBezTo>
                    <a:pt x="1" y="44887"/>
                    <a:pt x="418" y="47244"/>
                    <a:pt x="1168" y="49435"/>
                  </a:cubicBezTo>
                  <a:lnTo>
                    <a:pt x="66628" y="49435"/>
                  </a:lnTo>
                  <a:cubicBezTo>
                    <a:pt x="67474" y="47399"/>
                    <a:pt x="67938" y="45160"/>
                    <a:pt x="67938" y="42815"/>
                  </a:cubicBezTo>
                  <a:cubicBezTo>
                    <a:pt x="67938" y="37826"/>
                    <a:pt x="65831" y="33326"/>
                    <a:pt x="62461" y="30171"/>
                  </a:cubicBezTo>
                  <a:cubicBezTo>
                    <a:pt x="63283" y="27873"/>
                    <a:pt x="63747" y="25396"/>
                    <a:pt x="63747" y="22801"/>
                  </a:cubicBezTo>
                  <a:cubicBezTo>
                    <a:pt x="63747" y="10835"/>
                    <a:pt x="54032" y="1119"/>
                    <a:pt x="42054" y="1119"/>
                  </a:cubicBezTo>
                  <a:cubicBezTo>
                    <a:pt x="38018" y="1119"/>
                    <a:pt x="34243" y="2227"/>
                    <a:pt x="31005" y="4155"/>
                  </a:cubicBezTo>
                  <a:cubicBezTo>
                    <a:pt x="28016" y="1560"/>
                    <a:pt x="24123" y="0"/>
                    <a:pt x="1986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72" name="Google Shape;872;p42"/>
            <p:cNvGrpSpPr/>
            <p:nvPr/>
          </p:nvGrpSpPr>
          <p:grpSpPr>
            <a:xfrm>
              <a:off x="4711468" y="3532318"/>
              <a:ext cx="941734" cy="930235"/>
              <a:chOff x="5044343" y="3532318"/>
              <a:chExt cx="941734" cy="930235"/>
            </a:xfrm>
          </p:grpSpPr>
          <p:sp>
            <p:nvSpPr>
              <p:cNvPr id="873" name="Google Shape;873;p42"/>
              <p:cNvSpPr/>
              <p:nvPr/>
            </p:nvSpPr>
            <p:spPr>
              <a:xfrm>
                <a:off x="5044343" y="3861427"/>
                <a:ext cx="466698" cy="594737"/>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42"/>
              <p:cNvSpPr/>
              <p:nvPr/>
            </p:nvSpPr>
            <p:spPr>
              <a:xfrm>
                <a:off x="5125040" y="3875616"/>
                <a:ext cx="307523" cy="577320"/>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42"/>
              <p:cNvSpPr/>
              <p:nvPr/>
            </p:nvSpPr>
            <p:spPr>
              <a:xfrm>
                <a:off x="5540562" y="3532318"/>
                <a:ext cx="445515" cy="922232"/>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42"/>
              <p:cNvSpPr/>
              <p:nvPr/>
            </p:nvSpPr>
            <p:spPr>
              <a:xfrm>
                <a:off x="5675931" y="3539311"/>
                <a:ext cx="183384" cy="923241"/>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42"/>
              <p:cNvSpPr/>
              <p:nvPr/>
            </p:nvSpPr>
            <p:spPr>
              <a:xfrm>
                <a:off x="5283609" y="3596943"/>
                <a:ext cx="368315" cy="863996"/>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42"/>
              <p:cNvSpPr/>
              <p:nvPr/>
            </p:nvSpPr>
            <p:spPr>
              <a:xfrm>
                <a:off x="5406874" y="3597749"/>
                <a:ext cx="166639" cy="851219"/>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9" name="Google Shape;879;p42"/>
            <p:cNvGrpSpPr/>
            <p:nvPr/>
          </p:nvGrpSpPr>
          <p:grpSpPr>
            <a:xfrm>
              <a:off x="7884941" y="3532318"/>
              <a:ext cx="941734" cy="930235"/>
              <a:chOff x="7429141" y="3532318"/>
              <a:chExt cx="941734" cy="930235"/>
            </a:xfrm>
          </p:grpSpPr>
          <p:sp>
            <p:nvSpPr>
              <p:cNvPr id="880" name="Google Shape;880;p42"/>
              <p:cNvSpPr/>
              <p:nvPr/>
            </p:nvSpPr>
            <p:spPr>
              <a:xfrm>
                <a:off x="7904177" y="3861427"/>
                <a:ext cx="466698" cy="594737"/>
              </a:xfrm>
              <a:custGeom>
                <a:avLst/>
                <a:gdLst/>
                <a:ahLst/>
                <a:cxnLst/>
                <a:rect l="l" t="t" r="r" b="b"/>
                <a:pathLst>
                  <a:path w="6940" h="8844" extrusionOk="0">
                    <a:moveTo>
                      <a:pt x="5003" y="1"/>
                    </a:moveTo>
                    <a:cubicBezTo>
                      <a:pt x="4850" y="1"/>
                      <a:pt x="4689" y="27"/>
                      <a:pt x="4525" y="80"/>
                    </a:cubicBezTo>
                    <a:cubicBezTo>
                      <a:pt x="3179" y="509"/>
                      <a:pt x="893" y="4390"/>
                      <a:pt x="0" y="8796"/>
                    </a:cubicBezTo>
                    <a:lnTo>
                      <a:pt x="2596" y="8843"/>
                    </a:lnTo>
                    <a:cubicBezTo>
                      <a:pt x="3072" y="7700"/>
                      <a:pt x="3858" y="6057"/>
                      <a:pt x="5037" y="4367"/>
                    </a:cubicBezTo>
                    <a:cubicBezTo>
                      <a:pt x="6939" y="1639"/>
                      <a:pt x="6214" y="1"/>
                      <a:pt x="500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42"/>
              <p:cNvSpPr/>
              <p:nvPr/>
            </p:nvSpPr>
            <p:spPr>
              <a:xfrm>
                <a:off x="7982655" y="3875616"/>
                <a:ext cx="307523" cy="577320"/>
              </a:xfrm>
              <a:custGeom>
                <a:avLst/>
                <a:gdLst/>
                <a:ahLst/>
                <a:cxnLst/>
                <a:rect l="l" t="t" r="r" b="b"/>
                <a:pathLst>
                  <a:path w="4573" h="8585" extrusionOk="0">
                    <a:moveTo>
                      <a:pt x="4477" y="0"/>
                    </a:moveTo>
                    <a:cubicBezTo>
                      <a:pt x="4453" y="24"/>
                      <a:pt x="3834" y="548"/>
                      <a:pt x="2965" y="1858"/>
                    </a:cubicBezTo>
                    <a:cubicBezTo>
                      <a:pt x="2167" y="3072"/>
                      <a:pt x="1000" y="5215"/>
                      <a:pt x="0" y="8537"/>
                    </a:cubicBezTo>
                    <a:lnTo>
                      <a:pt x="143" y="8585"/>
                    </a:lnTo>
                    <a:cubicBezTo>
                      <a:pt x="2060" y="2274"/>
                      <a:pt x="4548" y="131"/>
                      <a:pt x="4572" y="119"/>
                    </a:cubicBezTo>
                    <a:lnTo>
                      <a:pt x="44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42"/>
              <p:cNvSpPr/>
              <p:nvPr/>
            </p:nvSpPr>
            <p:spPr>
              <a:xfrm>
                <a:off x="7429141" y="3532318"/>
                <a:ext cx="445447" cy="922232"/>
              </a:xfrm>
              <a:custGeom>
                <a:avLst/>
                <a:gdLst/>
                <a:ahLst/>
                <a:cxnLst/>
                <a:rect l="l" t="t" r="r" b="b"/>
                <a:pathLst>
                  <a:path w="6624" h="13714" extrusionOk="0">
                    <a:moveTo>
                      <a:pt x="2474" y="1"/>
                    </a:moveTo>
                    <a:cubicBezTo>
                      <a:pt x="1112" y="1"/>
                      <a:pt x="0" y="1847"/>
                      <a:pt x="1278" y="5593"/>
                    </a:cubicBezTo>
                    <a:cubicBezTo>
                      <a:pt x="2516" y="9213"/>
                      <a:pt x="2790" y="12440"/>
                      <a:pt x="2861" y="13713"/>
                    </a:cubicBezTo>
                    <a:lnTo>
                      <a:pt x="5993" y="13666"/>
                    </a:lnTo>
                    <a:cubicBezTo>
                      <a:pt x="6624" y="7546"/>
                      <a:pt x="5100" y="1414"/>
                      <a:pt x="3504" y="343"/>
                    </a:cubicBezTo>
                    <a:cubicBezTo>
                      <a:pt x="3167" y="115"/>
                      <a:pt x="2813" y="1"/>
                      <a:pt x="247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42"/>
              <p:cNvSpPr/>
              <p:nvPr/>
            </p:nvSpPr>
            <p:spPr>
              <a:xfrm>
                <a:off x="7555902" y="3539311"/>
                <a:ext cx="187419" cy="923241"/>
              </a:xfrm>
              <a:custGeom>
                <a:avLst/>
                <a:gdLst/>
                <a:ahLst/>
                <a:cxnLst/>
                <a:rect l="l" t="t" r="r" b="b"/>
                <a:pathLst>
                  <a:path w="2787" h="13729" extrusionOk="0">
                    <a:moveTo>
                      <a:pt x="131" y="1"/>
                    </a:moveTo>
                    <a:lnTo>
                      <a:pt x="0" y="84"/>
                    </a:lnTo>
                    <a:cubicBezTo>
                      <a:pt x="12" y="96"/>
                      <a:pt x="667" y="1084"/>
                      <a:pt x="1310" y="3251"/>
                    </a:cubicBezTo>
                    <a:cubicBezTo>
                      <a:pt x="1893" y="5251"/>
                      <a:pt x="2584" y="8692"/>
                      <a:pt x="2524" y="13729"/>
                    </a:cubicBezTo>
                    <a:lnTo>
                      <a:pt x="2679" y="13729"/>
                    </a:lnTo>
                    <a:cubicBezTo>
                      <a:pt x="2786" y="4049"/>
                      <a:pt x="155" y="48"/>
                      <a:pt x="1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42"/>
              <p:cNvSpPr/>
              <p:nvPr/>
            </p:nvSpPr>
            <p:spPr>
              <a:xfrm>
                <a:off x="7763227" y="3596943"/>
                <a:ext cx="369189" cy="863996"/>
              </a:xfrm>
              <a:custGeom>
                <a:avLst/>
                <a:gdLst/>
                <a:ahLst/>
                <a:cxnLst/>
                <a:rect l="l" t="t" r="r" b="b"/>
                <a:pathLst>
                  <a:path w="5490" h="12848" extrusionOk="0">
                    <a:moveTo>
                      <a:pt x="3151" y="1"/>
                    </a:moveTo>
                    <a:cubicBezTo>
                      <a:pt x="2185" y="1"/>
                      <a:pt x="1553" y="665"/>
                      <a:pt x="810" y="2882"/>
                    </a:cubicBezTo>
                    <a:cubicBezTo>
                      <a:pt x="120" y="4966"/>
                      <a:pt x="13" y="10717"/>
                      <a:pt x="1" y="12848"/>
                    </a:cubicBezTo>
                    <a:lnTo>
                      <a:pt x="2584" y="12824"/>
                    </a:lnTo>
                    <a:cubicBezTo>
                      <a:pt x="2918" y="11752"/>
                      <a:pt x="3454" y="9943"/>
                      <a:pt x="4132" y="7347"/>
                    </a:cubicBezTo>
                    <a:cubicBezTo>
                      <a:pt x="5490" y="2251"/>
                      <a:pt x="4775" y="227"/>
                      <a:pt x="3573" y="37"/>
                    </a:cubicBezTo>
                    <a:cubicBezTo>
                      <a:pt x="3425" y="13"/>
                      <a:pt x="3284" y="1"/>
                      <a:pt x="31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42"/>
              <p:cNvSpPr/>
              <p:nvPr/>
            </p:nvSpPr>
            <p:spPr>
              <a:xfrm>
                <a:off x="7842511" y="3597749"/>
                <a:ext cx="165832" cy="851219"/>
              </a:xfrm>
              <a:custGeom>
                <a:avLst/>
                <a:gdLst/>
                <a:ahLst/>
                <a:cxnLst/>
                <a:rect l="l" t="t" r="r" b="b"/>
                <a:pathLst>
                  <a:path w="2466" h="12658" extrusionOk="0">
                    <a:moveTo>
                      <a:pt x="2322" y="1"/>
                    </a:moveTo>
                    <a:cubicBezTo>
                      <a:pt x="2298" y="72"/>
                      <a:pt x="774" y="6835"/>
                      <a:pt x="0" y="12633"/>
                    </a:cubicBezTo>
                    <a:lnTo>
                      <a:pt x="143" y="12657"/>
                    </a:lnTo>
                    <a:cubicBezTo>
                      <a:pt x="917" y="6859"/>
                      <a:pt x="2441" y="108"/>
                      <a:pt x="2465" y="37"/>
                    </a:cubicBezTo>
                    <a:lnTo>
                      <a:pt x="23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6" name="Google Shape;886;p42"/>
            <p:cNvSpPr/>
            <p:nvPr/>
          </p:nvSpPr>
          <p:spPr>
            <a:xfrm>
              <a:off x="6667160" y="2188578"/>
              <a:ext cx="614171" cy="793655"/>
            </a:xfrm>
            <a:custGeom>
              <a:avLst/>
              <a:gdLst/>
              <a:ahLst/>
              <a:cxnLst/>
              <a:rect l="l" t="t" r="r" b="b"/>
              <a:pathLst>
                <a:path w="9133" h="11802" extrusionOk="0">
                  <a:moveTo>
                    <a:pt x="798" y="1"/>
                  </a:moveTo>
                  <a:lnTo>
                    <a:pt x="0" y="10478"/>
                  </a:lnTo>
                  <a:cubicBezTo>
                    <a:pt x="659" y="11194"/>
                    <a:pt x="1880" y="11802"/>
                    <a:pt x="3204" y="11802"/>
                  </a:cubicBezTo>
                  <a:cubicBezTo>
                    <a:pt x="4368" y="11802"/>
                    <a:pt x="5611" y="11331"/>
                    <a:pt x="6620" y="10050"/>
                  </a:cubicBezTo>
                  <a:cubicBezTo>
                    <a:pt x="8203" y="8038"/>
                    <a:pt x="9132" y="3358"/>
                    <a:pt x="9073" y="1989"/>
                  </a:cubicBezTo>
                  <a:cubicBezTo>
                    <a:pt x="8192" y="1501"/>
                    <a:pt x="7049" y="1227"/>
                    <a:pt x="6108" y="953"/>
                  </a:cubicBezTo>
                  <a:cubicBezTo>
                    <a:pt x="4810" y="2465"/>
                    <a:pt x="4120" y="4704"/>
                    <a:pt x="4120" y="4704"/>
                  </a:cubicBezTo>
                  <a:cubicBezTo>
                    <a:pt x="3179" y="2727"/>
                    <a:pt x="2203" y="1370"/>
                    <a:pt x="1274" y="441"/>
                  </a:cubicBezTo>
                  <a:cubicBezTo>
                    <a:pt x="1107" y="287"/>
                    <a:pt x="953" y="132"/>
                    <a:pt x="7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42"/>
            <p:cNvSpPr/>
            <p:nvPr/>
          </p:nvSpPr>
          <p:spPr>
            <a:xfrm>
              <a:off x="7025858" y="2211039"/>
              <a:ext cx="256280" cy="179416"/>
            </a:xfrm>
            <a:custGeom>
              <a:avLst/>
              <a:gdLst/>
              <a:ahLst/>
              <a:cxnLst/>
              <a:rect l="l" t="t" r="r" b="b"/>
              <a:pathLst>
                <a:path w="3811" h="2668" extrusionOk="0">
                  <a:moveTo>
                    <a:pt x="845" y="0"/>
                  </a:moveTo>
                  <a:cubicBezTo>
                    <a:pt x="500" y="298"/>
                    <a:pt x="0" y="1631"/>
                    <a:pt x="0" y="1631"/>
                  </a:cubicBezTo>
                  <a:lnTo>
                    <a:pt x="3667" y="2667"/>
                  </a:lnTo>
                  <a:lnTo>
                    <a:pt x="3810" y="1084"/>
                  </a:lnTo>
                  <a:lnTo>
                    <a:pt x="845" y="0"/>
                  </a:lnTo>
                  <a:close/>
                </a:path>
              </a:pathLst>
            </a:custGeom>
            <a:solidFill>
              <a:srgbClr val="E24E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42"/>
            <p:cNvSpPr/>
            <p:nvPr/>
          </p:nvSpPr>
          <p:spPr>
            <a:xfrm>
              <a:off x="6522981" y="2762670"/>
              <a:ext cx="44114" cy="185805"/>
            </a:xfrm>
            <a:custGeom>
              <a:avLst/>
              <a:gdLst/>
              <a:ahLst/>
              <a:cxnLst/>
              <a:rect l="l" t="t" r="r" b="b"/>
              <a:pathLst>
                <a:path w="656" h="2763" extrusionOk="0">
                  <a:moveTo>
                    <a:pt x="1" y="1"/>
                  </a:moveTo>
                  <a:cubicBezTo>
                    <a:pt x="120" y="596"/>
                    <a:pt x="275" y="1417"/>
                    <a:pt x="656" y="2763"/>
                  </a:cubicBezTo>
                  <a:lnTo>
                    <a:pt x="1" y="1"/>
                  </a:ln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42"/>
            <p:cNvSpPr/>
            <p:nvPr/>
          </p:nvSpPr>
          <p:spPr>
            <a:xfrm>
              <a:off x="5204325" y="1902978"/>
              <a:ext cx="996070" cy="947585"/>
            </a:xfrm>
            <a:custGeom>
              <a:avLst/>
              <a:gdLst/>
              <a:ahLst/>
              <a:cxnLst/>
              <a:rect l="l" t="t" r="r" b="b"/>
              <a:pathLst>
                <a:path w="14812" h="14091" extrusionOk="0">
                  <a:moveTo>
                    <a:pt x="1832" y="1"/>
                  </a:moveTo>
                  <a:cubicBezTo>
                    <a:pt x="1805" y="1"/>
                    <a:pt x="1778" y="7"/>
                    <a:pt x="1751" y="21"/>
                  </a:cubicBezTo>
                  <a:cubicBezTo>
                    <a:pt x="1453" y="176"/>
                    <a:pt x="1965" y="2152"/>
                    <a:pt x="1965" y="2152"/>
                  </a:cubicBezTo>
                  <a:cubicBezTo>
                    <a:pt x="1965" y="2152"/>
                    <a:pt x="1359" y="358"/>
                    <a:pt x="1016" y="358"/>
                  </a:cubicBezTo>
                  <a:cubicBezTo>
                    <a:pt x="1003" y="358"/>
                    <a:pt x="989" y="360"/>
                    <a:pt x="977" y="366"/>
                  </a:cubicBezTo>
                  <a:cubicBezTo>
                    <a:pt x="643" y="521"/>
                    <a:pt x="1358" y="2343"/>
                    <a:pt x="1358" y="2343"/>
                  </a:cubicBezTo>
                  <a:cubicBezTo>
                    <a:pt x="1358" y="2343"/>
                    <a:pt x="734" y="1042"/>
                    <a:pt x="393" y="1042"/>
                  </a:cubicBezTo>
                  <a:cubicBezTo>
                    <a:pt x="372" y="1042"/>
                    <a:pt x="352" y="1047"/>
                    <a:pt x="334" y="1057"/>
                  </a:cubicBezTo>
                  <a:cubicBezTo>
                    <a:pt x="0" y="1247"/>
                    <a:pt x="846" y="3772"/>
                    <a:pt x="1262" y="4510"/>
                  </a:cubicBezTo>
                  <a:cubicBezTo>
                    <a:pt x="1262" y="4510"/>
                    <a:pt x="1596" y="12332"/>
                    <a:pt x="4739" y="13880"/>
                  </a:cubicBezTo>
                  <a:cubicBezTo>
                    <a:pt x="5032" y="14025"/>
                    <a:pt x="5327" y="14090"/>
                    <a:pt x="5619" y="14090"/>
                  </a:cubicBezTo>
                  <a:cubicBezTo>
                    <a:pt x="8043" y="14090"/>
                    <a:pt x="10339" y="9576"/>
                    <a:pt x="10966" y="8248"/>
                  </a:cubicBezTo>
                  <a:lnTo>
                    <a:pt x="11764" y="8856"/>
                  </a:lnTo>
                  <a:cubicBezTo>
                    <a:pt x="12633" y="6832"/>
                    <a:pt x="13752" y="5391"/>
                    <a:pt x="14812" y="3498"/>
                  </a:cubicBezTo>
                  <a:cubicBezTo>
                    <a:pt x="14670" y="3462"/>
                    <a:pt x="13966" y="2724"/>
                    <a:pt x="13943" y="2724"/>
                  </a:cubicBezTo>
                  <a:cubicBezTo>
                    <a:pt x="13943" y="2724"/>
                    <a:pt x="13943" y="2724"/>
                    <a:pt x="13943" y="2724"/>
                  </a:cubicBezTo>
                  <a:cubicBezTo>
                    <a:pt x="13943" y="2724"/>
                    <a:pt x="13510" y="2556"/>
                    <a:pt x="12832" y="2556"/>
                  </a:cubicBezTo>
                  <a:cubicBezTo>
                    <a:pt x="11815" y="2556"/>
                    <a:pt x="10244" y="2933"/>
                    <a:pt x="8751" y="4819"/>
                  </a:cubicBezTo>
                  <a:cubicBezTo>
                    <a:pt x="7323" y="7046"/>
                    <a:pt x="5989" y="8701"/>
                    <a:pt x="5989" y="8701"/>
                  </a:cubicBezTo>
                  <a:lnTo>
                    <a:pt x="3501" y="4688"/>
                  </a:lnTo>
                  <a:cubicBezTo>
                    <a:pt x="3501" y="4688"/>
                    <a:pt x="4477" y="2236"/>
                    <a:pt x="4120" y="1855"/>
                  </a:cubicBezTo>
                  <a:cubicBezTo>
                    <a:pt x="4068" y="1798"/>
                    <a:pt x="4017" y="1774"/>
                    <a:pt x="3967" y="1774"/>
                  </a:cubicBezTo>
                  <a:cubicBezTo>
                    <a:pt x="3682" y="1774"/>
                    <a:pt x="3441" y="2557"/>
                    <a:pt x="3441" y="2557"/>
                  </a:cubicBezTo>
                  <a:cubicBezTo>
                    <a:pt x="3441" y="2557"/>
                    <a:pt x="3418" y="127"/>
                    <a:pt x="3007" y="127"/>
                  </a:cubicBezTo>
                  <a:cubicBezTo>
                    <a:pt x="3001" y="127"/>
                    <a:pt x="2995" y="127"/>
                    <a:pt x="2989" y="128"/>
                  </a:cubicBezTo>
                  <a:cubicBezTo>
                    <a:pt x="2572" y="200"/>
                    <a:pt x="2644" y="2129"/>
                    <a:pt x="2644" y="2129"/>
                  </a:cubicBezTo>
                  <a:cubicBezTo>
                    <a:pt x="2644" y="2129"/>
                    <a:pt x="2312" y="1"/>
                    <a:pt x="1832" y="1"/>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42"/>
            <p:cNvSpPr/>
            <p:nvPr/>
          </p:nvSpPr>
          <p:spPr>
            <a:xfrm>
              <a:off x="5286770" y="2059261"/>
              <a:ext cx="136983" cy="53327"/>
            </a:xfrm>
            <a:custGeom>
              <a:avLst/>
              <a:gdLst/>
              <a:ahLst/>
              <a:cxnLst/>
              <a:rect l="l" t="t" r="r" b="b"/>
              <a:pathLst>
                <a:path w="2037" h="793" extrusionOk="0">
                  <a:moveTo>
                    <a:pt x="1496" y="1"/>
                  </a:moveTo>
                  <a:cubicBezTo>
                    <a:pt x="1017" y="1"/>
                    <a:pt x="325" y="117"/>
                    <a:pt x="13" y="733"/>
                  </a:cubicBezTo>
                  <a:cubicBezTo>
                    <a:pt x="1" y="757"/>
                    <a:pt x="13" y="781"/>
                    <a:pt x="25" y="793"/>
                  </a:cubicBezTo>
                  <a:lnTo>
                    <a:pt x="48" y="793"/>
                  </a:lnTo>
                  <a:cubicBezTo>
                    <a:pt x="72" y="793"/>
                    <a:pt x="84" y="793"/>
                    <a:pt x="96" y="769"/>
                  </a:cubicBezTo>
                  <a:cubicBezTo>
                    <a:pt x="391" y="194"/>
                    <a:pt x="1037" y="85"/>
                    <a:pt x="1489" y="85"/>
                  </a:cubicBezTo>
                  <a:cubicBezTo>
                    <a:pt x="1768" y="85"/>
                    <a:pt x="1973" y="126"/>
                    <a:pt x="1977" y="126"/>
                  </a:cubicBezTo>
                  <a:cubicBezTo>
                    <a:pt x="1984" y="129"/>
                    <a:pt x="1990" y="131"/>
                    <a:pt x="1996" y="131"/>
                  </a:cubicBezTo>
                  <a:cubicBezTo>
                    <a:pt x="2013" y="131"/>
                    <a:pt x="2028" y="120"/>
                    <a:pt x="2037" y="102"/>
                  </a:cubicBezTo>
                  <a:cubicBezTo>
                    <a:pt x="2037" y="78"/>
                    <a:pt x="2025" y="55"/>
                    <a:pt x="2001" y="43"/>
                  </a:cubicBezTo>
                  <a:cubicBezTo>
                    <a:pt x="1996" y="43"/>
                    <a:pt x="1785" y="1"/>
                    <a:pt x="1496" y="1"/>
                  </a:cubicBezTo>
                  <a:close/>
                </a:path>
              </a:pathLst>
            </a:custGeom>
            <a:solidFill>
              <a:srgbClr val="6C48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42"/>
            <p:cNvSpPr/>
            <p:nvPr/>
          </p:nvSpPr>
          <p:spPr>
            <a:xfrm>
              <a:off x="6061058" y="2035254"/>
              <a:ext cx="374770" cy="140615"/>
            </a:xfrm>
            <a:custGeom>
              <a:avLst/>
              <a:gdLst/>
              <a:ahLst/>
              <a:cxnLst/>
              <a:rect l="l" t="t" r="r" b="b"/>
              <a:pathLst>
                <a:path w="5573" h="2091" extrusionOk="0">
                  <a:moveTo>
                    <a:pt x="2741" y="0"/>
                  </a:moveTo>
                  <a:cubicBezTo>
                    <a:pt x="1090" y="0"/>
                    <a:pt x="0" y="138"/>
                    <a:pt x="0" y="138"/>
                  </a:cubicBezTo>
                  <a:cubicBezTo>
                    <a:pt x="0" y="221"/>
                    <a:pt x="71" y="2090"/>
                    <a:pt x="71" y="2090"/>
                  </a:cubicBezTo>
                  <a:lnTo>
                    <a:pt x="5572" y="2090"/>
                  </a:lnTo>
                  <a:lnTo>
                    <a:pt x="5572" y="138"/>
                  </a:lnTo>
                  <a:cubicBezTo>
                    <a:pt x="4532" y="35"/>
                    <a:pt x="3567" y="0"/>
                    <a:pt x="27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42"/>
            <p:cNvSpPr/>
            <p:nvPr/>
          </p:nvSpPr>
          <p:spPr>
            <a:xfrm>
              <a:off x="5998585" y="2078897"/>
              <a:ext cx="474835" cy="206517"/>
            </a:xfrm>
            <a:custGeom>
              <a:avLst/>
              <a:gdLst/>
              <a:ahLst/>
              <a:cxnLst/>
              <a:rect l="l" t="t" r="r" b="b"/>
              <a:pathLst>
                <a:path w="7061" h="3071" extrusionOk="0">
                  <a:moveTo>
                    <a:pt x="3283" y="0"/>
                  </a:moveTo>
                  <a:cubicBezTo>
                    <a:pt x="1799" y="0"/>
                    <a:pt x="74" y="205"/>
                    <a:pt x="0" y="215"/>
                  </a:cubicBezTo>
                  <a:cubicBezTo>
                    <a:pt x="0" y="215"/>
                    <a:pt x="1312" y="3071"/>
                    <a:pt x="3443" y="3071"/>
                  </a:cubicBezTo>
                  <a:cubicBezTo>
                    <a:pt x="3671" y="3071"/>
                    <a:pt x="3909" y="3038"/>
                    <a:pt x="4156" y="2965"/>
                  </a:cubicBezTo>
                  <a:cubicBezTo>
                    <a:pt x="6715" y="2215"/>
                    <a:pt x="7061" y="310"/>
                    <a:pt x="7061" y="310"/>
                  </a:cubicBezTo>
                  <a:cubicBezTo>
                    <a:pt x="7061" y="310"/>
                    <a:pt x="5549" y="96"/>
                    <a:pt x="3870" y="13"/>
                  </a:cubicBezTo>
                  <a:cubicBezTo>
                    <a:pt x="3682" y="4"/>
                    <a:pt x="3485" y="0"/>
                    <a:pt x="3283" y="0"/>
                  </a:cubicBezTo>
                  <a:close/>
                </a:path>
              </a:pathLst>
            </a:custGeom>
            <a:solidFill>
              <a:srgbClr val="B893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42"/>
            <p:cNvSpPr/>
            <p:nvPr/>
          </p:nvSpPr>
          <p:spPr>
            <a:xfrm>
              <a:off x="6129112" y="1896388"/>
              <a:ext cx="250631" cy="121583"/>
            </a:xfrm>
            <a:custGeom>
              <a:avLst/>
              <a:gdLst/>
              <a:ahLst/>
              <a:cxnLst/>
              <a:rect l="l" t="t" r="r" b="b"/>
              <a:pathLst>
                <a:path w="3727" h="1808" extrusionOk="0">
                  <a:moveTo>
                    <a:pt x="3727" y="0"/>
                  </a:moveTo>
                  <a:lnTo>
                    <a:pt x="0" y="393"/>
                  </a:lnTo>
                  <a:lnTo>
                    <a:pt x="95" y="1536"/>
                  </a:lnTo>
                  <a:cubicBezTo>
                    <a:pt x="772" y="1717"/>
                    <a:pt x="1463" y="1807"/>
                    <a:pt x="2144" y="1807"/>
                  </a:cubicBezTo>
                  <a:cubicBezTo>
                    <a:pt x="2674" y="1807"/>
                    <a:pt x="3198" y="1753"/>
                    <a:pt x="3703" y="1643"/>
                  </a:cubicBezTo>
                  <a:lnTo>
                    <a:pt x="3727" y="0"/>
                  </a:lnTo>
                  <a:close/>
                </a:path>
              </a:pathLst>
            </a:custGeom>
            <a:solidFill>
              <a:srgbClr val="EAA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42"/>
            <p:cNvSpPr/>
            <p:nvPr/>
          </p:nvSpPr>
          <p:spPr>
            <a:xfrm>
              <a:off x="6089840" y="2015685"/>
              <a:ext cx="319560" cy="71148"/>
            </a:xfrm>
            <a:custGeom>
              <a:avLst/>
              <a:gdLst/>
              <a:ahLst/>
              <a:cxnLst/>
              <a:rect l="l" t="t" r="r" b="b"/>
              <a:pathLst>
                <a:path w="4752" h="1058" extrusionOk="0">
                  <a:moveTo>
                    <a:pt x="1" y="0"/>
                  </a:moveTo>
                  <a:lnTo>
                    <a:pt x="84" y="774"/>
                  </a:lnTo>
                  <a:cubicBezTo>
                    <a:pt x="862" y="972"/>
                    <a:pt x="1659" y="1057"/>
                    <a:pt x="2467" y="1057"/>
                  </a:cubicBezTo>
                  <a:cubicBezTo>
                    <a:pt x="3218" y="1057"/>
                    <a:pt x="3977" y="983"/>
                    <a:pt x="4739" y="857"/>
                  </a:cubicBezTo>
                  <a:lnTo>
                    <a:pt x="4751" y="95"/>
                  </a:lnTo>
                  <a:lnTo>
                    <a:pt x="4751" y="95"/>
                  </a:lnTo>
                  <a:cubicBezTo>
                    <a:pt x="4089" y="210"/>
                    <a:pt x="3402" y="265"/>
                    <a:pt x="2705" y="265"/>
                  </a:cubicBezTo>
                  <a:cubicBezTo>
                    <a:pt x="1810" y="265"/>
                    <a:pt x="898" y="174"/>
                    <a:pt x="1" y="0"/>
                  </a:cubicBezTo>
                  <a:close/>
                </a:path>
              </a:pathLst>
            </a:custGeom>
            <a:solidFill>
              <a:srgbClr val="EAA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42"/>
            <p:cNvSpPr/>
            <p:nvPr/>
          </p:nvSpPr>
          <p:spPr>
            <a:xfrm>
              <a:off x="6095489" y="2067734"/>
              <a:ext cx="313104" cy="289097"/>
            </a:xfrm>
            <a:custGeom>
              <a:avLst/>
              <a:gdLst/>
              <a:ahLst/>
              <a:cxnLst/>
              <a:rect l="l" t="t" r="r" b="b"/>
              <a:pathLst>
                <a:path w="4656" h="4299" extrusionOk="0">
                  <a:moveTo>
                    <a:pt x="0" y="0"/>
                  </a:moveTo>
                  <a:lnTo>
                    <a:pt x="107" y="964"/>
                  </a:lnTo>
                  <a:cubicBezTo>
                    <a:pt x="107" y="964"/>
                    <a:pt x="405" y="4298"/>
                    <a:pt x="2274" y="4298"/>
                  </a:cubicBezTo>
                  <a:cubicBezTo>
                    <a:pt x="4370" y="4298"/>
                    <a:pt x="4643" y="964"/>
                    <a:pt x="4643" y="964"/>
                  </a:cubicBezTo>
                  <a:lnTo>
                    <a:pt x="4655" y="83"/>
                  </a:lnTo>
                  <a:lnTo>
                    <a:pt x="4655" y="83"/>
                  </a:lnTo>
                  <a:cubicBezTo>
                    <a:pt x="3893" y="209"/>
                    <a:pt x="3134" y="283"/>
                    <a:pt x="2383" y="283"/>
                  </a:cubicBezTo>
                  <a:cubicBezTo>
                    <a:pt x="1575" y="283"/>
                    <a:pt x="778" y="198"/>
                    <a:pt x="0" y="0"/>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42"/>
            <p:cNvSpPr/>
            <p:nvPr/>
          </p:nvSpPr>
          <p:spPr>
            <a:xfrm>
              <a:off x="5772768" y="1042344"/>
              <a:ext cx="892038" cy="921022"/>
            </a:xfrm>
            <a:custGeom>
              <a:avLst/>
              <a:gdLst/>
              <a:ahLst/>
              <a:cxnLst/>
              <a:rect l="l" t="t" r="r" b="b"/>
              <a:pathLst>
                <a:path w="13265" h="13696" extrusionOk="0">
                  <a:moveTo>
                    <a:pt x="6941" y="0"/>
                  </a:moveTo>
                  <a:cubicBezTo>
                    <a:pt x="6280" y="0"/>
                    <a:pt x="5583" y="81"/>
                    <a:pt x="4859" y="258"/>
                  </a:cubicBezTo>
                  <a:cubicBezTo>
                    <a:pt x="1001" y="1211"/>
                    <a:pt x="1" y="4794"/>
                    <a:pt x="608" y="8414"/>
                  </a:cubicBezTo>
                  <a:cubicBezTo>
                    <a:pt x="1297" y="12412"/>
                    <a:pt x="4264" y="13696"/>
                    <a:pt x="7114" y="13696"/>
                  </a:cubicBezTo>
                  <a:cubicBezTo>
                    <a:pt x="7320" y="13696"/>
                    <a:pt x="7525" y="13689"/>
                    <a:pt x="7728" y="13676"/>
                  </a:cubicBezTo>
                  <a:cubicBezTo>
                    <a:pt x="10943" y="13462"/>
                    <a:pt x="12860" y="10878"/>
                    <a:pt x="13050" y="8247"/>
                  </a:cubicBezTo>
                  <a:cubicBezTo>
                    <a:pt x="13264" y="5402"/>
                    <a:pt x="13074" y="4675"/>
                    <a:pt x="12633" y="3437"/>
                  </a:cubicBezTo>
                  <a:cubicBezTo>
                    <a:pt x="11966" y="1522"/>
                    <a:pt x="9798" y="0"/>
                    <a:pt x="6941" y="0"/>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42"/>
            <p:cNvSpPr/>
            <p:nvPr/>
          </p:nvSpPr>
          <p:spPr>
            <a:xfrm>
              <a:off x="5772768" y="1325524"/>
              <a:ext cx="189840" cy="336305"/>
            </a:xfrm>
            <a:custGeom>
              <a:avLst/>
              <a:gdLst/>
              <a:ahLst/>
              <a:cxnLst/>
              <a:rect l="l" t="t" r="r" b="b"/>
              <a:pathLst>
                <a:path w="2823" h="5001" extrusionOk="0">
                  <a:moveTo>
                    <a:pt x="1451" y="1"/>
                  </a:moveTo>
                  <a:cubicBezTo>
                    <a:pt x="1116" y="1"/>
                    <a:pt x="790" y="67"/>
                    <a:pt x="632" y="250"/>
                  </a:cubicBezTo>
                  <a:cubicBezTo>
                    <a:pt x="96" y="893"/>
                    <a:pt x="120" y="2084"/>
                    <a:pt x="60" y="2929"/>
                  </a:cubicBezTo>
                  <a:cubicBezTo>
                    <a:pt x="1" y="3774"/>
                    <a:pt x="418" y="4691"/>
                    <a:pt x="1203" y="5001"/>
                  </a:cubicBezTo>
                  <a:lnTo>
                    <a:pt x="858" y="4548"/>
                  </a:lnTo>
                  <a:cubicBezTo>
                    <a:pt x="1489" y="4143"/>
                    <a:pt x="1787" y="3274"/>
                    <a:pt x="1525" y="2560"/>
                  </a:cubicBezTo>
                  <a:lnTo>
                    <a:pt x="1525" y="2560"/>
                  </a:lnTo>
                  <a:cubicBezTo>
                    <a:pt x="1606" y="2749"/>
                    <a:pt x="1816" y="2856"/>
                    <a:pt x="2022" y="2856"/>
                  </a:cubicBezTo>
                  <a:cubicBezTo>
                    <a:pt x="2088" y="2856"/>
                    <a:pt x="2154" y="2845"/>
                    <a:pt x="2215" y="2822"/>
                  </a:cubicBezTo>
                  <a:cubicBezTo>
                    <a:pt x="2465" y="2726"/>
                    <a:pt x="2644" y="2488"/>
                    <a:pt x="2727" y="2226"/>
                  </a:cubicBezTo>
                  <a:cubicBezTo>
                    <a:pt x="2811" y="1964"/>
                    <a:pt x="2811" y="1691"/>
                    <a:pt x="2823" y="1417"/>
                  </a:cubicBezTo>
                  <a:cubicBezTo>
                    <a:pt x="2823" y="1167"/>
                    <a:pt x="2823" y="905"/>
                    <a:pt x="2739" y="667"/>
                  </a:cubicBezTo>
                  <a:cubicBezTo>
                    <a:pt x="2668" y="429"/>
                    <a:pt x="2489" y="202"/>
                    <a:pt x="2251" y="119"/>
                  </a:cubicBezTo>
                  <a:cubicBezTo>
                    <a:pt x="2050" y="52"/>
                    <a:pt x="1747" y="1"/>
                    <a:pt x="14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42"/>
            <p:cNvSpPr/>
            <p:nvPr/>
          </p:nvSpPr>
          <p:spPr>
            <a:xfrm>
              <a:off x="6521434" y="1331307"/>
              <a:ext cx="168993" cy="330521"/>
            </a:xfrm>
            <a:custGeom>
              <a:avLst/>
              <a:gdLst/>
              <a:ahLst/>
              <a:cxnLst/>
              <a:rect l="l" t="t" r="r" b="b"/>
              <a:pathLst>
                <a:path w="2513" h="4915" extrusionOk="0">
                  <a:moveTo>
                    <a:pt x="758" y="1"/>
                  </a:moveTo>
                  <a:cubicBezTo>
                    <a:pt x="692" y="1"/>
                    <a:pt x="626" y="11"/>
                    <a:pt x="560" y="33"/>
                  </a:cubicBezTo>
                  <a:cubicBezTo>
                    <a:pt x="322" y="116"/>
                    <a:pt x="155" y="343"/>
                    <a:pt x="72" y="581"/>
                  </a:cubicBezTo>
                  <a:cubicBezTo>
                    <a:pt x="0" y="819"/>
                    <a:pt x="0" y="1081"/>
                    <a:pt x="0" y="1331"/>
                  </a:cubicBezTo>
                  <a:cubicBezTo>
                    <a:pt x="0" y="1605"/>
                    <a:pt x="0" y="1878"/>
                    <a:pt x="83" y="2140"/>
                  </a:cubicBezTo>
                  <a:cubicBezTo>
                    <a:pt x="167" y="2402"/>
                    <a:pt x="345" y="2640"/>
                    <a:pt x="595" y="2736"/>
                  </a:cubicBezTo>
                  <a:cubicBezTo>
                    <a:pt x="659" y="2759"/>
                    <a:pt x="728" y="2770"/>
                    <a:pt x="795" y="2770"/>
                  </a:cubicBezTo>
                  <a:cubicBezTo>
                    <a:pt x="1006" y="2770"/>
                    <a:pt x="1214" y="2663"/>
                    <a:pt x="1286" y="2474"/>
                  </a:cubicBezTo>
                  <a:lnTo>
                    <a:pt x="1286" y="2474"/>
                  </a:lnTo>
                  <a:cubicBezTo>
                    <a:pt x="1036" y="3188"/>
                    <a:pt x="1322" y="4057"/>
                    <a:pt x="1953" y="4462"/>
                  </a:cubicBezTo>
                  <a:lnTo>
                    <a:pt x="1607" y="4915"/>
                  </a:lnTo>
                  <a:cubicBezTo>
                    <a:pt x="2393" y="4605"/>
                    <a:pt x="2512" y="3831"/>
                    <a:pt x="2453" y="2986"/>
                  </a:cubicBezTo>
                  <a:cubicBezTo>
                    <a:pt x="2393" y="2140"/>
                    <a:pt x="2239" y="1236"/>
                    <a:pt x="1703" y="593"/>
                  </a:cubicBezTo>
                  <a:cubicBezTo>
                    <a:pt x="1451" y="301"/>
                    <a:pt x="1115" y="1"/>
                    <a:pt x="7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42"/>
            <p:cNvSpPr/>
            <p:nvPr/>
          </p:nvSpPr>
          <p:spPr>
            <a:xfrm>
              <a:off x="6492585" y="1547373"/>
              <a:ext cx="217680" cy="246462"/>
            </a:xfrm>
            <a:custGeom>
              <a:avLst/>
              <a:gdLst/>
              <a:ahLst/>
              <a:cxnLst/>
              <a:rect l="l" t="t" r="r" b="b"/>
              <a:pathLst>
                <a:path w="3237" h="3665" extrusionOk="0">
                  <a:moveTo>
                    <a:pt x="1631" y="1"/>
                  </a:moveTo>
                  <a:cubicBezTo>
                    <a:pt x="1165" y="1"/>
                    <a:pt x="774" y="142"/>
                    <a:pt x="774" y="142"/>
                  </a:cubicBezTo>
                  <a:cubicBezTo>
                    <a:pt x="774" y="142"/>
                    <a:pt x="1" y="1975"/>
                    <a:pt x="72" y="2618"/>
                  </a:cubicBezTo>
                  <a:cubicBezTo>
                    <a:pt x="142" y="3313"/>
                    <a:pt x="720" y="3664"/>
                    <a:pt x="1359" y="3664"/>
                  </a:cubicBezTo>
                  <a:cubicBezTo>
                    <a:pt x="2240" y="3664"/>
                    <a:pt x="3237" y="2995"/>
                    <a:pt x="3168" y="1642"/>
                  </a:cubicBezTo>
                  <a:cubicBezTo>
                    <a:pt x="3098" y="282"/>
                    <a:pt x="2289" y="1"/>
                    <a:pt x="1631" y="1"/>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42"/>
            <p:cNvSpPr/>
            <p:nvPr/>
          </p:nvSpPr>
          <p:spPr>
            <a:xfrm>
              <a:off x="6511818" y="1596329"/>
              <a:ext cx="169800" cy="135974"/>
            </a:xfrm>
            <a:custGeom>
              <a:avLst/>
              <a:gdLst/>
              <a:ahLst/>
              <a:cxnLst/>
              <a:rect l="l" t="t" r="r" b="b"/>
              <a:pathLst>
                <a:path w="2525" h="2022" extrusionOk="0">
                  <a:moveTo>
                    <a:pt x="1528" y="1"/>
                  </a:moveTo>
                  <a:cubicBezTo>
                    <a:pt x="1304" y="1"/>
                    <a:pt x="1075" y="77"/>
                    <a:pt x="846" y="223"/>
                  </a:cubicBezTo>
                  <a:cubicBezTo>
                    <a:pt x="0" y="795"/>
                    <a:pt x="536" y="1986"/>
                    <a:pt x="536" y="1998"/>
                  </a:cubicBezTo>
                  <a:cubicBezTo>
                    <a:pt x="548" y="2009"/>
                    <a:pt x="560" y="2021"/>
                    <a:pt x="584" y="2021"/>
                  </a:cubicBezTo>
                  <a:lnTo>
                    <a:pt x="596" y="2021"/>
                  </a:lnTo>
                  <a:cubicBezTo>
                    <a:pt x="619" y="2009"/>
                    <a:pt x="631" y="1986"/>
                    <a:pt x="619" y="1962"/>
                  </a:cubicBezTo>
                  <a:cubicBezTo>
                    <a:pt x="619" y="1950"/>
                    <a:pt x="119" y="831"/>
                    <a:pt x="905" y="307"/>
                  </a:cubicBezTo>
                  <a:cubicBezTo>
                    <a:pt x="1115" y="170"/>
                    <a:pt x="1319" y="96"/>
                    <a:pt x="1520" y="96"/>
                  </a:cubicBezTo>
                  <a:cubicBezTo>
                    <a:pt x="1581" y="96"/>
                    <a:pt x="1642" y="102"/>
                    <a:pt x="1703" y="116"/>
                  </a:cubicBezTo>
                  <a:cubicBezTo>
                    <a:pt x="2155" y="212"/>
                    <a:pt x="2429" y="640"/>
                    <a:pt x="2429" y="640"/>
                  </a:cubicBezTo>
                  <a:cubicBezTo>
                    <a:pt x="2438" y="658"/>
                    <a:pt x="2453" y="669"/>
                    <a:pt x="2470" y="669"/>
                  </a:cubicBezTo>
                  <a:cubicBezTo>
                    <a:pt x="2476" y="669"/>
                    <a:pt x="2482" y="667"/>
                    <a:pt x="2489" y="664"/>
                  </a:cubicBezTo>
                  <a:cubicBezTo>
                    <a:pt x="2512" y="652"/>
                    <a:pt x="2524" y="616"/>
                    <a:pt x="2501" y="593"/>
                  </a:cubicBezTo>
                  <a:cubicBezTo>
                    <a:pt x="2489" y="581"/>
                    <a:pt x="2215" y="128"/>
                    <a:pt x="1727" y="21"/>
                  </a:cubicBezTo>
                  <a:cubicBezTo>
                    <a:pt x="1661" y="7"/>
                    <a:pt x="1595" y="1"/>
                    <a:pt x="1528"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42"/>
            <p:cNvSpPr/>
            <p:nvPr/>
          </p:nvSpPr>
          <p:spPr>
            <a:xfrm>
              <a:off x="6536632" y="1648110"/>
              <a:ext cx="95357" cy="23335"/>
            </a:xfrm>
            <a:custGeom>
              <a:avLst/>
              <a:gdLst/>
              <a:ahLst/>
              <a:cxnLst/>
              <a:rect l="l" t="t" r="r" b="b"/>
              <a:pathLst>
                <a:path w="1418" h="347" extrusionOk="0">
                  <a:moveTo>
                    <a:pt x="635" y="1"/>
                  </a:moveTo>
                  <a:cubicBezTo>
                    <a:pt x="430" y="1"/>
                    <a:pt x="209" y="66"/>
                    <a:pt x="12" y="263"/>
                  </a:cubicBezTo>
                  <a:cubicBezTo>
                    <a:pt x="0" y="275"/>
                    <a:pt x="0" y="311"/>
                    <a:pt x="12" y="323"/>
                  </a:cubicBezTo>
                  <a:cubicBezTo>
                    <a:pt x="24" y="335"/>
                    <a:pt x="36" y="340"/>
                    <a:pt x="48" y="340"/>
                  </a:cubicBezTo>
                  <a:cubicBezTo>
                    <a:pt x="60" y="340"/>
                    <a:pt x="72" y="335"/>
                    <a:pt x="84" y="323"/>
                  </a:cubicBezTo>
                  <a:cubicBezTo>
                    <a:pt x="258" y="149"/>
                    <a:pt x="453" y="90"/>
                    <a:pt x="636" y="90"/>
                  </a:cubicBezTo>
                  <a:cubicBezTo>
                    <a:pt x="1005" y="90"/>
                    <a:pt x="1326" y="327"/>
                    <a:pt x="1334" y="335"/>
                  </a:cubicBezTo>
                  <a:cubicBezTo>
                    <a:pt x="1346" y="335"/>
                    <a:pt x="1346" y="346"/>
                    <a:pt x="1358" y="346"/>
                  </a:cubicBezTo>
                  <a:cubicBezTo>
                    <a:pt x="1370" y="346"/>
                    <a:pt x="1393" y="335"/>
                    <a:pt x="1393" y="323"/>
                  </a:cubicBezTo>
                  <a:cubicBezTo>
                    <a:pt x="1417" y="299"/>
                    <a:pt x="1405" y="275"/>
                    <a:pt x="1393" y="251"/>
                  </a:cubicBezTo>
                  <a:cubicBezTo>
                    <a:pt x="1386" y="251"/>
                    <a:pt x="1038" y="1"/>
                    <a:pt x="635"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42"/>
            <p:cNvSpPr/>
            <p:nvPr/>
          </p:nvSpPr>
          <p:spPr>
            <a:xfrm>
              <a:off x="5805585" y="1532041"/>
              <a:ext cx="926469" cy="541342"/>
            </a:xfrm>
            <a:custGeom>
              <a:avLst/>
              <a:gdLst/>
              <a:ahLst/>
              <a:cxnLst/>
              <a:rect l="l" t="t" r="r" b="b"/>
              <a:pathLst>
                <a:path w="13777" h="8050" extrusionOk="0">
                  <a:moveTo>
                    <a:pt x="11788" y="1"/>
                  </a:moveTo>
                  <a:cubicBezTo>
                    <a:pt x="11788" y="1"/>
                    <a:pt x="11669" y="453"/>
                    <a:pt x="10026" y="2275"/>
                  </a:cubicBezTo>
                  <a:cubicBezTo>
                    <a:pt x="9729" y="2604"/>
                    <a:pt x="9418" y="2711"/>
                    <a:pt x="9091" y="2711"/>
                  </a:cubicBezTo>
                  <a:cubicBezTo>
                    <a:pt x="8477" y="2711"/>
                    <a:pt x="7811" y="2332"/>
                    <a:pt x="7093" y="2332"/>
                  </a:cubicBezTo>
                  <a:cubicBezTo>
                    <a:pt x="7058" y="2332"/>
                    <a:pt x="7024" y="2333"/>
                    <a:pt x="6990" y="2334"/>
                  </a:cubicBezTo>
                  <a:cubicBezTo>
                    <a:pt x="5835" y="2394"/>
                    <a:pt x="5335" y="2620"/>
                    <a:pt x="4073" y="2656"/>
                  </a:cubicBezTo>
                  <a:cubicBezTo>
                    <a:pt x="4066" y="2656"/>
                    <a:pt x="4060" y="2656"/>
                    <a:pt x="4053" y="2656"/>
                  </a:cubicBezTo>
                  <a:cubicBezTo>
                    <a:pt x="2805" y="2656"/>
                    <a:pt x="2450" y="405"/>
                    <a:pt x="697" y="405"/>
                  </a:cubicBezTo>
                  <a:cubicBezTo>
                    <a:pt x="683" y="405"/>
                    <a:pt x="670" y="405"/>
                    <a:pt x="656" y="406"/>
                  </a:cubicBezTo>
                  <a:cubicBezTo>
                    <a:pt x="656" y="406"/>
                    <a:pt x="1" y="8049"/>
                    <a:pt x="6752" y="8049"/>
                  </a:cubicBezTo>
                  <a:cubicBezTo>
                    <a:pt x="13776" y="8049"/>
                    <a:pt x="11788" y="1"/>
                    <a:pt x="117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42"/>
            <p:cNvSpPr/>
            <p:nvPr/>
          </p:nvSpPr>
          <p:spPr>
            <a:xfrm>
              <a:off x="6254798" y="1751200"/>
              <a:ext cx="65701" cy="43509"/>
            </a:xfrm>
            <a:custGeom>
              <a:avLst/>
              <a:gdLst/>
              <a:ahLst/>
              <a:cxnLst/>
              <a:rect l="l" t="t" r="r" b="b"/>
              <a:pathLst>
                <a:path w="977" h="647" extrusionOk="0">
                  <a:moveTo>
                    <a:pt x="50" y="1"/>
                  </a:moveTo>
                  <a:cubicBezTo>
                    <a:pt x="45" y="1"/>
                    <a:pt x="40" y="2"/>
                    <a:pt x="36" y="4"/>
                  </a:cubicBezTo>
                  <a:cubicBezTo>
                    <a:pt x="12" y="4"/>
                    <a:pt x="0" y="28"/>
                    <a:pt x="0" y="52"/>
                  </a:cubicBezTo>
                  <a:cubicBezTo>
                    <a:pt x="0" y="52"/>
                    <a:pt x="84" y="647"/>
                    <a:pt x="798" y="647"/>
                  </a:cubicBezTo>
                  <a:cubicBezTo>
                    <a:pt x="846" y="647"/>
                    <a:pt x="893" y="647"/>
                    <a:pt x="941" y="635"/>
                  </a:cubicBezTo>
                  <a:cubicBezTo>
                    <a:pt x="965" y="635"/>
                    <a:pt x="977" y="611"/>
                    <a:pt x="977" y="587"/>
                  </a:cubicBezTo>
                  <a:cubicBezTo>
                    <a:pt x="977" y="564"/>
                    <a:pt x="953" y="552"/>
                    <a:pt x="929" y="552"/>
                  </a:cubicBezTo>
                  <a:cubicBezTo>
                    <a:pt x="884" y="556"/>
                    <a:pt x="842" y="558"/>
                    <a:pt x="801" y="558"/>
                  </a:cubicBezTo>
                  <a:cubicBezTo>
                    <a:pt x="169" y="558"/>
                    <a:pt x="96" y="62"/>
                    <a:pt x="96" y="40"/>
                  </a:cubicBezTo>
                  <a:cubicBezTo>
                    <a:pt x="96" y="20"/>
                    <a:pt x="72" y="1"/>
                    <a:pt x="50"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42"/>
            <p:cNvSpPr/>
            <p:nvPr/>
          </p:nvSpPr>
          <p:spPr>
            <a:xfrm>
              <a:off x="5989775" y="1420477"/>
              <a:ext cx="176188" cy="95491"/>
            </a:xfrm>
            <a:custGeom>
              <a:avLst/>
              <a:gdLst/>
              <a:ahLst/>
              <a:cxnLst/>
              <a:rect l="l" t="t" r="r" b="b"/>
              <a:pathLst>
                <a:path w="2620" h="1420" extrusionOk="0">
                  <a:moveTo>
                    <a:pt x="2051" y="0"/>
                  </a:moveTo>
                  <a:cubicBezTo>
                    <a:pt x="1822" y="0"/>
                    <a:pt x="1488" y="100"/>
                    <a:pt x="989" y="362"/>
                  </a:cubicBezTo>
                  <a:cubicBezTo>
                    <a:pt x="0" y="874"/>
                    <a:pt x="465" y="1291"/>
                    <a:pt x="465" y="1291"/>
                  </a:cubicBezTo>
                  <a:cubicBezTo>
                    <a:pt x="557" y="1378"/>
                    <a:pt x="676" y="1419"/>
                    <a:pt x="824" y="1419"/>
                  </a:cubicBezTo>
                  <a:cubicBezTo>
                    <a:pt x="1077" y="1419"/>
                    <a:pt x="1413" y="1299"/>
                    <a:pt x="1834" y="1088"/>
                  </a:cubicBezTo>
                  <a:cubicBezTo>
                    <a:pt x="2394" y="803"/>
                    <a:pt x="2620" y="457"/>
                    <a:pt x="2465" y="219"/>
                  </a:cubicBezTo>
                  <a:cubicBezTo>
                    <a:pt x="2389" y="91"/>
                    <a:pt x="2268" y="0"/>
                    <a:pt x="20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42"/>
            <p:cNvSpPr/>
            <p:nvPr/>
          </p:nvSpPr>
          <p:spPr>
            <a:xfrm>
              <a:off x="6105845" y="1568892"/>
              <a:ext cx="64154" cy="76931"/>
            </a:xfrm>
            <a:custGeom>
              <a:avLst/>
              <a:gdLst/>
              <a:ahLst/>
              <a:cxnLst/>
              <a:rect l="l" t="t" r="r" b="b"/>
              <a:pathLst>
                <a:path w="954" h="1144" extrusionOk="0">
                  <a:moveTo>
                    <a:pt x="477" y="0"/>
                  </a:moveTo>
                  <a:cubicBezTo>
                    <a:pt x="215" y="0"/>
                    <a:pt x="1" y="250"/>
                    <a:pt x="1" y="572"/>
                  </a:cubicBezTo>
                  <a:cubicBezTo>
                    <a:pt x="1" y="893"/>
                    <a:pt x="215" y="1143"/>
                    <a:pt x="477" y="1143"/>
                  </a:cubicBezTo>
                  <a:cubicBezTo>
                    <a:pt x="739" y="1143"/>
                    <a:pt x="953" y="893"/>
                    <a:pt x="953" y="572"/>
                  </a:cubicBezTo>
                  <a:cubicBezTo>
                    <a:pt x="953" y="250"/>
                    <a:pt x="739" y="0"/>
                    <a:pt x="4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42"/>
            <p:cNvSpPr/>
            <p:nvPr/>
          </p:nvSpPr>
          <p:spPr>
            <a:xfrm>
              <a:off x="6415721" y="1420477"/>
              <a:ext cx="176188" cy="95491"/>
            </a:xfrm>
            <a:custGeom>
              <a:avLst/>
              <a:gdLst/>
              <a:ahLst/>
              <a:cxnLst/>
              <a:rect l="l" t="t" r="r" b="b"/>
              <a:pathLst>
                <a:path w="2620" h="1420" extrusionOk="0">
                  <a:moveTo>
                    <a:pt x="568" y="0"/>
                  </a:moveTo>
                  <a:cubicBezTo>
                    <a:pt x="349" y="0"/>
                    <a:pt x="225" y="91"/>
                    <a:pt x="143" y="219"/>
                  </a:cubicBezTo>
                  <a:cubicBezTo>
                    <a:pt x="1" y="457"/>
                    <a:pt x="227" y="803"/>
                    <a:pt x="786" y="1088"/>
                  </a:cubicBezTo>
                  <a:cubicBezTo>
                    <a:pt x="1208" y="1299"/>
                    <a:pt x="1539" y="1419"/>
                    <a:pt x="1791" y="1419"/>
                  </a:cubicBezTo>
                  <a:cubicBezTo>
                    <a:pt x="1938" y="1419"/>
                    <a:pt x="2059" y="1378"/>
                    <a:pt x="2156" y="1291"/>
                  </a:cubicBezTo>
                  <a:cubicBezTo>
                    <a:pt x="2156" y="1291"/>
                    <a:pt x="2620" y="874"/>
                    <a:pt x="1632" y="362"/>
                  </a:cubicBezTo>
                  <a:cubicBezTo>
                    <a:pt x="1132" y="100"/>
                    <a:pt x="798" y="0"/>
                    <a:pt x="5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42"/>
            <p:cNvSpPr/>
            <p:nvPr/>
          </p:nvSpPr>
          <p:spPr>
            <a:xfrm>
              <a:off x="6418949" y="1580123"/>
              <a:ext cx="63280" cy="76931"/>
            </a:xfrm>
            <a:custGeom>
              <a:avLst/>
              <a:gdLst/>
              <a:ahLst/>
              <a:cxnLst/>
              <a:rect l="l" t="t" r="r" b="b"/>
              <a:pathLst>
                <a:path w="941" h="1144" extrusionOk="0">
                  <a:moveTo>
                    <a:pt x="464" y="0"/>
                  </a:moveTo>
                  <a:cubicBezTo>
                    <a:pt x="214" y="0"/>
                    <a:pt x="0" y="250"/>
                    <a:pt x="0" y="572"/>
                  </a:cubicBezTo>
                  <a:cubicBezTo>
                    <a:pt x="0" y="893"/>
                    <a:pt x="214" y="1143"/>
                    <a:pt x="464" y="1143"/>
                  </a:cubicBezTo>
                  <a:cubicBezTo>
                    <a:pt x="726" y="1143"/>
                    <a:pt x="941" y="893"/>
                    <a:pt x="941" y="572"/>
                  </a:cubicBezTo>
                  <a:cubicBezTo>
                    <a:pt x="941" y="250"/>
                    <a:pt x="726" y="0"/>
                    <a:pt x="4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42"/>
            <p:cNvSpPr/>
            <p:nvPr/>
          </p:nvSpPr>
          <p:spPr>
            <a:xfrm>
              <a:off x="5751316" y="1580795"/>
              <a:ext cx="216873" cy="246664"/>
            </a:xfrm>
            <a:custGeom>
              <a:avLst/>
              <a:gdLst/>
              <a:ahLst/>
              <a:cxnLst/>
              <a:rect l="l" t="t" r="r" b="b"/>
              <a:pathLst>
                <a:path w="3225" h="3668" extrusionOk="0">
                  <a:moveTo>
                    <a:pt x="1588" y="0"/>
                  </a:moveTo>
                  <a:cubicBezTo>
                    <a:pt x="932" y="0"/>
                    <a:pt x="132" y="284"/>
                    <a:pt x="70" y="1645"/>
                  </a:cubicBezTo>
                  <a:cubicBezTo>
                    <a:pt x="1" y="2999"/>
                    <a:pt x="993" y="3667"/>
                    <a:pt x="1871" y="3667"/>
                  </a:cubicBezTo>
                  <a:cubicBezTo>
                    <a:pt x="2507" y="3667"/>
                    <a:pt x="3083" y="3317"/>
                    <a:pt x="3153" y="2621"/>
                  </a:cubicBezTo>
                  <a:cubicBezTo>
                    <a:pt x="3225" y="1978"/>
                    <a:pt x="2451" y="145"/>
                    <a:pt x="2451" y="145"/>
                  </a:cubicBezTo>
                  <a:cubicBezTo>
                    <a:pt x="2451" y="145"/>
                    <a:pt x="2056" y="0"/>
                    <a:pt x="1588" y="0"/>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42"/>
            <p:cNvSpPr/>
            <p:nvPr/>
          </p:nvSpPr>
          <p:spPr>
            <a:xfrm>
              <a:off x="5779963" y="1629953"/>
              <a:ext cx="169060" cy="135974"/>
            </a:xfrm>
            <a:custGeom>
              <a:avLst/>
              <a:gdLst/>
              <a:ahLst/>
              <a:cxnLst/>
              <a:rect l="l" t="t" r="r" b="b"/>
              <a:pathLst>
                <a:path w="2514" h="2022" extrusionOk="0">
                  <a:moveTo>
                    <a:pt x="985" y="1"/>
                  </a:moveTo>
                  <a:cubicBezTo>
                    <a:pt x="919" y="1"/>
                    <a:pt x="852" y="7"/>
                    <a:pt x="787" y="21"/>
                  </a:cubicBezTo>
                  <a:cubicBezTo>
                    <a:pt x="299" y="128"/>
                    <a:pt x="25" y="569"/>
                    <a:pt x="13" y="593"/>
                  </a:cubicBezTo>
                  <a:cubicBezTo>
                    <a:pt x="1" y="616"/>
                    <a:pt x="1" y="640"/>
                    <a:pt x="25" y="652"/>
                  </a:cubicBezTo>
                  <a:cubicBezTo>
                    <a:pt x="34" y="661"/>
                    <a:pt x="43" y="665"/>
                    <a:pt x="51" y="665"/>
                  </a:cubicBezTo>
                  <a:cubicBezTo>
                    <a:pt x="65" y="665"/>
                    <a:pt x="77" y="655"/>
                    <a:pt x="84" y="640"/>
                  </a:cubicBezTo>
                  <a:cubicBezTo>
                    <a:pt x="96" y="640"/>
                    <a:pt x="358" y="212"/>
                    <a:pt x="811" y="116"/>
                  </a:cubicBezTo>
                  <a:cubicBezTo>
                    <a:pt x="875" y="102"/>
                    <a:pt x="941" y="94"/>
                    <a:pt x="1007" y="94"/>
                  </a:cubicBezTo>
                  <a:cubicBezTo>
                    <a:pt x="1208" y="94"/>
                    <a:pt x="1414" y="163"/>
                    <a:pt x="1620" y="307"/>
                  </a:cubicBezTo>
                  <a:cubicBezTo>
                    <a:pt x="2394" y="819"/>
                    <a:pt x="1894" y="1938"/>
                    <a:pt x="1894" y="1950"/>
                  </a:cubicBezTo>
                  <a:cubicBezTo>
                    <a:pt x="1882" y="1974"/>
                    <a:pt x="1894" y="2009"/>
                    <a:pt x="1918" y="2021"/>
                  </a:cubicBezTo>
                  <a:lnTo>
                    <a:pt x="1942" y="2021"/>
                  </a:lnTo>
                  <a:cubicBezTo>
                    <a:pt x="1954" y="2021"/>
                    <a:pt x="1965" y="2009"/>
                    <a:pt x="1977" y="1998"/>
                  </a:cubicBezTo>
                  <a:cubicBezTo>
                    <a:pt x="1989" y="1986"/>
                    <a:pt x="2513" y="795"/>
                    <a:pt x="1668" y="224"/>
                  </a:cubicBezTo>
                  <a:cubicBezTo>
                    <a:pt x="1439" y="77"/>
                    <a:pt x="1209" y="1"/>
                    <a:pt x="985"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42"/>
            <p:cNvSpPr/>
            <p:nvPr/>
          </p:nvSpPr>
          <p:spPr>
            <a:xfrm>
              <a:off x="5829659" y="1681734"/>
              <a:ext cx="94550" cy="22931"/>
            </a:xfrm>
            <a:custGeom>
              <a:avLst/>
              <a:gdLst/>
              <a:ahLst/>
              <a:cxnLst/>
              <a:rect l="l" t="t" r="r" b="b"/>
              <a:pathLst>
                <a:path w="1406" h="341" extrusionOk="0">
                  <a:moveTo>
                    <a:pt x="771" y="1"/>
                  </a:moveTo>
                  <a:cubicBezTo>
                    <a:pt x="368" y="1"/>
                    <a:pt x="24" y="251"/>
                    <a:pt x="24" y="251"/>
                  </a:cubicBezTo>
                  <a:cubicBezTo>
                    <a:pt x="0" y="275"/>
                    <a:pt x="0" y="299"/>
                    <a:pt x="12" y="323"/>
                  </a:cubicBezTo>
                  <a:cubicBezTo>
                    <a:pt x="24" y="335"/>
                    <a:pt x="36" y="335"/>
                    <a:pt x="48" y="335"/>
                  </a:cubicBezTo>
                  <a:cubicBezTo>
                    <a:pt x="60" y="335"/>
                    <a:pt x="72" y="335"/>
                    <a:pt x="72" y="323"/>
                  </a:cubicBezTo>
                  <a:cubicBezTo>
                    <a:pt x="80" y="323"/>
                    <a:pt x="400" y="90"/>
                    <a:pt x="767" y="90"/>
                  </a:cubicBezTo>
                  <a:cubicBezTo>
                    <a:pt x="951" y="90"/>
                    <a:pt x="1147" y="148"/>
                    <a:pt x="1322" y="323"/>
                  </a:cubicBezTo>
                  <a:cubicBezTo>
                    <a:pt x="1334" y="335"/>
                    <a:pt x="1346" y="341"/>
                    <a:pt x="1357" y="341"/>
                  </a:cubicBezTo>
                  <a:cubicBezTo>
                    <a:pt x="1369" y="341"/>
                    <a:pt x="1381" y="335"/>
                    <a:pt x="1393" y="323"/>
                  </a:cubicBezTo>
                  <a:cubicBezTo>
                    <a:pt x="1405" y="311"/>
                    <a:pt x="1405" y="275"/>
                    <a:pt x="1393" y="263"/>
                  </a:cubicBezTo>
                  <a:cubicBezTo>
                    <a:pt x="1196" y="66"/>
                    <a:pt x="976" y="1"/>
                    <a:pt x="771"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42"/>
            <p:cNvSpPr/>
            <p:nvPr/>
          </p:nvSpPr>
          <p:spPr>
            <a:xfrm>
              <a:off x="6241147" y="1367890"/>
              <a:ext cx="128981" cy="322788"/>
            </a:xfrm>
            <a:custGeom>
              <a:avLst/>
              <a:gdLst/>
              <a:ahLst/>
              <a:cxnLst/>
              <a:rect l="l" t="t" r="r" b="b"/>
              <a:pathLst>
                <a:path w="1918" h="4800" extrusionOk="0">
                  <a:moveTo>
                    <a:pt x="263" y="1"/>
                  </a:moveTo>
                  <a:cubicBezTo>
                    <a:pt x="227" y="1"/>
                    <a:pt x="203" y="13"/>
                    <a:pt x="203" y="49"/>
                  </a:cubicBezTo>
                  <a:cubicBezTo>
                    <a:pt x="191" y="346"/>
                    <a:pt x="1" y="3025"/>
                    <a:pt x="215" y="3359"/>
                  </a:cubicBezTo>
                  <a:cubicBezTo>
                    <a:pt x="282" y="3466"/>
                    <a:pt x="392" y="3559"/>
                    <a:pt x="579" y="3559"/>
                  </a:cubicBezTo>
                  <a:cubicBezTo>
                    <a:pt x="723" y="3559"/>
                    <a:pt x="914" y="3504"/>
                    <a:pt x="1168" y="3359"/>
                  </a:cubicBezTo>
                  <a:cubicBezTo>
                    <a:pt x="1168" y="3359"/>
                    <a:pt x="1180" y="3347"/>
                    <a:pt x="1192" y="3347"/>
                  </a:cubicBezTo>
                  <a:cubicBezTo>
                    <a:pt x="1261" y="3309"/>
                    <a:pt x="1329" y="3291"/>
                    <a:pt x="1391" y="3291"/>
                  </a:cubicBezTo>
                  <a:cubicBezTo>
                    <a:pt x="1468" y="3291"/>
                    <a:pt x="1537" y="3318"/>
                    <a:pt x="1596" y="3370"/>
                  </a:cubicBezTo>
                  <a:cubicBezTo>
                    <a:pt x="1775" y="3549"/>
                    <a:pt x="1811" y="3942"/>
                    <a:pt x="1680" y="4204"/>
                  </a:cubicBezTo>
                  <a:cubicBezTo>
                    <a:pt x="1513" y="4537"/>
                    <a:pt x="1144" y="4704"/>
                    <a:pt x="1144" y="4716"/>
                  </a:cubicBezTo>
                  <a:cubicBezTo>
                    <a:pt x="1120" y="4728"/>
                    <a:pt x="1108" y="4752"/>
                    <a:pt x="1120" y="4775"/>
                  </a:cubicBezTo>
                  <a:cubicBezTo>
                    <a:pt x="1120" y="4787"/>
                    <a:pt x="1144" y="4799"/>
                    <a:pt x="1156" y="4799"/>
                  </a:cubicBezTo>
                  <a:lnTo>
                    <a:pt x="1180" y="4799"/>
                  </a:lnTo>
                  <a:cubicBezTo>
                    <a:pt x="1192" y="4787"/>
                    <a:pt x="1584" y="4609"/>
                    <a:pt x="1763" y="4240"/>
                  </a:cubicBezTo>
                  <a:cubicBezTo>
                    <a:pt x="1918" y="3942"/>
                    <a:pt x="1870" y="3501"/>
                    <a:pt x="1668" y="3311"/>
                  </a:cubicBezTo>
                  <a:cubicBezTo>
                    <a:pt x="1593" y="3236"/>
                    <a:pt x="1498" y="3196"/>
                    <a:pt x="1392" y="3196"/>
                  </a:cubicBezTo>
                  <a:cubicBezTo>
                    <a:pt x="1314" y="3196"/>
                    <a:pt x="1230" y="3218"/>
                    <a:pt x="1144" y="3263"/>
                  </a:cubicBezTo>
                  <a:cubicBezTo>
                    <a:pt x="1144" y="3263"/>
                    <a:pt x="1132" y="3275"/>
                    <a:pt x="1120" y="3287"/>
                  </a:cubicBezTo>
                  <a:cubicBezTo>
                    <a:pt x="906" y="3409"/>
                    <a:pt x="730" y="3469"/>
                    <a:pt x="591" y="3469"/>
                  </a:cubicBezTo>
                  <a:cubicBezTo>
                    <a:pt x="460" y="3469"/>
                    <a:pt x="362" y="3415"/>
                    <a:pt x="299" y="3311"/>
                  </a:cubicBezTo>
                  <a:cubicBezTo>
                    <a:pt x="132" y="3049"/>
                    <a:pt x="239" y="870"/>
                    <a:pt x="299" y="49"/>
                  </a:cubicBezTo>
                  <a:cubicBezTo>
                    <a:pt x="299" y="25"/>
                    <a:pt x="287" y="1"/>
                    <a:pt x="263"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42"/>
            <p:cNvSpPr/>
            <p:nvPr/>
          </p:nvSpPr>
          <p:spPr>
            <a:xfrm>
              <a:off x="5747146" y="1451949"/>
              <a:ext cx="913625" cy="303622"/>
            </a:xfrm>
            <a:custGeom>
              <a:avLst/>
              <a:gdLst/>
              <a:ahLst/>
              <a:cxnLst/>
              <a:rect l="l" t="t" r="r" b="b"/>
              <a:pathLst>
                <a:path w="13586" h="4515" extrusionOk="0">
                  <a:moveTo>
                    <a:pt x="5412" y="119"/>
                  </a:moveTo>
                  <a:cubicBezTo>
                    <a:pt x="5434" y="119"/>
                    <a:pt x="5456" y="120"/>
                    <a:pt x="5478" y="120"/>
                  </a:cubicBezTo>
                  <a:cubicBezTo>
                    <a:pt x="6609" y="144"/>
                    <a:pt x="7514" y="1097"/>
                    <a:pt x="7478" y="2228"/>
                  </a:cubicBezTo>
                  <a:cubicBezTo>
                    <a:pt x="7455" y="3349"/>
                    <a:pt x="6538" y="4241"/>
                    <a:pt x="5435" y="4241"/>
                  </a:cubicBezTo>
                  <a:cubicBezTo>
                    <a:pt x="5414" y="4241"/>
                    <a:pt x="5392" y="4240"/>
                    <a:pt x="5371" y="4240"/>
                  </a:cubicBezTo>
                  <a:cubicBezTo>
                    <a:pt x="4228" y="4204"/>
                    <a:pt x="3323" y="3263"/>
                    <a:pt x="3358" y="2120"/>
                  </a:cubicBezTo>
                  <a:cubicBezTo>
                    <a:pt x="3382" y="1011"/>
                    <a:pt x="4299" y="119"/>
                    <a:pt x="5412" y="119"/>
                  </a:cubicBezTo>
                  <a:close/>
                  <a:moveTo>
                    <a:pt x="11387" y="263"/>
                  </a:moveTo>
                  <a:cubicBezTo>
                    <a:pt x="11401" y="263"/>
                    <a:pt x="11416" y="263"/>
                    <a:pt x="11431" y="263"/>
                  </a:cubicBezTo>
                  <a:cubicBezTo>
                    <a:pt x="12562" y="299"/>
                    <a:pt x="13467" y="1251"/>
                    <a:pt x="13443" y="2382"/>
                  </a:cubicBezTo>
                  <a:cubicBezTo>
                    <a:pt x="13408" y="3504"/>
                    <a:pt x="12491" y="4396"/>
                    <a:pt x="11388" y="4396"/>
                  </a:cubicBezTo>
                  <a:cubicBezTo>
                    <a:pt x="11367" y="4396"/>
                    <a:pt x="11345" y="4395"/>
                    <a:pt x="11324" y="4395"/>
                  </a:cubicBezTo>
                  <a:cubicBezTo>
                    <a:pt x="10181" y="4359"/>
                    <a:pt x="9276" y="3418"/>
                    <a:pt x="9311" y="2275"/>
                  </a:cubicBezTo>
                  <a:cubicBezTo>
                    <a:pt x="9347" y="1159"/>
                    <a:pt x="10264" y="263"/>
                    <a:pt x="11387" y="263"/>
                  </a:cubicBezTo>
                  <a:close/>
                  <a:moveTo>
                    <a:pt x="5411" y="0"/>
                  </a:moveTo>
                  <a:cubicBezTo>
                    <a:pt x="4250" y="0"/>
                    <a:pt x="3298" y="916"/>
                    <a:pt x="3239" y="2061"/>
                  </a:cubicBezTo>
                  <a:lnTo>
                    <a:pt x="632" y="2001"/>
                  </a:lnTo>
                  <a:cubicBezTo>
                    <a:pt x="620" y="2001"/>
                    <a:pt x="620" y="2001"/>
                    <a:pt x="608" y="2013"/>
                  </a:cubicBezTo>
                  <a:cubicBezTo>
                    <a:pt x="584" y="2013"/>
                    <a:pt x="37" y="2216"/>
                    <a:pt x="1" y="2740"/>
                  </a:cubicBezTo>
                  <a:cubicBezTo>
                    <a:pt x="1" y="2763"/>
                    <a:pt x="25" y="2799"/>
                    <a:pt x="48" y="2799"/>
                  </a:cubicBezTo>
                  <a:lnTo>
                    <a:pt x="60" y="2799"/>
                  </a:lnTo>
                  <a:cubicBezTo>
                    <a:pt x="84" y="2799"/>
                    <a:pt x="108" y="2775"/>
                    <a:pt x="120" y="2740"/>
                  </a:cubicBezTo>
                  <a:cubicBezTo>
                    <a:pt x="144" y="2335"/>
                    <a:pt x="572" y="2144"/>
                    <a:pt x="632" y="2120"/>
                  </a:cubicBezTo>
                  <a:lnTo>
                    <a:pt x="3239" y="2180"/>
                  </a:lnTo>
                  <a:cubicBezTo>
                    <a:pt x="3239" y="3359"/>
                    <a:pt x="4180" y="4323"/>
                    <a:pt x="5359" y="4359"/>
                  </a:cubicBezTo>
                  <a:cubicBezTo>
                    <a:pt x="5373" y="4359"/>
                    <a:pt x="5388" y="4359"/>
                    <a:pt x="5403" y="4359"/>
                  </a:cubicBezTo>
                  <a:cubicBezTo>
                    <a:pt x="6585" y="4359"/>
                    <a:pt x="7562" y="3415"/>
                    <a:pt x="7597" y="2228"/>
                  </a:cubicBezTo>
                  <a:cubicBezTo>
                    <a:pt x="7597" y="2144"/>
                    <a:pt x="7597" y="2049"/>
                    <a:pt x="7585" y="1966"/>
                  </a:cubicBezTo>
                  <a:cubicBezTo>
                    <a:pt x="7679" y="1915"/>
                    <a:pt x="7990" y="1782"/>
                    <a:pt x="8382" y="1782"/>
                  </a:cubicBezTo>
                  <a:cubicBezTo>
                    <a:pt x="8638" y="1782"/>
                    <a:pt x="8929" y="1839"/>
                    <a:pt x="9216" y="2013"/>
                  </a:cubicBezTo>
                  <a:cubicBezTo>
                    <a:pt x="9204" y="2097"/>
                    <a:pt x="9192" y="2180"/>
                    <a:pt x="9192" y="2275"/>
                  </a:cubicBezTo>
                  <a:cubicBezTo>
                    <a:pt x="9157" y="3478"/>
                    <a:pt x="10121" y="4478"/>
                    <a:pt x="11312" y="4514"/>
                  </a:cubicBezTo>
                  <a:cubicBezTo>
                    <a:pt x="11326" y="4514"/>
                    <a:pt x="11341" y="4514"/>
                    <a:pt x="11356" y="4514"/>
                  </a:cubicBezTo>
                  <a:cubicBezTo>
                    <a:pt x="12539" y="4514"/>
                    <a:pt x="13515" y="3570"/>
                    <a:pt x="13550" y="2382"/>
                  </a:cubicBezTo>
                  <a:cubicBezTo>
                    <a:pt x="13586" y="1192"/>
                    <a:pt x="12633" y="180"/>
                    <a:pt x="11431" y="156"/>
                  </a:cubicBezTo>
                  <a:cubicBezTo>
                    <a:pt x="11407" y="155"/>
                    <a:pt x="11383" y="155"/>
                    <a:pt x="11359" y="155"/>
                  </a:cubicBezTo>
                  <a:cubicBezTo>
                    <a:pt x="10319" y="155"/>
                    <a:pt x="9450" y="905"/>
                    <a:pt x="9240" y="1894"/>
                  </a:cubicBezTo>
                  <a:cubicBezTo>
                    <a:pt x="8945" y="1727"/>
                    <a:pt x="8648" y="1672"/>
                    <a:pt x="8385" y="1672"/>
                  </a:cubicBezTo>
                  <a:cubicBezTo>
                    <a:pt x="8011" y="1672"/>
                    <a:pt x="7706" y="1784"/>
                    <a:pt x="7573" y="1847"/>
                  </a:cubicBezTo>
                  <a:cubicBezTo>
                    <a:pt x="7418" y="823"/>
                    <a:pt x="6549" y="25"/>
                    <a:pt x="5478" y="1"/>
                  </a:cubicBezTo>
                  <a:cubicBezTo>
                    <a:pt x="5455" y="0"/>
                    <a:pt x="5433" y="0"/>
                    <a:pt x="54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42"/>
            <p:cNvSpPr/>
            <p:nvPr/>
          </p:nvSpPr>
          <p:spPr>
            <a:xfrm>
              <a:off x="6081837" y="1265472"/>
              <a:ext cx="418010" cy="30463"/>
            </a:xfrm>
            <a:custGeom>
              <a:avLst/>
              <a:gdLst/>
              <a:ahLst/>
              <a:cxnLst/>
              <a:rect l="l" t="t" r="r" b="b"/>
              <a:pathLst>
                <a:path w="6216" h="453" extrusionOk="0">
                  <a:moveTo>
                    <a:pt x="2978" y="1"/>
                  </a:moveTo>
                  <a:cubicBezTo>
                    <a:pt x="1986" y="1"/>
                    <a:pt x="993" y="111"/>
                    <a:pt x="24" y="333"/>
                  </a:cubicBezTo>
                  <a:cubicBezTo>
                    <a:pt x="1" y="333"/>
                    <a:pt x="1" y="345"/>
                    <a:pt x="1" y="369"/>
                  </a:cubicBezTo>
                  <a:cubicBezTo>
                    <a:pt x="1" y="381"/>
                    <a:pt x="24" y="393"/>
                    <a:pt x="36" y="393"/>
                  </a:cubicBezTo>
                  <a:cubicBezTo>
                    <a:pt x="999" y="171"/>
                    <a:pt x="1986" y="60"/>
                    <a:pt x="2974" y="60"/>
                  </a:cubicBezTo>
                  <a:cubicBezTo>
                    <a:pt x="4052" y="60"/>
                    <a:pt x="5130" y="192"/>
                    <a:pt x="6180" y="452"/>
                  </a:cubicBezTo>
                  <a:cubicBezTo>
                    <a:pt x="6192" y="452"/>
                    <a:pt x="6204" y="441"/>
                    <a:pt x="6204" y="429"/>
                  </a:cubicBezTo>
                  <a:cubicBezTo>
                    <a:pt x="6216" y="417"/>
                    <a:pt x="6204" y="393"/>
                    <a:pt x="6192" y="393"/>
                  </a:cubicBezTo>
                  <a:cubicBezTo>
                    <a:pt x="5142" y="132"/>
                    <a:pt x="4060" y="1"/>
                    <a:pt x="2978" y="1"/>
                  </a:cubicBezTo>
                  <a:close/>
                </a:path>
              </a:pathLst>
            </a:custGeom>
            <a:solidFill>
              <a:srgbClr val="EAA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42"/>
            <p:cNvSpPr/>
            <p:nvPr/>
          </p:nvSpPr>
          <p:spPr>
            <a:xfrm>
              <a:off x="6118689" y="1163659"/>
              <a:ext cx="343567" cy="44989"/>
            </a:xfrm>
            <a:custGeom>
              <a:avLst/>
              <a:gdLst/>
              <a:ahLst/>
              <a:cxnLst/>
              <a:rect l="l" t="t" r="r" b="b"/>
              <a:pathLst>
                <a:path w="5109" h="669" extrusionOk="0">
                  <a:moveTo>
                    <a:pt x="2030" y="0"/>
                  </a:moveTo>
                  <a:cubicBezTo>
                    <a:pt x="1356" y="0"/>
                    <a:pt x="681" y="84"/>
                    <a:pt x="24" y="252"/>
                  </a:cubicBezTo>
                  <a:cubicBezTo>
                    <a:pt x="12" y="252"/>
                    <a:pt x="0" y="276"/>
                    <a:pt x="12" y="288"/>
                  </a:cubicBezTo>
                  <a:cubicBezTo>
                    <a:pt x="12" y="300"/>
                    <a:pt x="24" y="311"/>
                    <a:pt x="48" y="311"/>
                  </a:cubicBezTo>
                  <a:cubicBezTo>
                    <a:pt x="698" y="143"/>
                    <a:pt x="1369" y="59"/>
                    <a:pt x="2039" y="59"/>
                  </a:cubicBezTo>
                  <a:cubicBezTo>
                    <a:pt x="3075" y="59"/>
                    <a:pt x="4111" y="259"/>
                    <a:pt x="5072" y="657"/>
                  </a:cubicBezTo>
                  <a:cubicBezTo>
                    <a:pt x="5072" y="669"/>
                    <a:pt x="5072" y="669"/>
                    <a:pt x="5084" y="669"/>
                  </a:cubicBezTo>
                  <a:cubicBezTo>
                    <a:pt x="5096" y="669"/>
                    <a:pt x="5108" y="657"/>
                    <a:pt x="5108" y="645"/>
                  </a:cubicBezTo>
                  <a:cubicBezTo>
                    <a:pt x="5108" y="633"/>
                    <a:pt x="5108" y="609"/>
                    <a:pt x="5096" y="609"/>
                  </a:cubicBezTo>
                  <a:cubicBezTo>
                    <a:pt x="4125" y="203"/>
                    <a:pt x="3079" y="0"/>
                    <a:pt x="2030" y="0"/>
                  </a:cubicBezTo>
                  <a:close/>
                </a:path>
              </a:pathLst>
            </a:custGeom>
            <a:solidFill>
              <a:srgbClr val="EAA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42"/>
            <p:cNvSpPr/>
            <p:nvPr/>
          </p:nvSpPr>
          <p:spPr>
            <a:xfrm>
              <a:off x="6357283" y="4131829"/>
              <a:ext cx="582162" cy="463739"/>
            </a:xfrm>
            <a:custGeom>
              <a:avLst/>
              <a:gdLst/>
              <a:ahLst/>
              <a:cxnLst/>
              <a:rect l="l" t="t" r="r" b="b"/>
              <a:pathLst>
                <a:path w="8657" h="6896" extrusionOk="0">
                  <a:moveTo>
                    <a:pt x="4965" y="0"/>
                  </a:moveTo>
                  <a:cubicBezTo>
                    <a:pt x="4965" y="0"/>
                    <a:pt x="3765" y="410"/>
                    <a:pt x="2197" y="410"/>
                  </a:cubicBezTo>
                  <a:cubicBezTo>
                    <a:pt x="1512" y="410"/>
                    <a:pt x="757" y="332"/>
                    <a:pt x="0" y="107"/>
                  </a:cubicBezTo>
                  <a:lnTo>
                    <a:pt x="0" y="107"/>
                  </a:lnTo>
                  <a:cubicBezTo>
                    <a:pt x="0" y="108"/>
                    <a:pt x="286" y="5287"/>
                    <a:pt x="584" y="6001"/>
                  </a:cubicBezTo>
                  <a:cubicBezTo>
                    <a:pt x="584" y="6001"/>
                    <a:pt x="2084" y="6692"/>
                    <a:pt x="5918" y="6882"/>
                  </a:cubicBezTo>
                  <a:cubicBezTo>
                    <a:pt x="6119" y="6892"/>
                    <a:pt x="6307" y="6896"/>
                    <a:pt x="6483" y="6896"/>
                  </a:cubicBezTo>
                  <a:cubicBezTo>
                    <a:pt x="8068" y="6896"/>
                    <a:pt x="8656" y="6549"/>
                    <a:pt x="8656" y="6549"/>
                  </a:cubicBezTo>
                  <a:cubicBezTo>
                    <a:pt x="8656" y="6549"/>
                    <a:pt x="8632" y="5775"/>
                    <a:pt x="7251" y="5001"/>
                  </a:cubicBezTo>
                  <a:cubicBezTo>
                    <a:pt x="6763" y="4727"/>
                    <a:pt x="5025" y="4215"/>
                    <a:pt x="5025" y="4215"/>
                  </a:cubicBezTo>
                  <a:lnTo>
                    <a:pt x="49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42"/>
            <p:cNvSpPr/>
            <p:nvPr/>
          </p:nvSpPr>
          <p:spPr>
            <a:xfrm>
              <a:off x="5575800" y="4126987"/>
              <a:ext cx="586196" cy="468581"/>
            </a:xfrm>
            <a:custGeom>
              <a:avLst/>
              <a:gdLst/>
              <a:ahLst/>
              <a:cxnLst/>
              <a:rect l="l" t="t" r="r" b="b"/>
              <a:pathLst>
                <a:path w="8717" h="6968" extrusionOk="0">
                  <a:moveTo>
                    <a:pt x="3382" y="1"/>
                  </a:moveTo>
                  <a:lnTo>
                    <a:pt x="3358" y="4251"/>
                  </a:lnTo>
                  <a:cubicBezTo>
                    <a:pt x="3358" y="4251"/>
                    <a:pt x="1894" y="4799"/>
                    <a:pt x="1406" y="5073"/>
                  </a:cubicBezTo>
                  <a:cubicBezTo>
                    <a:pt x="25" y="5847"/>
                    <a:pt x="1" y="6609"/>
                    <a:pt x="1" y="6609"/>
                  </a:cubicBezTo>
                  <a:cubicBezTo>
                    <a:pt x="1" y="6609"/>
                    <a:pt x="592" y="6968"/>
                    <a:pt x="2187" y="6968"/>
                  </a:cubicBezTo>
                  <a:cubicBezTo>
                    <a:pt x="2359" y="6968"/>
                    <a:pt x="2543" y="6963"/>
                    <a:pt x="2739" y="6954"/>
                  </a:cubicBezTo>
                  <a:cubicBezTo>
                    <a:pt x="6573" y="6764"/>
                    <a:pt x="8061" y="6073"/>
                    <a:pt x="8061" y="6073"/>
                  </a:cubicBezTo>
                  <a:cubicBezTo>
                    <a:pt x="8371" y="5359"/>
                    <a:pt x="8716" y="168"/>
                    <a:pt x="8716" y="168"/>
                  </a:cubicBezTo>
                  <a:lnTo>
                    <a:pt x="8716" y="168"/>
                  </a:lnTo>
                  <a:cubicBezTo>
                    <a:pt x="7990" y="385"/>
                    <a:pt x="7236" y="463"/>
                    <a:pt x="6532" y="463"/>
                  </a:cubicBezTo>
                  <a:cubicBezTo>
                    <a:pt x="4809" y="463"/>
                    <a:pt x="3382" y="1"/>
                    <a:pt x="33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42"/>
            <p:cNvSpPr/>
            <p:nvPr/>
          </p:nvSpPr>
          <p:spPr>
            <a:xfrm>
              <a:off x="5795228" y="2978871"/>
              <a:ext cx="910397" cy="1447637"/>
            </a:xfrm>
            <a:custGeom>
              <a:avLst/>
              <a:gdLst/>
              <a:ahLst/>
              <a:cxnLst/>
              <a:rect l="l" t="t" r="r" b="b"/>
              <a:pathLst>
                <a:path w="13538" h="21527" extrusionOk="0">
                  <a:moveTo>
                    <a:pt x="167" y="0"/>
                  </a:moveTo>
                  <a:cubicBezTo>
                    <a:pt x="0" y="6382"/>
                    <a:pt x="12" y="16371"/>
                    <a:pt x="72" y="21324"/>
                  </a:cubicBezTo>
                  <a:lnTo>
                    <a:pt x="5048" y="21467"/>
                  </a:lnTo>
                  <a:lnTo>
                    <a:pt x="7096" y="6025"/>
                  </a:lnTo>
                  <a:lnTo>
                    <a:pt x="8680" y="21527"/>
                  </a:lnTo>
                  <a:lnTo>
                    <a:pt x="13395" y="21396"/>
                  </a:lnTo>
                  <a:lnTo>
                    <a:pt x="13538" y="119"/>
                  </a:lnTo>
                  <a:lnTo>
                    <a:pt x="1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42"/>
            <p:cNvSpPr/>
            <p:nvPr/>
          </p:nvSpPr>
          <p:spPr>
            <a:xfrm>
              <a:off x="5832013" y="3110138"/>
              <a:ext cx="24142" cy="1291555"/>
            </a:xfrm>
            <a:custGeom>
              <a:avLst/>
              <a:gdLst/>
              <a:ahLst/>
              <a:cxnLst/>
              <a:rect l="l" t="t" r="r" b="b"/>
              <a:pathLst>
                <a:path w="359" h="19206" extrusionOk="0">
                  <a:moveTo>
                    <a:pt x="310" y="1"/>
                  </a:moveTo>
                  <a:cubicBezTo>
                    <a:pt x="287" y="1"/>
                    <a:pt x="263" y="25"/>
                    <a:pt x="263" y="49"/>
                  </a:cubicBezTo>
                  <a:lnTo>
                    <a:pt x="1" y="19206"/>
                  </a:lnTo>
                  <a:lnTo>
                    <a:pt x="96" y="19206"/>
                  </a:lnTo>
                  <a:lnTo>
                    <a:pt x="358" y="49"/>
                  </a:lnTo>
                  <a:cubicBezTo>
                    <a:pt x="358" y="13"/>
                    <a:pt x="334" y="1"/>
                    <a:pt x="3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42"/>
            <p:cNvSpPr/>
            <p:nvPr/>
          </p:nvSpPr>
          <p:spPr>
            <a:xfrm>
              <a:off x="6334083" y="3385584"/>
              <a:ext cx="92129" cy="1026533"/>
            </a:xfrm>
            <a:custGeom>
              <a:avLst/>
              <a:gdLst/>
              <a:ahLst/>
              <a:cxnLst/>
              <a:rect l="l" t="t" r="r" b="b"/>
              <a:pathLst>
                <a:path w="1370" h="15265" extrusionOk="0">
                  <a:moveTo>
                    <a:pt x="36" y="1"/>
                  </a:moveTo>
                  <a:cubicBezTo>
                    <a:pt x="12" y="1"/>
                    <a:pt x="0" y="24"/>
                    <a:pt x="0" y="48"/>
                  </a:cubicBezTo>
                  <a:lnTo>
                    <a:pt x="1286" y="15264"/>
                  </a:lnTo>
                  <a:lnTo>
                    <a:pt x="1369" y="15264"/>
                  </a:lnTo>
                  <a:lnTo>
                    <a:pt x="83" y="48"/>
                  </a:lnTo>
                  <a:cubicBezTo>
                    <a:pt x="83" y="24"/>
                    <a:pt x="60" y="1"/>
                    <a:pt x="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42"/>
            <p:cNvSpPr/>
            <p:nvPr/>
          </p:nvSpPr>
          <p:spPr>
            <a:xfrm>
              <a:off x="6098649" y="3356465"/>
              <a:ext cx="341954" cy="64423"/>
            </a:xfrm>
            <a:custGeom>
              <a:avLst/>
              <a:gdLst/>
              <a:ahLst/>
              <a:cxnLst/>
              <a:rect l="l" t="t" r="r" b="b"/>
              <a:pathLst>
                <a:path w="5085" h="958" extrusionOk="0">
                  <a:moveTo>
                    <a:pt x="5043" y="1"/>
                  </a:moveTo>
                  <a:cubicBezTo>
                    <a:pt x="5037" y="1"/>
                    <a:pt x="5031" y="2"/>
                    <a:pt x="5025" y="5"/>
                  </a:cubicBezTo>
                  <a:cubicBezTo>
                    <a:pt x="5001" y="5"/>
                    <a:pt x="2096" y="743"/>
                    <a:pt x="36" y="862"/>
                  </a:cubicBezTo>
                  <a:cubicBezTo>
                    <a:pt x="13" y="862"/>
                    <a:pt x="1" y="886"/>
                    <a:pt x="1" y="910"/>
                  </a:cubicBezTo>
                  <a:cubicBezTo>
                    <a:pt x="1" y="946"/>
                    <a:pt x="24" y="958"/>
                    <a:pt x="48" y="958"/>
                  </a:cubicBezTo>
                  <a:cubicBezTo>
                    <a:pt x="2108" y="838"/>
                    <a:pt x="5013" y="100"/>
                    <a:pt x="5049" y="100"/>
                  </a:cubicBezTo>
                  <a:cubicBezTo>
                    <a:pt x="5073" y="88"/>
                    <a:pt x="5085" y="65"/>
                    <a:pt x="5073" y="41"/>
                  </a:cubicBezTo>
                  <a:cubicBezTo>
                    <a:pt x="5073" y="14"/>
                    <a:pt x="5059" y="1"/>
                    <a:pt x="5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42"/>
            <p:cNvSpPr/>
            <p:nvPr/>
          </p:nvSpPr>
          <p:spPr>
            <a:xfrm>
              <a:off x="6296424" y="3075707"/>
              <a:ext cx="5649" cy="249892"/>
            </a:xfrm>
            <a:custGeom>
              <a:avLst/>
              <a:gdLst/>
              <a:ahLst/>
              <a:cxnLst/>
              <a:rect l="l" t="t" r="r" b="b"/>
              <a:pathLst>
                <a:path w="84" h="3716" extrusionOk="0">
                  <a:moveTo>
                    <a:pt x="36" y="1"/>
                  </a:moveTo>
                  <a:cubicBezTo>
                    <a:pt x="12" y="1"/>
                    <a:pt x="0" y="25"/>
                    <a:pt x="0" y="49"/>
                  </a:cubicBezTo>
                  <a:lnTo>
                    <a:pt x="0" y="3668"/>
                  </a:lnTo>
                  <a:cubicBezTo>
                    <a:pt x="0" y="3692"/>
                    <a:pt x="12" y="3716"/>
                    <a:pt x="36" y="3716"/>
                  </a:cubicBezTo>
                  <a:cubicBezTo>
                    <a:pt x="60" y="3716"/>
                    <a:pt x="84" y="3692"/>
                    <a:pt x="84" y="3668"/>
                  </a:cubicBezTo>
                  <a:lnTo>
                    <a:pt x="84" y="49"/>
                  </a:lnTo>
                  <a:cubicBezTo>
                    <a:pt x="84" y="25"/>
                    <a:pt x="60" y="1"/>
                    <a:pt x="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42"/>
            <p:cNvSpPr/>
            <p:nvPr/>
          </p:nvSpPr>
          <p:spPr>
            <a:xfrm>
              <a:off x="5862476" y="3079742"/>
              <a:ext cx="116136" cy="253052"/>
            </a:xfrm>
            <a:custGeom>
              <a:avLst/>
              <a:gdLst/>
              <a:ahLst/>
              <a:cxnLst/>
              <a:rect l="l" t="t" r="r" b="b"/>
              <a:pathLst>
                <a:path w="1727" h="3763" extrusionOk="0">
                  <a:moveTo>
                    <a:pt x="1655" y="0"/>
                  </a:moveTo>
                  <a:cubicBezTo>
                    <a:pt x="1453" y="1370"/>
                    <a:pt x="881" y="2679"/>
                    <a:pt x="12" y="3680"/>
                  </a:cubicBezTo>
                  <a:cubicBezTo>
                    <a:pt x="0" y="3703"/>
                    <a:pt x="0" y="3727"/>
                    <a:pt x="12" y="3751"/>
                  </a:cubicBezTo>
                  <a:cubicBezTo>
                    <a:pt x="24" y="3751"/>
                    <a:pt x="36" y="3763"/>
                    <a:pt x="48" y="3763"/>
                  </a:cubicBezTo>
                  <a:cubicBezTo>
                    <a:pt x="60" y="3763"/>
                    <a:pt x="72" y="3751"/>
                    <a:pt x="72" y="3751"/>
                  </a:cubicBezTo>
                  <a:cubicBezTo>
                    <a:pt x="941" y="2751"/>
                    <a:pt x="1524" y="1453"/>
                    <a:pt x="1727" y="84"/>
                  </a:cubicBezTo>
                  <a:cubicBezTo>
                    <a:pt x="1703" y="72"/>
                    <a:pt x="1691" y="48"/>
                    <a:pt x="1679" y="24"/>
                  </a:cubicBezTo>
                  <a:cubicBezTo>
                    <a:pt x="1667" y="24"/>
                    <a:pt x="1655" y="12"/>
                    <a:pt x="16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42"/>
            <p:cNvSpPr/>
            <p:nvPr/>
          </p:nvSpPr>
          <p:spPr>
            <a:xfrm>
              <a:off x="6591035" y="2999448"/>
              <a:ext cx="97778" cy="286138"/>
            </a:xfrm>
            <a:custGeom>
              <a:avLst/>
              <a:gdLst/>
              <a:ahLst/>
              <a:cxnLst/>
              <a:rect l="l" t="t" r="r" b="b"/>
              <a:pathLst>
                <a:path w="1454" h="4255" extrusionOk="0">
                  <a:moveTo>
                    <a:pt x="202" y="1"/>
                  </a:moveTo>
                  <a:cubicBezTo>
                    <a:pt x="184" y="1"/>
                    <a:pt x="168" y="20"/>
                    <a:pt x="168" y="40"/>
                  </a:cubicBezTo>
                  <a:cubicBezTo>
                    <a:pt x="84" y="706"/>
                    <a:pt x="1" y="1695"/>
                    <a:pt x="275" y="2611"/>
                  </a:cubicBezTo>
                  <a:cubicBezTo>
                    <a:pt x="489" y="3338"/>
                    <a:pt x="906" y="3921"/>
                    <a:pt x="1418" y="4254"/>
                  </a:cubicBezTo>
                  <a:cubicBezTo>
                    <a:pt x="1430" y="4231"/>
                    <a:pt x="1442" y="4195"/>
                    <a:pt x="1454" y="4171"/>
                  </a:cubicBezTo>
                  <a:cubicBezTo>
                    <a:pt x="965" y="3850"/>
                    <a:pt x="561" y="3278"/>
                    <a:pt x="358" y="2588"/>
                  </a:cubicBezTo>
                  <a:cubicBezTo>
                    <a:pt x="96" y="1695"/>
                    <a:pt x="168" y="706"/>
                    <a:pt x="251" y="51"/>
                  </a:cubicBezTo>
                  <a:cubicBezTo>
                    <a:pt x="251" y="28"/>
                    <a:pt x="239" y="4"/>
                    <a:pt x="215" y="4"/>
                  </a:cubicBezTo>
                  <a:cubicBezTo>
                    <a:pt x="211" y="2"/>
                    <a:pt x="207" y="1"/>
                    <a:pt x="2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42"/>
            <p:cNvSpPr/>
            <p:nvPr/>
          </p:nvSpPr>
          <p:spPr>
            <a:xfrm>
              <a:off x="6237986" y="3022111"/>
              <a:ext cx="64087" cy="291518"/>
            </a:xfrm>
            <a:custGeom>
              <a:avLst/>
              <a:gdLst/>
              <a:ahLst/>
              <a:cxnLst/>
              <a:rect l="l" t="t" r="r" b="b"/>
              <a:pathLst>
                <a:path w="953" h="4335" extrusionOk="0">
                  <a:moveTo>
                    <a:pt x="36" y="0"/>
                  </a:moveTo>
                  <a:cubicBezTo>
                    <a:pt x="12" y="0"/>
                    <a:pt x="0" y="24"/>
                    <a:pt x="0" y="48"/>
                  </a:cubicBezTo>
                  <a:cubicBezTo>
                    <a:pt x="0" y="72"/>
                    <a:pt x="24" y="1762"/>
                    <a:pt x="167" y="3024"/>
                  </a:cubicBezTo>
                  <a:cubicBezTo>
                    <a:pt x="310" y="4310"/>
                    <a:pt x="881" y="4334"/>
                    <a:pt x="905" y="4334"/>
                  </a:cubicBezTo>
                  <a:cubicBezTo>
                    <a:pt x="929" y="4334"/>
                    <a:pt x="953" y="4310"/>
                    <a:pt x="953" y="4275"/>
                  </a:cubicBezTo>
                  <a:cubicBezTo>
                    <a:pt x="953" y="4251"/>
                    <a:pt x="941" y="4227"/>
                    <a:pt x="917" y="4227"/>
                  </a:cubicBezTo>
                  <a:cubicBezTo>
                    <a:pt x="905" y="4227"/>
                    <a:pt x="381" y="4203"/>
                    <a:pt x="250" y="3013"/>
                  </a:cubicBezTo>
                  <a:cubicBezTo>
                    <a:pt x="119" y="1762"/>
                    <a:pt x="84" y="72"/>
                    <a:pt x="84" y="48"/>
                  </a:cubicBezTo>
                  <a:cubicBezTo>
                    <a:pt x="84" y="24"/>
                    <a:pt x="72" y="0"/>
                    <a:pt x="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42"/>
            <p:cNvSpPr/>
            <p:nvPr/>
          </p:nvSpPr>
          <p:spPr>
            <a:xfrm>
              <a:off x="6392521" y="4514535"/>
              <a:ext cx="550085" cy="99661"/>
            </a:xfrm>
            <a:custGeom>
              <a:avLst/>
              <a:gdLst/>
              <a:ahLst/>
              <a:cxnLst/>
              <a:rect l="l" t="t" r="r" b="b"/>
              <a:pathLst>
                <a:path w="8180" h="1482" extrusionOk="0">
                  <a:moveTo>
                    <a:pt x="36" y="0"/>
                  </a:moveTo>
                  <a:cubicBezTo>
                    <a:pt x="36" y="191"/>
                    <a:pt x="0" y="393"/>
                    <a:pt x="12" y="620"/>
                  </a:cubicBezTo>
                  <a:cubicBezTo>
                    <a:pt x="12" y="620"/>
                    <a:pt x="1155" y="1108"/>
                    <a:pt x="4227" y="1370"/>
                  </a:cubicBezTo>
                  <a:cubicBezTo>
                    <a:pt x="5172" y="1451"/>
                    <a:pt x="5896" y="1481"/>
                    <a:pt x="6450" y="1481"/>
                  </a:cubicBezTo>
                  <a:cubicBezTo>
                    <a:pt x="7911" y="1481"/>
                    <a:pt x="8180" y="1274"/>
                    <a:pt x="8180" y="1274"/>
                  </a:cubicBezTo>
                  <a:cubicBezTo>
                    <a:pt x="8180" y="1274"/>
                    <a:pt x="8180" y="1108"/>
                    <a:pt x="8132" y="846"/>
                  </a:cubicBezTo>
                  <a:cubicBezTo>
                    <a:pt x="7387" y="925"/>
                    <a:pt x="6676" y="959"/>
                    <a:pt x="6002" y="959"/>
                  </a:cubicBezTo>
                  <a:cubicBezTo>
                    <a:pt x="3326" y="959"/>
                    <a:pt x="1244" y="419"/>
                    <a:pt x="3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42"/>
            <p:cNvSpPr/>
            <p:nvPr/>
          </p:nvSpPr>
          <p:spPr>
            <a:xfrm>
              <a:off x="5571832" y="4514535"/>
              <a:ext cx="550892" cy="99661"/>
            </a:xfrm>
            <a:custGeom>
              <a:avLst/>
              <a:gdLst/>
              <a:ahLst/>
              <a:cxnLst/>
              <a:rect l="l" t="t" r="r" b="b"/>
              <a:pathLst>
                <a:path w="8192" h="1482" extrusionOk="0">
                  <a:moveTo>
                    <a:pt x="8156" y="0"/>
                  </a:moveTo>
                  <a:cubicBezTo>
                    <a:pt x="6948" y="419"/>
                    <a:pt x="4866" y="959"/>
                    <a:pt x="2190" y="959"/>
                  </a:cubicBezTo>
                  <a:cubicBezTo>
                    <a:pt x="1516" y="959"/>
                    <a:pt x="805" y="925"/>
                    <a:pt x="60" y="846"/>
                  </a:cubicBezTo>
                  <a:cubicBezTo>
                    <a:pt x="12" y="1108"/>
                    <a:pt x="0" y="1274"/>
                    <a:pt x="0" y="1274"/>
                  </a:cubicBezTo>
                  <a:cubicBezTo>
                    <a:pt x="0" y="1274"/>
                    <a:pt x="276" y="1481"/>
                    <a:pt x="1736" y="1481"/>
                  </a:cubicBezTo>
                  <a:cubicBezTo>
                    <a:pt x="2288" y="1481"/>
                    <a:pt x="3011" y="1451"/>
                    <a:pt x="3953" y="1370"/>
                  </a:cubicBezTo>
                  <a:cubicBezTo>
                    <a:pt x="7037" y="1108"/>
                    <a:pt x="8168" y="620"/>
                    <a:pt x="8168" y="620"/>
                  </a:cubicBezTo>
                  <a:cubicBezTo>
                    <a:pt x="8192" y="393"/>
                    <a:pt x="8156" y="191"/>
                    <a:pt x="815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42"/>
            <p:cNvSpPr/>
            <p:nvPr/>
          </p:nvSpPr>
          <p:spPr>
            <a:xfrm>
              <a:off x="5269958" y="2073518"/>
              <a:ext cx="1482135" cy="1138702"/>
            </a:xfrm>
            <a:custGeom>
              <a:avLst/>
              <a:gdLst/>
              <a:ahLst/>
              <a:cxnLst/>
              <a:rect l="l" t="t" r="r" b="b"/>
              <a:pathLst>
                <a:path w="22040" h="16933" extrusionOk="0">
                  <a:moveTo>
                    <a:pt x="11826" y="0"/>
                  </a:moveTo>
                  <a:cubicBezTo>
                    <a:pt x="10877" y="0"/>
                    <a:pt x="9432" y="336"/>
                    <a:pt x="7859" y="1902"/>
                  </a:cubicBezTo>
                  <a:cubicBezTo>
                    <a:pt x="6930" y="2831"/>
                    <a:pt x="5954" y="4188"/>
                    <a:pt x="5013" y="6165"/>
                  </a:cubicBezTo>
                  <a:cubicBezTo>
                    <a:pt x="5013" y="6165"/>
                    <a:pt x="4323" y="3926"/>
                    <a:pt x="3025" y="2414"/>
                  </a:cubicBezTo>
                  <a:cubicBezTo>
                    <a:pt x="2084" y="2688"/>
                    <a:pt x="941" y="2962"/>
                    <a:pt x="60" y="3450"/>
                  </a:cubicBezTo>
                  <a:cubicBezTo>
                    <a:pt x="1" y="4819"/>
                    <a:pt x="929" y="9499"/>
                    <a:pt x="2513" y="11511"/>
                  </a:cubicBezTo>
                  <a:cubicBezTo>
                    <a:pt x="3492" y="12755"/>
                    <a:pt x="4312" y="13210"/>
                    <a:pt x="5032" y="13210"/>
                  </a:cubicBezTo>
                  <a:cubicBezTo>
                    <a:pt x="5896" y="13210"/>
                    <a:pt x="6617" y="12554"/>
                    <a:pt x="7299" y="11820"/>
                  </a:cubicBezTo>
                  <a:lnTo>
                    <a:pt x="7299" y="11820"/>
                  </a:lnTo>
                  <a:cubicBezTo>
                    <a:pt x="7240" y="12499"/>
                    <a:pt x="7180" y="13225"/>
                    <a:pt x="7109" y="13999"/>
                  </a:cubicBezTo>
                  <a:cubicBezTo>
                    <a:pt x="7002" y="15297"/>
                    <a:pt x="7299" y="16261"/>
                    <a:pt x="8073" y="16523"/>
                  </a:cubicBezTo>
                  <a:cubicBezTo>
                    <a:pt x="8483" y="16656"/>
                    <a:pt x="13698" y="16933"/>
                    <a:pt x="14458" y="16933"/>
                  </a:cubicBezTo>
                  <a:cubicBezTo>
                    <a:pt x="14516" y="16933"/>
                    <a:pt x="14548" y="16931"/>
                    <a:pt x="14550" y="16928"/>
                  </a:cubicBezTo>
                  <a:cubicBezTo>
                    <a:pt x="14555" y="16924"/>
                    <a:pt x="14605" y="16923"/>
                    <a:pt x="14691" y="16923"/>
                  </a:cubicBezTo>
                  <a:cubicBezTo>
                    <a:pt x="14917" y="16923"/>
                    <a:pt x="15395" y="16932"/>
                    <a:pt x="15995" y="16932"/>
                  </a:cubicBezTo>
                  <a:cubicBezTo>
                    <a:pt x="17870" y="16932"/>
                    <a:pt x="20940" y="16835"/>
                    <a:pt x="21253" y="16035"/>
                  </a:cubicBezTo>
                  <a:cubicBezTo>
                    <a:pt x="21265" y="16023"/>
                    <a:pt x="22039" y="14999"/>
                    <a:pt x="21503" y="12808"/>
                  </a:cubicBezTo>
                  <a:cubicBezTo>
                    <a:pt x="21456" y="12582"/>
                    <a:pt x="21456" y="12356"/>
                    <a:pt x="21432" y="12130"/>
                  </a:cubicBezTo>
                  <a:lnTo>
                    <a:pt x="21861" y="2093"/>
                  </a:lnTo>
                  <a:cubicBezTo>
                    <a:pt x="21039" y="1057"/>
                    <a:pt x="19979" y="676"/>
                    <a:pt x="17896" y="319"/>
                  </a:cubicBezTo>
                  <a:cubicBezTo>
                    <a:pt x="17896" y="319"/>
                    <a:pt x="15800" y="795"/>
                    <a:pt x="15288" y="819"/>
                  </a:cubicBezTo>
                  <a:lnTo>
                    <a:pt x="13812" y="819"/>
                  </a:lnTo>
                  <a:cubicBezTo>
                    <a:pt x="13742" y="829"/>
                    <a:pt x="13670" y="834"/>
                    <a:pt x="13597" y="834"/>
                  </a:cubicBezTo>
                  <a:cubicBezTo>
                    <a:pt x="13324" y="834"/>
                    <a:pt x="13037" y="767"/>
                    <a:pt x="12764" y="664"/>
                  </a:cubicBezTo>
                  <a:cubicBezTo>
                    <a:pt x="12895" y="366"/>
                    <a:pt x="12967" y="188"/>
                    <a:pt x="12967" y="188"/>
                  </a:cubicBezTo>
                  <a:cubicBezTo>
                    <a:pt x="12967" y="188"/>
                    <a:pt x="12535" y="0"/>
                    <a:pt x="118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42"/>
            <p:cNvSpPr/>
            <p:nvPr/>
          </p:nvSpPr>
          <p:spPr>
            <a:xfrm>
              <a:off x="6148278" y="2189385"/>
              <a:ext cx="211493" cy="46535"/>
            </a:xfrm>
            <a:custGeom>
              <a:avLst/>
              <a:gdLst/>
              <a:ahLst/>
              <a:cxnLst/>
              <a:rect l="l" t="t" r="r" b="b"/>
              <a:pathLst>
                <a:path w="3145" h="692" extrusionOk="0">
                  <a:moveTo>
                    <a:pt x="3077" y="0"/>
                  </a:moveTo>
                  <a:cubicBezTo>
                    <a:pt x="3067" y="0"/>
                    <a:pt x="3057" y="4"/>
                    <a:pt x="3049" y="13"/>
                  </a:cubicBezTo>
                  <a:cubicBezTo>
                    <a:pt x="2185" y="447"/>
                    <a:pt x="1503" y="567"/>
                    <a:pt x="1013" y="567"/>
                  </a:cubicBezTo>
                  <a:cubicBezTo>
                    <a:pt x="415" y="567"/>
                    <a:pt x="103" y="388"/>
                    <a:pt x="96" y="382"/>
                  </a:cubicBezTo>
                  <a:cubicBezTo>
                    <a:pt x="87" y="377"/>
                    <a:pt x="77" y="375"/>
                    <a:pt x="66" y="375"/>
                  </a:cubicBezTo>
                  <a:cubicBezTo>
                    <a:pt x="48" y="375"/>
                    <a:pt x="28" y="383"/>
                    <a:pt x="13" y="406"/>
                  </a:cubicBezTo>
                  <a:cubicBezTo>
                    <a:pt x="1" y="429"/>
                    <a:pt x="1" y="465"/>
                    <a:pt x="37" y="477"/>
                  </a:cubicBezTo>
                  <a:cubicBezTo>
                    <a:pt x="60" y="501"/>
                    <a:pt x="394" y="691"/>
                    <a:pt x="1013" y="691"/>
                  </a:cubicBezTo>
                  <a:cubicBezTo>
                    <a:pt x="1513" y="691"/>
                    <a:pt x="2215" y="560"/>
                    <a:pt x="3096" y="108"/>
                  </a:cubicBezTo>
                  <a:cubicBezTo>
                    <a:pt x="3132" y="96"/>
                    <a:pt x="3144" y="60"/>
                    <a:pt x="3120" y="36"/>
                  </a:cubicBezTo>
                  <a:cubicBezTo>
                    <a:pt x="3113" y="13"/>
                    <a:pt x="3095" y="0"/>
                    <a:pt x="307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42"/>
            <p:cNvSpPr/>
            <p:nvPr/>
          </p:nvSpPr>
          <p:spPr>
            <a:xfrm>
              <a:off x="6240407" y="2126979"/>
              <a:ext cx="12037" cy="1089746"/>
            </a:xfrm>
            <a:custGeom>
              <a:avLst/>
              <a:gdLst/>
              <a:ahLst/>
              <a:cxnLst/>
              <a:rect l="l" t="t" r="r" b="b"/>
              <a:pathLst>
                <a:path w="179" h="16205" extrusionOk="0">
                  <a:moveTo>
                    <a:pt x="60" y="0"/>
                  </a:moveTo>
                  <a:cubicBezTo>
                    <a:pt x="24" y="0"/>
                    <a:pt x="0" y="24"/>
                    <a:pt x="0" y="60"/>
                  </a:cubicBezTo>
                  <a:lnTo>
                    <a:pt x="60" y="16145"/>
                  </a:lnTo>
                  <a:cubicBezTo>
                    <a:pt x="60" y="16169"/>
                    <a:pt x="83" y="16204"/>
                    <a:pt x="119" y="16204"/>
                  </a:cubicBezTo>
                  <a:cubicBezTo>
                    <a:pt x="155" y="16204"/>
                    <a:pt x="179" y="16169"/>
                    <a:pt x="179" y="16145"/>
                  </a:cubicBezTo>
                  <a:lnTo>
                    <a:pt x="119" y="60"/>
                  </a:lnTo>
                  <a:cubicBezTo>
                    <a:pt x="107" y="24"/>
                    <a:pt x="83" y="0"/>
                    <a:pt x="6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42"/>
            <p:cNvSpPr/>
            <p:nvPr/>
          </p:nvSpPr>
          <p:spPr>
            <a:xfrm>
              <a:off x="5998585" y="2044467"/>
              <a:ext cx="252245" cy="213376"/>
            </a:xfrm>
            <a:custGeom>
              <a:avLst/>
              <a:gdLst/>
              <a:ahLst/>
              <a:cxnLst/>
              <a:rect l="l" t="t" r="r" b="b"/>
              <a:pathLst>
                <a:path w="3751" h="3173" extrusionOk="0">
                  <a:moveTo>
                    <a:pt x="953" y="1"/>
                  </a:moveTo>
                  <a:cubicBezTo>
                    <a:pt x="953" y="1"/>
                    <a:pt x="524" y="632"/>
                    <a:pt x="262" y="1215"/>
                  </a:cubicBezTo>
                  <a:cubicBezTo>
                    <a:pt x="0" y="1799"/>
                    <a:pt x="1917" y="2858"/>
                    <a:pt x="2798" y="3168"/>
                  </a:cubicBezTo>
                  <a:cubicBezTo>
                    <a:pt x="2811" y="3171"/>
                    <a:pt x="2824" y="3173"/>
                    <a:pt x="2837" y="3173"/>
                  </a:cubicBezTo>
                  <a:cubicBezTo>
                    <a:pt x="3279" y="3173"/>
                    <a:pt x="3751" y="1263"/>
                    <a:pt x="3751" y="1263"/>
                  </a:cubicBezTo>
                  <a:cubicBezTo>
                    <a:pt x="3751" y="1263"/>
                    <a:pt x="2024" y="810"/>
                    <a:pt x="9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42"/>
            <p:cNvSpPr/>
            <p:nvPr/>
          </p:nvSpPr>
          <p:spPr>
            <a:xfrm>
              <a:off x="6244374" y="2044467"/>
              <a:ext cx="252313" cy="210216"/>
            </a:xfrm>
            <a:custGeom>
              <a:avLst/>
              <a:gdLst/>
              <a:ahLst/>
              <a:cxnLst/>
              <a:rect l="l" t="t" r="r" b="b"/>
              <a:pathLst>
                <a:path w="3752" h="3126" extrusionOk="0">
                  <a:moveTo>
                    <a:pt x="2822" y="1"/>
                  </a:moveTo>
                  <a:cubicBezTo>
                    <a:pt x="1834" y="858"/>
                    <a:pt x="1" y="1287"/>
                    <a:pt x="1" y="1287"/>
                  </a:cubicBezTo>
                  <a:cubicBezTo>
                    <a:pt x="1" y="1287"/>
                    <a:pt x="662" y="3125"/>
                    <a:pt x="1126" y="3125"/>
                  </a:cubicBezTo>
                  <a:cubicBezTo>
                    <a:pt x="1140" y="3125"/>
                    <a:pt x="1154" y="3124"/>
                    <a:pt x="1167" y="3120"/>
                  </a:cubicBezTo>
                  <a:cubicBezTo>
                    <a:pt x="2060" y="2811"/>
                    <a:pt x="3751" y="1834"/>
                    <a:pt x="3489" y="1251"/>
                  </a:cubicBezTo>
                  <a:cubicBezTo>
                    <a:pt x="3215" y="667"/>
                    <a:pt x="2822" y="1"/>
                    <a:pt x="282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42"/>
            <p:cNvSpPr/>
            <p:nvPr/>
          </p:nvSpPr>
          <p:spPr>
            <a:xfrm>
              <a:off x="5269151" y="2194227"/>
              <a:ext cx="256280" cy="180223"/>
            </a:xfrm>
            <a:custGeom>
              <a:avLst/>
              <a:gdLst/>
              <a:ahLst/>
              <a:cxnLst/>
              <a:rect l="l" t="t" r="r" b="b"/>
              <a:pathLst>
                <a:path w="3811" h="2680" extrusionOk="0">
                  <a:moveTo>
                    <a:pt x="2965" y="0"/>
                  </a:moveTo>
                  <a:lnTo>
                    <a:pt x="1" y="1096"/>
                  </a:lnTo>
                  <a:lnTo>
                    <a:pt x="144" y="2679"/>
                  </a:lnTo>
                  <a:lnTo>
                    <a:pt x="3811" y="1631"/>
                  </a:lnTo>
                  <a:cubicBezTo>
                    <a:pt x="3811" y="1631"/>
                    <a:pt x="3311" y="298"/>
                    <a:pt x="296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42"/>
            <p:cNvSpPr/>
            <p:nvPr/>
          </p:nvSpPr>
          <p:spPr>
            <a:xfrm>
              <a:off x="6595877" y="2463217"/>
              <a:ext cx="120171" cy="430048"/>
            </a:xfrm>
            <a:custGeom>
              <a:avLst/>
              <a:gdLst/>
              <a:ahLst/>
              <a:cxnLst/>
              <a:rect l="l" t="t" r="r" b="b"/>
              <a:pathLst>
                <a:path w="1787" h="6395" extrusionOk="0">
                  <a:moveTo>
                    <a:pt x="60" y="1"/>
                  </a:moveTo>
                  <a:cubicBezTo>
                    <a:pt x="24" y="1"/>
                    <a:pt x="0" y="36"/>
                    <a:pt x="12" y="72"/>
                  </a:cubicBezTo>
                  <a:cubicBezTo>
                    <a:pt x="203" y="1977"/>
                    <a:pt x="1655" y="6311"/>
                    <a:pt x="1667" y="6359"/>
                  </a:cubicBezTo>
                  <a:cubicBezTo>
                    <a:pt x="1667" y="6382"/>
                    <a:pt x="1691" y="6394"/>
                    <a:pt x="1715" y="6394"/>
                  </a:cubicBezTo>
                  <a:lnTo>
                    <a:pt x="1739" y="6394"/>
                  </a:lnTo>
                  <a:cubicBezTo>
                    <a:pt x="1774" y="6382"/>
                    <a:pt x="1786" y="6347"/>
                    <a:pt x="1774" y="6323"/>
                  </a:cubicBezTo>
                  <a:cubicBezTo>
                    <a:pt x="1763" y="6275"/>
                    <a:pt x="322" y="1953"/>
                    <a:pt x="119" y="60"/>
                  </a:cubicBezTo>
                  <a:cubicBezTo>
                    <a:pt x="119" y="25"/>
                    <a:pt x="96" y="1"/>
                    <a:pt x="6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42"/>
            <p:cNvSpPr/>
            <p:nvPr/>
          </p:nvSpPr>
          <p:spPr>
            <a:xfrm>
              <a:off x="5751181" y="2293215"/>
              <a:ext cx="104973" cy="569586"/>
            </a:xfrm>
            <a:custGeom>
              <a:avLst/>
              <a:gdLst/>
              <a:ahLst/>
              <a:cxnLst/>
              <a:rect l="l" t="t" r="r" b="b"/>
              <a:pathLst>
                <a:path w="1561" h="8470" extrusionOk="0">
                  <a:moveTo>
                    <a:pt x="1493" y="0"/>
                  </a:moveTo>
                  <a:cubicBezTo>
                    <a:pt x="1472" y="0"/>
                    <a:pt x="1450" y="14"/>
                    <a:pt x="1441" y="40"/>
                  </a:cubicBezTo>
                  <a:cubicBezTo>
                    <a:pt x="1429" y="40"/>
                    <a:pt x="989" y="957"/>
                    <a:pt x="488" y="3124"/>
                  </a:cubicBezTo>
                  <a:cubicBezTo>
                    <a:pt x="0" y="5279"/>
                    <a:pt x="215" y="8375"/>
                    <a:pt x="227" y="8410"/>
                  </a:cubicBezTo>
                  <a:cubicBezTo>
                    <a:pt x="227" y="8446"/>
                    <a:pt x="250" y="8470"/>
                    <a:pt x="274" y="8470"/>
                  </a:cubicBezTo>
                  <a:cubicBezTo>
                    <a:pt x="286" y="8470"/>
                    <a:pt x="286" y="8470"/>
                    <a:pt x="286" y="8458"/>
                  </a:cubicBezTo>
                  <a:cubicBezTo>
                    <a:pt x="322" y="8458"/>
                    <a:pt x="346" y="8434"/>
                    <a:pt x="334" y="8398"/>
                  </a:cubicBezTo>
                  <a:cubicBezTo>
                    <a:pt x="334" y="8375"/>
                    <a:pt x="119" y="5291"/>
                    <a:pt x="608" y="3148"/>
                  </a:cubicBezTo>
                  <a:cubicBezTo>
                    <a:pt x="1096" y="1005"/>
                    <a:pt x="1536" y="100"/>
                    <a:pt x="1548" y="88"/>
                  </a:cubicBezTo>
                  <a:cubicBezTo>
                    <a:pt x="1560" y="64"/>
                    <a:pt x="1548" y="28"/>
                    <a:pt x="1512" y="5"/>
                  </a:cubicBezTo>
                  <a:cubicBezTo>
                    <a:pt x="1506" y="2"/>
                    <a:pt x="1500" y="0"/>
                    <a:pt x="149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42"/>
            <p:cNvSpPr/>
            <p:nvPr/>
          </p:nvSpPr>
          <p:spPr>
            <a:xfrm>
              <a:off x="6073028" y="2660118"/>
              <a:ext cx="543696" cy="373224"/>
            </a:xfrm>
            <a:custGeom>
              <a:avLst/>
              <a:gdLst/>
              <a:ahLst/>
              <a:cxnLst/>
              <a:rect l="l" t="t" r="r" b="b"/>
              <a:pathLst>
                <a:path w="8085" h="5550" extrusionOk="0">
                  <a:moveTo>
                    <a:pt x="8018" y="1"/>
                  </a:moveTo>
                  <a:cubicBezTo>
                    <a:pt x="8000" y="1"/>
                    <a:pt x="7981" y="11"/>
                    <a:pt x="7966" y="25"/>
                  </a:cubicBezTo>
                  <a:cubicBezTo>
                    <a:pt x="7073" y="1430"/>
                    <a:pt x="5525" y="2252"/>
                    <a:pt x="4156" y="2907"/>
                  </a:cubicBezTo>
                  <a:cubicBezTo>
                    <a:pt x="4013" y="2978"/>
                    <a:pt x="3870" y="3050"/>
                    <a:pt x="3715" y="3121"/>
                  </a:cubicBezTo>
                  <a:cubicBezTo>
                    <a:pt x="2406" y="3752"/>
                    <a:pt x="1036" y="4395"/>
                    <a:pt x="24" y="5455"/>
                  </a:cubicBezTo>
                  <a:cubicBezTo>
                    <a:pt x="1" y="5478"/>
                    <a:pt x="1" y="5514"/>
                    <a:pt x="24" y="5538"/>
                  </a:cubicBezTo>
                  <a:cubicBezTo>
                    <a:pt x="36" y="5550"/>
                    <a:pt x="48" y="5550"/>
                    <a:pt x="60" y="5550"/>
                  </a:cubicBezTo>
                  <a:cubicBezTo>
                    <a:pt x="72" y="5550"/>
                    <a:pt x="96" y="5550"/>
                    <a:pt x="108" y="5538"/>
                  </a:cubicBezTo>
                  <a:cubicBezTo>
                    <a:pt x="1108" y="4490"/>
                    <a:pt x="2465" y="3847"/>
                    <a:pt x="3775" y="3228"/>
                  </a:cubicBezTo>
                  <a:cubicBezTo>
                    <a:pt x="3918" y="3157"/>
                    <a:pt x="4061" y="3085"/>
                    <a:pt x="4215" y="3014"/>
                  </a:cubicBezTo>
                  <a:cubicBezTo>
                    <a:pt x="5597" y="2347"/>
                    <a:pt x="7144" y="1514"/>
                    <a:pt x="8073" y="85"/>
                  </a:cubicBezTo>
                  <a:cubicBezTo>
                    <a:pt x="8085" y="61"/>
                    <a:pt x="8073" y="25"/>
                    <a:pt x="8049" y="14"/>
                  </a:cubicBezTo>
                  <a:cubicBezTo>
                    <a:pt x="8040" y="4"/>
                    <a:pt x="8029" y="1"/>
                    <a:pt x="80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42"/>
            <p:cNvSpPr/>
            <p:nvPr/>
          </p:nvSpPr>
          <p:spPr>
            <a:xfrm>
              <a:off x="6089840" y="2842762"/>
              <a:ext cx="492453" cy="273899"/>
            </a:xfrm>
            <a:custGeom>
              <a:avLst/>
              <a:gdLst/>
              <a:ahLst/>
              <a:cxnLst/>
              <a:rect l="l" t="t" r="r" b="b"/>
              <a:pathLst>
                <a:path w="7323" h="4073" extrusionOk="0">
                  <a:moveTo>
                    <a:pt x="7275" y="0"/>
                  </a:moveTo>
                  <a:cubicBezTo>
                    <a:pt x="7240" y="0"/>
                    <a:pt x="7216" y="24"/>
                    <a:pt x="7204" y="48"/>
                  </a:cubicBezTo>
                  <a:cubicBezTo>
                    <a:pt x="7168" y="250"/>
                    <a:pt x="6978" y="393"/>
                    <a:pt x="6811" y="512"/>
                  </a:cubicBezTo>
                  <a:cubicBezTo>
                    <a:pt x="4704" y="1929"/>
                    <a:pt x="2430" y="3084"/>
                    <a:pt x="48" y="3953"/>
                  </a:cubicBezTo>
                  <a:cubicBezTo>
                    <a:pt x="13" y="3965"/>
                    <a:pt x="1" y="4001"/>
                    <a:pt x="13" y="4036"/>
                  </a:cubicBezTo>
                  <a:cubicBezTo>
                    <a:pt x="24" y="4060"/>
                    <a:pt x="36" y="4072"/>
                    <a:pt x="60" y="4072"/>
                  </a:cubicBezTo>
                  <a:lnTo>
                    <a:pt x="84" y="4072"/>
                  </a:lnTo>
                  <a:cubicBezTo>
                    <a:pt x="2477" y="3203"/>
                    <a:pt x="4763" y="2036"/>
                    <a:pt x="6871" y="607"/>
                  </a:cubicBezTo>
                  <a:cubicBezTo>
                    <a:pt x="7073" y="477"/>
                    <a:pt x="7275" y="322"/>
                    <a:pt x="7323" y="72"/>
                  </a:cubicBezTo>
                  <a:cubicBezTo>
                    <a:pt x="7323" y="36"/>
                    <a:pt x="7311" y="12"/>
                    <a:pt x="727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42"/>
            <p:cNvSpPr/>
            <p:nvPr/>
          </p:nvSpPr>
          <p:spPr>
            <a:xfrm>
              <a:off x="6290036" y="2157375"/>
              <a:ext cx="17686" cy="1049733"/>
            </a:xfrm>
            <a:custGeom>
              <a:avLst/>
              <a:gdLst/>
              <a:ahLst/>
              <a:cxnLst/>
              <a:rect l="l" t="t" r="r" b="b"/>
              <a:pathLst>
                <a:path w="263" h="15610" extrusionOk="0">
                  <a:moveTo>
                    <a:pt x="60" y="1"/>
                  </a:moveTo>
                  <a:cubicBezTo>
                    <a:pt x="24" y="1"/>
                    <a:pt x="0" y="24"/>
                    <a:pt x="0" y="60"/>
                  </a:cubicBezTo>
                  <a:lnTo>
                    <a:pt x="155" y="15550"/>
                  </a:lnTo>
                  <a:cubicBezTo>
                    <a:pt x="155" y="15586"/>
                    <a:pt x="179" y="15610"/>
                    <a:pt x="215" y="15610"/>
                  </a:cubicBezTo>
                  <a:cubicBezTo>
                    <a:pt x="238" y="15610"/>
                    <a:pt x="262" y="15574"/>
                    <a:pt x="262" y="15550"/>
                  </a:cubicBezTo>
                  <a:lnTo>
                    <a:pt x="119" y="48"/>
                  </a:lnTo>
                  <a:cubicBezTo>
                    <a:pt x="119" y="24"/>
                    <a:pt x="95" y="1"/>
                    <a:pt x="6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42"/>
            <p:cNvSpPr/>
            <p:nvPr/>
          </p:nvSpPr>
          <p:spPr>
            <a:xfrm>
              <a:off x="7541444" y="2682646"/>
              <a:ext cx="36919" cy="155342"/>
            </a:xfrm>
            <a:custGeom>
              <a:avLst/>
              <a:gdLst/>
              <a:ahLst/>
              <a:cxnLst/>
              <a:rect l="l" t="t" r="r" b="b"/>
              <a:pathLst>
                <a:path w="549" h="2310" extrusionOk="0">
                  <a:moveTo>
                    <a:pt x="1" y="0"/>
                  </a:moveTo>
                  <a:lnTo>
                    <a:pt x="1" y="0"/>
                  </a:lnTo>
                  <a:cubicBezTo>
                    <a:pt x="96" y="500"/>
                    <a:pt x="227" y="1191"/>
                    <a:pt x="548" y="2310"/>
                  </a:cubicBezTo>
                  <a:lnTo>
                    <a:pt x="1" y="0"/>
                  </a:ln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42"/>
            <p:cNvSpPr/>
            <p:nvPr/>
          </p:nvSpPr>
          <p:spPr>
            <a:xfrm>
              <a:off x="7053833" y="2029269"/>
              <a:ext cx="229852" cy="92936"/>
            </a:xfrm>
            <a:custGeom>
              <a:avLst/>
              <a:gdLst/>
              <a:ahLst/>
              <a:cxnLst/>
              <a:rect l="l" t="t" r="r" b="b"/>
              <a:pathLst>
                <a:path w="3418" h="1382" extrusionOk="0">
                  <a:moveTo>
                    <a:pt x="3418" y="1"/>
                  </a:moveTo>
                  <a:lnTo>
                    <a:pt x="72" y="167"/>
                  </a:lnTo>
                  <a:lnTo>
                    <a:pt x="1" y="1382"/>
                  </a:lnTo>
                  <a:cubicBezTo>
                    <a:pt x="1132" y="1298"/>
                    <a:pt x="2311" y="1274"/>
                    <a:pt x="3394" y="1048"/>
                  </a:cubicBezTo>
                  <a:lnTo>
                    <a:pt x="3418" y="1"/>
                  </a:ln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42"/>
            <p:cNvSpPr/>
            <p:nvPr/>
          </p:nvSpPr>
          <p:spPr>
            <a:xfrm>
              <a:off x="6917724" y="2099744"/>
              <a:ext cx="860028" cy="915844"/>
            </a:xfrm>
            <a:custGeom>
              <a:avLst/>
              <a:gdLst/>
              <a:ahLst/>
              <a:cxnLst/>
              <a:rect l="l" t="t" r="r" b="b"/>
              <a:pathLst>
                <a:path w="12789" h="13619" extrusionOk="0">
                  <a:moveTo>
                    <a:pt x="9038" y="7680"/>
                  </a:moveTo>
                  <a:cubicBezTo>
                    <a:pt x="9145" y="7966"/>
                    <a:pt x="9192" y="8251"/>
                    <a:pt x="9276" y="8668"/>
                  </a:cubicBezTo>
                  <a:lnTo>
                    <a:pt x="9038" y="7680"/>
                  </a:lnTo>
                  <a:close/>
                  <a:moveTo>
                    <a:pt x="5418" y="0"/>
                  </a:moveTo>
                  <a:lnTo>
                    <a:pt x="5418" y="0"/>
                  </a:lnTo>
                  <a:cubicBezTo>
                    <a:pt x="4335" y="226"/>
                    <a:pt x="3156" y="250"/>
                    <a:pt x="2025" y="334"/>
                  </a:cubicBezTo>
                  <a:lnTo>
                    <a:pt x="2001" y="869"/>
                  </a:lnTo>
                  <a:cubicBezTo>
                    <a:pt x="2001" y="869"/>
                    <a:pt x="1144" y="1036"/>
                    <a:pt x="739" y="1143"/>
                  </a:cubicBezTo>
                  <a:cubicBezTo>
                    <a:pt x="751" y="2953"/>
                    <a:pt x="1" y="9811"/>
                    <a:pt x="215" y="11633"/>
                  </a:cubicBezTo>
                  <a:lnTo>
                    <a:pt x="5585" y="12145"/>
                  </a:lnTo>
                  <a:lnTo>
                    <a:pt x="9811" y="10978"/>
                  </a:lnTo>
                  <a:cubicBezTo>
                    <a:pt x="9502" y="9859"/>
                    <a:pt x="9371" y="9168"/>
                    <a:pt x="9276" y="8668"/>
                  </a:cubicBezTo>
                  <a:lnTo>
                    <a:pt x="9276" y="8668"/>
                  </a:lnTo>
                  <a:lnTo>
                    <a:pt x="9811" y="10978"/>
                  </a:lnTo>
                  <a:cubicBezTo>
                    <a:pt x="9839" y="10973"/>
                    <a:pt x="9865" y="10971"/>
                    <a:pt x="9891" y="10971"/>
                  </a:cubicBezTo>
                  <a:cubicBezTo>
                    <a:pt x="10790" y="10971"/>
                    <a:pt x="10991" y="13619"/>
                    <a:pt x="11851" y="13619"/>
                  </a:cubicBezTo>
                  <a:cubicBezTo>
                    <a:pt x="11881" y="13619"/>
                    <a:pt x="11911" y="13616"/>
                    <a:pt x="11943" y="13609"/>
                  </a:cubicBezTo>
                  <a:cubicBezTo>
                    <a:pt x="12645" y="12776"/>
                    <a:pt x="12788" y="9216"/>
                    <a:pt x="12431" y="8251"/>
                  </a:cubicBezTo>
                  <a:cubicBezTo>
                    <a:pt x="11347" y="4179"/>
                    <a:pt x="10228" y="2870"/>
                    <a:pt x="9633" y="2286"/>
                  </a:cubicBezTo>
                  <a:cubicBezTo>
                    <a:pt x="8752" y="1393"/>
                    <a:pt x="6859" y="1000"/>
                    <a:pt x="6859" y="1000"/>
                  </a:cubicBezTo>
                  <a:lnTo>
                    <a:pt x="5406" y="869"/>
                  </a:lnTo>
                  <a:lnTo>
                    <a:pt x="5418" y="0"/>
                  </a:ln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42"/>
            <p:cNvSpPr/>
            <p:nvPr/>
          </p:nvSpPr>
          <p:spPr>
            <a:xfrm>
              <a:off x="6267575" y="2170152"/>
              <a:ext cx="787132" cy="801052"/>
            </a:xfrm>
            <a:custGeom>
              <a:avLst/>
              <a:gdLst/>
              <a:ahLst/>
              <a:cxnLst/>
              <a:rect l="l" t="t" r="r" b="b"/>
              <a:pathLst>
                <a:path w="11705" h="11912" extrusionOk="0">
                  <a:moveTo>
                    <a:pt x="10742" y="1"/>
                  </a:moveTo>
                  <a:cubicBezTo>
                    <a:pt x="10741" y="1"/>
                    <a:pt x="10740" y="1"/>
                    <a:pt x="10740" y="1"/>
                  </a:cubicBezTo>
                  <a:cubicBezTo>
                    <a:pt x="10740" y="1"/>
                    <a:pt x="8347" y="358"/>
                    <a:pt x="7835" y="3668"/>
                  </a:cubicBezTo>
                  <a:cubicBezTo>
                    <a:pt x="7728" y="5883"/>
                    <a:pt x="7442" y="7621"/>
                    <a:pt x="7442" y="7621"/>
                  </a:cubicBezTo>
                  <a:lnTo>
                    <a:pt x="3966" y="5752"/>
                  </a:lnTo>
                  <a:cubicBezTo>
                    <a:pt x="3966" y="5752"/>
                    <a:pt x="3668" y="3573"/>
                    <a:pt x="3251" y="3442"/>
                  </a:cubicBezTo>
                  <a:cubicBezTo>
                    <a:pt x="3224" y="3433"/>
                    <a:pt x="3200" y="3429"/>
                    <a:pt x="3178" y="3429"/>
                  </a:cubicBezTo>
                  <a:cubicBezTo>
                    <a:pt x="2873" y="3429"/>
                    <a:pt x="3049" y="4228"/>
                    <a:pt x="3049" y="4228"/>
                  </a:cubicBezTo>
                  <a:cubicBezTo>
                    <a:pt x="3049" y="4228"/>
                    <a:pt x="2110" y="2625"/>
                    <a:pt x="1771" y="2625"/>
                  </a:cubicBezTo>
                  <a:cubicBezTo>
                    <a:pt x="1750" y="2625"/>
                    <a:pt x="1731" y="2631"/>
                    <a:pt x="1715" y="2644"/>
                  </a:cubicBezTo>
                  <a:cubicBezTo>
                    <a:pt x="1442" y="2870"/>
                    <a:pt x="2287" y="4240"/>
                    <a:pt x="2287" y="4240"/>
                  </a:cubicBezTo>
                  <a:cubicBezTo>
                    <a:pt x="2287" y="4240"/>
                    <a:pt x="1317" y="3018"/>
                    <a:pt x="904" y="3018"/>
                  </a:cubicBezTo>
                  <a:cubicBezTo>
                    <a:pt x="850" y="3018"/>
                    <a:pt x="806" y="3038"/>
                    <a:pt x="775" y="3085"/>
                  </a:cubicBezTo>
                  <a:cubicBezTo>
                    <a:pt x="620" y="3323"/>
                    <a:pt x="1811" y="4537"/>
                    <a:pt x="1811" y="4537"/>
                  </a:cubicBezTo>
                  <a:cubicBezTo>
                    <a:pt x="1811" y="4537"/>
                    <a:pt x="778" y="3620"/>
                    <a:pt x="442" y="3620"/>
                  </a:cubicBezTo>
                  <a:cubicBezTo>
                    <a:pt x="404" y="3620"/>
                    <a:pt x="376" y="3631"/>
                    <a:pt x="358" y="3656"/>
                  </a:cubicBezTo>
                  <a:cubicBezTo>
                    <a:pt x="179" y="3906"/>
                    <a:pt x="1453" y="4942"/>
                    <a:pt x="1453" y="4942"/>
                  </a:cubicBezTo>
                  <a:cubicBezTo>
                    <a:pt x="1453" y="4942"/>
                    <a:pt x="642" y="4372"/>
                    <a:pt x="298" y="4372"/>
                  </a:cubicBezTo>
                  <a:cubicBezTo>
                    <a:pt x="238" y="4372"/>
                    <a:pt x="192" y="4390"/>
                    <a:pt x="168" y="4430"/>
                  </a:cubicBezTo>
                  <a:cubicBezTo>
                    <a:pt x="1" y="4692"/>
                    <a:pt x="1668" y="6180"/>
                    <a:pt x="2275" y="6549"/>
                  </a:cubicBezTo>
                  <a:cubicBezTo>
                    <a:pt x="2275" y="6549"/>
                    <a:pt x="5642" y="11911"/>
                    <a:pt x="8541" y="11911"/>
                  </a:cubicBezTo>
                  <a:cubicBezTo>
                    <a:pt x="8587" y="11911"/>
                    <a:pt x="8634" y="11910"/>
                    <a:pt x="8681" y="11907"/>
                  </a:cubicBezTo>
                  <a:cubicBezTo>
                    <a:pt x="11217" y="11752"/>
                    <a:pt x="10978" y="6609"/>
                    <a:pt x="10859" y="5240"/>
                  </a:cubicBezTo>
                  <a:lnTo>
                    <a:pt x="10859" y="5240"/>
                  </a:lnTo>
                  <a:lnTo>
                    <a:pt x="11693" y="5359"/>
                  </a:lnTo>
                  <a:cubicBezTo>
                    <a:pt x="11490" y="3525"/>
                    <a:pt x="11705" y="2013"/>
                    <a:pt x="11693" y="203"/>
                  </a:cubicBezTo>
                  <a:lnTo>
                    <a:pt x="11693" y="203"/>
                  </a:lnTo>
                  <a:cubicBezTo>
                    <a:pt x="11685" y="206"/>
                    <a:pt x="11674" y="207"/>
                    <a:pt x="11660" y="207"/>
                  </a:cubicBezTo>
                  <a:cubicBezTo>
                    <a:pt x="11471" y="207"/>
                    <a:pt x="10776" y="1"/>
                    <a:pt x="10742"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42"/>
            <p:cNvSpPr/>
            <p:nvPr/>
          </p:nvSpPr>
          <p:spPr>
            <a:xfrm>
              <a:off x="6453380" y="2563281"/>
              <a:ext cx="124139" cy="141825"/>
            </a:xfrm>
            <a:custGeom>
              <a:avLst/>
              <a:gdLst/>
              <a:ahLst/>
              <a:cxnLst/>
              <a:rect l="l" t="t" r="r" b="b"/>
              <a:pathLst>
                <a:path w="1846" h="2109" extrusionOk="0">
                  <a:moveTo>
                    <a:pt x="1393" y="1"/>
                  </a:moveTo>
                  <a:cubicBezTo>
                    <a:pt x="1393" y="1"/>
                    <a:pt x="310" y="632"/>
                    <a:pt x="0" y="1418"/>
                  </a:cubicBezTo>
                  <a:cubicBezTo>
                    <a:pt x="0" y="1418"/>
                    <a:pt x="107" y="1692"/>
                    <a:pt x="322" y="2108"/>
                  </a:cubicBezTo>
                  <a:cubicBezTo>
                    <a:pt x="750" y="1382"/>
                    <a:pt x="1274" y="739"/>
                    <a:pt x="1846" y="144"/>
                  </a:cubicBezTo>
                  <a:cubicBezTo>
                    <a:pt x="1703" y="96"/>
                    <a:pt x="1548" y="49"/>
                    <a:pt x="139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42"/>
            <p:cNvSpPr/>
            <p:nvPr/>
          </p:nvSpPr>
          <p:spPr>
            <a:xfrm>
              <a:off x="6474966" y="2170220"/>
              <a:ext cx="514914" cy="829431"/>
            </a:xfrm>
            <a:custGeom>
              <a:avLst/>
              <a:gdLst/>
              <a:ahLst/>
              <a:cxnLst/>
              <a:rect l="l" t="t" r="r" b="b"/>
              <a:pathLst>
                <a:path w="7657" h="12334" extrusionOk="0">
                  <a:moveTo>
                    <a:pt x="7656" y="0"/>
                  </a:moveTo>
                  <a:cubicBezTo>
                    <a:pt x="7656" y="0"/>
                    <a:pt x="5525" y="226"/>
                    <a:pt x="4656" y="3358"/>
                  </a:cubicBezTo>
                  <a:cubicBezTo>
                    <a:pt x="4370" y="4417"/>
                    <a:pt x="4227" y="5798"/>
                    <a:pt x="4358" y="7620"/>
                  </a:cubicBezTo>
                  <a:cubicBezTo>
                    <a:pt x="4358" y="7620"/>
                    <a:pt x="3096" y="6560"/>
                    <a:pt x="1525" y="5989"/>
                  </a:cubicBezTo>
                  <a:cubicBezTo>
                    <a:pt x="953" y="6584"/>
                    <a:pt x="429" y="7227"/>
                    <a:pt x="1" y="7953"/>
                  </a:cubicBezTo>
                  <a:cubicBezTo>
                    <a:pt x="524" y="8977"/>
                    <a:pt x="1715" y="10859"/>
                    <a:pt x="3703" y="11668"/>
                  </a:cubicBezTo>
                  <a:cubicBezTo>
                    <a:pt x="4814" y="12117"/>
                    <a:pt x="5522" y="12334"/>
                    <a:pt x="5992" y="12334"/>
                  </a:cubicBezTo>
                  <a:cubicBezTo>
                    <a:pt x="6707" y="12334"/>
                    <a:pt x="6877" y="11835"/>
                    <a:pt x="7085" y="10894"/>
                  </a:cubicBezTo>
                  <a:cubicBezTo>
                    <a:pt x="7418" y="9346"/>
                    <a:pt x="7656" y="0"/>
                    <a:pt x="7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42"/>
            <p:cNvSpPr/>
            <p:nvPr/>
          </p:nvSpPr>
          <p:spPr>
            <a:xfrm>
              <a:off x="6700783" y="4315953"/>
              <a:ext cx="505298" cy="350359"/>
            </a:xfrm>
            <a:custGeom>
              <a:avLst/>
              <a:gdLst/>
              <a:ahLst/>
              <a:cxnLst/>
              <a:rect l="l" t="t" r="r" b="b"/>
              <a:pathLst>
                <a:path w="7514" h="5210" extrusionOk="0">
                  <a:moveTo>
                    <a:pt x="7025" y="1"/>
                  </a:moveTo>
                  <a:cubicBezTo>
                    <a:pt x="5989" y="36"/>
                    <a:pt x="4953" y="84"/>
                    <a:pt x="3905" y="191"/>
                  </a:cubicBezTo>
                  <a:cubicBezTo>
                    <a:pt x="3989" y="1048"/>
                    <a:pt x="4084" y="1810"/>
                    <a:pt x="4191" y="2465"/>
                  </a:cubicBezTo>
                  <a:cubicBezTo>
                    <a:pt x="4191" y="2465"/>
                    <a:pt x="0" y="4025"/>
                    <a:pt x="24" y="4823"/>
                  </a:cubicBezTo>
                  <a:cubicBezTo>
                    <a:pt x="33" y="5117"/>
                    <a:pt x="718" y="5209"/>
                    <a:pt x="1571" y="5209"/>
                  </a:cubicBezTo>
                  <a:cubicBezTo>
                    <a:pt x="2993" y="5209"/>
                    <a:pt x="4882" y="4954"/>
                    <a:pt x="4882" y="4954"/>
                  </a:cubicBezTo>
                  <a:cubicBezTo>
                    <a:pt x="4882" y="4954"/>
                    <a:pt x="5254" y="5042"/>
                    <a:pt x="5693" y="5042"/>
                  </a:cubicBezTo>
                  <a:cubicBezTo>
                    <a:pt x="6492" y="5042"/>
                    <a:pt x="7513" y="4749"/>
                    <a:pt x="6906" y="3096"/>
                  </a:cubicBezTo>
                  <a:lnTo>
                    <a:pt x="7025" y="1"/>
                  </a:ln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42"/>
            <p:cNvSpPr/>
            <p:nvPr/>
          </p:nvSpPr>
          <p:spPr>
            <a:xfrm>
              <a:off x="6920952" y="3173418"/>
              <a:ext cx="293132" cy="1155447"/>
            </a:xfrm>
            <a:custGeom>
              <a:avLst/>
              <a:gdLst/>
              <a:ahLst/>
              <a:cxnLst/>
              <a:rect l="l" t="t" r="r" b="b"/>
              <a:pathLst>
                <a:path w="4359" h="17182" extrusionOk="0">
                  <a:moveTo>
                    <a:pt x="0" y="1"/>
                  </a:moveTo>
                  <a:cubicBezTo>
                    <a:pt x="0" y="1"/>
                    <a:pt x="48" y="10895"/>
                    <a:pt x="643" y="17181"/>
                  </a:cubicBezTo>
                  <a:cubicBezTo>
                    <a:pt x="1679" y="17074"/>
                    <a:pt x="2715" y="17026"/>
                    <a:pt x="3751" y="16991"/>
                  </a:cubicBezTo>
                  <a:lnTo>
                    <a:pt x="4358" y="1274"/>
                  </a:lnTo>
                  <a:lnTo>
                    <a:pt x="0" y="1"/>
                  </a:ln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42"/>
            <p:cNvSpPr/>
            <p:nvPr/>
          </p:nvSpPr>
          <p:spPr>
            <a:xfrm>
              <a:off x="7282810" y="3163801"/>
              <a:ext cx="394272" cy="1137828"/>
            </a:xfrm>
            <a:custGeom>
              <a:avLst/>
              <a:gdLst/>
              <a:ahLst/>
              <a:cxnLst/>
              <a:rect l="l" t="t" r="r" b="b"/>
              <a:pathLst>
                <a:path w="5863" h="16920" extrusionOk="0">
                  <a:moveTo>
                    <a:pt x="4222" y="1"/>
                  </a:moveTo>
                  <a:cubicBezTo>
                    <a:pt x="2489" y="1"/>
                    <a:pt x="1" y="632"/>
                    <a:pt x="1" y="632"/>
                  </a:cubicBezTo>
                  <a:cubicBezTo>
                    <a:pt x="1" y="632"/>
                    <a:pt x="1204" y="10561"/>
                    <a:pt x="2096" y="16919"/>
                  </a:cubicBezTo>
                  <a:cubicBezTo>
                    <a:pt x="2227" y="16907"/>
                    <a:pt x="2370" y="16896"/>
                    <a:pt x="2513" y="16872"/>
                  </a:cubicBezTo>
                  <a:cubicBezTo>
                    <a:pt x="3537" y="16812"/>
                    <a:pt x="4513" y="16646"/>
                    <a:pt x="5466" y="16407"/>
                  </a:cubicBezTo>
                  <a:cubicBezTo>
                    <a:pt x="5609" y="12693"/>
                    <a:pt x="5799" y="6942"/>
                    <a:pt x="5859" y="739"/>
                  </a:cubicBezTo>
                  <a:cubicBezTo>
                    <a:pt x="5863" y="182"/>
                    <a:pt x="5151" y="1"/>
                    <a:pt x="4222" y="1"/>
                  </a:cubicBez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42"/>
            <p:cNvSpPr/>
            <p:nvPr/>
          </p:nvSpPr>
          <p:spPr>
            <a:xfrm>
              <a:off x="7182746" y="4267131"/>
              <a:ext cx="495749" cy="430182"/>
            </a:xfrm>
            <a:custGeom>
              <a:avLst/>
              <a:gdLst/>
              <a:ahLst/>
              <a:cxnLst/>
              <a:rect l="l" t="t" r="r" b="b"/>
              <a:pathLst>
                <a:path w="7372" h="6397" extrusionOk="0">
                  <a:moveTo>
                    <a:pt x="6954" y="0"/>
                  </a:moveTo>
                  <a:lnTo>
                    <a:pt x="6954" y="0"/>
                  </a:lnTo>
                  <a:cubicBezTo>
                    <a:pt x="6001" y="239"/>
                    <a:pt x="5025" y="405"/>
                    <a:pt x="4001" y="465"/>
                  </a:cubicBezTo>
                  <a:cubicBezTo>
                    <a:pt x="3858" y="489"/>
                    <a:pt x="3727" y="500"/>
                    <a:pt x="3584" y="512"/>
                  </a:cubicBezTo>
                  <a:cubicBezTo>
                    <a:pt x="3751" y="1727"/>
                    <a:pt x="3906" y="2810"/>
                    <a:pt x="4049" y="3668"/>
                  </a:cubicBezTo>
                  <a:cubicBezTo>
                    <a:pt x="4049" y="3668"/>
                    <a:pt x="1" y="5203"/>
                    <a:pt x="25" y="5989"/>
                  </a:cubicBezTo>
                  <a:cubicBezTo>
                    <a:pt x="34" y="6302"/>
                    <a:pt x="760" y="6397"/>
                    <a:pt x="1639" y="6397"/>
                  </a:cubicBezTo>
                  <a:cubicBezTo>
                    <a:pt x="3004" y="6397"/>
                    <a:pt x="4739" y="6168"/>
                    <a:pt x="4739" y="6168"/>
                  </a:cubicBezTo>
                  <a:cubicBezTo>
                    <a:pt x="4739" y="6168"/>
                    <a:pt x="5109" y="6256"/>
                    <a:pt x="5547" y="6256"/>
                  </a:cubicBezTo>
                  <a:cubicBezTo>
                    <a:pt x="6347" y="6256"/>
                    <a:pt x="7372" y="5962"/>
                    <a:pt x="6763" y="4299"/>
                  </a:cubicBezTo>
                  <a:cubicBezTo>
                    <a:pt x="6763" y="4299"/>
                    <a:pt x="6847" y="2679"/>
                    <a:pt x="6954" y="0"/>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42"/>
            <p:cNvSpPr/>
            <p:nvPr/>
          </p:nvSpPr>
          <p:spPr>
            <a:xfrm>
              <a:off x="6721563" y="2832338"/>
              <a:ext cx="1147444" cy="1383550"/>
            </a:xfrm>
            <a:custGeom>
              <a:avLst/>
              <a:gdLst/>
              <a:ahLst/>
              <a:cxnLst/>
              <a:rect l="l" t="t" r="r" b="b"/>
              <a:pathLst>
                <a:path w="17063" h="20574" extrusionOk="0">
                  <a:moveTo>
                    <a:pt x="12740" y="0"/>
                  </a:moveTo>
                  <a:cubicBezTo>
                    <a:pt x="10655" y="581"/>
                    <a:pt x="8453" y="753"/>
                    <a:pt x="6294" y="753"/>
                  </a:cubicBezTo>
                  <a:cubicBezTo>
                    <a:pt x="5223" y="753"/>
                    <a:pt x="4163" y="711"/>
                    <a:pt x="3132" y="655"/>
                  </a:cubicBezTo>
                  <a:cubicBezTo>
                    <a:pt x="2953" y="1179"/>
                    <a:pt x="1" y="5073"/>
                    <a:pt x="989" y="19812"/>
                  </a:cubicBezTo>
                  <a:cubicBezTo>
                    <a:pt x="989" y="19812"/>
                    <a:pt x="4303" y="20574"/>
                    <a:pt x="8105" y="20574"/>
                  </a:cubicBezTo>
                  <a:cubicBezTo>
                    <a:pt x="10647" y="20574"/>
                    <a:pt x="13406" y="20233"/>
                    <a:pt x="15538" y="19098"/>
                  </a:cubicBezTo>
                  <a:cubicBezTo>
                    <a:pt x="17062" y="2060"/>
                    <a:pt x="12943" y="334"/>
                    <a:pt x="1274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42"/>
            <p:cNvSpPr/>
            <p:nvPr/>
          </p:nvSpPr>
          <p:spPr>
            <a:xfrm>
              <a:off x="6375709" y="2450911"/>
              <a:ext cx="84934" cy="91658"/>
            </a:xfrm>
            <a:custGeom>
              <a:avLst/>
              <a:gdLst/>
              <a:ahLst/>
              <a:cxnLst/>
              <a:rect l="l" t="t" r="r" b="b"/>
              <a:pathLst>
                <a:path w="1263" h="1363" extrusionOk="0">
                  <a:moveTo>
                    <a:pt x="1221" y="0"/>
                  </a:moveTo>
                  <a:cubicBezTo>
                    <a:pt x="1215" y="0"/>
                    <a:pt x="1209" y="2"/>
                    <a:pt x="1203" y="5"/>
                  </a:cubicBezTo>
                  <a:cubicBezTo>
                    <a:pt x="1191" y="5"/>
                    <a:pt x="0" y="398"/>
                    <a:pt x="48" y="1327"/>
                  </a:cubicBezTo>
                  <a:cubicBezTo>
                    <a:pt x="48" y="1351"/>
                    <a:pt x="60" y="1362"/>
                    <a:pt x="84" y="1362"/>
                  </a:cubicBezTo>
                  <a:cubicBezTo>
                    <a:pt x="107" y="1362"/>
                    <a:pt x="119" y="1339"/>
                    <a:pt x="119" y="1315"/>
                  </a:cubicBezTo>
                  <a:cubicBezTo>
                    <a:pt x="84" y="446"/>
                    <a:pt x="1215" y="77"/>
                    <a:pt x="1227" y="77"/>
                  </a:cubicBezTo>
                  <a:cubicBezTo>
                    <a:pt x="1250" y="65"/>
                    <a:pt x="1262" y="41"/>
                    <a:pt x="1250" y="29"/>
                  </a:cubicBezTo>
                  <a:cubicBezTo>
                    <a:pt x="1250" y="11"/>
                    <a:pt x="1238" y="0"/>
                    <a:pt x="122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42"/>
            <p:cNvSpPr/>
            <p:nvPr/>
          </p:nvSpPr>
          <p:spPr>
            <a:xfrm>
              <a:off x="6754380" y="2680225"/>
              <a:ext cx="16072" cy="191386"/>
            </a:xfrm>
            <a:custGeom>
              <a:avLst/>
              <a:gdLst/>
              <a:ahLst/>
              <a:cxnLst/>
              <a:rect l="l" t="t" r="r" b="b"/>
              <a:pathLst>
                <a:path w="239" h="2846" extrusionOk="0">
                  <a:moveTo>
                    <a:pt x="203" y="0"/>
                  </a:moveTo>
                  <a:cubicBezTo>
                    <a:pt x="179" y="0"/>
                    <a:pt x="168" y="12"/>
                    <a:pt x="168" y="36"/>
                  </a:cubicBezTo>
                  <a:cubicBezTo>
                    <a:pt x="168" y="48"/>
                    <a:pt x="1" y="1715"/>
                    <a:pt x="1" y="2810"/>
                  </a:cubicBezTo>
                  <a:cubicBezTo>
                    <a:pt x="1" y="2822"/>
                    <a:pt x="13" y="2846"/>
                    <a:pt x="37" y="2846"/>
                  </a:cubicBezTo>
                  <a:cubicBezTo>
                    <a:pt x="60" y="2846"/>
                    <a:pt x="72" y="2822"/>
                    <a:pt x="72" y="2810"/>
                  </a:cubicBezTo>
                  <a:cubicBezTo>
                    <a:pt x="72" y="1715"/>
                    <a:pt x="239" y="60"/>
                    <a:pt x="239" y="48"/>
                  </a:cubicBezTo>
                  <a:cubicBezTo>
                    <a:pt x="239" y="24"/>
                    <a:pt x="227" y="0"/>
                    <a:pt x="20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42"/>
            <p:cNvSpPr/>
            <p:nvPr/>
          </p:nvSpPr>
          <p:spPr>
            <a:xfrm>
              <a:off x="7183553" y="4643448"/>
              <a:ext cx="461251" cy="60119"/>
            </a:xfrm>
            <a:custGeom>
              <a:avLst/>
              <a:gdLst/>
              <a:ahLst/>
              <a:cxnLst/>
              <a:rect l="l" t="t" r="r" b="b"/>
              <a:pathLst>
                <a:path w="6859" h="894" extrusionOk="0">
                  <a:moveTo>
                    <a:pt x="6859" y="0"/>
                  </a:moveTo>
                  <a:cubicBezTo>
                    <a:pt x="6050" y="215"/>
                    <a:pt x="4798" y="458"/>
                    <a:pt x="3229" y="458"/>
                  </a:cubicBezTo>
                  <a:cubicBezTo>
                    <a:pt x="2280" y="458"/>
                    <a:pt x="1214" y="369"/>
                    <a:pt x="60" y="131"/>
                  </a:cubicBezTo>
                  <a:cubicBezTo>
                    <a:pt x="1" y="358"/>
                    <a:pt x="13" y="500"/>
                    <a:pt x="13" y="500"/>
                  </a:cubicBezTo>
                  <a:cubicBezTo>
                    <a:pt x="13" y="500"/>
                    <a:pt x="382" y="893"/>
                    <a:pt x="3263" y="893"/>
                  </a:cubicBezTo>
                  <a:cubicBezTo>
                    <a:pt x="5847" y="893"/>
                    <a:pt x="6799" y="548"/>
                    <a:pt x="6799" y="548"/>
                  </a:cubicBezTo>
                  <a:cubicBezTo>
                    <a:pt x="6823" y="358"/>
                    <a:pt x="6847" y="179"/>
                    <a:pt x="68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42"/>
            <p:cNvSpPr/>
            <p:nvPr/>
          </p:nvSpPr>
          <p:spPr>
            <a:xfrm>
              <a:off x="7187588" y="4529733"/>
              <a:ext cx="301067" cy="160116"/>
            </a:xfrm>
            <a:custGeom>
              <a:avLst/>
              <a:gdLst/>
              <a:ahLst/>
              <a:cxnLst/>
              <a:rect l="l" t="t" r="r" b="b"/>
              <a:pathLst>
                <a:path w="4477" h="2381" extrusionOk="0">
                  <a:moveTo>
                    <a:pt x="3382" y="1"/>
                  </a:moveTo>
                  <a:cubicBezTo>
                    <a:pt x="3382" y="1"/>
                    <a:pt x="0" y="870"/>
                    <a:pt x="0" y="1822"/>
                  </a:cubicBezTo>
                  <a:cubicBezTo>
                    <a:pt x="0" y="2211"/>
                    <a:pt x="533" y="2380"/>
                    <a:pt x="1785" y="2380"/>
                  </a:cubicBezTo>
                  <a:cubicBezTo>
                    <a:pt x="2259" y="2380"/>
                    <a:pt x="2835" y="2356"/>
                    <a:pt x="3524" y="2310"/>
                  </a:cubicBezTo>
                  <a:lnTo>
                    <a:pt x="4477" y="2287"/>
                  </a:lnTo>
                  <a:cubicBezTo>
                    <a:pt x="4477" y="2287"/>
                    <a:pt x="4013" y="620"/>
                    <a:pt x="33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42"/>
            <p:cNvSpPr/>
            <p:nvPr/>
          </p:nvSpPr>
          <p:spPr>
            <a:xfrm>
              <a:off x="6701590" y="4608210"/>
              <a:ext cx="474028" cy="64894"/>
            </a:xfrm>
            <a:custGeom>
              <a:avLst/>
              <a:gdLst/>
              <a:ahLst/>
              <a:cxnLst/>
              <a:rect l="l" t="t" r="r" b="b"/>
              <a:pathLst>
                <a:path w="7049" h="965" extrusionOk="0">
                  <a:moveTo>
                    <a:pt x="7049" y="0"/>
                  </a:moveTo>
                  <a:lnTo>
                    <a:pt x="7049" y="0"/>
                  </a:lnTo>
                  <a:cubicBezTo>
                    <a:pt x="6202" y="226"/>
                    <a:pt x="4789" y="512"/>
                    <a:pt x="3059" y="512"/>
                  </a:cubicBezTo>
                  <a:cubicBezTo>
                    <a:pt x="2137" y="512"/>
                    <a:pt x="1124" y="430"/>
                    <a:pt x="60" y="215"/>
                  </a:cubicBezTo>
                  <a:cubicBezTo>
                    <a:pt x="0" y="429"/>
                    <a:pt x="12" y="572"/>
                    <a:pt x="12" y="572"/>
                  </a:cubicBezTo>
                  <a:cubicBezTo>
                    <a:pt x="12" y="572"/>
                    <a:pt x="381" y="965"/>
                    <a:pt x="3274" y="965"/>
                  </a:cubicBezTo>
                  <a:cubicBezTo>
                    <a:pt x="5846" y="965"/>
                    <a:pt x="6989" y="548"/>
                    <a:pt x="6989" y="548"/>
                  </a:cubicBezTo>
                  <a:cubicBezTo>
                    <a:pt x="7025" y="358"/>
                    <a:pt x="7037" y="179"/>
                    <a:pt x="70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42"/>
            <p:cNvSpPr/>
            <p:nvPr/>
          </p:nvSpPr>
          <p:spPr>
            <a:xfrm>
              <a:off x="6705558" y="4499337"/>
              <a:ext cx="301134" cy="160385"/>
            </a:xfrm>
            <a:custGeom>
              <a:avLst/>
              <a:gdLst/>
              <a:ahLst/>
              <a:cxnLst/>
              <a:rect l="l" t="t" r="r" b="b"/>
              <a:pathLst>
                <a:path w="4478" h="2385" extrusionOk="0">
                  <a:moveTo>
                    <a:pt x="3382" y="0"/>
                  </a:moveTo>
                  <a:cubicBezTo>
                    <a:pt x="3382" y="0"/>
                    <a:pt x="1" y="869"/>
                    <a:pt x="1" y="1834"/>
                  </a:cubicBezTo>
                  <a:cubicBezTo>
                    <a:pt x="1" y="2218"/>
                    <a:pt x="546" y="2385"/>
                    <a:pt x="1831" y="2385"/>
                  </a:cubicBezTo>
                  <a:cubicBezTo>
                    <a:pt x="2296" y="2385"/>
                    <a:pt x="2857" y="2363"/>
                    <a:pt x="3525" y="2322"/>
                  </a:cubicBezTo>
                  <a:lnTo>
                    <a:pt x="4477" y="2286"/>
                  </a:lnTo>
                  <a:cubicBezTo>
                    <a:pt x="4477" y="2286"/>
                    <a:pt x="4013" y="631"/>
                    <a:pt x="33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42"/>
            <p:cNvSpPr/>
            <p:nvPr/>
          </p:nvSpPr>
          <p:spPr>
            <a:xfrm>
              <a:off x="6948994" y="3223517"/>
              <a:ext cx="489226" cy="1513674"/>
            </a:xfrm>
            <a:custGeom>
              <a:avLst/>
              <a:gdLst/>
              <a:ahLst/>
              <a:cxnLst/>
              <a:rect l="l" t="t" r="r" b="b"/>
              <a:pathLst>
                <a:path w="7275" h="22509" extrusionOk="0">
                  <a:moveTo>
                    <a:pt x="3049" y="0"/>
                  </a:moveTo>
                  <a:cubicBezTo>
                    <a:pt x="2982" y="0"/>
                    <a:pt x="2915" y="2"/>
                    <a:pt x="2846" y="6"/>
                  </a:cubicBezTo>
                  <a:cubicBezTo>
                    <a:pt x="2024" y="41"/>
                    <a:pt x="1381" y="351"/>
                    <a:pt x="929" y="910"/>
                  </a:cubicBezTo>
                  <a:cubicBezTo>
                    <a:pt x="0" y="2089"/>
                    <a:pt x="322" y="3958"/>
                    <a:pt x="345" y="4030"/>
                  </a:cubicBezTo>
                  <a:cubicBezTo>
                    <a:pt x="388" y="4274"/>
                    <a:pt x="601" y="4442"/>
                    <a:pt x="832" y="4442"/>
                  </a:cubicBezTo>
                  <a:cubicBezTo>
                    <a:pt x="860" y="4442"/>
                    <a:pt x="888" y="4440"/>
                    <a:pt x="917" y="4435"/>
                  </a:cubicBezTo>
                  <a:cubicBezTo>
                    <a:pt x="1191" y="4387"/>
                    <a:pt x="1381" y="4125"/>
                    <a:pt x="1322" y="3851"/>
                  </a:cubicBezTo>
                  <a:cubicBezTo>
                    <a:pt x="1322" y="3839"/>
                    <a:pt x="1072" y="2351"/>
                    <a:pt x="1715" y="1530"/>
                  </a:cubicBezTo>
                  <a:cubicBezTo>
                    <a:pt x="1988" y="1196"/>
                    <a:pt x="2369" y="1030"/>
                    <a:pt x="2893" y="1006"/>
                  </a:cubicBezTo>
                  <a:cubicBezTo>
                    <a:pt x="2950" y="1002"/>
                    <a:pt x="3006" y="1001"/>
                    <a:pt x="3060" y="1001"/>
                  </a:cubicBezTo>
                  <a:cubicBezTo>
                    <a:pt x="3586" y="1001"/>
                    <a:pt x="3996" y="1157"/>
                    <a:pt x="4298" y="1470"/>
                  </a:cubicBezTo>
                  <a:cubicBezTo>
                    <a:pt x="5060" y="2232"/>
                    <a:pt x="4989" y="3673"/>
                    <a:pt x="4989" y="3685"/>
                  </a:cubicBezTo>
                  <a:cubicBezTo>
                    <a:pt x="4989" y="3708"/>
                    <a:pt x="4989" y="3732"/>
                    <a:pt x="4989" y="3756"/>
                  </a:cubicBezTo>
                  <a:lnTo>
                    <a:pt x="6251" y="22044"/>
                  </a:lnTo>
                  <a:cubicBezTo>
                    <a:pt x="6275" y="22306"/>
                    <a:pt x="6489" y="22508"/>
                    <a:pt x="6751" y="22508"/>
                  </a:cubicBezTo>
                  <a:lnTo>
                    <a:pt x="6787" y="22508"/>
                  </a:lnTo>
                  <a:cubicBezTo>
                    <a:pt x="7060" y="22496"/>
                    <a:pt x="7275" y="22258"/>
                    <a:pt x="7251" y="21973"/>
                  </a:cubicBezTo>
                  <a:lnTo>
                    <a:pt x="6001" y="3708"/>
                  </a:lnTo>
                  <a:cubicBezTo>
                    <a:pt x="6001" y="3447"/>
                    <a:pt x="6025" y="1780"/>
                    <a:pt x="5013" y="768"/>
                  </a:cubicBezTo>
                  <a:cubicBezTo>
                    <a:pt x="4507" y="262"/>
                    <a:pt x="3850" y="0"/>
                    <a:pt x="304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42"/>
            <p:cNvSpPr/>
            <p:nvPr/>
          </p:nvSpPr>
          <p:spPr>
            <a:xfrm>
              <a:off x="7111531" y="2823798"/>
              <a:ext cx="640465" cy="553581"/>
            </a:xfrm>
            <a:custGeom>
              <a:avLst/>
              <a:gdLst/>
              <a:ahLst/>
              <a:cxnLst/>
              <a:rect l="l" t="t" r="r" b="b"/>
              <a:pathLst>
                <a:path w="9524" h="8232" extrusionOk="0">
                  <a:moveTo>
                    <a:pt x="7622" y="1"/>
                  </a:moveTo>
                  <a:cubicBezTo>
                    <a:pt x="7398" y="1"/>
                    <a:pt x="7164" y="43"/>
                    <a:pt x="6929" y="127"/>
                  </a:cubicBezTo>
                  <a:cubicBezTo>
                    <a:pt x="4751" y="2032"/>
                    <a:pt x="2191" y="5176"/>
                    <a:pt x="2191" y="5176"/>
                  </a:cubicBezTo>
                  <a:cubicBezTo>
                    <a:pt x="2191" y="5176"/>
                    <a:pt x="583" y="5319"/>
                    <a:pt x="405" y="5723"/>
                  </a:cubicBezTo>
                  <a:cubicBezTo>
                    <a:pt x="301" y="5968"/>
                    <a:pt x="627" y="6014"/>
                    <a:pt x="887" y="6014"/>
                  </a:cubicBezTo>
                  <a:cubicBezTo>
                    <a:pt x="1045" y="6014"/>
                    <a:pt x="1179" y="5997"/>
                    <a:pt x="1179" y="5997"/>
                  </a:cubicBezTo>
                  <a:lnTo>
                    <a:pt x="1179" y="5997"/>
                  </a:lnTo>
                  <a:cubicBezTo>
                    <a:pt x="1179" y="5997"/>
                    <a:pt x="0" y="6581"/>
                    <a:pt x="191" y="6878"/>
                  </a:cubicBezTo>
                  <a:cubicBezTo>
                    <a:pt x="283" y="7014"/>
                    <a:pt x="416" y="7050"/>
                    <a:pt x="535" y="7050"/>
                  </a:cubicBezTo>
                  <a:cubicBezTo>
                    <a:pt x="677" y="7050"/>
                    <a:pt x="798" y="6997"/>
                    <a:pt x="798" y="6997"/>
                  </a:cubicBezTo>
                  <a:lnTo>
                    <a:pt x="798" y="6997"/>
                  </a:lnTo>
                  <a:cubicBezTo>
                    <a:pt x="797" y="6998"/>
                    <a:pt x="322" y="7224"/>
                    <a:pt x="703" y="7545"/>
                  </a:cubicBezTo>
                  <a:cubicBezTo>
                    <a:pt x="763" y="7590"/>
                    <a:pt x="819" y="7606"/>
                    <a:pt x="868" y="7606"/>
                  </a:cubicBezTo>
                  <a:cubicBezTo>
                    <a:pt x="970" y="7606"/>
                    <a:pt x="1043" y="7535"/>
                    <a:pt x="1071" y="7502"/>
                  </a:cubicBezTo>
                  <a:lnTo>
                    <a:pt x="1071" y="7502"/>
                  </a:lnTo>
                  <a:cubicBezTo>
                    <a:pt x="1026" y="7562"/>
                    <a:pt x="891" y="7776"/>
                    <a:pt x="1084" y="7938"/>
                  </a:cubicBezTo>
                  <a:cubicBezTo>
                    <a:pt x="1143" y="7991"/>
                    <a:pt x="1201" y="8010"/>
                    <a:pt x="1255" y="8010"/>
                  </a:cubicBezTo>
                  <a:cubicBezTo>
                    <a:pt x="1395" y="8010"/>
                    <a:pt x="1506" y="7878"/>
                    <a:pt x="1522" y="7857"/>
                  </a:cubicBezTo>
                  <a:lnTo>
                    <a:pt x="1522" y="7857"/>
                  </a:lnTo>
                  <a:cubicBezTo>
                    <a:pt x="1506" y="7879"/>
                    <a:pt x="1412" y="8024"/>
                    <a:pt x="1643" y="8200"/>
                  </a:cubicBezTo>
                  <a:cubicBezTo>
                    <a:pt x="1673" y="8222"/>
                    <a:pt x="1711" y="8232"/>
                    <a:pt x="1755" y="8232"/>
                  </a:cubicBezTo>
                  <a:cubicBezTo>
                    <a:pt x="2096" y="8232"/>
                    <a:pt x="2820" y="7621"/>
                    <a:pt x="3358" y="7009"/>
                  </a:cubicBezTo>
                  <a:cubicBezTo>
                    <a:pt x="3358" y="7009"/>
                    <a:pt x="6620" y="4628"/>
                    <a:pt x="9061" y="2842"/>
                  </a:cubicBezTo>
                  <a:cubicBezTo>
                    <a:pt x="9523" y="961"/>
                    <a:pt x="8692" y="1"/>
                    <a:pt x="7622"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42"/>
            <p:cNvSpPr/>
            <p:nvPr/>
          </p:nvSpPr>
          <p:spPr>
            <a:xfrm>
              <a:off x="7316501" y="1829544"/>
              <a:ext cx="353991" cy="270469"/>
            </a:xfrm>
            <a:custGeom>
              <a:avLst/>
              <a:gdLst/>
              <a:ahLst/>
              <a:cxnLst/>
              <a:rect l="l" t="t" r="r" b="b"/>
              <a:pathLst>
                <a:path w="5264" h="4022" extrusionOk="0">
                  <a:moveTo>
                    <a:pt x="4268" y="0"/>
                  </a:moveTo>
                  <a:cubicBezTo>
                    <a:pt x="4243" y="0"/>
                    <a:pt x="4217" y="2"/>
                    <a:pt x="4191" y="6"/>
                  </a:cubicBezTo>
                  <a:cubicBezTo>
                    <a:pt x="3453" y="113"/>
                    <a:pt x="786" y="1196"/>
                    <a:pt x="857" y="1732"/>
                  </a:cubicBezTo>
                  <a:cubicBezTo>
                    <a:pt x="857" y="1732"/>
                    <a:pt x="0" y="3173"/>
                    <a:pt x="1345" y="3792"/>
                  </a:cubicBezTo>
                  <a:cubicBezTo>
                    <a:pt x="1691" y="3950"/>
                    <a:pt x="2078" y="4022"/>
                    <a:pt x="2467" y="4022"/>
                  </a:cubicBezTo>
                  <a:cubicBezTo>
                    <a:pt x="3605" y="4022"/>
                    <a:pt x="4764" y="3405"/>
                    <a:pt x="4977" y="2518"/>
                  </a:cubicBezTo>
                  <a:cubicBezTo>
                    <a:pt x="5264" y="1370"/>
                    <a:pt x="4953" y="0"/>
                    <a:pt x="4268"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42"/>
            <p:cNvSpPr/>
            <p:nvPr/>
          </p:nvSpPr>
          <p:spPr>
            <a:xfrm>
              <a:off x="6699976" y="1326263"/>
              <a:ext cx="1020077" cy="735620"/>
            </a:xfrm>
            <a:custGeom>
              <a:avLst/>
              <a:gdLst/>
              <a:ahLst/>
              <a:cxnLst/>
              <a:rect l="l" t="t" r="r" b="b"/>
              <a:pathLst>
                <a:path w="15169" h="10939" extrusionOk="0">
                  <a:moveTo>
                    <a:pt x="6717" y="1"/>
                  </a:moveTo>
                  <a:cubicBezTo>
                    <a:pt x="4563" y="1"/>
                    <a:pt x="2535" y="259"/>
                    <a:pt x="1465" y="858"/>
                  </a:cubicBezTo>
                  <a:cubicBezTo>
                    <a:pt x="1465" y="858"/>
                    <a:pt x="774" y="2870"/>
                    <a:pt x="393" y="4263"/>
                  </a:cubicBezTo>
                  <a:cubicBezTo>
                    <a:pt x="0" y="5668"/>
                    <a:pt x="2084" y="8680"/>
                    <a:pt x="2810" y="9240"/>
                  </a:cubicBezTo>
                  <a:cubicBezTo>
                    <a:pt x="3361" y="9663"/>
                    <a:pt x="6113" y="10938"/>
                    <a:pt x="8852" y="10938"/>
                  </a:cubicBezTo>
                  <a:cubicBezTo>
                    <a:pt x="11440" y="10938"/>
                    <a:pt x="14016" y="9800"/>
                    <a:pt x="14716" y="5728"/>
                  </a:cubicBezTo>
                  <a:cubicBezTo>
                    <a:pt x="14966" y="4275"/>
                    <a:pt x="15169" y="3477"/>
                    <a:pt x="14728" y="1846"/>
                  </a:cubicBezTo>
                  <a:cubicBezTo>
                    <a:pt x="14428" y="751"/>
                    <a:pt x="10389" y="1"/>
                    <a:pt x="6717"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42"/>
            <p:cNvSpPr/>
            <p:nvPr/>
          </p:nvSpPr>
          <p:spPr>
            <a:xfrm>
              <a:off x="7444608" y="1747636"/>
              <a:ext cx="187284" cy="212031"/>
            </a:xfrm>
            <a:custGeom>
              <a:avLst/>
              <a:gdLst/>
              <a:ahLst/>
              <a:cxnLst/>
              <a:rect l="l" t="t" r="r" b="b"/>
              <a:pathLst>
                <a:path w="2785" h="3153" extrusionOk="0">
                  <a:moveTo>
                    <a:pt x="1383" y="0"/>
                  </a:moveTo>
                  <a:cubicBezTo>
                    <a:pt x="1037" y="0"/>
                    <a:pt x="762" y="81"/>
                    <a:pt x="762" y="81"/>
                  </a:cubicBezTo>
                  <a:lnTo>
                    <a:pt x="0" y="2212"/>
                  </a:lnTo>
                  <a:cubicBezTo>
                    <a:pt x="264" y="2815"/>
                    <a:pt x="848" y="3152"/>
                    <a:pt x="1412" y="3152"/>
                  </a:cubicBezTo>
                  <a:cubicBezTo>
                    <a:pt x="2096" y="3152"/>
                    <a:pt x="2749" y="2656"/>
                    <a:pt x="2762" y="1533"/>
                  </a:cubicBezTo>
                  <a:cubicBezTo>
                    <a:pt x="2785" y="238"/>
                    <a:pt x="1979" y="0"/>
                    <a:pt x="1383" y="0"/>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42"/>
            <p:cNvSpPr/>
            <p:nvPr/>
          </p:nvSpPr>
          <p:spPr>
            <a:xfrm>
              <a:off x="6789617" y="1225123"/>
              <a:ext cx="815174" cy="858616"/>
            </a:xfrm>
            <a:custGeom>
              <a:avLst/>
              <a:gdLst/>
              <a:ahLst/>
              <a:cxnLst/>
              <a:rect l="l" t="t" r="r" b="b"/>
              <a:pathLst>
                <a:path w="12122" h="12768" extrusionOk="0">
                  <a:moveTo>
                    <a:pt x="4638" y="0"/>
                  </a:moveTo>
                  <a:cubicBezTo>
                    <a:pt x="2804" y="0"/>
                    <a:pt x="1287" y="638"/>
                    <a:pt x="620" y="2350"/>
                  </a:cubicBezTo>
                  <a:cubicBezTo>
                    <a:pt x="620" y="2350"/>
                    <a:pt x="346" y="4755"/>
                    <a:pt x="156" y="7613"/>
                  </a:cubicBezTo>
                  <a:cubicBezTo>
                    <a:pt x="1" y="9923"/>
                    <a:pt x="1060" y="12268"/>
                    <a:pt x="4513" y="12673"/>
                  </a:cubicBezTo>
                  <a:cubicBezTo>
                    <a:pt x="5023" y="12735"/>
                    <a:pt x="5499" y="12767"/>
                    <a:pt x="5944" y="12767"/>
                  </a:cubicBezTo>
                  <a:cubicBezTo>
                    <a:pt x="8587" y="12767"/>
                    <a:pt x="10133" y="11609"/>
                    <a:pt x="11050" y="8470"/>
                  </a:cubicBezTo>
                  <a:cubicBezTo>
                    <a:pt x="12121" y="4803"/>
                    <a:pt x="11740" y="1719"/>
                    <a:pt x="8418" y="671"/>
                  </a:cubicBezTo>
                  <a:cubicBezTo>
                    <a:pt x="7121" y="262"/>
                    <a:pt x="5814" y="0"/>
                    <a:pt x="4638" y="0"/>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42"/>
            <p:cNvSpPr/>
            <p:nvPr/>
          </p:nvSpPr>
          <p:spPr>
            <a:xfrm>
              <a:off x="7084296" y="1817372"/>
              <a:ext cx="88901" cy="39004"/>
            </a:xfrm>
            <a:custGeom>
              <a:avLst/>
              <a:gdLst/>
              <a:ahLst/>
              <a:cxnLst/>
              <a:rect l="l" t="t" r="r" b="b"/>
              <a:pathLst>
                <a:path w="1322" h="580" extrusionOk="0">
                  <a:moveTo>
                    <a:pt x="1269" y="0"/>
                  </a:moveTo>
                  <a:cubicBezTo>
                    <a:pt x="1257" y="0"/>
                    <a:pt x="1245" y="6"/>
                    <a:pt x="1238" y="20"/>
                  </a:cubicBezTo>
                  <a:cubicBezTo>
                    <a:pt x="1020" y="407"/>
                    <a:pt x="719" y="503"/>
                    <a:pt x="478" y="503"/>
                  </a:cubicBezTo>
                  <a:cubicBezTo>
                    <a:pt x="259" y="503"/>
                    <a:pt x="89" y="424"/>
                    <a:pt x="72" y="413"/>
                  </a:cubicBezTo>
                  <a:cubicBezTo>
                    <a:pt x="68" y="410"/>
                    <a:pt x="64" y="408"/>
                    <a:pt x="58" y="408"/>
                  </a:cubicBezTo>
                  <a:cubicBezTo>
                    <a:pt x="42" y="408"/>
                    <a:pt x="21" y="419"/>
                    <a:pt x="12" y="437"/>
                  </a:cubicBezTo>
                  <a:cubicBezTo>
                    <a:pt x="0" y="461"/>
                    <a:pt x="12" y="485"/>
                    <a:pt x="36" y="496"/>
                  </a:cubicBezTo>
                  <a:cubicBezTo>
                    <a:pt x="36" y="496"/>
                    <a:pt x="238" y="580"/>
                    <a:pt x="476" y="580"/>
                  </a:cubicBezTo>
                  <a:cubicBezTo>
                    <a:pt x="750" y="580"/>
                    <a:pt x="1084" y="485"/>
                    <a:pt x="1310" y="68"/>
                  </a:cubicBezTo>
                  <a:cubicBezTo>
                    <a:pt x="1322" y="44"/>
                    <a:pt x="1310" y="20"/>
                    <a:pt x="1298" y="8"/>
                  </a:cubicBezTo>
                  <a:cubicBezTo>
                    <a:pt x="1288" y="3"/>
                    <a:pt x="1278" y="0"/>
                    <a:pt x="126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42"/>
            <p:cNvSpPr/>
            <p:nvPr/>
          </p:nvSpPr>
          <p:spPr>
            <a:xfrm>
              <a:off x="7097880" y="1345496"/>
              <a:ext cx="1681" cy="2488"/>
            </a:xfrm>
            <a:custGeom>
              <a:avLst/>
              <a:gdLst/>
              <a:ahLst/>
              <a:cxnLst/>
              <a:rect l="l" t="t" r="r" b="b"/>
              <a:pathLst>
                <a:path w="25" h="37" extrusionOk="0">
                  <a:moveTo>
                    <a:pt x="1" y="36"/>
                  </a:moveTo>
                  <a:cubicBezTo>
                    <a:pt x="13" y="13"/>
                    <a:pt x="24" y="1"/>
                    <a:pt x="24" y="1"/>
                  </a:cubicBezTo>
                  <a:cubicBezTo>
                    <a:pt x="24" y="1"/>
                    <a:pt x="13" y="13"/>
                    <a:pt x="1" y="36"/>
                  </a:cubicBez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42"/>
            <p:cNvSpPr/>
            <p:nvPr/>
          </p:nvSpPr>
          <p:spPr>
            <a:xfrm>
              <a:off x="7274808" y="1541388"/>
              <a:ext cx="169060" cy="125080"/>
            </a:xfrm>
            <a:custGeom>
              <a:avLst/>
              <a:gdLst/>
              <a:ahLst/>
              <a:cxnLst/>
              <a:rect l="l" t="t" r="r" b="b"/>
              <a:pathLst>
                <a:path w="2514" h="1860" extrusionOk="0">
                  <a:moveTo>
                    <a:pt x="550" y="1"/>
                  </a:moveTo>
                  <a:cubicBezTo>
                    <a:pt x="356" y="1"/>
                    <a:pt x="238" y="106"/>
                    <a:pt x="156" y="255"/>
                  </a:cubicBezTo>
                  <a:cubicBezTo>
                    <a:pt x="1" y="540"/>
                    <a:pt x="191" y="993"/>
                    <a:pt x="703" y="1374"/>
                  </a:cubicBezTo>
                  <a:cubicBezTo>
                    <a:pt x="1123" y="1683"/>
                    <a:pt x="1448" y="1860"/>
                    <a:pt x="1699" y="1860"/>
                  </a:cubicBezTo>
                  <a:cubicBezTo>
                    <a:pt x="1825" y="1860"/>
                    <a:pt x="1933" y="1815"/>
                    <a:pt x="2025" y="1719"/>
                  </a:cubicBezTo>
                  <a:cubicBezTo>
                    <a:pt x="2025" y="1719"/>
                    <a:pt x="2513" y="1231"/>
                    <a:pt x="1596" y="529"/>
                  </a:cubicBezTo>
                  <a:cubicBezTo>
                    <a:pt x="1103" y="144"/>
                    <a:pt x="775" y="1"/>
                    <a:pt x="550"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42"/>
            <p:cNvSpPr/>
            <p:nvPr/>
          </p:nvSpPr>
          <p:spPr>
            <a:xfrm>
              <a:off x="6864127" y="1500703"/>
              <a:ext cx="175381" cy="98249"/>
            </a:xfrm>
            <a:custGeom>
              <a:avLst/>
              <a:gdLst/>
              <a:ahLst/>
              <a:cxnLst/>
              <a:rect l="l" t="t" r="r" b="b"/>
              <a:pathLst>
                <a:path w="2608" h="1461" extrusionOk="0">
                  <a:moveTo>
                    <a:pt x="2004" y="1"/>
                  </a:moveTo>
                  <a:cubicBezTo>
                    <a:pt x="1791" y="1"/>
                    <a:pt x="1498" y="57"/>
                    <a:pt x="1095" y="193"/>
                  </a:cubicBezTo>
                  <a:cubicBezTo>
                    <a:pt x="0" y="574"/>
                    <a:pt x="310" y="1193"/>
                    <a:pt x="310" y="1193"/>
                  </a:cubicBezTo>
                  <a:cubicBezTo>
                    <a:pt x="393" y="1378"/>
                    <a:pt x="564" y="1461"/>
                    <a:pt x="820" y="1461"/>
                  </a:cubicBezTo>
                  <a:cubicBezTo>
                    <a:pt x="1041" y="1461"/>
                    <a:pt x="1324" y="1399"/>
                    <a:pt x="1667" y="1288"/>
                  </a:cubicBezTo>
                  <a:cubicBezTo>
                    <a:pt x="2274" y="1086"/>
                    <a:pt x="2607" y="717"/>
                    <a:pt x="2548" y="395"/>
                  </a:cubicBezTo>
                  <a:cubicBezTo>
                    <a:pt x="2503" y="169"/>
                    <a:pt x="2372" y="1"/>
                    <a:pt x="2004" y="1"/>
                  </a:cubicBezTo>
                  <a:close/>
                </a:path>
              </a:pathLst>
            </a:custGeom>
            <a:solidFill>
              <a:srgbClr val="EED9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42"/>
            <p:cNvSpPr/>
            <p:nvPr/>
          </p:nvSpPr>
          <p:spPr>
            <a:xfrm>
              <a:off x="7461420" y="1787514"/>
              <a:ext cx="149760" cy="115329"/>
            </a:xfrm>
            <a:custGeom>
              <a:avLst/>
              <a:gdLst/>
              <a:ahLst/>
              <a:cxnLst/>
              <a:rect l="l" t="t" r="r" b="b"/>
              <a:pathLst>
                <a:path w="2227" h="1715" extrusionOk="0">
                  <a:moveTo>
                    <a:pt x="1315" y="1"/>
                  </a:moveTo>
                  <a:cubicBezTo>
                    <a:pt x="1140" y="1"/>
                    <a:pt x="960" y="53"/>
                    <a:pt x="774" y="167"/>
                  </a:cubicBezTo>
                  <a:cubicBezTo>
                    <a:pt x="0" y="607"/>
                    <a:pt x="405" y="1679"/>
                    <a:pt x="405" y="1691"/>
                  </a:cubicBezTo>
                  <a:cubicBezTo>
                    <a:pt x="417" y="1714"/>
                    <a:pt x="429" y="1714"/>
                    <a:pt x="441" y="1714"/>
                  </a:cubicBezTo>
                  <a:lnTo>
                    <a:pt x="464" y="1714"/>
                  </a:lnTo>
                  <a:cubicBezTo>
                    <a:pt x="476" y="1714"/>
                    <a:pt x="488" y="1691"/>
                    <a:pt x="488" y="1667"/>
                  </a:cubicBezTo>
                  <a:cubicBezTo>
                    <a:pt x="476" y="1655"/>
                    <a:pt x="107" y="643"/>
                    <a:pt x="822" y="238"/>
                  </a:cubicBezTo>
                  <a:cubicBezTo>
                    <a:pt x="996" y="130"/>
                    <a:pt x="1165" y="80"/>
                    <a:pt x="1328" y="80"/>
                  </a:cubicBezTo>
                  <a:cubicBezTo>
                    <a:pt x="1399" y="80"/>
                    <a:pt x="1468" y="89"/>
                    <a:pt x="1536" y="107"/>
                  </a:cubicBezTo>
                  <a:cubicBezTo>
                    <a:pt x="1929" y="226"/>
                    <a:pt x="2143" y="619"/>
                    <a:pt x="2143" y="619"/>
                  </a:cubicBezTo>
                  <a:cubicBezTo>
                    <a:pt x="2150" y="633"/>
                    <a:pt x="2161" y="639"/>
                    <a:pt x="2172" y="639"/>
                  </a:cubicBezTo>
                  <a:cubicBezTo>
                    <a:pt x="2179" y="639"/>
                    <a:pt x="2186" y="636"/>
                    <a:pt x="2191" y="631"/>
                  </a:cubicBezTo>
                  <a:cubicBezTo>
                    <a:pt x="2215" y="619"/>
                    <a:pt x="2227" y="595"/>
                    <a:pt x="2215" y="583"/>
                  </a:cubicBezTo>
                  <a:cubicBezTo>
                    <a:pt x="2203" y="559"/>
                    <a:pt x="1988" y="155"/>
                    <a:pt x="1560" y="36"/>
                  </a:cubicBezTo>
                  <a:cubicBezTo>
                    <a:pt x="1479" y="13"/>
                    <a:pt x="1398" y="1"/>
                    <a:pt x="131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42"/>
            <p:cNvSpPr/>
            <p:nvPr/>
          </p:nvSpPr>
          <p:spPr>
            <a:xfrm>
              <a:off x="7482199" y="1830418"/>
              <a:ext cx="83320" cy="23604"/>
            </a:xfrm>
            <a:custGeom>
              <a:avLst/>
              <a:gdLst/>
              <a:ahLst/>
              <a:cxnLst/>
              <a:rect l="l" t="t" r="r" b="b"/>
              <a:pathLst>
                <a:path w="1239" h="351" extrusionOk="0">
                  <a:moveTo>
                    <a:pt x="522" y="1"/>
                  </a:moveTo>
                  <a:cubicBezTo>
                    <a:pt x="359" y="1"/>
                    <a:pt x="186" y="51"/>
                    <a:pt x="24" y="195"/>
                  </a:cubicBezTo>
                  <a:cubicBezTo>
                    <a:pt x="1" y="219"/>
                    <a:pt x="1" y="243"/>
                    <a:pt x="13" y="255"/>
                  </a:cubicBezTo>
                  <a:cubicBezTo>
                    <a:pt x="24" y="267"/>
                    <a:pt x="36" y="273"/>
                    <a:pt x="47" y="273"/>
                  </a:cubicBezTo>
                  <a:cubicBezTo>
                    <a:pt x="57" y="273"/>
                    <a:pt x="66" y="267"/>
                    <a:pt x="72" y="255"/>
                  </a:cubicBezTo>
                  <a:cubicBezTo>
                    <a:pt x="218" y="127"/>
                    <a:pt x="375" y="82"/>
                    <a:pt x="522" y="82"/>
                  </a:cubicBezTo>
                  <a:cubicBezTo>
                    <a:pt x="869" y="82"/>
                    <a:pt x="1167" y="330"/>
                    <a:pt x="1167" y="338"/>
                  </a:cubicBezTo>
                  <a:cubicBezTo>
                    <a:pt x="1179" y="350"/>
                    <a:pt x="1191" y="350"/>
                    <a:pt x="1191" y="350"/>
                  </a:cubicBezTo>
                  <a:cubicBezTo>
                    <a:pt x="1203" y="350"/>
                    <a:pt x="1215" y="338"/>
                    <a:pt x="1227" y="326"/>
                  </a:cubicBezTo>
                  <a:cubicBezTo>
                    <a:pt x="1239" y="314"/>
                    <a:pt x="1239" y="291"/>
                    <a:pt x="1227" y="279"/>
                  </a:cubicBezTo>
                  <a:cubicBezTo>
                    <a:pt x="1219" y="270"/>
                    <a:pt x="897" y="1"/>
                    <a:pt x="52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42"/>
            <p:cNvSpPr/>
            <p:nvPr/>
          </p:nvSpPr>
          <p:spPr>
            <a:xfrm>
              <a:off x="7060288" y="1508033"/>
              <a:ext cx="116136" cy="279481"/>
            </a:xfrm>
            <a:custGeom>
              <a:avLst/>
              <a:gdLst/>
              <a:ahLst/>
              <a:cxnLst/>
              <a:rect l="l" t="t" r="r" b="b"/>
              <a:pathLst>
                <a:path w="1727" h="4156" extrusionOk="0">
                  <a:moveTo>
                    <a:pt x="1679" y="1"/>
                  </a:moveTo>
                  <a:cubicBezTo>
                    <a:pt x="1655" y="1"/>
                    <a:pt x="1631" y="24"/>
                    <a:pt x="1631" y="48"/>
                  </a:cubicBezTo>
                  <a:cubicBezTo>
                    <a:pt x="1643" y="763"/>
                    <a:pt x="1619" y="2679"/>
                    <a:pt x="1453" y="2906"/>
                  </a:cubicBezTo>
                  <a:cubicBezTo>
                    <a:pt x="1396" y="2983"/>
                    <a:pt x="1318" y="3023"/>
                    <a:pt x="1220" y="3023"/>
                  </a:cubicBezTo>
                  <a:cubicBezTo>
                    <a:pt x="1094" y="3023"/>
                    <a:pt x="933" y="2957"/>
                    <a:pt x="738" y="2822"/>
                  </a:cubicBezTo>
                  <a:cubicBezTo>
                    <a:pt x="726" y="2822"/>
                    <a:pt x="714" y="2810"/>
                    <a:pt x="714" y="2810"/>
                  </a:cubicBezTo>
                  <a:cubicBezTo>
                    <a:pt x="630" y="2760"/>
                    <a:pt x="551" y="2736"/>
                    <a:pt x="477" y="2736"/>
                  </a:cubicBezTo>
                  <a:cubicBezTo>
                    <a:pt x="395" y="2736"/>
                    <a:pt x="319" y="2766"/>
                    <a:pt x="250" y="2822"/>
                  </a:cubicBezTo>
                  <a:cubicBezTo>
                    <a:pt x="60" y="2977"/>
                    <a:pt x="0" y="3358"/>
                    <a:pt x="107" y="3632"/>
                  </a:cubicBezTo>
                  <a:cubicBezTo>
                    <a:pt x="250" y="3965"/>
                    <a:pt x="572" y="4144"/>
                    <a:pt x="595" y="4156"/>
                  </a:cubicBezTo>
                  <a:lnTo>
                    <a:pt x="607" y="4156"/>
                  </a:lnTo>
                  <a:cubicBezTo>
                    <a:pt x="619" y="4156"/>
                    <a:pt x="643" y="4144"/>
                    <a:pt x="643" y="4132"/>
                  </a:cubicBezTo>
                  <a:cubicBezTo>
                    <a:pt x="655" y="4120"/>
                    <a:pt x="655" y="4084"/>
                    <a:pt x="631" y="4084"/>
                  </a:cubicBezTo>
                  <a:cubicBezTo>
                    <a:pt x="631" y="4073"/>
                    <a:pt x="310" y="3906"/>
                    <a:pt x="179" y="3596"/>
                  </a:cubicBezTo>
                  <a:cubicBezTo>
                    <a:pt x="83" y="3358"/>
                    <a:pt x="143" y="3025"/>
                    <a:pt x="310" y="2882"/>
                  </a:cubicBezTo>
                  <a:cubicBezTo>
                    <a:pt x="357" y="2840"/>
                    <a:pt x="411" y="2819"/>
                    <a:pt x="470" y="2819"/>
                  </a:cubicBezTo>
                  <a:cubicBezTo>
                    <a:pt x="530" y="2819"/>
                    <a:pt x="595" y="2840"/>
                    <a:pt x="667" y="2882"/>
                  </a:cubicBezTo>
                  <a:cubicBezTo>
                    <a:pt x="667" y="2882"/>
                    <a:pt x="679" y="2894"/>
                    <a:pt x="691" y="2894"/>
                  </a:cubicBezTo>
                  <a:cubicBezTo>
                    <a:pt x="915" y="3051"/>
                    <a:pt x="1086" y="3107"/>
                    <a:pt x="1217" y="3107"/>
                  </a:cubicBezTo>
                  <a:cubicBezTo>
                    <a:pt x="1364" y="3107"/>
                    <a:pt x="1461" y="3035"/>
                    <a:pt x="1524" y="2953"/>
                  </a:cubicBezTo>
                  <a:cubicBezTo>
                    <a:pt x="1726" y="2668"/>
                    <a:pt x="1715" y="310"/>
                    <a:pt x="1715" y="48"/>
                  </a:cubicBezTo>
                  <a:cubicBezTo>
                    <a:pt x="1715" y="24"/>
                    <a:pt x="1703" y="1"/>
                    <a:pt x="167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42"/>
            <p:cNvSpPr/>
            <p:nvPr/>
          </p:nvSpPr>
          <p:spPr>
            <a:xfrm>
              <a:off x="7241991" y="1811656"/>
              <a:ext cx="186612" cy="98181"/>
            </a:xfrm>
            <a:custGeom>
              <a:avLst/>
              <a:gdLst/>
              <a:ahLst/>
              <a:cxnLst/>
              <a:rect l="l" t="t" r="r" b="b"/>
              <a:pathLst>
                <a:path w="2775" h="1460" extrusionOk="0">
                  <a:moveTo>
                    <a:pt x="1608" y="1"/>
                  </a:moveTo>
                  <a:cubicBezTo>
                    <a:pt x="1504" y="1"/>
                    <a:pt x="1396" y="8"/>
                    <a:pt x="1287" y="22"/>
                  </a:cubicBezTo>
                  <a:cubicBezTo>
                    <a:pt x="548" y="117"/>
                    <a:pt x="1" y="510"/>
                    <a:pt x="48" y="903"/>
                  </a:cubicBezTo>
                  <a:cubicBezTo>
                    <a:pt x="89" y="1237"/>
                    <a:pt x="561" y="1460"/>
                    <a:pt x="1156" y="1460"/>
                  </a:cubicBezTo>
                  <a:cubicBezTo>
                    <a:pt x="1260" y="1460"/>
                    <a:pt x="1367" y="1453"/>
                    <a:pt x="1477" y="1439"/>
                  </a:cubicBezTo>
                  <a:cubicBezTo>
                    <a:pt x="2215" y="1343"/>
                    <a:pt x="2775" y="951"/>
                    <a:pt x="2715" y="558"/>
                  </a:cubicBezTo>
                  <a:cubicBezTo>
                    <a:pt x="2675" y="223"/>
                    <a:pt x="2203" y="1"/>
                    <a:pt x="1608" y="1"/>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42"/>
            <p:cNvSpPr/>
            <p:nvPr/>
          </p:nvSpPr>
          <p:spPr>
            <a:xfrm>
              <a:off x="6840053" y="1771778"/>
              <a:ext cx="189033" cy="107327"/>
            </a:xfrm>
            <a:custGeom>
              <a:avLst/>
              <a:gdLst/>
              <a:ahLst/>
              <a:cxnLst/>
              <a:rect l="l" t="t" r="r" b="b"/>
              <a:pathLst>
                <a:path w="2811" h="1596" extrusionOk="0">
                  <a:moveTo>
                    <a:pt x="930" y="1"/>
                  </a:moveTo>
                  <a:cubicBezTo>
                    <a:pt x="519" y="1"/>
                    <a:pt x="198" y="138"/>
                    <a:pt x="120" y="389"/>
                  </a:cubicBezTo>
                  <a:cubicBezTo>
                    <a:pt x="1" y="770"/>
                    <a:pt x="477" y="1258"/>
                    <a:pt x="1191" y="1484"/>
                  </a:cubicBezTo>
                  <a:cubicBezTo>
                    <a:pt x="1426" y="1559"/>
                    <a:pt x="1657" y="1595"/>
                    <a:pt x="1866" y="1595"/>
                  </a:cubicBezTo>
                  <a:cubicBezTo>
                    <a:pt x="2284" y="1595"/>
                    <a:pt x="2612" y="1452"/>
                    <a:pt x="2692" y="1198"/>
                  </a:cubicBezTo>
                  <a:cubicBezTo>
                    <a:pt x="2811" y="829"/>
                    <a:pt x="2334" y="341"/>
                    <a:pt x="1620" y="115"/>
                  </a:cubicBezTo>
                  <a:cubicBezTo>
                    <a:pt x="1380" y="37"/>
                    <a:pt x="1143" y="1"/>
                    <a:pt x="930" y="1"/>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42"/>
            <p:cNvSpPr/>
            <p:nvPr/>
          </p:nvSpPr>
          <p:spPr>
            <a:xfrm>
              <a:off x="6723984" y="1180605"/>
              <a:ext cx="976904" cy="570730"/>
            </a:xfrm>
            <a:custGeom>
              <a:avLst/>
              <a:gdLst/>
              <a:ahLst/>
              <a:cxnLst/>
              <a:rect l="l" t="t" r="r" b="b"/>
              <a:pathLst>
                <a:path w="14527" h="8487" extrusionOk="0">
                  <a:moveTo>
                    <a:pt x="6743" y="0"/>
                  </a:moveTo>
                  <a:cubicBezTo>
                    <a:pt x="4581" y="0"/>
                    <a:pt x="2696" y="877"/>
                    <a:pt x="1822" y="1774"/>
                  </a:cubicBezTo>
                  <a:cubicBezTo>
                    <a:pt x="512" y="3119"/>
                    <a:pt x="0" y="7382"/>
                    <a:pt x="620" y="7763"/>
                  </a:cubicBezTo>
                  <a:cubicBezTo>
                    <a:pt x="643" y="7777"/>
                    <a:pt x="677" y="7784"/>
                    <a:pt x="721" y="7784"/>
                  </a:cubicBezTo>
                  <a:cubicBezTo>
                    <a:pt x="1618" y="7784"/>
                    <a:pt x="6619" y="4902"/>
                    <a:pt x="8775" y="3858"/>
                  </a:cubicBezTo>
                  <a:cubicBezTo>
                    <a:pt x="8886" y="3804"/>
                    <a:pt x="9003" y="3778"/>
                    <a:pt x="9117" y="3778"/>
                  </a:cubicBezTo>
                  <a:cubicBezTo>
                    <a:pt x="9456" y="3778"/>
                    <a:pt x="9779" y="4001"/>
                    <a:pt x="9895" y="4358"/>
                  </a:cubicBezTo>
                  <a:cubicBezTo>
                    <a:pt x="10561" y="6477"/>
                    <a:pt x="11514" y="7656"/>
                    <a:pt x="12192" y="8275"/>
                  </a:cubicBezTo>
                  <a:cubicBezTo>
                    <a:pt x="12351" y="8419"/>
                    <a:pt x="12543" y="8487"/>
                    <a:pt x="12734" y="8487"/>
                  </a:cubicBezTo>
                  <a:cubicBezTo>
                    <a:pt x="13031" y="8487"/>
                    <a:pt x="13321" y="8322"/>
                    <a:pt x="13466" y="8025"/>
                  </a:cubicBezTo>
                  <a:cubicBezTo>
                    <a:pt x="13919" y="7048"/>
                    <a:pt x="14526" y="5393"/>
                    <a:pt x="14312" y="3905"/>
                  </a:cubicBezTo>
                  <a:cubicBezTo>
                    <a:pt x="14026" y="1810"/>
                    <a:pt x="10787" y="952"/>
                    <a:pt x="10252" y="821"/>
                  </a:cubicBezTo>
                  <a:cubicBezTo>
                    <a:pt x="10192" y="810"/>
                    <a:pt x="10145" y="786"/>
                    <a:pt x="10097" y="762"/>
                  </a:cubicBezTo>
                  <a:cubicBezTo>
                    <a:pt x="8971" y="219"/>
                    <a:pt x="7822" y="0"/>
                    <a:pt x="6743"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42"/>
            <p:cNvSpPr/>
            <p:nvPr/>
          </p:nvSpPr>
          <p:spPr>
            <a:xfrm>
              <a:off x="7378100" y="1137500"/>
              <a:ext cx="164218" cy="154400"/>
            </a:xfrm>
            <a:custGeom>
              <a:avLst/>
              <a:gdLst/>
              <a:ahLst/>
              <a:cxnLst/>
              <a:rect l="l" t="t" r="r" b="b"/>
              <a:pathLst>
                <a:path w="2442" h="2296" extrusionOk="0">
                  <a:moveTo>
                    <a:pt x="825" y="1"/>
                  </a:moveTo>
                  <a:cubicBezTo>
                    <a:pt x="792" y="1"/>
                    <a:pt x="756" y="8"/>
                    <a:pt x="715" y="22"/>
                  </a:cubicBezTo>
                  <a:cubicBezTo>
                    <a:pt x="1" y="260"/>
                    <a:pt x="48" y="1832"/>
                    <a:pt x="560" y="2177"/>
                  </a:cubicBezTo>
                  <a:lnTo>
                    <a:pt x="1168" y="2296"/>
                  </a:lnTo>
                  <a:cubicBezTo>
                    <a:pt x="1168" y="2296"/>
                    <a:pt x="2442" y="1153"/>
                    <a:pt x="1942" y="939"/>
                  </a:cubicBezTo>
                  <a:cubicBezTo>
                    <a:pt x="1899" y="920"/>
                    <a:pt x="1857" y="912"/>
                    <a:pt x="1815" y="912"/>
                  </a:cubicBezTo>
                  <a:cubicBezTo>
                    <a:pt x="1371" y="912"/>
                    <a:pt x="953" y="1855"/>
                    <a:pt x="953" y="1855"/>
                  </a:cubicBezTo>
                  <a:cubicBezTo>
                    <a:pt x="953" y="1855"/>
                    <a:pt x="1377" y="1"/>
                    <a:pt x="825"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42"/>
            <p:cNvSpPr/>
            <p:nvPr/>
          </p:nvSpPr>
          <p:spPr>
            <a:xfrm>
              <a:off x="6949734" y="1698546"/>
              <a:ext cx="50570" cy="60187"/>
            </a:xfrm>
            <a:custGeom>
              <a:avLst/>
              <a:gdLst/>
              <a:ahLst/>
              <a:cxnLst/>
              <a:rect l="l" t="t" r="r" b="b"/>
              <a:pathLst>
                <a:path w="752" h="895" extrusionOk="0">
                  <a:moveTo>
                    <a:pt x="376" y="1"/>
                  </a:moveTo>
                  <a:cubicBezTo>
                    <a:pt x="181" y="1"/>
                    <a:pt x="13" y="187"/>
                    <a:pt x="1" y="430"/>
                  </a:cubicBezTo>
                  <a:cubicBezTo>
                    <a:pt x="1" y="680"/>
                    <a:pt x="156" y="882"/>
                    <a:pt x="358" y="894"/>
                  </a:cubicBezTo>
                  <a:cubicBezTo>
                    <a:pt x="561" y="894"/>
                    <a:pt x="727" y="704"/>
                    <a:pt x="739" y="454"/>
                  </a:cubicBezTo>
                  <a:cubicBezTo>
                    <a:pt x="751" y="204"/>
                    <a:pt x="596" y="1"/>
                    <a:pt x="394" y="1"/>
                  </a:cubicBezTo>
                  <a:cubicBezTo>
                    <a:pt x="388" y="1"/>
                    <a:pt x="382" y="1"/>
                    <a:pt x="3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42"/>
            <p:cNvSpPr/>
            <p:nvPr/>
          </p:nvSpPr>
          <p:spPr>
            <a:xfrm>
              <a:off x="7252415" y="1726588"/>
              <a:ext cx="50503" cy="60119"/>
            </a:xfrm>
            <a:custGeom>
              <a:avLst/>
              <a:gdLst/>
              <a:ahLst/>
              <a:cxnLst/>
              <a:rect l="l" t="t" r="r" b="b"/>
              <a:pathLst>
                <a:path w="751" h="894" extrusionOk="0">
                  <a:moveTo>
                    <a:pt x="375" y="0"/>
                  </a:moveTo>
                  <a:cubicBezTo>
                    <a:pt x="181" y="0"/>
                    <a:pt x="12" y="187"/>
                    <a:pt x="1" y="430"/>
                  </a:cubicBezTo>
                  <a:cubicBezTo>
                    <a:pt x="1" y="680"/>
                    <a:pt x="155" y="882"/>
                    <a:pt x="358" y="894"/>
                  </a:cubicBezTo>
                  <a:cubicBezTo>
                    <a:pt x="560" y="894"/>
                    <a:pt x="727" y="703"/>
                    <a:pt x="739" y="453"/>
                  </a:cubicBezTo>
                  <a:cubicBezTo>
                    <a:pt x="751" y="203"/>
                    <a:pt x="596" y="1"/>
                    <a:pt x="393" y="1"/>
                  </a:cubicBezTo>
                  <a:cubicBezTo>
                    <a:pt x="387" y="1"/>
                    <a:pt x="381" y="0"/>
                    <a:pt x="3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42"/>
            <p:cNvSpPr/>
            <p:nvPr/>
          </p:nvSpPr>
          <p:spPr>
            <a:xfrm>
              <a:off x="6751219" y="1567480"/>
              <a:ext cx="912011" cy="326218"/>
            </a:xfrm>
            <a:custGeom>
              <a:avLst/>
              <a:gdLst/>
              <a:ahLst/>
              <a:cxnLst/>
              <a:rect l="l" t="t" r="r" b="b"/>
              <a:pathLst>
                <a:path w="13562" h="4851" extrusionOk="0">
                  <a:moveTo>
                    <a:pt x="2287" y="111"/>
                  </a:moveTo>
                  <a:cubicBezTo>
                    <a:pt x="2338" y="111"/>
                    <a:pt x="2389" y="113"/>
                    <a:pt x="2441" y="117"/>
                  </a:cubicBezTo>
                  <a:cubicBezTo>
                    <a:pt x="3572" y="212"/>
                    <a:pt x="4417" y="1212"/>
                    <a:pt x="4334" y="2343"/>
                  </a:cubicBezTo>
                  <a:cubicBezTo>
                    <a:pt x="4244" y="3427"/>
                    <a:pt x="3339" y="4244"/>
                    <a:pt x="2281" y="4244"/>
                  </a:cubicBezTo>
                  <a:cubicBezTo>
                    <a:pt x="2224" y="4244"/>
                    <a:pt x="2166" y="4241"/>
                    <a:pt x="2108" y="4236"/>
                  </a:cubicBezTo>
                  <a:cubicBezTo>
                    <a:pt x="965" y="4141"/>
                    <a:pt x="119" y="3141"/>
                    <a:pt x="215" y="2010"/>
                  </a:cubicBezTo>
                  <a:cubicBezTo>
                    <a:pt x="305" y="930"/>
                    <a:pt x="1221" y="111"/>
                    <a:pt x="2287" y="111"/>
                  </a:cubicBezTo>
                  <a:close/>
                  <a:moveTo>
                    <a:pt x="8208" y="609"/>
                  </a:moveTo>
                  <a:cubicBezTo>
                    <a:pt x="8266" y="609"/>
                    <a:pt x="8324" y="612"/>
                    <a:pt x="8382" y="617"/>
                  </a:cubicBezTo>
                  <a:cubicBezTo>
                    <a:pt x="9513" y="712"/>
                    <a:pt x="10359" y="1712"/>
                    <a:pt x="10263" y="2843"/>
                  </a:cubicBezTo>
                  <a:cubicBezTo>
                    <a:pt x="10173" y="3916"/>
                    <a:pt x="9279" y="4732"/>
                    <a:pt x="8212" y="4732"/>
                  </a:cubicBezTo>
                  <a:cubicBezTo>
                    <a:pt x="8154" y="4732"/>
                    <a:pt x="8096" y="4729"/>
                    <a:pt x="8037" y="4724"/>
                  </a:cubicBezTo>
                  <a:cubicBezTo>
                    <a:pt x="6906" y="4629"/>
                    <a:pt x="6061" y="3629"/>
                    <a:pt x="6156" y="2498"/>
                  </a:cubicBezTo>
                  <a:cubicBezTo>
                    <a:pt x="6246" y="1425"/>
                    <a:pt x="7150" y="609"/>
                    <a:pt x="8208" y="609"/>
                  </a:cubicBezTo>
                  <a:close/>
                  <a:moveTo>
                    <a:pt x="2257" y="1"/>
                  </a:moveTo>
                  <a:cubicBezTo>
                    <a:pt x="1139" y="1"/>
                    <a:pt x="197" y="861"/>
                    <a:pt x="95" y="1998"/>
                  </a:cubicBezTo>
                  <a:cubicBezTo>
                    <a:pt x="0" y="3200"/>
                    <a:pt x="893" y="4248"/>
                    <a:pt x="2096" y="4355"/>
                  </a:cubicBezTo>
                  <a:cubicBezTo>
                    <a:pt x="2154" y="4360"/>
                    <a:pt x="2212" y="4362"/>
                    <a:pt x="2270" y="4362"/>
                  </a:cubicBezTo>
                  <a:cubicBezTo>
                    <a:pt x="3388" y="4362"/>
                    <a:pt x="4351" y="3499"/>
                    <a:pt x="4441" y="2355"/>
                  </a:cubicBezTo>
                  <a:cubicBezTo>
                    <a:pt x="4453" y="2272"/>
                    <a:pt x="4453" y="2188"/>
                    <a:pt x="4453" y="2093"/>
                  </a:cubicBezTo>
                  <a:cubicBezTo>
                    <a:pt x="4683" y="1985"/>
                    <a:pt x="4909" y="1946"/>
                    <a:pt x="5116" y="1946"/>
                  </a:cubicBezTo>
                  <a:cubicBezTo>
                    <a:pt x="5595" y="1946"/>
                    <a:pt x="5976" y="2158"/>
                    <a:pt x="6084" y="2224"/>
                  </a:cubicBezTo>
                  <a:cubicBezTo>
                    <a:pt x="6061" y="2307"/>
                    <a:pt x="6049" y="2403"/>
                    <a:pt x="6037" y="2486"/>
                  </a:cubicBezTo>
                  <a:cubicBezTo>
                    <a:pt x="5941" y="3689"/>
                    <a:pt x="6834" y="4736"/>
                    <a:pt x="8037" y="4843"/>
                  </a:cubicBezTo>
                  <a:cubicBezTo>
                    <a:pt x="8096" y="4848"/>
                    <a:pt x="8155" y="4851"/>
                    <a:pt x="8213" y="4851"/>
                  </a:cubicBezTo>
                  <a:cubicBezTo>
                    <a:pt x="9317" y="4851"/>
                    <a:pt x="10257" y="4011"/>
                    <a:pt x="10371" y="2903"/>
                  </a:cubicBezTo>
                  <a:lnTo>
                    <a:pt x="12966" y="3129"/>
                  </a:lnTo>
                  <a:cubicBezTo>
                    <a:pt x="13038" y="3165"/>
                    <a:pt x="13442" y="3391"/>
                    <a:pt x="13419" y="3796"/>
                  </a:cubicBezTo>
                  <a:cubicBezTo>
                    <a:pt x="13419" y="3831"/>
                    <a:pt x="13442" y="3855"/>
                    <a:pt x="13478" y="3867"/>
                  </a:cubicBezTo>
                  <a:cubicBezTo>
                    <a:pt x="13502" y="3867"/>
                    <a:pt x="13538" y="3843"/>
                    <a:pt x="13538" y="3808"/>
                  </a:cubicBezTo>
                  <a:cubicBezTo>
                    <a:pt x="13561" y="3296"/>
                    <a:pt x="13026" y="3034"/>
                    <a:pt x="13014" y="3022"/>
                  </a:cubicBezTo>
                  <a:lnTo>
                    <a:pt x="12990" y="3022"/>
                  </a:lnTo>
                  <a:lnTo>
                    <a:pt x="10382" y="2796"/>
                  </a:lnTo>
                  <a:cubicBezTo>
                    <a:pt x="10454" y="1617"/>
                    <a:pt x="9573" y="593"/>
                    <a:pt x="8394" y="498"/>
                  </a:cubicBezTo>
                  <a:cubicBezTo>
                    <a:pt x="8335" y="493"/>
                    <a:pt x="8277" y="491"/>
                    <a:pt x="8219" y="491"/>
                  </a:cubicBezTo>
                  <a:cubicBezTo>
                    <a:pt x="7220" y="491"/>
                    <a:pt x="6356" y="1160"/>
                    <a:pt x="6108" y="2105"/>
                  </a:cubicBezTo>
                  <a:cubicBezTo>
                    <a:pt x="5960" y="2023"/>
                    <a:pt x="5585" y="1833"/>
                    <a:pt x="5116" y="1833"/>
                  </a:cubicBezTo>
                  <a:cubicBezTo>
                    <a:pt x="4906" y="1833"/>
                    <a:pt x="4677" y="1871"/>
                    <a:pt x="4441" y="1974"/>
                  </a:cubicBezTo>
                  <a:cubicBezTo>
                    <a:pt x="4346" y="938"/>
                    <a:pt x="3524" y="93"/>
                    <a:pt x="2453" y="10"/>
                  </a:cubicBezTo>
                  <a:cubicBezTo>
                    <a:pt x="2387" y="4"/>
                    <a:pt x="2322" y="1"/>
                    <a:pt x="22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42"/>
            <p:cNvSpPr/>
            <p:nvPr/>
          </p:nvSpPr>
          <p:spPr>
            <a:xfrm>
              <a:off x="7481392" y="1912393"/>
              <a:ext cx="56152" cy="77738"/>
            </a:xfrm>
            <a:custGeom>
              <a:avLst/>
              <a:gdLst/>
              <a:ahLst/>
              <a:cxnLst/>
              <a:rect l="l" t="t" r="r" b="b"/>
              <a:pathLst>
                <a:path w="835" h="1156" extrusionOk="0">
                  <a:moveTo>
                    <a:pt x="417" y="0"/>
                  </a:moveTo>
                  <a:cubicBezTo>
                    <a:pt x="191" y="0"/>
                    <a:pt x="1" y="262"/>
                    <a:pt x="1" y="572"/>
                  </a:cubicBezTo>
                  <a:cubicBezTo>
                    <a:pt x="1" y="893"/>
                    <a:pt x="191" y="1155"/>
                    <a:pt x="417" y="1155"/>
                  </a:cubicBezTo>
                  <a:cubicBezTo>
                    <a:pt x="656" y="1155"/>
                    <a:pt x="834" y="893"/>
                    <a:pt x="834" y="572"/>
                  </a:cubicBezTo>
                  <a:cubicBezTo>
                    <a:pt x="834" y="262"/>
                    <a:pt x="656" y="0"/>
                    <a:pt x="41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42"/>
            <p:cNvSpPr/>
            <p:nvPr/>
          </p:nvSpPr>
          <p:spPr>
            <a:xfrm>
              <a:off x="6988199" y="2159796"/>
              <a:ext cx="388354" cy="119499"/>
            </a:xfrm>
            <a:custGeom>
              <a:avLst/>
              <a:gdLst/>
              <a:ahLst/>
              <a:cxnLst/>
              <a:rect l="l" t="t" r="r" b="b"/>
              <a:pathLst>
                <a:path w="5775" h="1777" extrusionOk="0">
                  <a:moveTo>
                    <a:pt x="5226" y="1"/>
                  </a:moveTo>
                  <a:cubicBezTo>
                    <a:pt x="4979" y="1"/>
                    <a:pt x="4834" y="24"/>
                    <a:pt x="4834" y="24"/>
                  </a:cubicBezTo>
                  <a:cubicBezTo>
                    <a:pt x="4834" y="24"/>
                    <a:pt x="3669" y="1096"/>
                    <a:pt x="2284" y="1096"/>
                  </a:cubicBezTo>
                  <a:cubicBezTo>
                    <a:pt x="2269" y="1096"/>
                    <a:pt x="2254" y="1096"/>
                    <a:pt x="2239" y="1096"/>
                  </a:cubicBezTo>
                  <a:cubicBezTo>
                    <a:pt x="846" y="1072"/>
                    <a:pt x="739" y="24"/>
                    <a:pt x="739" y="24"/>
                  </a:cubicBezTo>
                  <a:cubicBezTo>
                    <a:pt x="700" y="22"/>
                    <a:pt x="661" y="22"/>
                    <a:pt x="624" y="22"/>
                  </a:cubicBezTo>
                  <a:cubicBezTo>
                    <a:pt x="376" y="22"/>
                    <a:pt x="166" y="54"/>
                    <a:pt x="0" y="95"/>
                  </a:cubicBezTo>
                  <a:cubicBezTo>
                    <a:pt x="346" y="929"/>
                    <a:pt x="1001" y="1608"/>
                    <a:pt x="1882" y="1715"/>
                  </a:cubicBezTo>
                  <a:cubicBezTo>
                    <a:pt x="2132" y="1757"/>
                    <a:pt x="2371" y="1777"/>
                    <a:pt x="2600" y="1777"/>
                  </a:cubicBezTo>
                  <a:cubicBezTo>
                    <a:pt x="3989" y="1777"/>
                    <a:pt x="4988" y="1038"/>
                    <a:pt x="5775" y="36"/>
                  </a:cubicBezTo>
                  <a:cubicBezTo>
                    <a:pt x="5561" y="9"/>
                    <a:pt x="5375" y="1"/>
                    <a:pt x="522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42"/>
            <p:cNvSpPr/>
            <p:nvPr/>
          </p:nvSpPr>
          <p:spPr>
            <a:xfrm>
              <a:off x="7258803" y="3128564"/>
              <a:ext cx="153795" cy="147407"/>
            </a:xfrm>
            <a:custGeom>
              <a:avLst/>
              <a:gdLst/>
              <a:ahLst/>
              <a:cxnLst/>
              <a:rect l="l" t="t" r="r" b="b"/>
              <a:pathLst>
                <a:path w="2287" h="2192" extrusionOk="0">
                  <a:moveTo>
                    <a:pt x="406" y="1"/>
                  </a:moveTo>
                  <a:cubicBezTo>
                    <a:pt x="144" y="394"/>
                    <a:pt x="1" y="644"/>
                    <a:pt x="1" y="644"/>
                  </a:cubicBezTo>
                  <a:lnTo>
                    <a:pt x="1561" y="2192"/>
                  </a:lnTo>
                  <a:cubicBezTo>
                    <a:pt x="1561" y="2192"/>
                    <a:pt x="1882" y="2120"/>
                    <a:pt x="2287" y="1941"/>
                  </a:cubicBezTo>
                  <a:cubicBezTo>
                    <a:pt x="1727" y="1239"/>
                    <a:pt x="1072" y="608"/>
                    <a:pt x="406" y="1"/>
                  </a:cubicBezTo>
                  <a:close/>
                </a:path>
              </a:pathLst>
            </a:custGeom>
            <a:solidFill>
              <a:srgbClr val="E874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42"/>
            <p:cNvSpPr/>
            <p:nvPr/>
          </p:nvSpPr>
          <p:spPr>
            <a:xfrm>
              <a:off x="6837699" y="2162150"/>
              <a:ext cx="964867" cy="1097008"/>
            </a:xfrm>
            <a:custGeom>
              <a:avLst/>
              <a:gdLst/>
              <a:ahLst/>
              <a:cxnLst/>
              <a:rect l="l" t="t" r="r" b="b"/>
              <a:pathLst>
                <a:path w="14348" h="16313" extrusionOk="0">
                  <a:moveTo>
                    <a:pt x="8013" y="1"/>
                  </a:moveTo>
                  <a:cubicBezTo>
                    <a:pt x="7226" y="1003"/>
                    <a:pt x="6227" y="1742"/>
                    <a:pt x="4838" y="1742"/>
                  </a:cubicBezTo>
                  <a:cubicBezTo>
                    <a:pt x="4609" y="1742"/>
                    <a:pt x="4370" y="1722"/>
                    <a:pt x="4120" y="1680"/>
                  </a:cubicBezTo>
                  <a:cubicBezTo>
                    <a:pt x="3239" y="1573"/>
                    <a:pt x="2584" y="882"/>
                    <a:pt x="2238" y="60"/>
                  </a:cubicBezTo>
                  <a:cubicBezTo>
                    <a:pt x="1798" y="168"/>
                    <a:pt x="1596" y="346"/>
                    <a:pt x="1596" y="346"/>
                  </a:cubicBezTo>
                  <a:cubicBezTo>
                    <a:pt x="1012" y="1608"/>
                    <a:pt x="0" y="4656"/>
                    <a:pt x="36" y="7359"/>
                  </a:cubicBezTo>
                  <a:cubicBezTo>
                    <a:pt x="60" y="10074"/>
                    <a:pt x="1405" y="10705"/>
                    <a:pt x="1405" y="10705"/>
                  </a:cubicBezTo>
                  <a:cubicBezTo>
                    <a:pt x="1405" y="10705"/>
                    <a:pt x="1298" y="10931"/>
                    <a:pt x="4608" y="11014"/>
                  </a:cubicBezTo>
                  <a:cubicBezTo>
                    <a:pt x="4770" y="11018"/>
                    <a:pt x="4930" y="11020"/>
                    <a:pt x="5089" y="11020"/>
                  </a:cubicBezTo>
                  <a:cubicBezTo>
                    <a:pt x="8178" y="11020"/>
                    <a:pt x="10644" y="10288"/>
                    <a:pt x="10644" y="10288"/>
                  </a:cubicBezTo>
                  <a:lnTo>
                    <a:pt x="10644" y="10288"/>
                  </a:lnTo>
                  <a:cubicBezTo>
                    <a:pt x="8715" y="11574"/>
                    <a:pt x="7322" y="13419"/>
                    <a:pt x="6668" y="14372"/>
                  </a:cubicBezTo>
                  <a:cubicBezTo>
                    <a:pt x="7334" y="14967"/>
                    <a:pt x="7989" y="15610"/>
                    <a:pt x="8549" y="16312"/>
                  </a:cubicBezTo>
                  <a:cubicBezTo>
                    <a:pt x="8763" y="16229"/>
                    <a:pt x="9001" y="16110"/>
                    <a:pt x="9227" y="15955"/>
                  </a:cubicBezTo>
                  <a:cubicBezTo>
                    <a:pt x="9918" y="15503"/>
                    <a:pt x="13930" y="13205"/>
                    <a:pt x="14145" y="11538"/>
                  </a:cubicBezTo>
                  <a:cubicBezTo>
                    <a:pt x="14347" y="9883"/>
                    <a:pt x="13907" y="6502"/>
                    <a:pt x="12025" y="3001"/>
                  </a:cubicBezTo>
                  <a:cubicBezTo>
                    <a:pt x="10799" y="715"/>
                    <a:pt x="9073" y="132"/>
                    <a:pt x="80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42"/>
            <p:cNvSpPr/>
            <p:nvPr/>
          </p:nvSpPr>
          <p:spPr>
            <a:xfrm>
              <a:off x="6824855" y="2382856"/>
              <a:ext cx="109748" cy="502406"/>
            </a:xfrm>
            <a:custGeom>
              <a:avLst/>
              <a:gdLst/>
              <a:ahLst/>
              <a:cxnLst/>
              <a:rect l="l" t="t" r="r" b="b"/>
              <a:pathLst>
                <a:path w="1632" h="7471" extrusionOk="0">
                  <a:moveTo>
                    <a:pt x="770" y="0"/>
                  </a:moveTo>
                  <a:cubicBezTo>
                    <a:pt x="756" y="0"/>
                    <a:pt x="748" y="11"/>
                    <a:pt x="739" y="29"/>
                  </a:cubicBezTo>
                  <a:cubicBezTo>
                    <a:pt x="727" y="41"/>
                    <a:pt x="1" y="1672"/>
                    <a:pt x="179" y="4315"/>
                  </a:cubicBezTo>
                  <a:cubicBezTo>
                    <a:pt x="370" y="6982"/>
                    <a:pt x="1525" y="7446"/>
                    <a:pt x="1584" y="7458"/>
                  </a:cubicBezTo>
                  <a:cubicBezTo>
                    <a:pt x="1584" y="7458"/>
                    <a:pt x="1584" y="7470"/>
                    <a:pt x="1596" y="7470"/>
                  </a:cubicBezTo>
                  <a:cubicBezTo>
                    <a:pt x="1608" y="7470"/>
                    <a:pt x="1620" y="7458"/>
                    <a:pt x="1632" y="7446"/>
                  </a:cubicBezTo>
                  <a:cubicBezTo>
                    <a:pt x="1632" y="7423"/>
                    <a:pt x="1620" y="7399"/>
                    <a:pt x="1608" y="7399"/>
                  </a:cubicBezTo>
                  <a:cubicBezTo>
                    <a:pt x="1596" y="7387"/>
                    <a:pt x="441" y="6923"/>
                    <a:pt x="263" y="4315"/>
                  </a:cubicBezTo>
                  <a:cubicBezTo>
                    <a:pt x="72" y="1696"/>
                    <a:pt x="798" y="77"/>
                    <a:pt x="798" y="53"/>
                  </a:cubicBezTo>
                  <a:cubicBezTo>
                    <a:pt x="810" y="41"/>
                    <a:pt x="810" y="17"/>
                    <a:pt x="786" y="5"/>
                  </a:cubicBezTo>
                  <a:cubicBezTo>
                    <a:pt x="780" y="2"/>
                    <a:pt x="775" y="0"/>
                    <a:pt x="77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42"/>
            <p:cNvSpPr/>
            <p:nvPr/>
          </p:nvSpPr>
          <p:spPr>
            <a:xfrm>
              <a:off x="7402175" y="2383192"/>
              <a:ext cx="154535" cy="473221"/>
            </a:xfrm>
            <a:custGeom>
              <a:avLst/>
              <a:gdLst/>
              <a:ahLst/>
              <a:cxnLst/>
              <a:rect l="l" t="t" r="r" b="b"/>
              <a:pathLst>
                <a:path w="2298" h="7037" extrusionOk="0">
                  <a:moveTo>
                    <a:pt x="250" y="0"/>
                  </a:moveTo>
                  <a:cubicBezTo>
                    <a:pt x="226" y="0"/>
                    <a:pt x="214" y="12"/>
                    <a:pt x="202" y="24"/>
                  </a:cubicBezTo>
                  <a:cubicBezTo>
                    <a:pt x="202" y="72"/>
                    <a:pt x="0" y="1072"/>
                    <a:pt x="679" y="3501"/>
                  </a:cubicBezTo>
                  <a:cubicBezTo>
                    <a:pt x="1369" y="5941"/>
                    <a:pt x="2215" y="7013"/>
                    <a:pt x="2226" y="7025"/>
                  </a:cubicBezTo>
                  <a:cubicBezTo>
                    <a:pt x="2226" y="7037"/>
                    <a:pt x="2238" y="7037"/>
                    <a:pt x="2250" y="7037"/>
                  </a:cubicBezTo>
                  <a:cubicBezTo>
                    <a:pt x="2262" y="7037"/>
                    <a:pt x="2262" y="7037"/>
                    <a:pt x="2274" y="7025"/>
                  </a:cubicBezTo>
                  <a:cubicBezTo>
                    <a:pt x="2286" y="7013"/>
                    <a:pt x="2298" y="6989"/>
                    <a:pt x="2286" y="6977"/>
                  </a:cubicBezTo>
                  <a:cubicBezTo>
                    <a:pt x="2274" y="6965"/>
                    <a:pt x="1429" y="5906"/>
                    <a:pt x="750" y="3489"/>
                  </a:cubicBezTo>
                  <a:cubicBezTo>
                    <a:pt x="83" y="1072"/>
                    <a:pt x="274" y="60"/>
                    <a:pt x="274" y="48"/>
                  </a:cubicBezTo>
                  <a:cubicBezTo>
                    <a:pt x="286" y="24"/>
                    <a:pt x="274" y="0"/>
                    <a:pt x="25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42"/>
            <p:cNvSpPr/>
            <p:nvPr/>
          </p:nvSpPr>
          <p:spPr>
            <a:xfrm>
              <a:off x="7302850" y="2120456"/>
              <a:ext cx="265897" cy="139740"/>
            </a:xfrm>
            <a:custGeom>
              <a:avLst/>
              <a:gdLst/>
              <a:ahLst/>
              <a:cxnLst/>
              <a:rect l="l" t="t" r="r" b="b"/>
              <a:pathLst>
                <a:path w="3954" h="2078" extrusionOk="0">
                  <a:moveTo>
                    <a:pt x="844" y="0"/>
                  </a:moveTo>
                  <a:cubicBezTo>
                    <a:pt x="719" y="0"/>
                    <a:pt x="620" y="61"/>
                    <a:pt x="620" y="61"/>
                  </a:cubicBezTo>
                  <a:cubicBezTo>
                    <a:pt x="620" y="61"/>
                    <a:pt x="1" y="847"/>
                    <a:pt x="453" y="1181"/>
                  </a:cubicBezTo>
                  <a:cubicBezTo>
                    <a:pt x="511" y="1222"/>
                    <a:pt x="565" y="1241"/>
                    <a:pt x="616" y="1241"/>
                  </a:cubicBezTo>
                  <a:cubicBezTo>
                    <a:pt x="839" y="1241"/>
                    <a:pt x="1001" y="896"/>
                    <a:pt x="1086" y="656"/>
                  </a:cubicBezTo>
                  <a:lnTo>
                    <a:pt x="1086" y="656"/>
                  </a:lnTo>
                  <a:cubicBezTo>
                    <a:pt x="1019" y="927"/>
                    <a:pt x="970" y="1358"/>
                    <a:pt x="1298" y="1454"/>
                  </a:cubicBezTo>
                  <a:cubicBezTo>
                    <a:pt x="1329" y="1464"/>
                    <a:pt x="1359" y="1468"/>
                    <a:pt x="1387" y="1468"/>
                  </a:cubicBezTo>
                  <a:cubicBezTo>
                    <a:pt x="1655" y="1468"/>
                    <a:pt x="1811" y="1076"/>
                    <a:pt x="1885" y="808"/>
                  </a:cubicBezTo>
                  <a:lnTo>
                    <a:pt x="1885" y="808"/>
                  </a:lnTo>
                  <a:cubicBezTo>
                    <a:pt x="1833" y="1073"/>
                    <a:pt x="1778" y="1473"/>
                    <a:pt x="1894" y="1597"/>
                  </a:cubicBezTo>
                  <a:cubicBezTo>
                    <a:pt x="1957" y="1664"/>
                    <a:pt x="2059" y="1718"/>
                    <a:pt x="2182" y="1718"/>
                  </a:cubicBezTo>
                  <a:cubicBezTo>
                    <a:pt x="2378" y="1718"/>
                    <a:pt x="2624" y="1582"/>
                    <a:pt x="2842" y="1145"/>
                  </a:cubicBezTo>
                  <a:lnTo>
                    <a:pt x="2842" y="1145"/>
                  </a:lnTo>
                  <a:cubicBezTo>
                    <a:pt x="2744" y="1398"/>
                    <a:pt x="2635" y="1795"/>
                    <a:pt x="2822" y="1966"/>
                  </a:cubicBezTo>
                  <a:cubicBezTo>
                    <a:pt x="2904" y="2041"/>
                    <a:pt x="2989" y="2077"/>
                    <a:pt x="3075" y="2077"/>
                  </a:cubicBezTo>
                  <a:cubicBezTo>
                    <a:pt x="3291" y="2077"/>
                    <a:pt x="3509" y="1851"/>
                    <a:pt x="3680" y="1442"/>
                  </a:cubicBezTo>
                  <a:cubicBezTo>
                    <a:pt x="3680" y="1442"/>
                    <a:pt x="3954" y="1038"/>
                    <a:pt x="3406" y="800"/>
                  </a:cubicBezTo>
                  <a:cubicBezTo>
                    <a:pt x="3319" y="763"/>
                    <a:pt x="3245" y="749"/>
                    <a:pt x="3185" y="749"/>
                  </a:cubicBezTo>
                  <a:cubicBezTo>
                    <a:pt x="3033" y="749"/>
                    <a:pt x="2965" y="835"/>
                    <a:pt x="2965" y="835"/>
                  </a:cubicBezTo>
                  <a:cubicBezTo>
                    <a:pt x="2965" y="835"/>
                    <a:pt x="2822" y="514"/>
                    <a:pt x="2441" y="407"/>
                  </a:cubicBezTo>
                  <a:cubicBezTo>
                    <a:pt x="2352" y="384"/>
                    <a:pt x="2277" y="376"/>
                    <a:pt x="2216" y="376"/>
                  </a:cubicBezTo>
                  <a:cubicBezTo>
                    <a:pt x="2016" y="376"/>
                    <a:pt x="1953" y="466"/>
                    <a:pt x="1953" y="466"/>
                  </a:cubicBezTo>
                  <a:cubicBezTo>
                    <a:pt x="1953" y="466"/>
                    <a:pt x="1918" y="288"/>
                    <a:pt x="1572" y="192"/>
                  </a:cubicBezTo>
                  <a:cubicBezTo>
                    <a:pt x="1512" y="175"/>
                    <a:pt x="1459" y="168"/>
                    <a:pt x="1414" y="168"/>
                  </a:cubicBezTo>
                  <a:cubicBezTo>
                    <a:pt x="1211" y="168"/>
                    <a:pt x="1156" y="311"/>
                    <a:pt x="1156" y="311"/>
                  </a:cubicBezTo>
                  <a:cubicBezTo>
                    <a:pt x="1156" y="311"/>
                    <a:pt x="1096" y="61"/>
                    <a:pt x="941" y="14"/>
                  </a:cubicBezTo>
                  <a:cubicBezTo>
                    <a:pt x="908" y="4"/>
                    <a:pt x="875" y="0"/>
                    <a:pt x="844" y="0"/>
                  </a:cubicBezTo>
                  <a:close/>
                </a:path>
              </a:pathLst>
            </a:custGeom>
            <a:solidFill>
              <a:srgbClr val="F8BC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42"/>
            <p:cNvSpPr/>
            <p:nvPr/>
          </p:nvSpPr>
          <p:spPr>
            <a:xfrm>
              <a:off x="6555468" y="636161"/>
              <a:ext cx="185805" cy="199389"/>
            </a:xfrm>
            <a:custGeom>
              <a:avLst/>
              <a:gdLst/>
              <a:ahLst/>
              <a:cxnLst/>
              <a:rect l="l" t="t" r="r" b="b"/>
              <a:pathLst>
                <a:path w="2763" h="2965" extrusionOk="0">
                  <a:moveTo>
                    <a:pt x="1442" y="1"/>
                  </a:moveTo>
                  <a:cubicBezTo>
                    <a:pt x="1388" y="1"/>
                    <a:pt x="1334" y="33"/>
                    <a:pt x="1322" y="98"/>
                  </a:cubicBezTo>
                  <a:lnTo>
                    <a:pt x="1167" y="740"/>
                  </a:lnTo>
                  <a:cubicBezTo>
                    <a:pt x="1120" y="955"/>
                    <a:pt x="953" y="1133"/>
                    <a:pt x="762" y="1169"/>
                  </a:cubicBezTo>
                  <a:lnTo>
                    <a:pt x="143" y="1300"/>
                  </a:lnTo>
                  <a:cubicBezTo>
                    <a:pt x="12" y="1336"/>
                    <a:pt x="0" y="1526"/>
                    <a:pt x="131" y="1562"/>
                  </a:cubicBezTo>
                  <a:lnTo>
                    <a:pt x="739" y="1741"/>
                  </a:lnTo>
                  <a:cubicBezTo>
                    <a:pt x="929" y="1800"/>
                    <a:pt x="1072" y="1979"/>
                    <a:pt x="1108" y="2205"/>
                  </a:cubicBezTo>
                  <a:lnTo>
                    <a:pt x="1203" y="2860"/>
                  </a:lnTo>
                  <a:cubicBezTo>
                    <a:pt x="1215" y="2928"/>
                    <a:pt x="1273" y="2964"/>
                    <a:pt x="1331" y="2964"/>
                  </a:cubicBezTo>
                  <a:cubicBezTo>
                    <a:pt x="1384" y="2964"/>
                    <a:pt x="1436" y="2934"/>
                    <a:pt x="1453" y="2872"/>
                  </a:cubicBezTo>
                  <a:lnTo>
                    <a:pt x="1620" y="2169"/>
                  </a:lnTo>
                  <a:cubicBezTo>
                    <a:pt x="1667" y="1979"/>
                    <a:pt x="1798" y="1836"/>
                    <a:pt x="1965" y="1800"/>
                  </a:cubicBezTo>
                  <a:lnTo>
                    <a:pt x="2632" y="1657"/>
                  </a:lnTo>
                  <a:cubicBezTo>
                    <a:pt x="2763" y="1633"/>
                    <a:pt x="2763" y="1443"/>
                    <a:pt x="2632" y="1407"/>
                  </a:cubicBezTo>
                  <a:lnTo>
                    <a:pt x="1989" y="1205"/>
                  </a:lnTo>
                  <a:cubicBezTo>
                    <a:pt x="1822" y="1157"/>
                    <a:pt x="1703" y="1002"/>
                    <a:pt x="1667" y="812"/>
                  </a:cubicBezTo>
                  <a:lnTo>
                    <a:pt x="1560" y="109"/>
                  </a:lnTo>
                  <a:cubicBezTo>
                    <a:pt x="1554" y="36"/>
                    <a:pt x="1498" y="1"/>
                    <a:pt x="144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42"/>
            <p:cNvSpPr/>
            <p:nvPr/>
          </p:nvSpPr>
          <p:spPr>
            <a:xfrm>
              <a:off x="4157157" y="1630897"/>
              <a:ext cx="186679" cy="199389"/>
            </a:xfrm>
            <a:custGeom>
              <a:avLst/>
              <a:gdLst/>
              <a:ahLst/>
              <a:cxnLst/>
              <a:rect l="l" t="t" r="r" b="b"/>
              <a:pathLst>
                <a:path w="2776" h="2965" extrusionOk="0">
                  <a:moveTo>
                    <a:pt x="1439" y="1"/>
                  </a:moveTo>
                  <a:cubicBezTo>
                    <a:pt x="1386" y="1"/>
                    <a:pt x="1334" y="31"/>
                    <a:pt x="1322" y="93"/>
                  </a:cubicBezTo>
                  <a:lnTo>
                    <a:pt x="1168" y="736"/>
                  </a:lnTo>
                  <a:cubicBezTo>
                    <a:pt x="1120" y="962"/>
                    <a:pt x="953" y="1129"/>
                    <a:pt x="763" y="1177"/>
                  </a:cubicBezTo>
                  <a:lnTo>
                    <a:pt x="144" y="1308"/>
                  </a:lnTo>
                  <a:cubicBezTo>
                    <a:pt x="13" y="1331"/>
                    <a:pt x="1" y="1522"/>
                    <a:pt x="132" y="1558"/>
                  </a:cubicBezTo>
                  <a:lnTo>
                    <a:pt x="739" y="1748"/>
                  </a:lnTo>
                  <a:cubicBezTo>
                    <a:pt x="930" y="1796"/>
                    <a:pt x="1072" y="1986"/>
                    <a:pt x="1108" y="2212"/>
                  </a:cubicBezTo>
                  <a:lnTo>
                    <a:pt x="1203" y="2855"/>
                  </a:lnTo>
                  <a:cubicBezTo>
                    <a:pt x="1216" y="2928"/>
                    <a:pt x="1271" y="2964"/>
                    <a:pt x="1328" y="2964"/>
                  </a:cubicBezTo>
                  <a:cubicBezTo>
                    <a:pt x="1381" y="2964"/>
                    <a:pt x="1436" y="2931"/>
                    <a:pt x="1453" y="2867"/>
                  </a:cubicBezTo>
                  <a:lnTo>
                    <a:pt x="1620" y="2177"/>
                  </a:lnTo>
                  <a:cubicBezTo>
                    <a:pt x="1668" y="1986"/>
                    <a:pt x="1799" y="1843"/>
                    <a:pt x="1965" y="1808"/>
                  </a:cubicBezTo>
                  <a:lnTo>
                    <a:pt x="2632" y="1665"/>
                  </a:lnTo>
                  <a:cubicBezTo>
                    <a:pt x="2763" y="1629"/>
                    <a:pt x="2775" y="1438"/>
                    <a:pt x="2632" y="1403"/>
                  </a:cubicBezTo>
                  <a:lnTo>
                    <a:pt x="1989" y="1212"/>
                  </a:lnTo>
                  <a:cubicBezTo>
                    <a:pt x="1823" y="1165"/>
                    <a:pt x="1703" y="1010"/>
                    <a:pt x="1668" y="819"/>
                  </a:cubicBezTo>
                  <a:lnTo>
                    <a:pt x="1561" y="105"/>
                  </a:lnTo>
                  <a:cubicBezTo>
                    <a:pt x="1554" y="37"/>
                    <a:pt x="1496" y="1"/>
                    <a:pt x="14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42"/>
            <p:cNvSpPr/>
            <p:nvPr/>
          </p:nvSpPr>
          <p:spPr>
            <a:xfrm>
              <a:off x="8430893" y="3560697"/>
              <a:ext cx="185805" cy="199322"/>
            </a:xfrm>
            <a:custGeom>
              <a:avLst/>
              <a:gdLst/>
              <a:ahLst/>
              <a:cxnLst/>
              <a:rect l="l" t="t" r="r" b="b"/>
              <a:pathLst>
                <a:path w="2763" h="2964" extrusionOk="0">
                  <a:moveTo>
                    <a:pt x="1432" y="1"/>
                  </a:moveTo>
                  <a:cubicBezTo>
                    <a:pt x="1379" y="1"/>
                    <a:pt x="1327" y="31"/>
                    <a:pt x="1310" y="93"/>
                  </a:cubicBezTo>
                  <a:lnTo>
                    <a:pt x="1155" y="736"/>
                  </a:lnTo>
                  <a:cubicBezTo>
                    <a:pt x="1108" y="962"/>
                    <a:pt x="953" y="1129"/>
                    <a:pt x="750" y="1165"/>
                  </a:cubicBezTo>
                  <a:lnTo>
                    <a:pt x="143" y="1296"/>
                  </a:lnTo>
                  <a:cubicBezTo>
                    <a:pt x="0" y="1331"/>
                    <a:pt x="0" y="1522"/>
                    <a:pt x="131" y="1558"/>
                  </a:cubicBezTo>
                  <a:lnTo>
                    <a:pt x="727" y="1736"/>
                  </a:lnTo>
                  <a:cubicBezTo>
                    <a:pt x="917" y="1796"/>
                    <a:pt x="1060" y="1974"/>
                    <a:pt x="1096" y="2200"/>
                  </a:cubicBezTo>
                  <a:lnTo>
                    <a:pt x="1203" y="2855"/>
                  </a:lnTo>
                  <a:cubicBezTo>
                    <a:pt x="1209" y="2928"/>
                    <a:pt x="1265" y="2964"/>
                    <a:pt x="1321" y="2964"/>
                  </a:cubicBezTo>
                  <a:cubicBezTo>
                    <a:pt x="1375" y="2964"/>
                    <a:pt x="1429" y="2931"/>
                    <a:pt x="1441" y="2867"/>
                  </a:cubicBezTo>
                  <a:lnTo>
                    <a:pt x="1608" y="2165"/>
                  </a:lnTo>
                  <a:cubicBezTo>
                    <a:pt x="1655" y="1986"/>
                    <a:pt x="1786" y="1843"/>
                    <a:pt x="1953" y="1808"/>
                  </a:cubicBezTo>
                  <a:lnTo>
                    <a:pt x="2620" y="1665"/>
                  </a:lnTo>
                  <a:cubicBezTo>
                    <a:pt x="2751" y="1629"/>
                    <a:pt x="2763" y="1438"/>
                    <a:pt x="2632" y="1403"/>
                  </a:cubicBezTo>
                  <a:lnTo>
                    <a:pt x="1977" y="1212"/>
                  </a:lnTo>
                  <a:cubicBezTo>
                    <a:pt x="1810" y="1165"/>
                    <a:pt x="1691" y="1010"/>
                    <a:pt x="1667" y="819"/>
                  </a:cubicBezTo>
                  <a:lnTo>
                    <a:pt x="1560" y="105"/>
                  </a:lnTo>
                  <a:cubicBezTo>
                    <a:pt x="1548" y="37"/>
                    <a:pt x="1490" y="1"/>
                    <a:pt x="1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42"/>
            <p:cNvSpPr/>
            <p:nvPr/>
          </p:nvSpPr>
          <p:spPr>
            <a:xfrm>
              <a:off x="8010636" y="1986261"/>
              <a:ext cx="185805" cy="199322"/>
            </a:xfrm>
            <a:custGeom>
              <a:avLst/>
              <a:gdLst/>
              <a:ahLst/>
              <a:cxnLst/>
              <a:rect l="l" t="t" r="r" b="b"/>
              <a:pathLst>
                <a:path w="2763" h="2964" extrusionOk="0">
                  <a:moveTo>
                    <a:pt x="1436" y="0"/>
                  </a:moveTo>
                  <a:cubicBezTo>
                    <a:pt x="1382" y="0"/>
                    <a:pt x="1328" y="33"/>
                    <a:pt x="1310" y="97"/>
                  </a:cubicBezTo>
                  <a:lnTo>
                    <a:pt x="1155" y="740"/>
                  </a:lnTo>
                  <a:cubicBezTo>
                    <a:pt x="1108" y="954"/>
                    <a:pt x="953" y="1133"/>
                    <a:pt x="750" y="1169"/>
                  </a:cubicBezTo>
                  <a:lnTo>
                    <a:pt x="143" y="1300"/>
                  </a:lnTo>
                  <a:cubicBezTo>
                    <a:pt x="0" y="1335"/>
                    <a:pt x="0" y="1526"/>
                    <a:pt x="131" y="1562"/>
                  </a:cubicBezTo>
                  <a:lnTo>
                    <a:pt x="727" y="1740"/>
                  </a:lnTo>
                  <a:cubicBezTo>
                    <a:pt x="917" y="1800"/>
                    <a:pt x="1060" y="1978"/>
                    <a:pt x="1096" y="2205"/>
                  </a:cubicBezTo>
                  <a:lnTo>
                    <a:pt x="1203" y="2859"/>
                  </a:lnTo>
                  <a:cubicBezTo>
                    <a:pt x="1209" y="2928"/>
                    <a:pt x="1267" y="2964"/>
                    <a:pt x="1325" y="2964"/>
                  </a:cubicBezTo>
                  <a:cubicBezTo>
                    <a:pt x="1378" y="2964"/>
                    <a:pt x="1430" y="2934"/>
                    <a:pt x="1441" y="2871"/>
                  </a:cubicBezTo>
                  <a:lnTo>
                    <a:pt x="1608" y="2169"/>
                  </a:lnTo>
                  <a:cubicBezTo>
                    <a:pt x="1655" y="1978"/>
                    <a:pt x="1786" y="1836"/>
                    <a:pt x="1953" y="1800"/>
                  </a:cubicBezTo>
                  <a:lnTo>
                    <a:pt x="2620" y="1657"/>
                  </a:lnTo>
                  <a:cubicBezTo>
                    <a:pt x="2751" y="1633"/>
                    <a:pt x="2763" y="1443"/>
                    <a:pt x="2632" y="1407"/>
                  </a:cubicBezTo>
                  <a:lnTo>
                    <a:pt x="1977" y="1205"/>
                  </a:lnTo>
                  <a:cubicBezTo>
                    <a:pt x="1810" y="1157"/>
                    <a:pt x="1691" y="1002"/>
                    <a:pt x="1667" y="812"/>
                  </a:cubicBezTo>
                  <a:lnTo>
                    <a:pt x="1560" y="109"/>
                  </a:lnTo>
                  <a:cubicBezTo>
                    <a:pt x="1548" y="36"/>
                    <a:pt x="1492" y="0"/>
                    <a:pt x="1436" y="0"/>
                  </a:cubicBezTo>
                  <a:close/>
                </a:path>
              </a:pathLst>
            </a:custGeom>
            <a:solidFill>
              <a:srgbClr val="F9F9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86" name="Google Shape;986;p42"/>
            <p:cNvGrpSpPr/>
            <p:nvPr/>
          </p:nvGrpSpPr>
          <p:grpSpPr>
            <a:xfrm>
              <a:off x="4318075" y="403696"/>
              <a:ext cx="1348907" cy="1226248"/>
              <a:chOff x="6494019" y="-137261"/>
              <a:chExt cx="2116596" cy="1924130"/>
            </a:xfrm>
          </p:grpSpPr>
          <p:sp>
            <p:nvSpPr>
              <p:cNvPr id="987" name="Google Shape;987;p42"/>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42"/>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89" name="Google Shape;989;p42"/>
          <p:cNvSpPr/>
          <p:nvPr/>
        </p:nvSpPr>
        <p:spPr>
          <a:xfrm>
            <a:off x="849993" y="539386"/>
            <a:ext cx="185805" cy="199389"/>
          </a:xfrm>
          <a:custGeom>
            <a:avLst/>
            <a:gdLst/>
            <a:ahLst/>
            <a:cxnLst/>
            <a:rect l="l" t="t" r="r" b="b"/>
            <a:pathLst>
              <a:path w="2763" h="2965" extrusionOk="0">
                <a:moveTo>
                  <a:pt x="1442" y="1"/>
                </a:moveTo>
                <a:cubicBezTo>
                  <a:pt x="1388" y="1"/>
                  <a:pt x="1334" y="33"/>
                  <a:pt x="1322" y="98"/>
                </a:cubicBezTo>
                <a:lnTo>
                  <a:pt x="1167" y="740"/>
                </a:lnTo>
                <a:cubicBezTo>
                  <a:pt x="1120" y="955"/>
                  <a:pt x="953" y="1133"/>
                  <a:pt x="762" y="1169"/>
                </a:cubicBezTo>
                <a:lnTo>
                  <a:pt x="143" y="1300"/>
                </a:lnTo>
                <a:cubicBezTo>
                  <a:pt x="12" y="1336"/>
                  <a:pt x="0" y="1526"/>
                  <a:pt x="131" y="1562"/>
                </a:cubicBezTo>
                <a:lnTo>
                  <a:pt x="739" y="1741"/>
                </a:lnTo>
                <a:cubicBezTo>
                  <a:pt x="929" y="1800"/>
                  <a:pt x="1072" y="1979"/>
                  <a:pt x="1108" y="2205"/>
                </a:cubicBezTo>
                <a:lnTo>
                  <a:pt x="1203" y="2860"/>
                </a:lnTo>
                <a:cubicBezTo>
                  <a:pt x="1215" y="2928"/>
                  <a:pt x="1273" y="2964"/>
                  <a:pt x="1331" y="2964"/>
                </a:cubicBezTo>
                <a:cubicBezTo>
                  <a:pt x="1384" y="2964"/>
                  <a:pt x="1436" y="2934"/>
                  <a:pt x="1453" y="2872"/>
                </a:cubicBezTo>
                <a:lnTo>
                  <a:pt x="1620" y="2169"/>
                </a:lnTo>
                <a:cubicBezTo>
                  <a:pt x="1667" y="1979"/>
                  <a:pt x="1798" y="1836"/>
                  <a:pt x="1965" y="1800"/>
                </a:cubicBezTo>
                <a:lnTo>
                  <a:pt x="2632" y="1657"/>
                </a:lnTo>
                <a:cubicBezTo>
                  <a:pt x="2763" y="1633"/>
                  <a:pt x="2763" y="1443"/>
                  <a:pt x="2632" y="1407"/>
                </a:cubicBezTo>
                <a:lnTo>
                  <a:pt x="1989" y="1205"/>
                </a:lnTo>
                <a:cubicBezTo>
                  <a:pt x="1822" y="1157"/>
                  <a:pt x="1703" y="1002"/>
                  <a:pt x="1667" y="812"/>
                </a:cubicBezTo>
                <a:lnTo>
                  <a:pt x="1560" y="109"/>
                </a:lnTo>
                <a:cubicBezTo>
                  <a:pt x="1554" y="36"/>
                  <a:pt x="1498" y="1"/>
                  <a:pt x="144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312225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93"/>
        <p:cNvGrpSpPr/>
        <p:nvPr/>
      </p:nvGrpSpPr>
      <p:grpSpPr>
        <a:xfrm>
          <a:off x="0" y="0"/>
          <a:ext cx="0" cy="0"/>
          <a:chOff x="0" y="0"/>
          <a:chExt cx="0" cy="0"/>
        </a:xfrm>
      </p:grpSpPr>
      <p:sp>
        <p:nvSpPr>
          <p:cNvPr id="994" name="Google Shape;994;p43"/>
          <p:cNvSpPr txBox="1">
            <a:spLocks noGrp="1"/>
          </p:cNvSpPr>
          <p:nvPr>
            <p:ph type="title"/>
          </p:nvPr>
        </p:nvSpPr>
        <p:spPr>
          <a:xfrm>
            <a:off x="2034638" y="746063"/>
            <a:ext cx="4064100" cy="923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Introduction</a:t>
            </a:r>
            <a:endParaRPr dirty="0"/>
          </a:p>
        </p:txBody>
      </p:sp>
      <p:sp>
        <p:nvSpPr>
          <p:cNvPr id="995" name="Google Shape;995;p43"/>
          <p:cNvSpPr txBox="1">
            <a:spLocks noGrp="1"/>
          </p:cNvSpPr>
          <p:nvPr>
            <p:ph type="subTitle" idx="1"/>
          </p:nvPr>
        </p:nvSpPr>
        <p:spPr>
          <a:xfrm>
            <a:off x="2047670" y="1557184"/>
            <a:ext cx="4064100" cy="2157101"/>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dirty="0"/>
              <a:t>Developing a robust e-commerce strategy for </a:t>
            </a:r>
            <a:r>
              <a:rPr lang="en-GB" b="1" dirty="0" err="1">
                <a:highlight>
                  <a:srgbClr val="FFFF00"/>
                </a:highlight>
              </a:rPr>
              <a:t>Grandhub</a:t>
            </a:r>
            <a:r>
              <a:rPr lang="en-GB" b="1" dirty="0">
                <a:highlight>
                  <a:srgbClr val="FFFF00"/>
                </a:highlight>
              </a:rPr>
              <a:t> platform </a:t>
            </a:r>
            <a:r>
              <a:rPr lang="en-GB" dirty="0"/>
              <a:t>requires understanding audience, offering relevant and high-quality products, and creating a seamless and personalized shopping experience. </a:t>
            </a:r>
          </a:p>
        </p:txBody>
      </p:sp>
      <p:grpSp>
        <p:nvGrpSpPr>
          <p:cNvPr id="996" name="Google Shape;996;p43"/>
          <p:cNvGrpSpPr/>
          <p:nvPr/>
        </p:nvGrpSpPr>
        <p:grpSpPr>
          <a:xfrm>
            <a:off x="5867261" y="1669472"/>
            <a:ext cx="3188914" cy="3169366"/>
            <a:chOff x="3681100" y="1476500"/>
            <a:chExt cx="942100" cy="936325"/>
          </a:xfrm>
        </p:grpSpPr>
        <p:sp>
          <p:nvSpPr>
            <p:cNvPr id="997" name="Google Shape;997;p43"/>
            <p:cNvSpPr/>
            <p:nvPr/>
          </p:nvSpPr>
          <p:spPr>
            <a:xfrm>
              <a:off x="4067975" y="1768850"/>
              <a:ext cx="352525" cy="277125"/>
            </a:xfrm>
            <a:custGeom>
              <a:avLst/>
              <a:gdLst/>
              <a:ahLst/>
              <a:cxnLst/>
              <a:rect l="l" t="t" r="r" b="b"/>
              <a:pathLst>
                <a:path w="14101" h="11085" extrusionOk="0">
                  <a:moveTo>
                    <a:pt x="1383" y="1"/>
                  </a:moveTo>
                  <a:cubicBezTo>
                    <a:pt x="1336" y="1"/>
                    <a:pt x="1293" y="8"/>
                    <a:pt x="1254" y="22"/>
                  </a:cubicBezTo>
                  <a:cubicBezTo>
                    <a:pt x="837" y="177"/>
                    <a:pt x="1302" y="487"/>
                    <a:pt x="1302" y="487"/>
                  </a:cubicBezTo>
                  <a:cubicBezTo>
                    <a:pt x="1302" y="487"/>
                    <a:pt x="994" y="351"/>
                    <a:pt x="756" y="351"/>
                  </a:cubicBezTo>
                  <a:cubicBezTo>
                    <a:pt x="629" y="351"/>
                    <a:pt x="521" y="390"/>
                    <a:pt x="492" y="510"/>
                  </a:cubicBezTo>
                  <a:cubicBezTo>
                    <a:pt x="420" y="868"/>
                    <a:pt x="659" y="1058"/>
                    <a:pt x="659" y="1058"/>
                  </a:cubicBezTo>
                  <a:cubicBezTo>
                    <a:pt x="659" y="1058"/>
                    <a:pt x="615" y="1053"/>
                    <a:pt x="552" y="1053"/>
                  </a:cubicBezTo>
                  <a:cubicBezTo>
                    <a:pt x="365" y="1053"/>
                    <a:pt x="1" y="1099"/>
                    <a:pt x="28" y="1463"/>
                  </a:cubicBezTo>
                  <a:cubicBezTo>
                    <a:pt x="63" y="1749"/>
                    <a:pt x="432" y="1820"/>
                    <a:pt x="432" y="1820"/>
                  </a:cubicBezTo>
                  <a:cubicBezTo>
                    <a:pt x="432" y="1820"/>
                    <a:pt x="51" y="1880"/>
                    <a:pt x="63" y="2177"/>
                  </a:cubicBezTo>
                  <a:cubicBezTo>
                    <a:pt x="87" y="2487"/>
                    <a:pt x="611" y="2499"/>
                    <a:pt x="611" y="2499"/>
                  </a:cubicBezTo>
                  <a:cubicBezTo>
                    <a:pt x="611" y="2499"/>
                    <a:pt x="373" y="2594"/>
                    <a:pt x="420" y="2916"/>
                  </a:cubicBezTo>
                  <a:cubicBezTo>
                    <a:pt x="456" y="3201"/>
                    <a:pt x="1171" y="3570"/>
                    <a:pt x="1837" y="3570"/>
                  </a:cubicBezTo>
                  <a:cubicBezTo>
                    <a:pt x="1873" y="4297"/>
                    <a:pt x="2040" y="6368"/>
                    <a:pt x="2766" y="8726"/>
                  </a:cubicBezTo>
                  <a:cubicBezTo>
                    <a:pt x="2766" y="8761"/>
                    <a:pt x="2778" y="8797"/>
                    <a:pt x="2790" y="8821"/>
                  </a:cubicBezTo>
                  <a:cubicBezTo>
                    <a:pt x="3254" y="10547"/>
                    <a:pt x="3564" y="10928"/>
                    <a:pt x="4266" y="11083"/>
                  </a:cubicBezTo>
                  <a:cubicBezTo>
                    <a:pt x="4270" y="11084"/>
                    <a:pt x="4278" y="11084"/>
                    <a:pt x="4289" y="11084"/>
                  </a:cubicBezTo>
                  <a:cubicBezTo>
                    <a:pt x="4442" y="11084"/>
                    <a:pt x="5235" y="11011"/>
                    <a:pt x="5290" y="11000"/>
                  </a:cubicBezTo>
                  <a:cubicBezTo>
                    <a:pt x="8576" y="10440"/>
                    <a:pt x="11719" y="9000"/>
                    <a:pt x="13934" y="5166"/>
                  </a:cubicBezTo>
                  <a:cubicBezTo>
                    <a:pt x="14101" y="4856"/>
                    <a:pt x="13934" y="4463"/>
                    <a:pt x="13589" y="4392"/>
                  </a:cubicBezTo>
                  <a:cubicBezTo>
                    <a:pt x="12398" y="4130"/>
                    <a:pt x="11422" y="3975"/>
                    <a:pt x="10195" y="3678"/>
                  </a:cubicBezTo>
                  <a:cubicBezTo>
                    <a:pt x="10156" y="3669"/>
                    <a:pt x="10115" y="3664"/>
                    <a:pt x="10075" y="3664"/>
                  </a:cubicBezTo>
                  <a:cubicBezTo>
                    <a:pt x="9897" y="3664"/>
                    <a:pt x="9721" y="3748"/>
                    <a:pt x="9624" y="3904"/>
                  </a:cubicBezTo>
                  <a:cubicBezTo>
                    <a:pt x="8922" y="5071"/>
                    <a:pt x="7838" y="5940"/>
                    <a:pt x="5874" y="6904"/>
                  </a:cubicBezTo>
                  <a:cubicBezTo>
                    <a:pt x="5171" y="5392"/>
                    <a:pt x="4350" y="3916"/>
                    <a:pt x="4111" y="3344"/>
                  </a:cubicBezTo>
                  <a:cubicBezTo>
                    <a:pt x="4111" y="3344"/>
                    <a:pt x="4111" y="3332"/>
                    <a:pt x="4111" y="3332"/>
                  </a:cubicBezTo>
                  <a:cubicBezTo>
                    <a:pt x="4088" y="3285"/>
                    <a:pt x="4064" y="3237"/>
                    <a:pt x="4052" y="3201"/>
                  </a:cubicBezTo>
                  <a:cubicBezTo>
                    <a:pt x="3897" y="2773"/>
                    <a:pt x="3492" y="1558"/>
                    <a:pt x="2909" y="927"/>
                  </a:cubicBezTo>
                  <a:cubicBezTo>
                    <a:pt x="2618" y="615"/>
                    <a:pt x="1831" y="1"/>
                    <a:pt x="1383" y="1"/>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43"/>
            <p:cNvSpPr/>
            <p:nvPr/>
          </p:nvSpPr>
          <p:spPr>
            <a:xfrm>
              <a:off x="4232950" y="1845300"/>
              <a:ext cx="200650" cy="175050"/>
            </a:xfrm>
            <a:custGeom>
              <a:avLst/>
              <a:gdLst/>
              <a:ahLst/>
              <a:cxnLst/>
              <a:rect l="l" t="t" r="r" b="b"/>
              <a:pathLst>
                <a:path w="8026" h="7002" extrusionOk="0">
                  <a:moveTo>
                    <a:pt x="4918" y="0"/>
                  </a:moveTo>
                  <a:cubicBezTo>
                    <a:pt x="2858" y="155"/>
                    <a:pt x="1" y="2620"/>
                    <a:pt x="1" y="2620"/>
                  </a:cubicBezTo>
                  <a:cubicBezTo>
                    <a:pt x="215" y="4489"/>
                    <a:pt x="2489" y="7001"/>
                    <a:pt x="2489" y="7001"/>
                  </a:cubicBezTo>
                  <a:cubicBezTo>
                    <a:pt x="4251" y="6656"/>
                    <a:pt x="8026" y="5299"/>
                    <a:pt x="7490" y="1679"/>
                  </a:cubicBezTo>
                  <a:cubicBezTo>
                    <a:pt x="7287" y="286"/>
                    <a:pt x="4918" y="0"/>
                    <a:pt x="491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43"/>
            <p:cNvSpPr/>
            <p:nvPr/>
          </p:nvSpPr>
          <p:spPr>
            <a:xfrm>
              <a:off x="3883800" y="2222425"/>
              <a:ext cx="191875" cy="187075"/>
            </a:xfrm>
            <a:custGeom>
              <a:avLst/>
              <a:gdLst/>
              <a:ahLst/>
              <a:cxnLst/>
              <a:rect l="l" t="t" r="r" b="b"/>
              <a:pathLst>
                <a:path w="7675" h="7483" extrusionOk="0">
                  <a:moveTo>
                    <a:pt x="4335" y="1"/>
                  </a:moveTo>
                  <a:lnTo>
                    <a:pt x="4275" y="4668"/>
                  </a:lnTo>
                  <a:cubicBezTo>
                    <a:pt x="4275" y="4668"/>
                    <a:pt x="1" y="6275"/>
                    <a:pt x="25" y="7085"/>
                  </a:cubicBezTo>
                  <a:cubicBezTo>
                    <a:pt x="33" y="7387"/>
                    <a:pt x="729" y="7482"/>
                    <a:pt x="1596" y="7482"/>
                  </a:cubicBezTo>
                  <a:cubicBezTo>
                    <a:pt x="3051" y="7482"/>
                    <a:pt x="4989" y="7216"/>
                    <a:pt x="4989" y="7216"/>
                  </a:cubicBezTo>
                  <a:cubicBezTo>
                    <a:pt x="4989" y="7216"/>
                    <a:pt x="5372" y="7308"/>
                    <a:pt x="5822" y="7308"/>
                  </a:cubicBezTo>
                  <a:cubicBezTo>
                    <a:pt x="6638" y="7308"/>
                    <a:pt x="7675" y="7006"/>
                    <a:pt x="7061" y="5311"/>
                  </a:cubicBezTo>
                  <a:lnTo>
                    <a:pt x="7502" y="346"/>
                  </a:lnTo>
                  <a:lnTo>
                    <a:pt x="4335" y="1"/>
                  </a:ln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43"/>
            <p:cNvSpPr/>
            <p:nvPr/>
          </p:nvSpPr>
          <p:spPr>
            <a:xfrm>
              <a:off x="3965075" y="2032600"/>
              <a:ext cx="325350" cy="305900"/>
            </a:xfrm>
            <a:custGeom>
              <a:avLst/>
              <a:gdLst/>
              <a:ahLst/>
              <a:cxnLst/>
              <a:rect l="l" t="t" r="r" b="b"/>
              <a:pathLst>
                <a:path w="13014" h="12236" extrusionOk="0">
                  <a:moveTo>
                    <a:pt x="5316" y="1"/>
                  </a:moveTo>
                  <a:cubicBezTo>
                    <a:pt x="3070" y="1"/>
                    <a:pt x="772" y="1405"/>
                    <a:pt x="417" y="5081"/>
                  </a:cubicBezTo>
                  <a:cubicBezTo>
                    <a:pt x="0" y="9284"/>
                    <a:pt x="619" y="12035"/>
                    <a:pt x="619" y="12035"/>
                  </a:cubicBezTo>
                  <a:cubicBezTo>
                    <a:pt x="619" y="12035"/>
                    <a:pt x="2066" y="12236"/>
                    <a:pt x="3286" y="12236"/>
                  </a:cubicBezTo>
                  <a:cubicBezTo>
                    <a:pt x="3693" y="12236"/>
                    <a:pt x="4075" y="12213"/>
                    <a:pt x="4370" y="12154"/>
                  </a:cubicBezTo>
                  <a:lnTo>
                    <a:pt x="4751" y="6462"/>
                  </a:lnTo>
                  <a:lnTo>
                    <a:pt x="10109" y="10844"/>
                  </a:lnTo>
                  <a:lnTo>
                    <a:pt x="13014" y="4474"/>
                  </a:lnTo>
                  <a:cubicBezTo>
                    <a:pt x="13014" y="4474"/>
                    <a:pt x="8751" y="497"/>
                    <a:pt x="6251" y="81"/>
                  </a:cubicBezTo>
                  <a:cubicBezTo>
                    <a:pt x="5944" y="28"/>
                    <a:pt x="5631" y="1"/>
                    <a:pt x="53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43"/>
            <p:cNvSpPr/>
            <p:nvPr/>
          </p:nvSpPr>
          <p:spPr>
            <a:xfrm>
              <a:off x="3879350" y="2364700"/>
              <a:ext cx="50625" cy="39325"/>
            </a:xfrm>
            <a:custGeom>
              <a:avLst/>
              <a:gdLst/>
              <a:ahLst/>
              <a:cxnLst/>
              <a:rect l="l" t="t" r="r" b="b"/>
              <a:pathLst>
                <a:path w="2025" h="1573" extrusionOk="0">
                  <a:moveTo>
                    <a:pt x="1703" y="1"/>
                  </a:moveTo>
                  <a:cubicBezTo>
                    <a:pt x="393" y="644"/>
                    <a:pt x="0" y="1239"/>
                    <a:pt x="0" y="1239"/>
                  </a:cubicBezTo>
                  <a:cubicBezTo>
                    <a:pt x="0" y="1239"/>
                    <a:pt x="72" y="1429"/>
                    <a:pt x="1929" y="1572"/>
                  </a:cubicBezTo>
                  <a:cubicBezTo>
                    <a:pt x="2024" y="1025"/>
                    <a:pt x="1941" y="465"/>
                    <a:pt x="17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43"/>
            <p:cNvSpPr/>
            <p:nvPr/>
          </p:nvSpPr>
          <p:spPr>
            <a:xfrm>
              <a:off x="3921900" y="2347750"/>
              <a:ext cx="144700" cy="58975"/>
            </a:xfrm>
            <a:custGeom>
              <a:avLst/>
              <a:gdLst/>
              <a:ahLst/>
              <a:cxnLst/>
              <a:rect l="l" t="t" r="r" b="b"/>
              <a:pathLst>
                <a:path w="5788" h="2359" extrusionOk="0">
                  <a:moveTo>
                    <a:pt x="1751" y="0"/>
                  </a:moveTo>
                  <a:cubicBezTo>
                    <a:pt x="1037" y="214"/>
                    <a:pt x="453" y="453"/>
                    <a:pt x="1" y="679"/>
                  </a:cubicBezTo>
                  <a:cubicBezTo>
                    <a:pt x="239" y="1143"/>
                    <a:pt x="322" y="1703"/>
                    <a:pt x="227" y="2250"/>
                  </a:cubicBezTo>
                  <a:cubicBezTo>
                    <a:pt x="703" y="2286"/>
                    <a:pt x="1299" y="2322"/>
                    <a:pt x="2037" y="2346"/>
                  </a:cubicBezTo>
                  <a:cubicBezTo>
                    <a:pt x="2273" y="2354"/>
                    <a:pt x="2495" y="2358"/>
                    <a:pt x="2702" y="2358"/>
                  </a:cubicBezTo>
                  <a:cubicBezTo>
                    <a:pt x="5683" y="2358"/>
                    <a:pt x="5787" y="1536"/>
                    <a:pt x="5787" y="1536"/>
                  </a:cubicBezTo>
                  <a:cubicBezTo>
                    <a:pt x="5787" y="619"/>
                    <a:pt x="5537" y="83"/>
                    <a:pt x="5549" y="24"/>
                  </a:cubicBezTo>
                  <a:lnTo>
                    <a:pt x="5549" y="24"/>
                  </a:lnTo>
                  <a:cubicBezTo>
                    <a:pt x="4991" y="348"/>
                    <a:pt x="4390" y="457"/>
                    <a:pt x="3834" y="457"/>
                  </a:cubicBezTo>
                  <a:cubicBezTo>
                    <a:pt x="2697" y="457"/>
                    <a:pt x="1751" y="0"/>
                    <a:pt x="175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43"/>
            <p:cNvSpPr/>
            <p:nvPr/>
          </p:nvSpPr>
          <p:spPr>
            <a:xfrm>
              <a:off x="3877850" y="2386125"/>
              <a:ext cx="188750" cy="26700"/>
            </a:xfrm>
            <a:custGeom>
              <a:avLst/>
              <a:gdLst/>
              <a:ahLst/>
              <a:cxnLst/>
              <a:rect l="l" t="t" r="r" b="b"/>
              <a:pathLst>
                <a:path w="7550" h="1068" extrusionOk="0">
                  <a:moveTo>
                    <a:pt x="7549" y="1"/>
                  </a:moveTo>
                  <a:lnTo>
                    <a:pt x="7549" y="1"/>
                  </a:lnTo>
                  <a:cubicBezTo>
                    <a:pt x="6569" y="281"/>
                    <a:pt x="4984" y="613"/>
                    <a:pt x="2976" y="613"/>
                  </a:cubicBezTo>
                  <a:cubicBezTo>
                    <a:pt x="2082" y="613"/>
                    <a:pt x="1105" y="547"/>
                    <a:pt x="60" y="382"/>
                  </a:cubicBezTo>
                  <a:cubicBezTo>
                    <a:pt x="1" y="608"/>
                    <a:pt x="24" y="763"/>
                    <a:pt x="24" y="763"/>
                  </a:cubicBezTo>
                  <a:cubicBezTo>
                    <a:pt x="24" y="763"/>
                    <a:pt x="356" y="1067"/>
                    <a:pt x="2594" y="1067"/>
                  </a:cubicBezTo>
                  <a:cubicBezTo>
                    <a:pt x="2899" y="1067"/>
                    <a:pt x="3240" y="1062"/>
                    <a:pt x="3620" y="1049"/>
                  </a:cubicBezTo>
                  <a:cubicBezTo>
                    <a:pt x="6466" y="953"/>
                    <a:pt x="7502" y="561"/>
                    <a:pt x="7502" y="561"/>
                  </a:cubicBezTo>
                  <a:cubicBezTo>
                    <a:pt x="7525" y="370"/>
                    <a:pt x="7537" y="180"/>
                    <a:pt x="754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43"/>
            <p:cNvSpPr/>
            <p:nvPr/>
          </p:nvSpPr>
          <p:spPr>
            <a:xfrm>
              <a:off x="3939175" y="2355350"/>
              <a:ext cx="16700" cy="29025"/>
            </a:xfrm>
            <a:custGeom>
              <a:avLst/>
              <a:gdLst/>
              <a:ahLst/>
              <a:cxnLst/>
              <a:rect l="l" t="t" r="r" b="b"/>
              <a:pathLst>
                <a:path w="668" h="1161" extrusionOk="0">
                  <a:moveTo>
                    <a:pt x="51" y="1"/>
                  </a:moveTo>
                  <a:cubicBezTo>
                    <a:pt x="35" y="1"/>
                    <a:pt x="21" y="9"/>
                    <a:pt x="12" y="18"/>
                  </a:cubicBezTo>
                  <a:cubicBezTo>
                    <a:pt x="0" y="41"/>
                    <a:pt x="12" y="65"/>
                    <a:pt x="24" y="77"/>
                  </a:cubicBezTo>
                  <a:cubicBezTo>
                    <a:pt x="48" y="89"/>
                    <a:pt x="584" y="399"/>
                    <a:pt x="536" y="1113"/>
                  </a:cubicBezTo>
                  <a:cubicBezTo>
                    <a:pt x="536" y="1137"/>
                    <a:pt x="548" y="1161"/>
                    <a:pt x="584" y="1161"/>
                  </a:cubicBezTo>
                  <a:lnTo>
                    <a:pt x="596" y="1161"/>
                  </a:lnTo>
                  <a:cubicBezTo>
                    <a:pt x="608" y="1161"/>
                    <a:pt x="619" y="1137"/>
                    <a:pt x="619" y="1125"/>
                  </a:cubicBezTo>
                  <a:cubicBezTo>
                    <a:pt x="667" y="339"/>
                    <a:pt x="84" y="6"/>
                    <a:pt x="72" y="6"/>
                  </a:cubicBezTo>
                  <a:cubicBezTo>
                    <a:pt x="65" y="2"/>
                    <a:pt x="58" y="1"/>
                    <a:pt x="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43"/>
            <p:cNvSpPr/>
            <p:nvPr/>
          </p:nvSpPr>
          <p:spPr>
            <a:xfrm>
              <a:off x="3954950" y="2349625"/>
              <a:ext cx="15500" cy="29100"/>
            </a:xfrm>
            <a:custGeom>
              <a:avLst/>
              <a:gdLst/>
              <a:ahLst/>
              <a:cxnLst/>
              <a:rect l="l" t="t" r="r" b="b"/>
              <a:pathLst>
                <a:path w="620" h="1164" extrusionOk="0">
                  <a:moveTo>
                    <a:pt x="48" y="1"/>
                  </a:moveTo>
                  <a:cubicBezTo>
                    <a:pt x="34" y="1"/>
                    <a:pt x="19" y="6"/>
                    <a:pt x="12" y="20"/>
                  </a:cubicBezTo>
                  <a:cubicBezTo>
                    <a:pt x="0" y="44"/>
                    <a:pt x="12" y="68"/>
                    <a:pt x="36" y="80"/>
                  </a:cubicBezTo>
                  <a:cubicBezTo>
                    <a:pt x="36" y="80"/>
                    <a:pt x="500" y="354"/>
                    <a:pt x="524" y="1116"/>
                  </a:cubicBezTo>
                  <a:cubicBezTo>
                    <a:pt x="524" y="1140"/>
                    <a:pt x="548" y="1163"/>
                    <a:pt x="572" y="1163"/>
                  </a:cubicBezTo>
                  <a:lnTo>
                    <a:pt x="584" y="1163"/>
                  </a:lnTo>
                  <a:cubicBezTo>
                    <a:pt x="596" y="1151"/>
                    <a:pt x="619" y="1140"/>
                    <a:pt x="619" y="1116"/>
                  </a:cubicBezTo>
                  <a:cubicBezTo>
                    <a:pt x="584" y="294"/>
                    <a:pt x="96" y="20"/>
                    <a:pt x="72" y="8"/>
                  </a:cubicBezTo>
                  <a:cubicBezTo>
                    <a:pt x="67" y="4"/>
                    <a:pt x="58" y="1"/>
                    <a:pt x="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43"/>
            <p:cNvSpPr/>
            <p:nvPr/>
          </p:nvSpPr>
          <p:spPr>
            <a:xfrm>
              <a:off x="3954050" y="2332225"/>
              <a:ext cx="16100" cy="25350"/>
            </a:xfrm>
            <a:custGeom>
              <a:avLst/>
              <a:gdLst/>
              <a:ahLst/>
              <a:cxnLst/>
              <a:rect l="l" t="t" r="r" b="b"/>
              <a:pathLst>
                <a:path w="644" h="1014" extrusionOk="0">
                  <a:moveTo>
                    <a:pt x="310" y="85"/>
                  </a:moveTo>
                  <a:cubicBezTo>
                    <a:pt x="370" y="85"/>
                    <a:pt x="394" y="109"/>
                    <a:pt x="405" y="121"/>
                  </a:cubicBezTo>
                  <a:cubicBezTo>
                    <a:pt x="501" y="252"/>
                    <a:pt x="405" y="633"/>
                    <a:pt x="334" y="859"/>
                  </a:cubicBezTo>
                  <a:cubicBezTo>
                    <a:pt x="251" y="645"/>
                    <a:pt x="132" y="288"/>
                    <a:pt x="215" y="145"/>
                  </a:cubicBezTo>
                  <a:cubicBezTo>
                    <a:pt x="227" y="121"/>
                    <a:pt x="251" y="97"/>
                    <a:pt x="286" y="97"/>
                  </a:cubicBezTo>
                  <a:cubicBezTo>
                    <a:pt x="286" y="85"/>
                    <a:pt x="298" y="85"/>
                    <a:pt x="310" y="85"/>
                  </a:cubicBezTo>
                  <a:close/>
                  <a:moveTo>
                    <a:pt x="339" y="0"/>
                  </a:moveTo>
                  <a:cubicBezTo>
                    <a:pt x="330" y="0"/>
                    <a:pt x="320" y="1"/>
                    <a:pt x="310" y="2"/>
                  </a:cubicBezTo>
                  <a:cubicBezTo>
                    <a:pt x="227" y="2"/>
                    <a:pt x="167" y="38"/>
                    <a:pt x="132" y="97"/>
                  </a:cubicBezTo>
                  <a:cubicBezTo>
                    <a:pt x="1" y="335"/>
                    <a:pt x="263" y="919"/>
                    <a:pt x="298" y="990"/>
                  </a:cubicBezTo>
                  <a:cubicBezTo>
                    <a:pt x="310" y="1002"/>
                    <a:pt x="322" y="1014"/>
                    <a:pt x="346" y="1014"/>
                  </a:cubicBezTo>
                  <a:cubicBezTo>
                    <a:pt x="358" y="1014"/>
                    <a:pt x="370" y="1002"/>
                    <a:pt x="382" y="990"/>
                  </a:cubicBezTo>
                  <a:cubicBezTo>
                    <a:pt x="405" y="919"/>
                    <a:pt x="644" y="288"/>
                    <a:pt x="477" y="73"/>
                  </a:cubicBezTo>
                  <a:cubicBezTo>
                    <a:pt x="456" y="42"/>
                    <a:pt x="415" y="0"/>
                    <a:pt x="3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43"/>
            <p:cNvSpPr/>
            <p:nvPr/>
          </p:nvSpPr>
          <p:spPr>
            <a:xfrm>
              <a:off x="3961500" y="2342375"/>
              <a:ext cx="23525" cy="15500"/>
            </a:xfrm>
            <a:custGeom>
              <a:avLst/>
              <a:gdLst/>
              <a:ahLst/>
              <a:cxnLst/>
              <a:rect l="l" t="t" r="r" b="b"/>
              <a:pathLst>
                <a:path w="941" h="620" extrusionOk="0">
                  <a:moveTo>
                    <a:pt x="706" y="91"/>
                  </a:moveTo>
                  <a:cubicBezTo>
                    <a:pt x="712" y="91"/>
                    <a:pt x="719" y="92"/>
                    <a:pt x="727" y="96"/>
                  </a:cubicBezTo>
                  <a:cubicBezTo>
                    <a:pt x="762" y="96"/>
                    <a:pt x="798" y="108"/>
                    <a:pt x="822" y="156"/>
                  </a:cubicBezTo>
                  <a:cubicBezTo>
                    <a:pt x="858" y="203"/>
                    <a:pt x="846" y="239"/>
                    <a:pt x="834" y="263"/>
                  </a:cubicBezTo>
                  <a:cubicBezTo>
                    <a:pt x="762" y="406"/>
                    <a:pt x="381" y="489"/>
                    <a:pt x="143" y="525"/>
                  </a:cubicBezTo>
                  <a:cubicBezTo>
                    <a:pt x="274" y="370"/>
                    <a:pt x="512" y="132"/>
                    <a:pt x="667" y="96"/>
                  </a:cubicBezTo>
                  <a:cubicBezTo>
                    <a:pt x="683" y="96"/>
                    <a:pt x="693" y="91"/>
                    <a:pt x="706" y="91"/>
                  </a:cubicBezTo>
                  <a:close/>
                  <a:moveTo>
                    <a:pt x="729" y="1"/>
                  </a:moveTo>
                  <a:cubicBezTo>
                    <a:pt x="455" y="1"/>
                    <a:pt x="47" y="490"/>
                    <a:pt x="12" y="548"/>
                  </a:cubicBezTo>
                  <a:cubicBezTo>
                    <a:pt x="0" y="560"/>
                    <a:pt x="0" y="584"/>
                    <a:pt x="0" y="596"/>
                  </a:cubicBezTo>
                  <a:cubicBezTo>
                    <a:pt x="12" y="608"/>
                    <a:pt x="24" y="620"/>
                    <a:pt x="48" y="620"/>
                  </a:cubicBezTo>
                  <a:cubicBezTo>
                    <a:pt x="84" y="620"/>
                    <a:pt x="250" y="596"/>
                    <a:pt x="429" y="560"/>
                  </a:cubicBezTo>
                  <a:cubicBezTo>
                    <a:pt x="631" y="501"/>
                    <a:pt x="846" y="429"/>
                    <a:pt x="905" y="298"/>
                  </a:cubicBezTo>
                  <a:cubicBezTo>
                    <a:pt x="929" y="263"/>
                    <a:pt x="941" y="191"/>
                    <a:pt x="893" y="108"/>
                  </a:cubicBezTo>
                  <a:cubicBezTo>
                    <a:pt x="858" y="48"/>
                    <a:pt x="798" y="13"/>
                    <a:pt x="738" y="1"/>
                  </a:cubicBezTo>
                  <a:cubicBezTo>
                    <a:pt x="735" y="1"/>
                    <a:pt x="732" y="1"/>
                    <a:pt x="7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43"/>
            <p:cNvSpPr/>
            <p:nvPr/>
          </p:nvSpPr>
          <p:spPr>
            <a:xfrm>
              <a:off x="3681100" y="2178375"/>
              <a:ext cx="397400" cy="220100"/>
            </a:xfrm>
            <a:custGeom>
              <a:avLst/>
              <a:gdLst/>
              <a:ahLst/>
              <a:cxnLst/>
              <a:rect l="l" t="t" r="r" b="b"/>
              <a:pathLst>
                <a:path w="15896" h="8804" extrusionOk="0">
                  <a:moveTo>
                    <a:pt x="12335" y="0"/>
                  </a:moveTo>
                  <a:lnTo>
                    <a:pt x="4882" y="5311"/>
                  </a:lnTo>
                  <a:cubicBezTo>
                    <a:pt x="4882" y="5311"/>
                    <a:pt x="1830" y="2746"/>
                    <a:pt x="863" y="2746"/>
                  </a:cubicBezTo>
                  <a:cubicBezTo>
                    <a:pt x="795" y="2746"/>
                    <a:pt x="737" y="2759"/>
                    <a:pt x="691" y="2787"/>
                  </a:cubicBezTo>
                  <a:cubicBezTo>
                    <a:pt x="1" y="3215"/>
                    <a:pt x="3001" y="7180"/>
                    <a:pt x="3001" y="7180"/>
                  </a:cubicBezTo>
                  <a:cubicBezTo>
                    <a:pt x="3001" y="7180"/>
                    <a:pt x="3473" y="8804"/>
                    <a:pt x="4446" y="8804"/>
                  </a:cubicBezTo>
                  <a:cubicBezTo>
                    <a:pt x="4793" y="8804"/>
                    <a:pt x="5204" y="8597"/>
                    <a:pt x="5680" y="8037"/>
                  </a:cubicBezTo>
                  <a:lnTo>
                    <a:pt x="15895" y="2358"/>
                  </a:lnTo>
                  <a:lnTo>
                    <a:pt x="12335" y="0"/>
                  </a:ln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43"/>
            <p:cNvSpPr/>
            <p:nvPr/>
          </p:nvSpPr>
          <p:spPr>
            <a:xfrm>
              <a:off x="3695975" y="2241775"/>
              <a:ext cx="50925" cy="46150"/>
            </a:xfrm>
            <a:custGeom>
              <a:avLst/>
              <a:gdLst/>
              <a:ahLst/>
              <a:cxnLst/>
              <a:rect l="l" t="t" r="r" b="b"/>
              <a:pathLst>
                <a:path w="2037" h="1846" extrusionOk="0">
                  <a:moveTo>
                    <a:pt x="120" y="0"/>
                  </a:moveTo>
                  <a:cubicBezTo>
                    <a:pt x="120" y="0"/>
                    <a:pt x="1" y="155"/>
                    <a:pt x="787" y="1846"/>
                  </a:cubicBezTo>
                  <a:cubicBezTo>
                    <a:pt x="1311" y="1655"/>
                    <a:pt x="1751" y="1310"/>
                    <a:pt x="2037" y="870"/>
                  </a:cubicBezTo>
                  <a:cubicBezTo>
                    <a:pt x="834" y="48"/>
                    <a:pt x="120" y="0"/>
                    <a:pt x="1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43"/>
            <p:cNvSpPr/>
            <p:nvPr/>
          </p:nvSpPr>
          <p:spPr>
            <a:xfrm>
              <a:off x="3715625" y="2263500"/>
              <a:ext cx="113725" cy="136950"/>
            </a:xfrm>
            <a:custGeom>
              <a:avLst/>
              <a:gdLst/>
              <a:ahLst/>
              <a:cxnLst/>
              <a:rect l="l" t="t" r="r" b="b"/>
              <a:pathLst>
                <a:path w="4549" h="5478" extrusionOk="0">
                  <a:moveTo>
                    <a:pt x="1251" y="1"/>
                  </a:moveTo>
                  <a:cubicBezTo>
                    <a:pt x="965" y="441"/>
                    <a:pt x="525" y="786"/>
                    <a:pt x="1" y="977"/>
                  </a:cubicBezTo>
                  <a:cubicBezTo>
                    <a:pt x="203" y="1406"/>
                    <a:pt x="465" y="1941"/>
                    <a:pt x="810" y="2596"/>
                  </a:cubicBezTo>
                  <a:cubicBezTo>
                    <a:pt x="2175" y="5238"/>
                    <a:pt x="3013" y="5477"/>
                    <a:pt x="3272" y="5477"/>
                  </a:cubicBezTo>
                  <a:cubicBezTo>
                    <a:pt x="3329" y="5477"/>
                    <a:pt x="3358" y="5466"/>
                    <a:pt x="3358" y="5466"/>
                  </a:cubicBezTo>
                  <a:cubicBezTo>
                    <a:pt x="4156" y="5013"/>
                    <a:pt x="4501" y="4525"/>
                    <a:pt x="4549" y="4513"/>
                  </a:cubicBezTo>
                  <a:cubicBezTo>
                    <a:pt x="2858" y="3525"/>
                    <a:pt x="2703" y="1191"/>
                    <a:pt x="2703" y="1191"/>
                  </a:cubicBezTo>
                  <a:cubicBezTo>
                    <a:pt x="2168" y="679"/>
                    <a:pt x="1680" y="286"/>
                    <a:pt x="125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43"/>
            <p:cNvSpPr/>
            <p:nvPr/>
          </p:nvSpPr>
          <p:spPr>
            <a:xfrm>
              <a:off x="3687050" y="2241775"/>
              <a:ext cx="112550" cy="164025"/>
            </a:xfrm>
            <a:custGeom>
              <a:avLst/>
              <a:gdLst/>
              <a:ahLst/>
              <a:cxnLst/>
              <a:rect l="l" t="t" r="r" b="b"/>
              <a:pathLst>
                <a:path w="4502" h="6561" extrusionOk="0">
                  <a:moveTo>
                    <a:pt x="477" y="0"/>
                  </a:moveTo>
                  <a:cubicBezTo>
                    <a:pt x="251" y="60"/>
                    <a:pt x="132" y="167"/>
                    <a:pt x="132" y="167"/>
                  </a:cubicBezTo>
                  <a:cubicBezTo>
                    <a:pt x="132" y="167"/>
                    <a:pt x="1" y="715"/>
                    <a:pt x="1656" y="3429"/>
                  </a:cubicBezTo>
                  <a:cubicBezTo>
                    <a:pt x="3132" y="5858"/>
                    <a:pt x="3977" y="6561"/>
                    <a:pt x="3977" y="6561"/>
                  </a:cubicBezTo>
                  <a:cubicBezTo>
                    <a:pt x="4168" y="6489"/>
                    <a:pt x="4335" y="6418"/>
                    <a:pt x="4501" y="6335"/>
                  </a:cubicBezTo>
                  <a:cubicBezTo>
                    <a:pt x="3454" y="5299"/>
                    <a:pt x="1680" y="3215"/>
                    <a:pt x="4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43"/>
            <p:cNvSpPr/>
            <p:nvPr/>
          </p:nvSpPr>
          <p:spPr>
            <a:xfrm>
              <a:off x="3745100" y="2274525"/>
              <a:ext cx="19375" cy="27025"/>
            </a:xfrm>
            <a:custGeom>
              <a:avLst/>
              <a:gdLst/>
              <a:ahLst/>
              <a:cxnLst/>
              <a:rect l="l" t="t" r="r" b="b"/>
              <a:pathLst>
                <a:path w="775" h="1081" extrusionOk="0">
                  <a:moveTo>
                    <a:pt x="727" y="0"/>
                  </a:moveTo>
                  <a:cubicBezTo>
                    <a:pt x="703" y="0"/>
                    <a:pt x="679" y="24"/>
                    <a:pt x="679" y="48"/>
                  </a:cubicBezTo>
                  <a:cubicBezTo>
                    <a:pt x="679" y="72"/>
                    <a:pt x="679" y="679"/>
                    <a:pt x="36" y="1000"/>
                  </a:cubicBezTo>
                  <a:cubicBezTo>
                    <a:pt x="12" y="1012"/>
                    <a:pt x="0" y="1036"/>
                    <a:pt x="12" y="1060"/>
                  </a:cubicBezTo>
                  <a:cubicBezTo>
                    <a:pt x="12" y="1060"/>
                    <a:pt x="12" y="1060"/>
                    <a:pt x="24" y="1072"/>
                  </a:cubicBezTo>
                  <a:cubicBezTo>
                    <a:pt x="30" y="1078"/>
                    <a:pt x="36" y="1081"/>
                    <a:pt x="44" y="1081"/>
                  </a:cubicBezTo>
                  <a:cubicBezTo>
                    <a:pt x="51" y="1081"/>
                    <a:pt x="60" y="1078"/>
                    <a:pt x="72" y="1072"/>
                  </a:cubicBezTo>
                  <a:cubicBezTo>
                    <a:pt x="762" y="738"/>
                    <a:pt x="774" y="48"/>
                    <a:pt x="774" y="48"/>
                  </a:cubicBezTo>
                  <a:cubicBezTo>
                    <a:pt x="774" y="24"/>
                    <a:pt x="751" y="0"/>
                    <a:pt x="7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43"/>
            <p:cNvSpPr/>
            <p:nvPr/>
          </p:nvSpPr>
          <p:spPr>
            <a:xfrm>
              <a:off x="3757900" y="2285525"/>
              <a:ext cx="19375" cy="26725"/>
            </a:xfrm>
            <a:custGeom>
              <a:avLst/>
              <a:gdLst/>
              <a:ahLst/>
              <a:cxnLst/>
              <a:rect l="l" t="t" r="r" b="b"/>
              <a:pathLst>
                <a:path w="775" h="1069" extrusionOk="0">
                  <a:moveTo>
                    <a:pt x="727" y="1"/>
                  </a:moveTo>
                  <a:cubicBezTo>
                    <a:pt x="703" y="1"/>
                    <a:pt x="679" y="25"/>
                    <a:pt x="679" y="48"/>
                  </a:cubicBezTo>
                  <a:cubicBezTo>
                    <a:pt x="679" y="48"/>
                    <a:pt x="679" y="596"/>
                    <a:pt x="24" y="989"/>
                  </a:cubicBezTo>
                  <a:cubicBezTo>
                    <a:pt x="0" y="1001"/>
                    <a:pt x="0" y="1025"/>
                    <a:pt x="12" y="1048"/>
                  </a:cubicBezTo>
                  <a:cubicBezTo>
                    <a:pt x="19" y="1062"/>
                    <a:pt x="30" y="1068"/>
                    <a:pt x="43" y="1068"/>
                  </a:cubicBezTo>
                  <a:cubicBezTo>
                    <a:pt x="52" y="1068"/>
                    <a:pt x="62" y="1065"/>
                    <a:pt x="72" y="1060"/>
                  </a:cubicBezTo>
                  <a:cubicBezTo>
                    <a:pt x="762" y="632"/>
                    <a:pt x="774" y="72"/>
                    <a:pt x="774" y="48"/>
                  </a:cubicBezTo>
                  <a:cubicBezTo>
                    <a:pt x="774" y="25"/>
                    <a:pt x="751" y="1"/>
                    <a:pt x="7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43"/>
            <p:cNvSpPr/>
            <p:nvPr/>
          </p:nvSpPr>
          <p:spPr>
            <a:xfrm>
              <a:off x="3772775" y="2279875"/>
              <a:ext cx="23250" cy="16100"/>
            </a:xfrm>
            <a:custGeom>
              <a:avLst/>
              <a:gdLst/>
              <a:ahLst/>
              <a:cxnLst/>
              <a:rect l="l" t="t" r="r" b="b"/>
              <a:pathLst>
                <a:path w="930" h="644" extrusionOk="0">
                  <a:moveTo>
                    <a:pt x="715" y="84"/>
                  </a:moveTo>
                  <a:cubicBezTo>
                    <a:pt x="739" y="84"/>
                    <a:pt x="763" y="96"/>
                    <a:pt x="787" y="120"/>
                  </a:cubicBezTo>
                  <a:cubicBezTo>
                    <a:pt x="798" y="131"/>
                    <a:pt x="798" y="131"/>
                    <a:pt x="810" y="143"/>
                  </a:cubicBezTo>
                  <a:cubicBezTo>
                    <a:pt x="846" y="191"/>
                    <a:pt x="834" y="227"/>
                    <a:pt x="822" y="251"/>
                  </a:cubicBezTo>
                  <a:cubicBezTo>
                    <a:pt x="763" y="393"/>
                    <a:pt x="382" y="501"/>
                    <a:pt x="156" y="536"/>
                  </a:cubicBezTo>
                  <a:cubicBezTo>
                    <a:pt x="286" y="358"/>
                    <a:pt x="548" y="84"/>
                    <a:pt x="715" y="84"/>
                  </a:cubicBezTo>
                  <a:close/>
                  <a:moveTo>
                    <a:pt x="706" y="0"/>
                  </a:moveTo>
                  <a:cubicBezTo>
                    <a:pt x="433" y="0"/>
                    <a:pt x="60" y="525"/>
                    <a:pt x="13" y="584"/>
                  </a:cubicBezTo>
                  <a:cubicBezTo>
                    <a:pt x="1" y="596"/>
                    <a:pt x="1" y="608"/>
                    <a:pt x="13" y="632"/>
                  </a:cubicBezTo>
                  <a:cubicBezTo>
                    <a:pt x="25" y="643"/>
                    <a:pt x="36" y="643"/>
                    <a:pt x="48" y="643"/>
                  </a:cubicBezTo>
                  <a:cubicBezTo>
                    <a:pt x="132" y="632"/>
                    <a:pt x="798" y="524"/>
                    <a:pt x="906" y="286"/>
                  </a:cubicBezTo>
                  <a:cubicBezTo>
                    <a:pt x="918" y="239"/>
                    <a:pt x="929" y="179"/>
                    <a:pt x="882" y="96"/>
                  </a:cubicBezTo>
                  <a:cubicBezTo>
                    <a:pt x="834" y="36"/>
                    <a:pt x="775" y="0"/>
                    <a:pt x="715" y="0"/>
                  </a:cubicBezTo>
                  <a:cubicBezTo>
                    <a:pt x="712" y="0"/>
                    <a:pt x="709"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43"/>
            <p:cNvSpPr/>
            <p:nvPr/>
          </p:nvSpPr>
          <p:spPr>
            <a:xfrm>
              <a:off x="3772475" y="2294050"/>
              <a:ext cx="22950" cy="16525"/>
            </a:xfrm>
            <a:custGeom>
              <a:avLst/>
              <a:gdLst/>
              <a:ahLst/>
              <a:cxnLst/>
              <a:rect l="l" t="t" r="r" b="b"/>
              <a:pathLst>
                <a:path w="918" h="661" extrusionOk="0">
                  <a:moveTo>
                    <a:pt x="156" y="100"/>
                  </a:moveTo>
                  <a:lnTo>
                    <a:pt x="156" y="100"/>
                  </a:lnTo>
                  <a:cubicBezTo>
                    <a:pt x="358" y="148"/>
                    <a:pt x="668" y="231"/>
                    <a:pt x="775" y="350"/>
                  </a:cubicBezTo>
                  <a:cubicBezTo>
                    <a:pt x="799" y="362"/>
                    <a:pt x="810" y="386"/>
                    <a:pt x="810" y="398"/>
                  </a:cubicBezTo>
                  <a:cubicBezTo>
                    <a:pt x="834" y="434"/>
                    <a:pt x="822" y="469"/>
                    <a:pt x="799" y="517"/>
                  </a:cubicBezTo>
                  <a:cubicBezTo>
                    <a:pt x="775" y="565"/>
                    <a:pt x="739" y="576"/>
                    <a:pt x="715" y="576"/>
                  </a:cubicBezTo>
                  <a:cubicBezTo>
                    <a:pt x="560" y="576"/>
                    <a:pt x="298" y="291"/>
                    <a:pt x="156" y="100"/>
                  </a:cubicBezTo>
                  <a:close/>
                  <a:moveTo>
                    <a:pt x="47" y="0"/>
                  </a:moveTo>
                  <a:cubicBezTo>
                    <a:pt x="36" y="0"/>
                    <a:pt x="21" y="8"/>
                    <a:pt x="13" y="17"/>
                  </a:cubicBezTo>
                  <a:cubicBezTo>
                    <a:pt x="1" y="29"/>
                    <a:pt x="1" y="53"/>
                    <a:pt x="13" y="65"/>
                  </a:cubicBezTo>
                  <a:cubicBezTo>
                    <a:pt x="37" y="100"/>
                    <a:pt x="132" y="231"/>
                    <a:pt x="263" y="374"/>
                  </a:cubicBezTo>
                  <a:cubicBezTo>
                    <a:pt x="400" y="512"/>
                    <a:pt x="560" y="660"/>
                    <a:pt x="699" y="660"/>
                  </a:cubicBezTo>
                  <a:cubicBezTo>
                    <a:pt x="705" y="660"/>
                    <a:pt x="710" y="660"/>
                    <a:pt x="715" y="660"/>
                  </a:cubicBezTo>
                  <a:cubicBezTo>
                    <a:pt x="763" y="660"/>
                    <a:pt x="834" y="636"/>
                    <a:pt x="882" y="565"/>
                  </a:cubicBezTo>
                  <a:cubicBezTo>
                    <a:pt x="918" y="493"/>
                    <a:pt x="918" y="422"/>
                    <a:pt x="894" y="362"/>
                  </a:cubicBezTo>
                  <a:cubicBezTo>
                    <a:pt x="775" y="112"/>
                    <a:pt x="132" y="5"/>
                    <a:pt x="60" y="5"/>
                  </a:cubicBezTo>
                  <a:cubicBezTo>
                    <a:pt x="57" y="1"/>
                    <a:pt x="52" y="0"/>
                    <a:pt x="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43"/>
            <p:cNvSpPr/>
            <p:nvPr/>
          </p:nvSpPr>
          <p:spPr>
            <a:xfrm>
              <a:off x="4342500" y="1847550"/>
              <a:ext cx="156575" cy="180950"/>
            </a:xfrm>
            <a:custGeom>
              <a:avLst/>
              <a:gdLst/>
              <a:ahLst/>
              <a:cxnLst/>
              <a:rect l="l" t="t" r="r" b="b"/>
              <a:pathLst>
                <a:path w="6263" h="7238" extrusionOk="0">
                  <a:moveTo>
                    <a:pt x="2427" y="1"/>
                  </a:moveTo>
                  <a:cubicBezTo>
                    <a:pt x="1484" y="1"/>
                    <a:pt x="798" y="827"/>
                    <a:pt x="798" y="827"/>
                  </a:cubicBezTo>
                  <a:cubicBezTo>
                    <a:pt x="0" y="2089"/>
                    <a:pt x="1227" y="7030"/>
                    <a:pt x="1227" y="7030"/>
                  </a:cubicBezTo>
                  <a:cubicBezTo>
                    <a:pt x="1661" y="7181"/>
                    <a:pt x="2181" y="7238"/>
                    <a:pt x="2720" y="7238"/>
                  </a:cubicBezTo>
                  <a:cubicBezTo>
                    <a:pt x="4400" y="7238"/>
                    <a:pt x="6263" y="6685"/>
                    <a:pt x="6263" y="6685"/>
                  </a:cubicBezTo>
                  <a:cubicBezTo>
                    <a:pt x="6084" y="6197"/>
                    <a:pt x="5132" y="1077"/>
                    <a:pt x="3132" y="160"/>
                  </a:cubicBezTo>
                  <a:cubicBezTo>
                    <a:pt x="2886" y="47"/>
                    <a:pt x="2650" y="1"/>
                    <a:pt x="24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43"/>
            <p:cNvSpPr/>
            <p:nvPr/>
          </p:nvSpPr>
          <p:spPr>
            <a:xfrm>
              <a:off x="4281175" y="1828925"/>
              <a:ext cx="196475" cy="200350"/>
            </a:xfrm>
            <a:custGeom>
              <a:avLst/>
              <a:gdLst/>
              <a:ahLst/>
              <a:cxnLst/>
              <a:rect l="l" t="t" r="r" b="b"/>
              <a:pathLst>
                <a:path w="7859" h="8014" extrusionOk="0">
                  <a:moveTo>
                    <a:pt x="3882" y="1"/>
                  </a:moveTo>
                  <a:cubicBezTo>
                    <a:pt x="1608" y="274"/>
                    <a:pt x="1" y="5466"/>
                    <a:pt x="1" y="5466"/>
                  </a:cubicBezTo>
                  <a:cubicBezTo>
                    <a:pt x="882" y="7132"/>
                    <a:pt x="3894" y="8013"/>
                    <a:pt x="3894" y="8013"/>
                  </a:cubicBezTo>
                  <a:cubicBezTo>
                    <a:pt x="5406" y="7049"/>
                    <a:pt x="7859" y="4275"/>
                    <a:pt x="6049" y="1108"/>
                  </a:cubicBezTo>
                  <a:lnTo>
                    <a:pt x="388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43"/>
            <p:cNvSpPr/>
            <p:nvPr/>
          </p:nvSpPr>
          <p:spPr>
            <a:xfrm>
              <a:off x="3806425" y="2071450"/>
              <a:ext cx="665575" cy="313925"/>
            </a:xfrm>
            <a:custGeom>
              <a:avLst/>
              <a:gdLst/>
              <a:ahLst/>
              <a:cxnLst/>
              <a:rect l="l" t="t" r="r" b="b"/>
              <a:pathLst>
                <a:path w="26623" h="12557" extrusionOk="0">
                  <a:moveTo>
                    <a:pt x="12531" y="1"/>
                  </a:moveTo>
                  <a:cubicBezTo>
                    <a:pt x="9775" y="1"/>
                    <a:pt x="0" y="9016"/>
                    <a:pt x="0" y="9016"/>
                  </a:cubicBezTo>
                  <a:cubicBezTo>
                    <a:pt x="0" y="9016"/>
                    <a:pt x="0" y="11874"/>
                    <a:pt x="2405" y="11909"/>
                  </a:cubicBezTo>
                  <a:cubicBezTo>
                    <a:pt x="2405" y="11909"/>
                    <a:pt x="8680" y="9278"/>
                    <a:pt x="10347" y="7575"/>
                  </a:cubicBezTo>
                  <a:cubicBezTo>
                    <a:pt x="10347" y="7575"/>
                    <a:pt x="14534" y="12557"/>
                    <a:pt x="19619" y="12557"/>
                  </a:cubicBezTo>
                  <a:cubicBezTo>
                    <a:pt x="19707" y="12557"/>
                    <a:pt x="19795" y="12555"/>
                    <a:pt x="19884" y="12552"/>
                  </a:cubicBezTo>
                  <a:cubicBezTo>
                    <a:pt x="25087" y="12386"/>
                    <a:pt x="26456" y="9361"/>
                    <a:pt x="26623" y="8790"/>
                  </a:cubicBezTo>
                  <a:lnTo>
                    <a:pt x="18205" y="3754"/>
                  </a:lnTo>
                  <a:cubicBezTo>
                    <a:pt x="18205" y="3754"/>
                    <a:pt x="15264" y="182"/>
                    <a:pt x="12609" y="3"/>
                  </a:cubicBezTo>
                  <a:cubicBezTo>
                    <a:pt x="12583" y="1"/>
                    <a:pt x="12557" y="1"/>
                    <a:pt x="125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43"/>
            <p:cNvSpPr/>
            <p:nvPr/>
          </p:nvSpPr>
          <p:spPr>
            <a:xfrm>
              <a:off x="4257513" y="1853678"/>
              <a:ext cx="263150" cy="445350"/>
            </a:xfrm>
            <a:custGeom>
              <a:avLst/>
              <a:gdLst/>
              <a:ahLst/>
              <a:cxnLst/>
              <a:rect l="l" t="t" r="r" b="b"/>
              <a:pathLst>
                <a:path w="10526" h="17814" extrusionOk="0">
                  <a:moveTo>
                    <a:pt x="6543" y="1"/>
                  </a:moveTo>
                  <a:cubicBezTo>
                    <a:pt x="6531" y="1"/>
                    <a:pt x="6525" y="2"/>
                    <a:pt x="6525" y="2"/>
                  </a:cubicBezTo>
                  <a:lnTo>
                    <a:pt x="2227" y="2240"/>
                  </a:lnTo>
                  <a:cubicBezTo>
                    <a:pt x="1025" y="4169"/>
                    <a:pt x="1" y="12122"/>
                    <a:pt x="1" y="12122"/>
                  </a:cubicBezTo>
                  <a:cubicBezTo>
                    <a:pt x="132" y="14325"/>
                    <a:pt x="3275" y="15122"/>
                    <a:pt x="5775" y="16063"/>
                  </a:cubicBezTo>
                  <a:cubicBezTo>
                    <a:pt x="7263" y="16623"/>
                    <a:pt x="8680" y="17813"/>
                    <a:pt x="8680" y="17813"/>
                  </a:cubicBezTo>
                  <a:cubicBezTo>
                    <a:pt x="8490" y="17563"/>
                    <a:pt x="10526" y="13515"/>
                    <a:pt x="9788" y="7348"/>
                  </a:cubicBezTo>
                  <a:cubicBezTo>
                    <a:pt x="8929" y="183"/>
                    <a:pt x="6762" y="1"/>
                    <a:pt x="6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43"/>
            <p:cNvSpPr/>
            <p:nvPr/>
          </p:nvSpPr>
          <p:spPr>
            <a:xfrm>
              <a:off x="4285350" y="2080925"/>
              <a:ext cx="111950" cy="121275"/>
            </a:xfrm>
            <a:custGeom>
              <a:avLst/>
              <a:gdLst/>
              <a:ahLst/>
              <a:cxnLst/>
              <a:rect l="l" t="t" r="r" b="b"/>
              <a:pathLst>
                <a:path w="4478" h="4851" extrusionOk="0">
                  <a:moveTo>
                    <a:pt x="43" y="0"/>
                  </a:moveTo>
                  <a:cubicBezTo>
                    <a:pt x="37" y="0"/>
                    <a:pt x="30" y="2"/>
                    <a:pt x="24" y="5"/>
                  </a:cubicBezTo>
                  <a:cubicBezTo>
                    <a:pt x="12" y="5"/>
                    <a:pt x="0" y="29"/>
                    <a:pt x="12" y="53"/>
                  </a:cubicBezTo>
                  <a:cubicBezTo>
                    <a:pt x="810" y="2124"/>
                    <a:pt x="2417" y="3875"/>
                    <a:pt x="4418" y="4851"/>
                  </a:cubicBezTo>
                  <a:lnTo>
                    <a:pt x="4429" y="4851"/>
                  </a:lnTo>
                  <a:cubicBezTo>
                    <a:pt x="4441" y="4851"/>
                    <a:pt x="4453" y="4851"/>
                    <a:pt x="4465" y="4827"/>
                  </a:cubicBezTo>
                  <a:cubicBezTo>
                    <a:pt x="4477" y="4815"/>
                    <a:pt x="4465" y="4791"/>
                    <a:pt x="4453" y="4780"/>
                  </a:cubicBezTo>
                  <a:cubicBezTo>
                    <a:pt x="2465" y="3815"/>
                    <a:pt x="869" y="2077"/>
                    <a:pt x="84" y="29"/>
                  </a:cubicBezTo>
                  <a:cubicBezTo>
                    <a:pt x="75" y="11"/>
                    <a:pt x="60" y="0"/>
                    <a:pt x="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43"/>
            <p:cNvSpPr/>
            <p:nvPr/>
          </p:nvSpPr>
          <p:spPr>
            <a:xfrm>
              <a:off x="4352025" y="2091650"/>
              <a:ext cx="44675" cy="78700"/>
            </a:xfrm>
            <a:custGeom>
              <a:avLst/>
              <a:gdLst/>
              <a:ahLst/>
              <a:cxnLst/>
              <a:rect l="l" t="t" r="r" b="b"/>
              <a:pathLst>
                <a:path w="1787" h="3148" extrusionOk="0">
                  <a:moveTo>
                    <a:pt x="55" y="0"/>
                  </a:moveTo>
                  <a:cubicBezTo>
                    <a:pt x="49" y="0"/>
                    <a:pt x="42" y="2"/>
                    <a:pt x="36" y="5"/>
                  </a:cubicBezTo>
                  <a:cubicBezTo>
                    <a:pt x="12" y="5"/>
                    <a:pt x="0" y="29"/>
                    <a:pt x="12" y="52"/>
                  </a:cubicBezTo>
                  <a:cubicBezTo>
                    <a:pt x="381" y="1160"/>
                    <a:pt x="965" y="2231"/>
                    <a:pt x="1715" y="3124"/>
                  </a:cubicBezTo>
                  <a:cubicBezTo>
                    <a:pt x="1727" y="3136"/>
                    <a:pt x="1739" y="3148"/>
                    <a:pt x="1751" y="3148"/>
                  </a:cubicBezTo>
                  <a:cubicBezTo>
                    <a:pt x="1751" y="3148"/>
                    <a:pt x="1762" y="3136"/>
                    <a:pt x="1774" y="3136"/>
                  </a:cubicBezTo>
                  <a:cubicBezTo>
                    <a:pt x="1786" y="3124"/>
                    <a:pt x="1786" y="3100"/>
                    <a:pt x="1774" y="3077"/>
                  </a:cubicBezTo>
                  <a:cubicBezTo>
                    <a:pt x="1036" y="2184"/>
                    <a:pt x="453" y="1124"/>
                    <a:pt x="84" y="29"/>
                  </a:cubicBezTo>
                  <a:cubicBezTo>
                    <a:pt x="84" y="11"/>
                    <a:pt x="71" y="0"/>
                    <a:pt x="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43"/>
            <p:cNvSpPr/>
            <p:nvPr/>
          </p:nvSpPr>
          <p:spPr>
            <a:xfrm>
              <a:off x="4129975" y="1850950"/>
              <a:ext cx="214925" cy="112675"/>
            </a:xfrm>
            <a:custGeom>
              <a:avLst/>
              <a:gdLst/>
              <a:ahLst/>
              <a:cxnLst/>
              <a:rect l="l" t="t" r="r" b="b"/>
              <a:pathLst>
                <a:path w="8597" h="4507" extrusionOk="0">
                  <a:moveTo>
                    <a:pt x="2548" y="1"/>
                  </a:moveTo>
                  <a:lnTo>
                    <a:pt x="0" y="2013"/>
                  </a:lnTo>
                  <a:cubicBezTo>
                    <a:pt x="0" y="2013"/>
                    <a:pt x="2691" y="3453"/>
                    <a:pt x="4394" y="4096"/>
                  </a:cubicBezTo>
                  <a:cubicBezTo>
                    <a:pt x="5177" y="4392"/>
                    <a:pt x="5893" y="4507"/>
                    <a:pt x="6459" y="4507"/>
                  </a:cubicBezTo>
                  <a:cubicBezTo>
                    <a:pt x="7123" y="4507"/>
                    <a:pt x="7581" y="4350"/>
                    <a:pt x="7704" y="4144"/>
                  </a:cubicBezTo>
                  <a:cubicBezTo>
                    <a:pt x="7918" y="3775"/>
                    <a:pt x="8597" y="1620"/>
                    <a:pt x="7846" y="1370"/>
                  </a:cubicBezTo>
                  <a:cubicBezTo>
                    <a:pt x="7791" y="1352"/>
                    <a:pt x="7736" y="1343"/>
                    <a:pt x="7683" y="1343"/>
                  </a:cubicBezTo>
                  <a:cubicBezTo>
                    <a:pt x="7012" y="1343"/>
                    <a:pt x="6572" y="2703"/>
                    <a:pt x="6572" y="2703"/>
                  </a:cubicBezTo>
                  <a:cubicBezTo>
                    <a:pt x="5370" y="1441"/>
                    <a:pt x="2548" y="1"/>
                    <a:pt x="254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43"/>
            <p:cNvSpPr/>
            <p:nvPr/>
          </p:nvSpPr>
          <p:spPr>
            <a:xfrm>
              <a:off x="4056750" y="1885475"/>
              <a:ext cx="239625" cy="144700"/>
            </a:xfrm>
            <a:custGeom>
              <a:avLst/>
              <a:gdLst/>
              <a:ahLst/>
              <a:cxnLst/>
              <a:rect l="l" t="t" r="r" b="b"/>
              <a:pathLst>
                <a:path w="9585" h="5788" extrusionOk="0">
                  <a:moveTo>
                    <a:pt x="4203" y="1"/>
                  </a:moveTo>
                  <a:lnTo>
                    <a:pt x="0" y="1918"/>
                  </a:lnTo>
                  <a:cubicBezTo>
                    <a:pt x="0" y="1918"/>
                    <a:pt x="905" y="3084"/>
                    <a:pt x="3894" y="4775"/>
                  </a:cubicBezTo>
                  <a:cubicBezTo>
                    <a:pt x="5269" y="5555"/>
                    <a:pt x="6221" y="5787"/>
                    <a:pt x="6870" y="5787"/>
                  </a:cubicBezTo>
                  <a:cubicBezTo>
                    <a:pt x="7519" y="5787"/>
                    <a:pt x="7864" y="5555"/>
                    <a:pt x="8025" y="5406"/>
                  </a:cubicBezTo>
                  <a:cubicBezTo>
                    <a:pt x="8335" y="5108"/>
                    <a:pt x="9585" y="3215"/>
                    <a:pt x="8918" y="2763"/>
                  </a:cubicBezTo>
                  <a:cubicBezTo>
                    <a:pt x="8825" y="2700"/>
                    <a:pt x="8727" y="2673"/>
                    <a:pt x="8627" y="2673"/>
                  </a:cubicBezTo>
                  <a:cubicBezTo>
                    <a:pt x="8013" y="2673"/>
                    <a:pt x="7335" y="3704"/>
                    <a:pt x="7335" y="3704"/>
                  </a:cubicBezTo>
                  <a:cubicBezTo>
                    <a:pt x="6513" y="2168"/>
                    <a:pt x="4203" y="1"/>
                    <a:pt x="420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43"/>
            <p:cNvSpPr/>
            <p:nvPr/>
          </p:nvSpPr>
          <p:spPr>
            <a:xfrm>
              <a:off x="4170450" y="1577675"/>
              <a:ext cx="45875" cy="72750"/>
            </a:xfrm>
            <a:custGeom>
              <a:avLst/>
              <a:gdLst/>
              <a:ahLst/>
              <a:cxnLst/>
              <a:rect l="l" t="t" r="r" b="b"/>
              <a:pathLst>
                <a:path w="1835" h="2910" extrusionOk="0">
                  <a:moveTo>
                    <a:pt x="901" y="0"/>
                  </a:moveTo>
                  <a:cubicBezTo>
                    <a:pt x="672" y="0"/>
                    <a:pt x="786" y="1026"/>
                    <a:pt x="786" y="1026"/>
                  </a:cubicBezTo>
                  <a:cubicBezTo>
                    <a:pt x="786" y="1026"/>
                    <a:pt x="589" y="192"/>
                    <a:pt x="401" y="192"/>
                  </a:cubicBezTo>
                  <a:cubicBezTo>
                    <a:pt x="399" y="192"/>
                    <a:pt x="396" y="192"/>
                    <a:pt x="393" y="192"/>
                  </a:cubicBezTo>
                  <a:cubicBezTo>
                    <a:pt x="203" y="216"/>
                    <a:pt x="489" y="1311"/>
                    <a:pt x="489" y="1311"/>
                  </a:cubicBezTo>
                  <a:cubicBezTo>
                    <a:pt x="489" y="1311"/>
                    <a:pt x="311" y="1026"/>
                    <a:pt x="186" y="1026"/>
                  </a:cubicBezTo>
                  <a:cubicBezTo>
                    <a:pt x="156" y="1026"/>
                    <a:pt x="129" y="1043"/>
                    <a:pt x="108" y="1085"/>
                  </a:cubicBezTo>
                  <a:cubicBezTo>
                    <a:pt x="0" y="1288"/>
                    <a:pt x="501" y="2014"/>
                    <a:pt x="501" y="2014"/>
                  </a:cubicBezTo>
                  <a:cubicBezTo>
                    <a:pt x="501" y="2014"/>
                    <a:pt x="358" y="2371"/>
                    <a:pt x="179" y="2907"/>
                  </a:cubicBezTo>
                  <a:cubicBezTo>
                    <a:pt x="237" y="2908"/>
                    <a:pt x="295" y="2909"/>
                    <a:pt x="353" y="2909"/>
                  </a:cubicBezTo>
                  <a:cubicBezTo>
                    <a:pt x="736" y="2909"/>
                    <a:pt x="1120" y="2877"/>
                    <a:pt x="1513" y="2835"/>
                  </a:cubicBezTo>
                  <a:cubicBezTo>
                    <a:pt x="1608" y="2240"/>
                    <a:pt x="1667" y="1859"/>
                    <a:pt x="1667" y="1859"/>
                  </a:cubicBezTo>
                  <a:cubicBezTo>
                    <a:pt x="1739" y="1371"/>
                    <a:pt x="1834" y="311"/>
                    <a:pt x="1667" y="276"/>
                  </a:cubicBezTo>
                  <a:cubicBezTo>
                    <a:pt x="1663" y="275"/>
                    <a:pt x="1659" y="274"/>
                    <a:pt x="1655" y="274"/>
                  </a:cubicBezTo>
                  <a:cubicBezTo>
                    <a:pt x="1495" y="274"/>
                    <a:pt x="1382" y="966"/>
                    <a:pt x="1382" y="966"/>
                  </a:cubicBezTo>
                  <a:cubicBezTo>
                    <a:pt x="1382" y="966"/>
                    <a:pt x="1465" y="85"/>
                    <a:pt x="1298" y="49"/>
                  </a:cubicBezTo>
                  <a:cubicBezTo>
                    <a:pt x="1296" y="49"/>
                    <a:pt x="1294" y="49"/>
                    <a:pt x="1292" y="49"/>
                  </a:cubicBezTo>
                  <a:cubicBezTo>
                    <a:pt x="1142" y="49"/>
                    <a:pt x="1084" y="954"/>
                    <a:pt x="1084" y="954"/>
                  </a:cubicBezTo>
                  <a:cubicBezTo>
                    <a:pt x="1084" y="954"/>
                    <a:pt x="1072" y="26"/>
                    <a:pt x="917" y="2"/>
                  </a:cubicBezTo>
                  <a:cubicBezTo>
                    <a:pt x="912" y="1"/>
                    <a:pt x="907" y="0"/>
                    <a:pt x="901" y="0"/>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43"/>
            <p:cNvSpPr/>
            <p:nvPr/>
          </p:nvSpPr>
          <p:spPr>
            <a:xfrm>
              <a:off x="4173725" y="1624975"/>
              <a:ext cx="46150" cy="24775"/>
            </a:xfrm>
            <a:custGeom>
              <a:avLst/>
              <a:gdLst/>
              <a:ahLst/>
              <a:cxnLst/>
              <a:rect l="l" t="t" r="r" b="b"/>
              <a:pathLst>
                <a:path w="1846" h="991" extrusionOk="0">
                  <a:moveTo>
                    <a:pt x="552" y="1"/>
                  </a:moveTo>
                  <a:cubicBezTo>
                    <a:pt x="412" y="1"/>
                    <a:pt x="291" y="21"/>
                    <a:pt x="215" y="74"/>
                  </a:cubicBezTo>
                  <a:cubicBezTo>
                    <a:pt x="215" y="74"/>
                    <a:pt x="131" y="300"/>
                    <a:pt x="0" y="646"/>
                  </a:cubicBezTo>
                  <a:cubicBezTo>
                    <a:pt x="584" y="789"/>
                    <a:pt x="1215" y="860"/>
                    <a:pt x="1810" y="991"/>
                  </a:cubicBezTo>
                  <a:cubicBezTo>
                    <a:pt x="1846" y="431"/>
                    <a:pt x="1786" y="253"/>
                    <a:pt x="1786" y="253"/>
                  </a:cubicBezTo>
                  <a:cubicBezTo>
                    <a:pt x="1786" y="253"/>
                    <a:pt x="1045" y="1"/>
                    <a:pt x="55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43"/>
            <p:cNvSpPr/>
            <p:nvPr/>
          </p:nvSpPr>
          <p:spPr>
            <a:xfrm>
              <a:off x="4140975" y="1641100"/>
              <a:ext cx="78025" cy="171175"/>
            </a:xfrm>
            <a:custGeom>
              <a:avLst/>
              <a:gdLst/>
              <a:ahLst/>
              <a:cxnLst/>
              <a:rect l="l" t="t" r="r" b="b"/>
              <a:pathLst>
                <a:path w="3121" h="6847" extrusionOk="0">
                  <a:moveTo>
                    <a:pt x="1310" y="1"/>
                  </a:moveTo>
                  <a:cubicBezTo>
                    <a:pt x="953" y="894"/>
                    <a:pt x="287" y="2596"/>
                    <a:pt x="1" y="3275"/>
                  </a:cubicBezTo>
                  <a:cubicBezTo>
                    <a:pt x="167" y="4394"/>
                    <a:pt x="882" y="5763"/>
                    <a:pt x="1227" y="6847"/>
                  </a:cubicBezTo>
                  <a:cubicBezTo>
                    <a:pt x="1608" y="6513"/>
                    <a:pt x="1787" y="5751"/>
                    <a:pt x="1953" y="5251"/>
                  </a:cubicBezTo>
                  <a:cubicBezTo>
                    <a:pt x="2811" y="2572"/>
                    <a:pt x="3061" y="1108"/>
                    <a:pt x="3120" y="346"/>
                  </a:cubicBezTo>
                  <a:cubicBezTo>
                    <a:pt x="2525" y="215"/>
                    <a:pt x="1894" y="144"/>
                    <a:pt x="13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43"/>
            <p:cNvSpPr/>
            <p:nvPr/>
          </p:nvSpPr>
          <p:spPr>
            <a:xfrm>
              <a:off x="4026675" y="1755100"/>
              <a:ext cx="188150" cy="167600"/>
            </a:xfrm>
            <a:custGeom>
              <a:avLst/>
              <a:gdLst/>
              <a:ahLst/>
              <a:cxnLst/>
              <a:rect l="l" t="t" r="r" b="b"/>
              <a:pathLst>
                <a:path w="7526" h="6704" extrusionOk="0">
                  <a:moveTo>
                    <a:pt x="1322" y="1"/>
                  </a:moveTo>
                  <a:cubicBezTo>
                    <a:pt x="1322" y="1"/>
                    <a:pt x="1" y="1108"/>
                    <a:pt x="453" y="4025"/>
                  </a:cubicBezTo>
                  <a:cubicBezTo>
                    <a:pt x="775" y="6073"/>
                    <a:pt x="1346" y="6704"/>
                    <a:pt x="1346" y="6704"/>
                  </a:cubicBezTo>
                  <a:cubicBezTo>
                    <a:pt x="1346" y="6704"/>
                    <a:pt x="7335" y="6525"/>
                    <a:pt x="7442" y="4478"/>
                  </a:cubicBezTo>
                  <a:cubicBezTo>
                    <a:pt x="7526" y="2823"/>
                    <a:pt x="5906" y="120"/>
                    <a:pt x="5906" y="120"/>
                  </a:cubicBezTo>
                  <a:lnTo>
                    <a:pt x="132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43"/>
            <p:cNvSpPr/>
            <p:nvPr/>
          </p:nvSpPr>
          <p:spPr>
            <a:xfrm>
              <a:off x="3938875" y="1558350"/>
              <a:ext cx="260775" cy="194475"/>
            </a:xfrm>
            <a:custGeom>
              <a:avLst/>
              <a:gdLst/>
              <a:ahLst/>
              <a:cxnLst/>
              <a:rect l="l" t="t" r="r" b="b"/>
              <a:pathLst>
                <a:path w="10431" h="7779" extrusionOk="0">
                  <a:moveTo>
                    <a:pt x="8311" y="1"/>
                  </a:moveTo>
                  <a:lnTo>
                    <a:pt x="3799" y="2156"/>
                  </a:lnTo>
                  <a:lnTo>
                    <a:pt x="143" y="2823"/>
                  </a:lnTo>
                  <a:cubicBezTo>
                    <a:pt x="143" y="2823"/>
                    <a:pt x="143" y="2906"/>
                    <a:pt x="143" y="3025"/>
                  </a:cubicBezTo>
                  <a:cubicBezTo>
                    <a:pt x="143" y="3215"/>
                    <a:pt x="155" y="3525"/>
                    <a:pt x="191" y="3882"/>
                  </a:cubicBezTo>
                  <a:cubicBezTo>
                    <a:pt x="191" y="3882"/>
                    <a:pt x="0" y="6180"/>
                    <a:pt x="572" y="6418"/>
                  </a:cubicBezTo>
                  <a:cubicBezTo>
                    <a:pt x="613" y="6438"/>
                    <a:pt x="653" y="6447"/>
                    <a:pt x="690" y="6447"/>
                  </a:cubicBezTo>
                  <a:cubicBezTo>
                    <a:pt x="836" y="6447"/>
                    <a:pt x="953" y="6310"/>
                    <a:pt x="1048" y="6121"/>
                  </a:cubicBezTo>
                  <a:cubicBezTo>
                    <a:pt x="1370" y="6823"/>
                    <a:pt x="1405" y="7430"/>
                    <a:pt x="1810" y="7430"/>
                  </a:cubicBezTo>
                  <a:cubicBezTo>
                    <a:pt x="2310" y="7406"/>
                    <a:pt x="2667" y="7216"/>
                    <a:pt x="2667" y="7216"/>
                  </a:cubicBezTo>
                  <a:cubicBezTo>
                    <a:pt x="2667" y="7216"/>
                    <a:pt x="3020" y="7778"/>
                    <a:pt x="3259" y="7778"/>
                  </a:cubicBezTo>
                  <a:cubicBezTo>
                    <a:pt x="3268" y="7778"/>
                    <a:pt x="3278" y="7777"/>
                    <a:pt x="3287" y="7776"/>
                  </a:cubicBezTo>
                  <a:cubicBezTo>
                    <a:pt x="3525" y="7716"/>
                    <a:pt x="3929" y="7037"/>
                    <a:pt x="3894" y="6728"/>
                  </a:cubicBezTo>
                  <a:cubicBezTo>
                    <a:pt x="3891" y="6697"/>
                    <a:pt x="3892" y="6683"/>
                    <a:pt x="3895" y="6683"/>
                  </a:cubicBezTo>
                  <a:cubicBezTo>
                    <a:pt x="3923" y="6683"/>
                    <a:pt x="4139" y="7586"/>
                    <a:pt x="4608" y="7586"/>
                  </a:cubicBezTo>
                  <a:cubicBezTo>
                    <a:pt x="4681" y="7586"/>
                    <a:pt x="4761" y="7564"/>
                    <a:pt x="4846" y="7514"/>
                  </a:cubicBezTo>
                  <a:cubicBezTo>
                    <a:pt x="5549" y="7085"/>
                    <a:pt x="7323" y="7073"/>
                    <a:pt x="7859" y="6335"/>
                  </a:cubicBezTo>
                  <a:cubicBezTo>
                    <a:pt x="8406" y="5597"/>
                    <a:pt x="7990" y="5240"/>
                    <a:pt x="7990" y="5240"/>
                  </a:cubicBezTo>
                  <a:lnTo>
                    <a:pt x="7990" y="5240"/>
                  </a:lnTo>
                  <a:cubicBezTo>
                    <a:pt x="7990" y="5240"/>
                    <a:pt x="8420" y="5558"/>
                    <a:pt x="8794" y="5558"/>
                  </a:cubicBezTo>
                  <a:cubicBezTo>
                    <a:pt x="8894" y="5558"/>
                    <a:pt x="8990" y="5535"/>
                    <a:pt x="9073" y="5478"/>
                  </a:cubicBezTo>
                  <a:cubicBezTo>
                    <a:pt x="9454" y="5204"/>
                    <a:pt x="8585" y="4239"/>
                    <a:pt x="8585" y="4239"/>
                  </a:cubicBezTo>
                  <a:lnTo>
                    <a:pt x="8585" y="4239"/>
                  </a:lnTo>
                  <a:cubicBezTo>
                    <a:pt x="8585" y="4239"/>
                    <a:pt x="8617" y="4241"/>
                    <a:pt x="8672" y="4241"/>
                  </a:cubicBezTo>
                  <a:cubicBezTo>
                    <a:pt x="8942" y="4241"/>
                    <a:pt x="9765" y="4208"/>
                    <a:pt x="10121" y="3823"/>
                  </a:cubicBezTo>
                  <a:cubicBezTo>
                    <a:pt x="10430" y="3489"/>
                    <a:pt x="9930" y="2596"/>
                    <a:pt x="9478" y="1906"/>
                  </a:cubicBezTo>
                  <a:cubicBezTo>
                    <a:pt x="9644" y="1834"/>
                    <a:pt x="9823" y="1739"/>
                    <a:pt x="9990" y="1632"/>
                  </a:cubicBezTo>
                  <a:cubicBezTo>
                    <a:pt x="10371" y="1394"/>
                    <a:pt x="8775" y="429"/>
                    <a:pt x="831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43"/>
            <p:cNvSpPr/>
            <p:nvPr/>
          </p:nvSpPr>
          <p:spPr>
            <a:xfrm>
              <a:off x="4079375" y="1727125"/>
              <a:ext cx="54775" cy="31300"/>
            </a:xfrm>
            <a:custGeom>
              <a:avLst/>
              <a:gdLst/>
              <a:ahLst/>
              <a:cxnLst/>
              <a:rect l="l" t="t" r="r" b="b"/>
              <a:pathLst>
                <a:path w="2191" h="1252" extrusionOk="0">
                  <a:moveTo>
                    <a:pt x="2155" y="1"/>
                  </a:moveTo>
                  <a:cubicBezTo>
                    <a:pt x="1560" y="477"/>
                    <a:pt x="738" y="703"/>
                    <a:pt x="0" y="786"/>
                  </a:cubicBezTo>
                  <a:lnTo>
                    <a:pt x="143" y="1144"/>
                  </a:lnTo>
                  <a:cubicBezTo>
                    <a:pt x="423" y="1216"/>
                    <a:pt x="675" y="1251"/>
                    <a:pt x="900" y="1251"/>
                  </a:cubicBezTo>
                  <a:cubicBezTo>
                    <a:pt x="1668" y="1251"/>
                    <a:pt x="2108" y="841"/>
                    <a:pt x="2191" y="132"/>
                  </a:cubicBezTo>
                  <a:lnTo>
                    <a:pt x="2155" y="1"/>
                  </a:ln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43"/>
            <p:cNvSpPr/>
            <p:nvPr/>
          </p:nvSpPr>
          <p:spPr>
            <a:xfrm>
              <a:off x="4069250" y="1700350"/>
              <a:ext cx="64025" cy="46450"/>
            </a:xfrm>
            <a:custGeom>
              <a:avLst/>
              <a:gdLst/>
              <a:ahLst/>
              <a:cxnLst/>
              <a:rect l="l" t="t" r="r" b="b"/>
              <a:pathLst>
                <a:path w="2561" h="1858" extrusionOk="0">
                  <a:moveTo>
                    <a:pt x="2239" y="0"/>
                  </a:moveTo>
                  <a:lnTo>
                    <a:pt x="0" y="845"/>
                  </a:lnTo>
                  <a:lnTo>
                    <a:pt x="405" y="1857"/>
                  </a:lnTo>
                  <a:cubicBezTo>
                    <a:pt x="1143" y="1774"/>
                    <a:pt x="1965" y="1548"/>
                    <a:pt x="2560" y="1072"/>
                  </a:cubicBezTo>
                  <a:lnTo>
                    <a:pt x="2239" y="0"/>
                  </a:lnTo>
                  <a:close/>
                </a:path>
              </a:pathLst>
            </a:custGeom>
            <a:solidFill>
              <a:srgbClr val="F29F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43"/>
            <p:cNvSpPr/>
            <p:nvPr/>
          </p:nvSpPr>
          <p:spPr>
            <a:xfrm>
              <a:off x="3960900" y="1546250"/>
              <a:ext cx="203925" cy="196100"/>
            </a:xfrm>
            <a:custGeom>
              <a:avLst/>
              <a:gdLst/>
              <a:ahLst/>
              <a:cxnLst/>
              <a:rect l="l" t="t" r="r" b="b"/>
              <a:pathLst>
                <a:path w="8157" h="7844" extrusionOk="0">
                  <a:moveTo>
                    <a:pt x="4814" y="0"/>
                  </a:moveTo>
                  <a:cubicBezTo>
                    <a:pt x="3861" y="0"/>
                    <a:pt x="2769" y="492"/>
                    <a:pt x="1751" y="1175"/>
                  </a:cubicBezTo>
                  <a:cubicBezTo>
                    <a:pt x="0" y="2330"/>
                    <a:pt x="286" y="4188"/>
                    <a:pt x="1524" y="6128"/>
                  </a:cubicBezTo>
                  <a:cubicBezTo>
                    <a:pt x="2315" y="7379"/>
                    <a:pt x="3338" y="7844"/>
                    <a:pt x="4360" y="7844"/>
                  </a:cubicBezTo>
                  <a:cubicBezTo>
                    <a:pt x="4924" y="7844"/>
                    <a:pt x="5488" y="7702"/>
                    <a:pt x="6013" y="7474"/>
                  </a:cubicBezTo>
                  <a:cubicBezTo>
                    <a:pt x="7573" y="6795"/>
                    <a:pt x="8156" y="5128"/>
                    <a:pt x="7692" y="3819"/>
                  </a:cubicBezTo>
                  <a:cubicBezTo>
                    <a:pt x="7097" y="2187"/>
                    <a:pt x="6549" y="842"/>
                    <a:pt x="6549" y="842"/>
                  </a:cubicBezTo>
                  <a:cubicBezTo>
                    <a:pt x="6090" y="245"/>
                    <a:pt x="5487" y="0"/>
                    <a:pt x="4814" y="0"/>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43"/>
            <p:cNvSpPr/>
            <p:nvPr/>
          </p:nvSpPr>
          <p:spPr>
            <a:xfrm>
              <a:off x="4064175" y="1575925"/>
              <a:ext cx="625" cy="325"/>
            </a:xfrm>
            <a:custGeom>
              <a:avLst/>
              <a:gdLst/>
              <a:ahLst/>
              <a:cxnLst/>
              <a:rect l="l" t="t" r="r" b="b"/>
              <a:pathLst>
                <a:path w="25" h="13" extrusionOk="0">
                  <a:moveTo>
                    <a:pt x="25" y="12"/>
                  </a:moveTo>
                  <a:cubicBezTo>
                    <a:pt x="13" y="0"/>
                    <a:pt x="1" y="0"/>
                    <a:pt x="1" y="0"/>
                  </a:cubicBezTo>
                  <a:cubicBezTo>
                    <a:pt x="1" y="0"/>
                    <a:pt x="13" y="0"/>
                    <a:pt x="25" y="12"/>
                  </a:cubicBezTo>
                  <a:close/>
                </a:path>
              </a:pathLst>
            </a:custGeom>
            <a:solidFill>
              <a:srgbClr val="F6A1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43"/>
            <p:cNvSpPr/>
            <p:nvPr/>
          </p:nvSpPr>
          <p:spPr>
            <a:xfrm>
              <a:off x="3971925" y="1687250"/>
              <a:ext cx="52100" cy="48025"/>
            </a:xfrm>
            <a:custGeom>
              <a:avLst/>
              <a:gdLst/>
              <a:ahLst/>
              <a:cxnLst/>
              <a:rect l="l" t="t" r="r" b="b"/>
              <a:pathLst>
                <a:path w="2084" h="1921" extrusionOk="0">
                  <a:moveTo>
                    <a:pt x="1286" y="0"/>
                  </a:moveTo>
                  <a:cubicBezTo>
                    <a:pt x="1286" y="0"/>
                    <a:pt x="0" y="0"/>
                    <a:pt x="357" y="1179"/>
                  </a:cubicBezTo>
                  <a:cubicBezTo>
                    <a:pt x="522" y="1705"/>
                    <a:pt x="860" y="1920"/>
                    <a:pt x="1194" y="1920"/>
                  </a:cubicBezTo>
                  <a:cubicBezTo>
                    <a:pt x="1609" y="1920"/>
                    <a:pt x="2018" y="1589"/>
                    <a:pt x="2084" y="1107"/>
                  </a:cubicBezTo>
                  <a:lnTo>
                    <a:pt x="1286" y="0"/>
                  </a:ln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43"/>
            <p:cNvSpPr/>
            <p:nvPr/>
          </p:nvSpPr>
          <p:spPr>
            <a:xfrm>
              <a:off x="4016850" y="1625425"/>
              <a:ext cx="33375" cy="32425"/>
            </a:xfrm>
            <a:custGeom>
              <a:avLst/>
              <a:gdLst/>
              <a:ahLst/>
              <a:cxnLst/>
              <a:rect l="l" t="t" r="r" b="b"/>
              <a:pathLst>
                <a:path w="1335" h="1297" extrusionOk="0">
                  <a:moveTo>
                    <a:pt x="1007" y="0"/>
                  </a:moveTo>
                  <a:cubicBezTo>
                    <a:pt x="866" y="0"/>
                    <a:pt x="679" y="123"/>
                    <a:pt x="418" y="485"/>
                  </a:cubicBezTo>
                  <a:cubicBezTo>
                    <a:pt x="1" y="1056"/>
                    <a:pt x="370" y="1259"/>
                    <a:pt x="370" y="1259"/>
                  </a:cubicBezTo>
                  <a:cubicBezTo>
                    <a:pt x="413" y="1284"/>
                    <a:pt x="457" y="1297"/>
                    <a:pt x="502" y="1297"/>
                  </a:cubicBezTo>
                  <a:cubicBezTo>
                    <a:pt x="667" y="1297"/>
                    <a:pt x="848" y="1130"/>
                    <a:pt x="1072" y="830"/>
                  </a:cubicBezTo>
                  <a:cubicBezTo>
                    <a:pt x="1311" y="521"/>
                    <a:pt x="1334" y="235"/>
                    <a:pt x="1203" y="92"/>
                  </a:cubicBezTo>
                  <a:cubicBezTo>
                    <a:pt x="1149" y="37"/>
                    <a:pt x="1085" y="0"/>
                    <a:pt x="100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43"/>
            <p:cNvSpPr/>
            <p:nvPr/>
          </p:nvSpPr>
          <p:spPr>
            <a:xfrm>
              <a:off x="4096075" y="1600200"/>
              <a:ext cx="38075" cy="18350"/>
            </a:xfrm>
            <a:custGeom>
              <a:avLst/>
              <a:gdLst/>
              <a:ahLst/>
              <a:cxnLst/>
              <a:rect l="l" t="t" r="r" b="b"/>
              <a:pathLst>
                <a:path w="1523" h="734" extrusionOk="0">
                  <a:moveTo>
                    <a:pt x="663" y="1"/>
                  </a:moveTo>
                  <a:cubicBezTo>
                    <a:pt x="108" y="1"/>
                    <a:pt x="1" y="167"/>
                    <a:pt x="23" y="363"/>
                  </a:cubicBezTo>
                  <a:cubicBezTo>
                    <a:pt x="47" y="565"/>
                    <a:pt x="297" y="720"/>
                    <a:pt x="689" y="732"/>
                  </a:cubicBezTo>
                  <a:cubicBezTo>
                    <a:pt x="726" y="733"/>
                    <a:pt x="762" y="733"/>
                    <a:pt x="796" y="733"/>
                  </a:cubicBezTo>
                  <a:cubicBezTo>
                    <a:pt x="1194" y="733"/>
                    <a:pt x="1419" y="666"/>
                    <a:pt x="1451" y="458"/>
                  </a:cubicBezTo>
                  <a:cubicBezTo>
                    <a:pt x="1451" y="458"/>
                    <a:pt x="1523" y="41"/>
                    <a:pt x="832" y="6"/>
                  </a:cubicBezTo>
                  <a:cubicBezTo>
                    <a:pt x="772" y="2"/>
                    <a:pt x="715" y="1"/>
                    <a:pt x="66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43"/>
            <p:cNvSpPr/>
            <p:nvPr/>
          </p:nvSpPr>
          <p:spPr>
            <a:xfrm>
              <a:off x="3984125" y="1698375"/>
              <a:ext cx="32175" cy="21925"/>
            </a:xfrm>
            <a:custGeom>
              <a:avLst/>
              <a:gdLst/>
              <a:ahLst/>
              <a:cxnLst/>
              <a:rect l="l" t="t" r="r" b="b"/>
              <a:pathLst>
                <a:path w="1287" h="877" extrusionOk="0">
                  <a:moveTo>
                    <a:pt x="582" y="1"/>
                  </a:moveTo>
                  <a:cubicBezTo>
                    <a:pt x="473" y="1"/>
                    <a:pt x="372" y="24"/>
                    <a:pt x="286" y="79"/>
                  </a:cubicBezTo>
                  <a:cubicBezTo>
                    <a:pt x="72" y="222"/>
                    <a:pt x="12" y="496"/>
                    <a:pt x="0" y="508"/>
                  </a:cubicBezTo>
                  <a:cubicBezTo>
                    <a:pt x="0" y="520"/>
                    <a:pt x="12" y="531"/>
                    <a:pt x="24" y="531"/>
                  </a:cubicBezTo>
                  <a:cubicBezTo>
                    <a:pt x="27" y="535"/>
                    <a:pt x="31" y="536"/>
                    <a:pt x="34" y="536"/>
                  </a:cubicBezTo>
                  <a:cubicBezTo>
                    <a:pt x="42" y="536"/>
                    <a:pt x="48" y="528"/>
                    <a:pt x="48" y="520"/>
                  </a:cubicBezTo>
                  <a:cubicBezTo>
                    <a:pt x="48" y="520"/>
                    <a:pt x="107" y="258"/>
                    <a:pt x="322" y="127"/>
                  </a:cubicBezTo>
                  <a:cubicBezTo>
                    <a:pt x="399" y="81"/>
                    <a:pt x="485" y="54"/>
                    <a:pt x="582" y="54"/>
                  </a:cubicBezTo>
                  <a:cubicBezTo>
                    <a:pt x="635" y="54"/>
                    <a:pt x="691" y="62"/>
                    <a:pt x="750" y="79"/>
                  </a:cubicBezTo>
                  <a:cubicBezTo>
                    <a:pt x="1238" y="198"/>
                    <a:pt x="1191" y="841"/>
                    <a:pt x="1191" y="853"/>
                  </a:cubicBezTo>
                  <a:cubicBezTo>
                    <a:pt x="1179" y="865"/>
                    <a:pt x="1191" y="877"/>
                    <a:pt x="1203" y="877"/>
                  </a:cubicBezTo>
                  <a:lnTo>
                    <a:pt x="1215" y="877"/>
                  </a:lnTo>
                  <a:cubicBezTo>
                    <a:pt x="1227" y="865"/>
                    <a:pt x="1238" y="865"/>
                    <a:pt x="1238" y="853"/>
                  </a:cubicBezTo>
                  <a:cubicBezTo>
                    <a:pt x="1238" y="841"/>
                    <a:pt x="1286" y="150"/>
                    <a:pt x="762" y="20"/>
                  </a:cubicBezTo>
                  <a:cubicBezTo>
                    <a:pt x="701" y="7"/>
                    <a:pt x="640" y="1"/>
                    <a:pt x="582" y="1"/>
                  </a:cubicBezTo>
                  <a:close/>
                </a:path>
              </a:pathLst>
            </a:custGeom>
            <a:solidFill>
              <a:srgbClr val="6C48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43"/>
            <p:cNvSpPr/>
            <p:nvPr/>
          </p:nvSpPr>
          <p:spPr>
            <a:xfrm>
              <a:off x="3995125" y="1705775"/>
              <a:ext cx="17900" cy="8275"/>
            </a:xfrm>
            <a:custGeom>
              <a:avLst/>
              <a:gdLst/>
              <a:ahLst/>
              <a:cxnLst/>
              <a:rect l="l" t="t" r="r" b="b"/>
              <a:pathLst>
                <a:path w="716" h="331" extrusionOk="0">
                  <a:moveTo>
                    <a:pt x="495" y="1"/>
                  </a:moveTo>
                  <a:cubicBezTo>
                    <a:pt x="207" y="1"/>
                    <a:pt x="13" y="285"/>
                    <a:pt x="13" y="295"/>
                  </a:cubicBezTo>
                  <a:cubicBezTo>
                    <a:pt x="1" y="307"/>
                    <a:pt x="13" y="319"/>
                    <a:pt x="25" y="331"/>
                  </a:cubicBezTo>
                  <a:lnTo>
                    <a:pt x="36" y="331"/>
                  </a:lnTo>
                  <a:cubicBezTo>
                    <a:pt x="48" y="331"/>
                    <a:pt x="48" y="319"/>
                    <a:pt x="48" y="319"/>
                  </a:cubicBezTo>
                  <a:cubicBezTo>
                    <a:pt x="58" y="319"/>
                    <a:pt x="238" y="51"/>
                    <a:pt x="501" y="51"/>
                  </a:cubicBezTo>
                  <a:cubicBezTo>
                    <a:pt x="557" y="51"/>
                    <a:pt x="617" y="63"/>
                    <a:pt x="679" y="93"/>
                  </a:cubicBezTo>
                  <a:cubicBezTo>
                    <a:pt x="691" y="93"/>
                    <a:pt x="703" y="93"/>
                    <a:pt x="703" y="81"/>
                  </a:cubicBezTo>
                  <a:cubicBezTo>
                    <a:pt x="715" y="69"/>
                    <a:pt x="703" y="57"/>
                    <a:pt x="691" y="45"/>
                  </a:cubicBezTo>
                  <a:cubicBezTo>
                    <a:pt x="622" y="14"/>
                    <a:pt x="556" y="1"/>
                    <a:pt x="495" y="1"/>
                  </a:cubicBezTo>
                  <a:close/>
                </a:path>
              </a:pathLst>
            </a:custGeom>
            <a:solidFill>
              <a:srgbClr val="6C48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43"/>
            <p:cNvSpPr/>
            <p:nvPr/>
          </p:nvSpPr>
          <p:spPr>
            <a:xfrm>
              <a:off x="4135925" y="1618475"/>
              <a:ext cx="53225" cy="47100"/>
            </a:xfrm>
            <a:custGeom>
              <a:avLst/>
              <a:gdLst/>
              <a:ahLst/>
              <a:cxnLst/>
              <a:rect l="l" t="t" r="r" b="b"/>
              <a:pathLst>
                <a:path w="2129" h="1884" extrusionOk="0">
                  <a:moveTo>
                    <a:pt x="800" y="0"/>
                  </a:moveTo>
                  <a:cubicBezTo>
                    <a:pt x="338" y="0"/>
                    <a:pt x="0" y="501"/>
                    <a:pt x="0" y="501"/>
                  </a:cubicBezTo>
                  <a:lnTo>
                    <a:pt x="477" y="1787"/>
                  </a:lnTo>
                  <a:cubicBezTo>
                    <a:pt x="613" y="1853"/>
                    <a:pt x="755" y="1883"/>
                    <a:pt x="894" y="1883"/>
                  </a:cubicBezTo>
                  <a:cubicBezTo>
                    <a:pt x="1556" y="1883"/>
                    <a:pt x="2128" y="1193"/>
                    <a:pt x="1489" y="406"/>
                  </a:cubicBezTo>
                  <a:cubicBezTo>
                    <a:pt x="1247" y="104"/>
                    <a:pt x="1010" y="0"/>
                    <a:pt x="800" y="0"/>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43"/>
            <p:cNvSpPr/>
            <p:nvPr/>
          </p:nvSpPr>
          <p:spPr>
            <a:xfrm>
              <a:off x="4141575" y="1626675"/>
              <a:ext cx="25625" cy="31725"/>
            </a:xfrm>
            <a:custGeom>
              <a:avLst/>
              <a:gdLst/>
              <a:ahLst/>
              <a:cxnLst/>
              <a:rect l="l" t="t" r="r" b="b"/>
              <a:pathLst>
                <a:path w="1025" h="1269" extrusionOk="0">
                  <a:moveTo>
                    <a:pt x="732" y="0"/>
                  </a:moveTo>
                  <a:cubicBezTo>
                    <a:pt x="659" y="0"/>
                    <a:pt x="578" y="11"/>
                    <a:pt x="501" y="42"/>
                  </a:cubicBezTo>
                  <a:cubicBezTo>
                    <a:pt x="358" y="113"/>
                    <a:pt x="251" y="232"/>
                    <a:pt x="179" y="411"/>
                  </a:cubicBezTo>
                  <a:cubicBezTo>
                    <a:pt x="1" y="911"/>
                    <a:pt x="596" y="1256"/>
                    <a:pt x="608" y="1256"/>
                  </a:cubicBezTo>
                  <a:cubicBezTo>
                    <a:pt x="608" y="1268"/>
                    <a:pt x="620" y="1268"/>
                    <a:pt x="632" y="1268"/>
                  </a:cubicBezTo>
                  <a:cubicBezTo>
                    <a:pt x="632" y="1256"/>
                    <a:pt x="632" y="1256"/>
                    <a:pt x="632" y="1256"/>
                  </a:cubicBezTo>
                  <a:cubicBezTo>
                    <a:pt x="644" y="1244"/>
                    <a:pt x="644" y="1233"/>
                    <a:pt x="632" y="1221"/>
                  </a:cubicBezTo>
                  <a:cubicBezTo>
                    <a:pt x="620" y="1221"/>
                    <a:pt x="60" y="899"/>
                    <a:pt x="227" y="423"/>
                  </a:cubicBezTo>
                  <a:cubicBezTo>
                    <a:pt x="286" y="268"/>
                    <a:pt x="382" y="149"/>
                    <a:pt x="513" y="90"/>
                  </a:cubicBezTo>
                  <a:cubicBezTo>
                    <a:pt x="588" y="58"/>
                    <a:pt x="666" y="47"/>
                    <a:pt x="737" y="47"/>
                  </a:cubicBezTo>
                  <a:cubicBezTo>
                    <a:pt x="878" y="47"/>
                    <a:pt x="989" y="90"/>
                    <a:pt x="989" y="90"/>
                  </a:cubicBezTo>
                  <a:cubicBezTo>
                    <a:pt x="992" y="93"/>
                    <a:pt x="996" y="94"/>
                    <a:pt x="999" y="94"/>
                  </a:cubicBezTo>
                  <a:cubicBezTo>
                    <a:pt x="1008" y="94"/>
                    <a:pt x="1016" y="86"/>
                    <a:pt x="1025" y="78"/>
                  </a:cubicBezTo>
                  <a:cubicBezTo>
                    <a:pt x="1025" y="66"/>
                    <a:pt x="1025" y="54"/>
                    <a:pt x="1013" y="54"/>
                  </a:cubicBezTo>
                  <a:cubicBezTo>
                    <a:pt x="1005" y="46"/>
                    <a:pt x="883" y="0"/>
                    <a:pt x="732" y="0"/>
                  </a:cubicBezTo>
                  <a:close/>
                </a:path>
              </a:pathLst>
            </a:custGeom>
            <a:solidFill>
              <a:srgbClr val="6C48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43"/>
            <p:cNvSpPr/>
            <p:nvPr/>
          </p:nvSpPr>
          <p:spPr>
            <a:xfrm>
              <a:off x="4147525" y="1638425"/>
              <a:ext cx="15200" cy="11450"/>
            </a:xfrm>
            <a:custGeom>
              <a:avLst/>
              <a:gdLst/>
              <a:ahLst/>
              <a:cxnLst/>
              <a:rect l="l" t="t" r="r" b="b"/>
              <a:pathLst>
                <a:path w="608" h="458" extrusionOk="0">
                  <a:moveTo>
                    <a:pt x="584" y="1"/>
                  </a:moveTo>
                  <a:cubicBezTo>
                    <a:pt x="572" y="1"/>
                    <a:pt x="60" y="1"/>
                    <a:pt x="1" y="429"/>
                  </a:cubicBezTo>
                  <a:cubicBezTo>
                    <a:pt x="1" y="441"/>
                    <a:pt x="1" y="453"/>
                    <a:pt x="13" y="453"/>
                  </a:cubicBezTo>
                  <a:cubicBezTo>
                    <a:pt x="20" y="456"/>
                    <a:pt x="26" y="458"/>
                    <a:pt x="30" y="458"/>
                  </a:cubicBezTo>
                  <a:cubicBezTo>
                    <a:pt x="42" y="458"/>
                    <a:pt x="48" y="450"/>
                    <a:pt x="48" y="441"/>
                  </a:cubicBezTo>
                  <a:cubicBezTo>
                    <a:pt x="108" y="48"/>
                    <a:pt x="572" y="48"/>
                    <a:pt x="584" y="48"/>
                  </a:cubicBezTo>
                  <a:lnTo>
                    <a:pt x="596" y="48"/>
                  </a:lnTo>
                  <a:cubicBezTo>
                    <a:pt x="608" y="36"/>
                    <a:pt x="608" y="36"/>
                    <a:pt x="608" y="24"/>
                  </a:cubicBezTo>
                  <a:cubicBezTo>
                    <a:pt x="608" y="12"/>
                    <a:pt x="596" y="1"/>
                    <a:pt x="584" y="1"/>
                  </a:cubicBezTo>
                  <a:close/>
                </a:path>
              </a:pathLst>
            </a:custGeom>
            <a:solidFill>
              <a:srgbClr val="6C48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43"/>
            <p:cNvSpPr/>
            <p:nvPr/>
          </p:nvSpPr>
          <p:spPr>
            <a:xfrm>
              <a:off x="4033225" y="1685275"/>
              <a:ext cx="42000" cy="22125"/>
            </a:xfrm>
            <a:custGeom>
              <a:avLst/>
              <a:gdLst/>
              <a:ahLst/>
              <a:cxnLst/>
              <a:rect l="l" t="t" r="r" b="b"/>
              <a:pathLst>
                <a:path w="1680" h="885" extrusionOk="0">
                  <a:moveTo>
                    <a:pt x="1012" y="0"/>
                  </a:moveTo>
                  <a:cubicBezTo>
                    <a:pt x="936" y="0"/>
                    <a:pt x="856" y="6"/>
                    <a:pt x="775" y="20"/>
                  </a:cubicBezTo>
                  <a:cubicBezTo>
                    <a:pt x="334" y="79"/>
                    <a:pt x="1" y="329"/>
                    <a:pt x="36" y="567"/>
                  </a:cubicBezTo>
                  <a:cubicBezTo>
                    <a:pt x="66" y="762"/>
                    <a:pt x="324" y="884"/>
                    <a:pt x="664" y="884"/>
                  </a:cubicBezTo>
                  <a:cubicBezTo>
                    <a:pt x="741" y="884"/>
                    <a:pt x="822" y="878"/>
                    <a:pt x="906" y="865"/>
                  </a:cubicBezTo>
                  <a:cubicBezTo>
                    <a:pt x="1346" y="805"/>
                    <a:pt x="1679" y="555"/>
                    <a:pt x="1644" y="317"/>
                  </a:cubicBezTo>
                  <a:cubicBezTo>
                    <a:pt x="1615" y="123"/>
                    <a:pt x="1348" y="0"/>
                    <a:pt x="1012" y="0"/>
                  </a:cubicBezTo>
                  <a:close/>
                </a:path>
              </a:pathLst>
            </a:custGeom>
            <a:solidFill>
              <a:srgbClr val="F29F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43"/>
            <p:cNvSpPr/>
            <p:nvPr/>
          </p:nvSpPr>
          <p:spPr>
            <a:xfrm>
              <a:off x="4109425" y="1654500"/>
              <a:ext cx="40500" cy="28900"/>
            </a:xfrm>
            <a:custGeom>
              <a:avLst/>
              <a:gdLst/>
              <a:ahLst/>
              <a:cxnLst/>
              <a:rect l="l" t="t" r="r" b="b"/>
              <a:pathLst>
                <a:path w="1620" h="1156" extrusionOk="0">
                  <a:moveTo>
                    <a:pt x="1179" y="1"/>
                  </a:moveTo>
                  <a:cubicBezTo>
                    <a:pt x="1001" y="1"/>
                    <a:pt x="781" y="73"/>
                    <a:pt x="572" y="215"/>
                  </a:cubicBezTo>
                  <a:cubicBezTo>
                    <a:pt x="191" y="465"/>
                    <a:pt x="1" y="822"/>
                    <a:pt x="132" y="1024"/>
                  </a:cubicBezTo>
                  <a:cubicBezTo>
                    <a:pt x="189" y="1112"/>
                    <a:pt x="299" y="1155"/>
                    <a:pt x="437" y="1155"/>
                  </a:cubicBezTo>
                  <a:cubicBezTo>
                    <a:pt x="616" y="1155"/>
                    <a:pt x="840" y="1082"/>
                    <a:pt x="1048" y="941"/>
                  </a:cubicBezTo>
                  <a:cubicBezTo>
                    <a:pt x="1418" y="691"/>
                    <a:pt x="1620" y="334"/>
                    <a:pt x="1489" y="131"/>
                  </a:cubicBezTo>
                  <a:cubicBezTo>
                    <a:pt x="1427" y="44"/>
                    <a:pt x="1315" y="1"/>
                    <a:pt x="1179" y="1"/>
                  </a:cubicBezTo>
                  <a:close/>
                </a:path>
              </a:pathLst>
            </a:custGeom>
            <a:solidFill>
              <a:srgbClr val="F29F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43"/>
            <p:cNvSpPr/>
            <p:nvPr/>
          </p:nvSpPr>
          <p:spPr>
            <a:xfrm>
              <a:off x="4074900" y="1661350"/>
              <a:ext cx="19375" cy="10450"/>
            </a:xfrm>
            <a:custGeom>
              <a:avLst/>
              <a:gdLst/>
              <a:ahLst/>
              <a:cxnLst/>
              <a:rect l="l" t="t" r="r" b="b"/>
              <a:pathLst>
                <a:path w="775" h="418" extrusionOk="0">
                  <a:moveTo>
                    <a:pt x="477" y="0"/>
                  </a:moveTo>
                  <a:cubicBezTo>
                    <a:pt x="72" y="0"/>
                    <a:pt x="1" y="334"/>
                    <a:pt x="1" y="334"/>
                  </a:cubicBezTo>
                  <a:cubicBezTo>
                    <a:pt x="1" y="358"/>
                    <a:pt x="12" y="369"/>
                    <a:pt x="24" y="369"/>
                  </a:cubicBezTo>
                  <a:cubicBezTo>
                    <a:pt x="36" y="369"/>
                    <a:pt x="60" y="369"/>
                    <a:pt x="60" y="346"/>
                  </a:cubicBezTo>
                  <a:cubicBezTo>
                    <a:pt x="60" y="334"/>
                    <a:pt x="120" y="60"/>
                    <a:pt x="477" y="60"/>
                  </a:cubicBezTo>
                  <a:cubicBezTo>
                    <a:pt x="560" y="60"/>
                    <a:pt x="620" y="84"/>
                    <a:pt x="644" y="131"/>
                  </a:cubicBezTo>
                  <a:cubicBezTo>
                    <a:pt x="715" y="215"/>
                    <a:pt x="655" y="381"/>
                    <a:pt x="655" y="381"/>
                  </a:cubicBezTo>
                  <a:cubicBezTo>
                    <a:pt x="655" y="393"/>
                    <a:pt x="655" y="405"/>
                    <a:pt x="667" y="417"/>
                  </a:cubicBezTo>
                  <a:lnTo>
                    <a:pt x="679" y="417"/>
                  </a:lnTo>
                  <a:cubicBezTo>
                    <a:pt x="691" y="417"/>
                    <a:pt x="703" y="405"/>
                    <a:pt x="703" y="393"/>
                  </a:cubicBezTo>
                  <a:cubicBezTo>
                    <a:pt x="715" y="393"/>
                    <a:pt x="774" y="215"/>
                    <a:pt x="691" y="96"/>
                  </a:cubicBezTo>
                  <a:cubicBezTo>
                    <a:pt x="655" y="36"/>
                    <a:pt x="584" y="0"/>
                    <a:pt x="477" y="0"/>
                  </a:cubicBezTo>
                  <a:close/>
                </a:path>
              </a:pathLst>
            </a:custGeom>
            <a:solidFill>
              <a:srgbClr val="6C48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3"/>
            <p:cNvSpPr/>
            <p:nvPr/>
          </p:nvSpPr>
          <p:spPr>
            <a:xfrm>
              <a:off x="3937675" y="1524425"/>
              <a:ext cx="235775" cy="166225"/>
            </a:xfrm>
            <a:custGeom>
              <a:avLst/>
              <a:gdLst/>
              <a:ahLst/>
              <a:cxnLst/>
              <a:rect l="l" t="t" r="r" b="b"/>
              <a:pathLst>
                <a:path w="9431" h="6649" extrusionOk="0">
                  <a:moveTo>
                    <a:pt x="5549" y="0"/>
                  </a:moveTo>
                  <a:cubicBezTo>
                    <a:pt x="4462" y="0"/>
                    <a:pt x="3092" y="424"/>
                    <a:pt x="1906" y="1513"/>
                  </a:cubicBezTo>
                  <a:cubicBezTo>
                    <a:pt x="1906" y="1513"/>
                    <a:pt x="1" y="2953"/>
                    <a:pt x="203" y="4382"/>
                  </a:cubicBezTo>
                  <a:cubicBezTo>
                    <a:pt x="398" y="5683"/>
                    <a:pt x="1176" y="6649"/>
                    <a:pt x="1925" y="6649"/>
                  </a:cubicBezTo>
                  <a:cubicBezTo>
                    <a:pt x="1999" y="6649"/>
                    <a:pt x="2072" y="6639"/>
                    <a:pt x="2144" y="6620"/>
                  </a:cubicBezTo>
                  <a:cubicBezTo>
                    <a:pt x="2287" y="6585"/>
                    <a:pt x="2323" y="5930"/>
                    <a:pt x="2561" y="5680"/>
                  </a:cubicBezTo>
                  <a:cubicBezTo>
                    <a:pt x="2577" y="5663"/>
                    <a:pt x="2595" y="5656"/>
                    <a:pt x="2614" y="5656"/>
                  </a:cubicBezTo>
                  <a:cubicBezTo>
                    <a:pt x="2775" y="5656"/>
                    <a:pt x="2997" y="6207"/>
                    <a:pt x="3044" y="6207"/>
                  </a:cubicBezTo>
                  <a:cubicBezTo>
                    <a:pt x="3046" y="6207"/>
                    <a:pt x="3047" y="6206"/>
                    <a:pt x="3049" y="6204"/>
                  </a:cubicBezTo>
                  <a:cubicBezTo>
                    <a:pt x="3168" y="6025"/>
                    <a:pt x="3477" y="4692"/>
                    <a:pt x="3596" y="4489"/>
                  </a:cubicBezTo>
                  <a:cubicBezTo>
                    <a:pt x="4382" y="3108"/>
                    <a:pt x="4906" y="1917"/>
                    <a:pt x="4906" y="1917"/>
                  </a:cubicBezTo>
                  <a:cubicBezTo>
                    <a:pt x="6133" y="2874"/>
                    <a:pt x="8205" y="3813"/>
                    <a:pt x="8916" y="3813"/>
                  </a:cubicBezTo>
                  <a:cubicBezTo>
                    <a:pt x="9019" y="3813"/>
                    <a:pt x="9094" y="3793"/>
                    <a:pt x="9133" y="3751"/>
                  </a:cubicBezTo>
                  <a:cubicBezTo>
                    <a:pt x="9431" y="3418"/>
                    <a:pt x="9300" y="1441"/>
                    <a:pt x="6835" y="251"/>
                  </a:cubicBezTo>
                  <a:cubicBezTo>
                    <a:pt x="6499" y="92"/>
                    <a:pt x="6054" y="0"/>
                    <a:pt x="554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43"/>
            <p:cNvSpPr/>
            <p:nvPr/>
          </p:nvSpPr>
          <p:spPr>
            <a:xfrm>
              <a:off x="3948100" y="1539825"/>
              <a:ext cx="38425" cy="36125"/>
            </a:xfrm>
            <a:custGeom>
              <a:avLst/>
              <a:gdLst/>
              <a:ahLst/>
              <a:cxnLst/>
              <a:rect l="l" t="t" r="r" b="b"/>
              <a:pathLst>
                <a:path w="1537" h="1445" extrusionOk="0">
                  <a:moveTo>
                    <a:pt x="892" y="1"/>
                  </a:moveTo>
                  <a:cubicBezTo>
                    <a:pt x="494" y="1"/>
                    <a:pt x="989" y="1159"/>
                    <a:pt x="989" y="1159"/>
                  </a:cubicBezTo>
                  <a:cubicBezTo>
                    <a:pt x="989" y="1159"/>
                    <a:pt x="655" y="671"/>
                    <a:pt x="387" y="671"/>
                  </a:cubicBezTo>
                  <a:cubicBezTo>
                    <a:pt x="348" y="671"/>
                    <a:pt x="310" y="681"/>
                    <a:pt x="274" y="706"/>
                  </a:cubicBezTo>
                  <a:cubicBezTo>
                    <a:pt x="1" y="897"/>
                    <a:pt x="905" y="1444"/>
                    <a:pt x="905" y="1444"/>
                  </a:cubicBezTo>
                  <a:lnTo>
                    <a:pt x="1263" y="1301"/>
                  </a:lnTo>
                  <a:cubicBezTo>
                    <a:pt x="1536" y="1028"/>
                    <a:pt x="1394" y="63"/>
                    <a:pt x="929" y="4"/>
                  </a:cubicBezTo>
                  <a:cubicBezTo>
                    <a:pt x="916" y="2"/>
                    <a:pt x="904" y="1"/>
                    <a:pt x="89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43"/>
            <p:cNvSpPr/>
            <p:nvPr/>
          </p:nvSpPr>
          <p:spPr>
            <a:xfrm>
              <a:off x="3896000" y="1691100"/>
              <a:ext cx="68200" cy="56900"/>
            </a:xfrm>
            <a:custGeom>
              <a:avLst/>
              <a:gdLst/>
              <a:ahLst/>
              <a:cxnLst/>
              <a:rect l="l" t="t" r="r" b="b"/>
              <a:pathLst>
                <a:path w="2728" h="2276" extrusionOk="0">
                  <a:moveTo>
                    <a:pt x="748" y="1"/>
                  </a:moveTo>
                  <a:cubicBezTo>
                    <a:pt x="735" y="1"/>
                    <a:pt x="724" y="5"/>
                    <a:pt x="715" y="13"/>
                  </a:cubicBezTo>
                  <a:cubicBezTo>
                    <a:pt x="596" y="132"/>
                    <a:pt x="1072" y="751"/>
                    <a:pt x="1072" y="751"/>
                  </a:cubicBezTo>
                  <a:cubicBezTo>
                    <a:pt x="1072" y="751"/>
                    <a:pt x="573" y="234"/>
                    <a:pt x="361" y="234"/>
                  </a:cubicBezTo>
                  <a:cubicBezTo>
                    <a:pt x="329" y="234"/>
                    <a:pt x="303" y="246"/>
                    <a:pt x="287" y="275"/>
                  </a:cubicBezTo>
                  <a:cubicBezTo>
                    <a:pt x="227" y="394"/>
                    <a:pt x="858" y="918"/>
                    <a:pt x="858" y="918"/>
                  </a:cubicBezTo>
                  <a:cubicBezTo>
                    <a:pt x="858" y="918"/>
                    <a:pt x="343" y="550"/>
                    <a:pt x="170" y="550"/>
                  </a:cubicBezTo>
                  <a:cubicBezTo>
                    <a:pt x="146" y="550"/>
                    <a:pt x="129" y="557"/>
                    <a:pt x="120" y="572"/>
                  </a:cubicBezTo>
                  <a:cubicBezTo>
                    <a:pt x="37" y="703"/>
                    <a:pt x="703" y="1132"/>
                    <a:pt x="703" y="1132"/>
                  </a:cubicBezTo>
                  <a:cubicBezTo>
                    <a:pt x="703" y="1132"/>
                    <a:pt x="321" y="917"/>
                    <a:pt x="143" y="917"/>
                  </a:cubicBezTo>
                  <a:cubicBezTo>
                    <a:pt x="103" y="917"/>
                    <a:pt x="73" y="927"/>
                    <a:pt x="60" y="953"/>
                  </a:cubicBezTo>
                  <a:cubicBezTo>
                    <a:pt x="1" y="1084"/>
                    <a:pt x="787" y="1620"/>
                    <a:pt x="1168" y="1846"/>
                  </a:cubicBezTo>
                  <a:cubicBezTo>
                    <a:pt x="1168" y="1846"/>
                    <a:pt x="1465" y="2013"/>
                    <a:pt x="1930" y="2275"/>
                  </a:cubicBezTo>
                  <a:cubicBezTo>
                    <a:pt x="2215" y="1989"/>
                    <a:pt x="2489" y="1704"/>
                    <a:pt x="2727" y="1394"/>
                  </a:cubicBezTo>
                  <a:cubicBezTo>
                    <a:pt x="2251" y="1215"/>
                    <a:pt x="1930" y="1120"/>
                    <a:pt x="1930" y="1120"/>
                  </a:cubicBezTo>
                  <a:cubicBezTo>
                    <a:pt x="1930" y="1120"/>
                    <a:pt x="1704" y="358"/>
                    <a:pt x="1501" y="322"/>
                  </a:cubicBezTo>
                  <a:cubicBezTo>
                    <a:pt x="1490" y="320"/>
                    <a:pt x="1481" y="319"/>
                    <a:pt x="1472" y="319"/>
                  </a:cubicBezTo>
                  <a:cubicBezTo>
                    <a:pt x="1313" y="319"/>
                    <a:pt x="1442" y="703"/>
                    <a:pt x="1442" y="703"/>
                  </a:cubicBezTo>
                  <a:cubicBezTo>
                    <a:pt x="1442" y="703"/>
                    <a:pt x="925" y="1"/>
                    <a:pt x="748" y="1"/>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43"/>
            <p:cNvSpPr/>
            <p:nvPr/>
          </p:nvSpPr>
          <p:spPr>
            <a:xfrm>
              <a:off x="3937375" y="1714025"/>
              <a:ext cx="160175" cy="111775"/>
            </a:xfrm>
            <a:custGeom>
              <a:avLst/>
              <a:gdLst/>
              <a:ahLst/>
              <a:cxnLst/>
              <a:rect l="l" t="t" r="r" b="b"/>
              <a:pathLst>
                <a:path w="6407" h="4471" extrusionOk="0">
                  <a:moveTo>
                    <a:pt x="632" y="1"/>
                  </a:moveTo>
                  <a:cubicBezTo>
                    <a:pt x="346" y="513"/>
                    <a:pt x="191" y="1084"/>
                    <a:pt x="1" y="1656"/>
                  </a:cubicBezTo>
                  <a:cubicBezTo>
                    <a:pt x="334" y="1953"/>
                    <a:pt x="894" y="2382"/>
                    <a:pt x="1823" y="2942"/>
                  </a:cubicBezTo>
                  <a:cubicBezTo>
                    <a:pt x="2799" y="3529"/>
                    <a:pt x="4317" y="4471"/>
                    <a:pt x="5539" y="4471"/>
                  </a:cubicBezTo>
                  <a:cubicBezTo>
                    <a:pt x="5853" y="4471"/>
                    <a:pt x="6146" y="4409"/>
                    <a:pt x="6406" y="4263"/>
                  </a:cubicBezTo>
                  <a:lnTo>
                    <a:pt x="5168" y="1739"/>
                  </a:lnTo>
                  <a:cubicBezTo>
                    <a:pt x="5168" y="1739"/>
                    <a:pt x="1787" y="120"/>
                    <a:pt x="63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43"/>
            <p:cNvSpPr/>
            <p:nvPr/>
          </p:nvSpPr>
          <p:spPr>
            <a:xfrm>
              <a:off x="3926075" y="1713700"/>
              <a:ext cx="27100" cy="41725"/>
            </a:xfrm>
            <a:custGeom>
              <a:avLst/>
              <a:gdLst/>
              <a:ahLst/>
              <a:cxnLst/>
              <a:rect l="l" t="t" r="r" b="b"/>
              <a:pathLst>
                <a:path w="1084" h="1669" extrusionOk="0">
                  <a:moveTo>
                    <a:pt x="949" y="1"/>
                  </a:moveTo>
                  <a:cubicBezTo>
                    <a:pt x="877" y="1"/>
                    <a:pt x="809" y="11"/>
                    <a:pt x="751" y="26"/>
                  </a:cubicBezTo>
                  <a:cubicBezTo>
                    <a:pt x="405" y="97"/>
                    <a:pt x="12" y="895"/>
                    <a:pt x="0" y="1204"/>
                  </a:cubicBezTo>
                  <a:cubicBezTo>
                    <a:pt x="0" y="1204"/>
                    <a:pt x="84" y="1359"/>
                    <a:pt x="453" y="1669"/>
                  </a:cubicBezTo>
                  <a:cubicBezTo>
                    <a:pt x="643" y="1097"/>
                    <a:pt x="810" y="526"/>
                    <a:pt x="1084" y="14"/>
                  </a:cubicBezTo>
                  <a:cubicBezTo>
                    <a:pt x="1038" y="5"/>
                    <a:pt x="993" y="1"/>
                    <a:pt x="94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43"/>
            <p:cNvSpPr/>
            <p:nvPr/>
          </p:nvSpPr>
          <p:spPr>
            <a:xfrm>
              <a:off x="4174325" y="1806850"/>
              <a:ext cx="18775" cy="22100"/>
            </a:xfrm>
            <a:custGeom>
              <a:avLst/>
              <a:gdLst/>
              <a:ahLst/>
              <a:cxnLst/>
              <a:rect l="l" t="t" r="r" b="b"/>
              <a:pathLst>
                <a:path w="751" h="884" extrusionOk="0">
                  <a:moveTo>
                    <a:pt x="44" y="1"/>
                  </a:moveTo>
                  <a:cubicBezTo>
                    <a:pt x="36" y="1"/>
                    <a:pt x="29" y="4"/>
                    <a:pt x="24" y="14"/>
                  </a:cubicBezTo>
                  <a:cubicBezTo>
                    <a:pt x="0" y="26"/>
                    <a:pt x="0" y="50"/>
                    <a:pt x="12" y="62"/>
                  </a:cubicBezTo>
                  <a:lnTo>
                    <a:pt x="679" y="872"/>
                  </a:lnTo>
                  <a:cubicBezTo>
                    <a:pt x="691" y="884"/>
                    <a:pt x="703" y="884"/>
                    <a:pt x="715" y="884"/>
                  </a:cubicBezTo>
                  <a:cubicBezTo>
                    <a:pt x="715" y="884"/>
                    <a:pt x="727" y="884"/>
                    <a:pt x="727" y="872"/>
                  </a:cubicBezTo>
                  <a:cubicBezTo>
                    <a:pt x="750" y="860"/>
                    <a:pt x="750" y="836"/>
                    <a:pt x="738" y="824"/>
                  </a:cubicBezTo>
                  <a:lnTo>
                    <a:pt x="72" y="14"/>
                  </a:lnTo>
                  <a:cubicBezTo>
                    <a:pt x="65" y="8"/>
                    <a:pt x="54" y="1"/>
                    <a:pt x="4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43"/>
            <p:cNvSpPr/>
            <p:nvPr/>
          </p:nvSpPr>
          <p:spPr>
            <a:xfrm>
              <a:off x="4063900" y="1729200"/>
              <a:ext cx="84850" cy="39950"/>
            </a:xfrm>
            <a:custGeom>
              <a:avLst/>
              <a:gdLst/>
              <a:ahLst/>
              <a:cxnLst/>
              <a:rect l="l" t="t" r="r" b="b"/>
              <a:pathLst>
                <a:path w="3394" h="1598" extrusionOk="0">
                  <a:moveTo>
                    <a:pt x="2798" y="1"/>
                  </a:moveTo>
                  <a:cubicBezTo>
                    <a:pt x="2798" y="1"/>
                    <a:pt x="2929" y="346"/>
                    <a:pt x="2155" y="822"/>
                  </a:cubicBezTo>
                  <a:cubicBezTo>
                    <a:pt x="1772" y="1060"/>
                    <a:pt x="1478" y="1144"/>
                    <a:pt x="1253" y="1144"/>
                  </a:cubicBezTo>
                  <a:cubicBezTo>
                    <a:pt x="688" y="1144"/>
                    <a:pt x="560" y="608"/>
                    <a:pt x="560" y="608"/>
                  </a:cubicBezTo>
                  <a:cubicBezTo>
                    <a:pt x="310" y="703"/>
                    <a:pt x="60" y="942"/>
                    <a:pt x="0" y="1061"/>
                  </a:cubicBezTo>
                  <a:cubicBezTo>
                    <a:pt x="347" y="1441"/>
                    <a:pt x="780" y="1598"/>
                    <a:pt x="1224" y="1598"/>
                  </a:cubicBezTo>
                  <a:cubicBezTo>
                    <a:pt x="1878" y="1598"/>
                    <a:pt x="2556" y="1259"/>
                    <a:pt x="3024" y="799"/>
                  </a:cubicBezTo>
                  <a:cubicBezTo>
                    <a:pt x="3203" y="584"/>
                    <a:pt x="3310" y="358"/>
                    <a:pt x="3393" y="120"/>
                  </a:cubicBezTo>
                  <a:cubicBezTo>
                    <a:pt x="3072" y="25"/>
                    <a:pt x="2798" y="1"/>
                    <a:pt x="279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43"/>
            <p:cNvSpPr/>
            <p:nvPr/>
          </p:nvSpPr>
          <p:spPr>
            <a:xfrm>
              <a:off x="4082950" y="1729200"/>
              <a:ext cx="105725" cy="93175"/>
            </a:xfrm>
            <a:custGeom>
              <a:avLst/>
              <a:gdLst/>
              <a:ahLst/>
              <a:cxnLst/>
              <a:rect l="l" t="t" r="r" b="b"/>
              <a:pathLst>
                <a:path w="4229" h="3727" extrusionOk="0">
                  <a:moveTo>
                    <a:pt x="2036" y="1"/>
                  </a:moveTo>
                  <a:cubicBezTo>
                    <a:pt x="2036" y="1"/>
                    <a:pt x="1803" y="1009"/>
                    <a:pt x="543" y="1009"/>
                  </a:cubicBezTo>
                  <a:cubicBezTo>
                    <a:pt x="380" y="1009"/>
                    <a:pt x="200" y="992"/>
                    <a:pt x="0" y="953"/>
                  </a:cubicBezTo>
                  <a:lnTo>
                    <a:pt x="0" y="953"/>
                  </a:lnTo>
                  <a:cubicBezTo>
                    <a:pt x="0" y="954"/>
                    <a:pt x="405" y="3501"/>
                    <a:pt x="1965" y="3704"/>
                  </a:cubicBezTo>
                  <a:cubicBezTo>
                    <a:pt x="2083" y="3719"/>
                    <a:pt x="2197" y="3726"/>
                    <a:pt x="2306" y="3726"/>
                  </a:cubicBezTo>
                  <a:cubicBezTo>
                    <a:pt x="3639" y="3726"/>
                    <a:pt x="4228" y="2629"/>
                    <a:pt x="3810" y="1573"/>
                  </a:cubicBezTo>
                  <a:cubicBezTo>
                    <a:pt x="3370" y="441"/>
                    <a:pt x="2036" y="1"/>
                    <a:pt x="20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43"/>
            <p:cNvSpPr/>
            <p:nvPr/>
          </p:nvSpPr>
          <p:spPr>
            <a:xfrm>
              <a:off x="4088300" y="1734875"/>
              <a:ext cx="95750" cy="84275"/>
            </a:xfrm>
            <a:custGeom>
              <a:avLst/>
              <a:gdLst/>
              <a:ahLst/>
              <a:cxnLst/>
              <a:rect l="l" t="t" r="r" b="b"/>
              <a:pathLst>
                <a:path w="3830" h="3371" extrusionOk="0">
                  <a:moveTo>
                    <a:pt x="1882" y="0"/>
                  </a:moveTo>
                  <a:cubicBezTo>
                    <a:pt x="1882" y="0"/>
                    <a:pt x="1641" y="932"/>
                    <a:pt x="445" y="932"/>
                  </a:cubicBezTo>
                  <a:cubicBezTo>
                    <a:pt x="310" y="932"/>
                    <a:pt x="162" y="920"/>
                    <a:pt x="0" y="893"/>
                  </a:cubicBezTo>
                  <a:lnTo>
                    <a:pt x="0" y="893"/>
                  </a:lnTo>
                  <a:cubicBezTo>
                    <a:pt x="0" y="893"/>
                    <a:pt x="453" y="3024"/>
                    <a:pt x="1751" y="3322"/>
                  </a:cubicBezTo>
                  <a:cubicBezTo>
                    <a:pt x="1891" y="3355"/>
                    <a:pt x="2026" y="3370"/>
                    <a:pt x="2154" y="3370"/>
                  </a:cubicBezTo>
                  <a:cubicBezTo>
                    <a:pt x="3229" y="3370"/>
                    <a:pt x="3829" y="2286"/>
                    <a:pt x="3489" y="1381"/>
                  </a:cubicBezTo>
                  <a:cubicBezTo>
                    <a:pt x="3096" y="369"/>
                    <a:pt x="1882" y="0"/>
                    <a:pt x="188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43"/>
            <p:cNvSpPr/>
            <p:nvPr/>
          </p:nvSpPr>
          <p:spPr>
            <a:xfrm>
              <a:off x="4072300" y="1743400"/>
              <a:ext cx="13350" cy="18000"/>
            </a:xfrm>
            <a:custGeom>
              <a:avLst/>
              <a:gdLst/>
              <a:ahLst/>
              <a:cxnLst/>
              <a:rect l="l" t="t" r="r" b="b"/>
              <a:pathLst>
                <a:path w="534" h="720" extrusionOk="0">
                  <a:moveTo>
                    <a:pt x="176" y="0"/>
                  </a:moveTo>
                  <a:cubicBezTo>
                    <a:pt x="108" y="0"/>
                    <a:pt x="0" y="114"/>
                    <a:pt x="9" y="159"/>
                  </a:cubicBezTo>
                  <a:cubicBezTo>
                    <a:pt x="9" y="159"/>
                    <a:pt x="318" y="720"/>
                    <a:pt x="521" y="720"/>
                  </a:cubicBezTo>
                  <a:cubicBezTo>
                    <a:pt x="525" y="720"/>
                    <a:pt x="529" y="719"/>
                    <a:pt x="533" y="719"/>
                  </a:cubicBezTo>
                  <a:lnTo>
                    <a:pt x="509" y="445"/>
                  </a:lnTo>
                  <a:cubicBezTo>
                    <a:pt x="509" y="445"/>
                    <a:pt x="295" y="266"/>
                    <a:pt x="224" y="40"/>
                  </a:cubicBezTo>
                  <a:cubicBezTo>
                    <a:pt x="215" y="12"/>
                    <a:pt x="198" y="0"/>
                    <a:pt x="17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43"/>
            <p:cNvSpPr/>
            <p:nvPr/>
          </p:nvSpPr>
          <p:spPr>
            <a:xfrm>
              <a:off x="4046925" y="1742900"/>
              <a:ext cx="31875" cy="17600"/>
            </a:xfrm>
            <a:custGeom>
              <a:avLst/>
              <a:gdLst/>
              <a:ahLst/>
              <a:cxnLst/>
              <a:rect l="l" t="t" r="r" b="b"/>
              <a:pathLst>
                <a:path w="1275" h="704" extrusionOk="0">
                  <a:moveTo>
                    <a:pt x="1001" y="155"/>
                  </a:moveTo>
                  <a:lnTo>
                    <a:pt x="1001" y="155"/>
                  </a:lnTo>
                  <a:cubicBezTo>
                    <a:pt x="741" y="405"/>
                    <a:pt x="454" y="545"/>
                    <a:pt x="290" y="545"/>
                  </a:cubicBezTo>
                  <a:cubicBezTo>
                    <a:pt x="266" y="545"/>
                    <a:pt x="245" y="542"/>
                    <a:pt x="227" y="536"/>
                  </a:cubicBezTo>
                  <a:cubicBezTo>
                    <a:pt x="203" y="525"/>
                    <a:pt x="167" y="501"/>
                    <a:pt x="155" y="429"/>
                  </a:cubicBezTo>
                  <a:cubicBezTo>
                    <a:pt x="155" y="394"/>
                    <a:pt x="167" y="370"/>
                    <a:pt x="191" y="346"/>
                  </a:cubicBezTo>
                  <a:cubicBezTo>
                    <a:pt x="322" y="215"/>
                    <a:pt x="727" y="167"/>
                    <a:pt x="1001" y="155"/>
                  </a:cubicBezTo>
                  <a:close/>
                  <a:moveTo>
                    <a:pt x="1154" y="1"/>
                  </a:moveTo>
                  <a:cubicBezTo>
                    <a:pt x="975" y="1"/>
                    <a:pt x="301" y="10"/>
                    <a:pt x="84" y="239"/>
                  </a:cubicBezTo>
                  <a:cubicBezTo>
                    <a:pt x="24" y="298"/>
                    <a:pt x="0" y="370"/>
                    <a:pt x="0" y="441"/>
                  </a:cubicBezTo>
                  <a:cubicBezTo>
                    <a:pt x="12" y="560"/>
                    <a:pt x="72" y="644"/>
                    <a:pt x="179" y="679"/>
                  </a:cubicBezTo>
                  <a:cubicBezTo>
                    <a:pt x="215" y="691"/>
                    <a:pt x="250" y="703"/>
                    <a:pt x="286" y="703"/>
                  </a:cubicBezTo>
                  <a:cubicBezTo>
                    <a:pt x="548" y="703"/>
                    <a:pt x="941" y="465"/>
                    <a:pt x="1251" y="132"/>
                  </a:cubicBezTo>
                  <a:cubicBezTo>
                    <a:pt x="1262" y="108"/>
                    <a:pt x="1274" y="72"/>
                    <a:pt x="1262" y="48"/>
                  </a:cubicBezTo>
                  <a:cubicBezTo>
                    <a:pt x="1251" y="13"/>
                    <a:pt x="1215" y="1"/>
                    <a:pt x="1191" y="1"/>
                  </a:cubicBezTo>
                  <a:cubicBezTo>
                    <a:pt x="1184" y="1"/>
                    <a:pt x="1171" y="1"/>
                    <a:pt x="115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43"/>
            <p:cNvSpPr/>
            <p:nvPr/>
          </p:nvSpPr>
          <p:spPr>
            <a:xfrm>
              <a:off x="4050200" y="1742750"/>
              <a:ext cx="26800" cy="33225"/>
            </a:xfrm>
            <a:custGeom>
              <a:avLst/>
              <a:gdLst/>
              <a:ahLst/>
              <a:cxnLst/>
              <a:rect l="l" t="t" r="r" b="b"/>
              <a:pathLst>
                <a:path w="1072" h="1329" extrusionOk="0">
                  <a:moveTo>
                    <a:pt x="858" y="269"/>
                  </a:moveTo>
                  <a:cubicBezTo>
                    <a:pt x="715" y="769"/>
                    <a:pt x="536" y="1173"/>
                    <a:pt x="441" y="1173"/>
                  </a:cubicBezTo>
                  <a:cubicBezTo>
                    <a:pt x="441" y="1173"/>
                    <a:pt x="429" y="1173"/>
                    <a:pt x="405" y="1126"/>
                  </a:cubicBezTo>
                  <a:cubicBezTo>
                    <a:pt x="262" y="816"/>
                    <a:pt x="631" y="459"/>
                    <a:pt x="858" y="269"/>
                  </a:cubicBezTo>
                  <a:close/>
                  <a:moveTo>
                    <a:pt x="995" y="1"/>
                  </a:moveTo>
                  <a:cubicBezTo>
                    <a:pt x="980" y="1"/>
                    <a:pt x="965" y="7"/>
                    <a:pt x="953" y="19"/>
                  </a:cubicBezTo>
                  <a:cubicBezTo>
                    <a:pt x="917" y="42"/>
                    <a:pt x="0" y="626"/>
                    <a:pt x="262" y="1185"/>
                  </a:cubicBezTo>
                  <a:cubicBezTo>
                    <a:pt x="322" y="1304"/>
                    <a:pt x="393" y="1328"/>
                    <a:pt x="441" y="1328"/>
                  </a:cubicBezTo>
                  <a:lnTo>
                    <a:pt x="453" y="1328"/>
                  </a:lnTo>
                  <a:cubicBezTo>
                    <a:pt x="727" y="1304"/>
                    <a:pt x="977" y="459"/>
                    <a:pt x="1072" y="102"/>
                  </a:cubicBezTo>
                  <a:cubicBezTo>
                    <a:pt x="1072" y="66"/>
                    <a:pt x="1060" y="42"/>
                    <a:pt x="1036" y="19"/>
                  </a:cubicBezTo>
                  <a:cubicBezTo>
                    <a:pt x="1024" y="7"/>
                    <a:pt x="1009" y="1"/>
                    <a:pt x="99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43"/>
            <p:cNvSpPr/>
            <p:nvPr/>
          </p:nvSpPr>
          <p:spPr>
            <a:xfrm>
              <a:off x="4075800" y="1681475"/>
              <a:ext cx="25925" cy="6675"/>
            </a:xfrm>
            <a:custGeom>
              <a:avLst/>
              <a:gdLst/>
              <a:ahLst/>
              <a:cxnLst/>
              <a:rect l="l" t="t" r="r" b="b"/>
              <a:pathLst>
                <a:path w="1037" h="267" extrusionOk="0">
                  <a:moveTo>
                    <a:pt x="439" y="0"/>
                  </a:moveTo>
                  <a:cubicBezTo>
                    <a:pt x="187" y="0"/>
                    <a:pt x="0" y="29"/>
                    <a:pt x="0" y="29"/>
                  </a:cubicBezTo>
                  <a:cubicBezTo>
                    <a:pt x="0" y="29"/>
                    <a:pt x="0" y="124"/>
                    <a:pt x="48" y="255"/>
                  </a:cubicBezTo>
                  <a:cubicBezTo>
                    <a:pt x="165" y="235"/>
                    <a:pt x="326" y="216"/>
                    <a:pt x="509" y="216"/>
                  </a:cubicBezTo>
                  <a:cubicBezTo>
                    <a:pt x="661" y="216"/>
                    <a:pt x="828" y="229"/>
                    <a:pt x="1000" y="267"/>
                  </a:cubicBezTo>
                  <a:cubicBezTo>
                    <a:pt x="1036" y="160"/>
                    <a:pt x="1036" y="64"/>
                    <a:pt x="1036" y="64"/>
                  </a:cubicBezTo>
                  <a:cubicBezTo>
                    <a:pt x="833" y="15"/>
                    <a:pt x="619" y="0"/>
                    <a:pt x="4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43"/>
            <p:cNvSpPr/>
            <p:nvPr/>
          </p:nvSpPr>
          <p:spPr>
            <a:xfrm>
              <a:off x="4076975" y="1686850"/>
              <a:ext cx="23850" cy="9950"/>
            </a:xfrm>
            <a:custGeom>
              <a:avLst/>
              <a:gdLst/>
              <a:ahLst/>
              <a:cxnLst/>
              <a:rect l="l" t="t" r="r" b="b"/>
              <a:pathLst>
                <a:path w="954" h="398" extrusionOk="0">
                  <a:moveTo>
                    <a:pt x="462" y="1"/>
                  </a:moveTo>
                  <a:cubicBezTo>
                    <a:pt x="279" y="1"/>
                    <a:pt x="118" y="20"/>
                    <a:pt x="1" y="40"/>
                  </a:cubicBezTo>
                  <a:cubicBezTo>
                    <a:pt x="49" y="207"/>
                    <a:pt x="180" y="397"/>
                    <a:pt x="453" y="397"/>
                  </a:cubicBezTo>
                  <a:cubicBezTo>
                    <a:pt x="787" y="397"/>
                    <a:pt x="906" y="207"/>
                    <a:pt x="953" y="52"/>
                  </a:cubicBezTo>
                  <a:cubicBezTo>
                    <a:pt x="781" y="14"/>
                    <a:pt x="614" y="1"/>
                    <a:pt x="46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43"/>
            <p:cNvSpPr/>
            <p:nvPr/>
          </p:nvSpPr>
          <p:spPr>
            <a:xfrm>
              <a:off x="4039175" y="1664500"/>
              <a:ext cx="28000" cy="19500"/>
            </a:xfrm>
            <a:custGeom>
              <a:avLst/>
              <a:gdLst/>
              <a:ahLst/>
              <a:cxnLst/>
              <a:rect l="l" t="t" r="r" b="b"/>
              <a:pathLst>
                <a:path w="1120" h="780" extrusionOk="0">
                  <a:moveTo>
                    <a:pt x="604" y="1"/>
                  </a:moveTo>
                  <a:cubicBezTo>
                    <a:pt x="546" y="1"/>
                    <a:pt x="483" y="13"/>
                    <a:pt x="418" y="41"/>
                  </a:cubicBezTo>
                  <a:cubicBezTo>
                    <a:pt x="1" y="220"/>
                    <a:pt x="144" y="755"/>
                    <a:pt x="144" y="755"/>
                  </a:cubicBezTo>
                  <a:cubicBezTo>
                    <a:pt x="144" y="767"/>
                    <a:pt x="156" y="779"/>
                    <a:pt x="168" y="779"/>
                  </a:cubicBezTo>
                  <a:lnTo>
                    <a:pt x="179" y="779"/>
                  </a:lnTo>
                  <a:cubicBezTo>
                    <a:pt x="191" y="779"/>
                    <a:pt x="203" y="755"/>
                    <a:pt x="203" y="743"/>
                  </a:cubicBezTo>
                  <a:cubicBezTo>
                    <a:pt x="191" y="720"/>
                    <a:pt x="72" y="243"/>
                    <a:pt x="441" y="89"/>
                  </a:cubicBezTo>
                  <a:cubicBezTo>
                    <a:pt x="499" y="65"/>
                    <a:pt x="553" y="54"/>
                    <a:pt x="604" y="54"/>
                  </a:cubicBezTo>
                  <a:cubicBezTo>
                    <a:pt x="879" y="54"/>
                    <a:pt x="1050" y="354"/>
                    <a:pt x="1060" y="374"/>
                  </a:cubicBezTo>
                  <a:cubicBezTo>
                    <a:pt x="1072" y="386"/>
                    <a:pt x="1084" y="386"/>
                    <a:pt x="1096" y="386"/>
                  </a:cubicBezTo>
                  <a:cubicBezTo>
                    <a:pt x="1108" y="374"/>
                    <a:pt x="1120" y="362"/>
                    <a:pt x="1108" y="339"/>
                  </a:cubicBezTo>
                  <a:cubicBezTo>
                    <a:pt x="1108" y="339"/>
                    <a:pt x="914" y="1"/>
                    <a:pt x="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43"/>
            <p:cNvSpPr/>
            <p:nvPr/>
          </p:nvSpPr>
          <p:spPr>
            <a:xfrm>
              <a:off x="4035025" y="1680400"/>
              <a:ext cx="8950" cy="1800"/>
            </a:xfrm>
            <a:custGeom>
              <a:avLst/>
              <a:gdLst/>
              <a:ahLst/>
              <a:cxnLst/>
              <a:rect l="l" t="t" r="r" b="b"/>
              <a:pathLst>
                <a:path w="358" h="72" extrusionOk="0">
                  <a:moveTo>
                    <a:pt x="24" y="0"/>
                  </a:moveTo>
                  <a:cubicBezTo>
                    <a:pt x="12" y="0"/>
                    <a:pt x="0" y="12"/>
                    <a:pt x="0" y="36"/>
                  </a:cubicBezTo>
                  <a:cubicBezTo>
                    <a:pt x="0" y="48"/>
                    <a:pt x="12" y="60"/>
                    <a:pt x="24" y="60"/>
                  </a:cubicBezTo>
                  <a:lnTo>
                    <a:pt x="322" y="72"/>
                  </a:lnTo>
                  <a:cubicBezTo>
                    <a:pt x="334" y="72"/>
                    <a:pt x="345" y="60"/>
                    <a:pt x="345" y="48"/>
                  </a:cubicBezTo>
                  <a:cubicBezTo>
                    <a:pt x="357" y="36"/>
                    <a:pt x="345" y="24"/>
                    <a:pt x="322" y="24"/>
                  </a:cubicBezTo>
                  <a:lnTo>
                    <a:pt x="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43"/>
            <p:cNvSpPr/>
            <p:nvPr/>
          </p:nvSpPr>
          <p:spPr>
            <a:xfrm>
              <a:off x="4035900" y="1677125"/>
              <a:ext cx="7175" cy="2100"/>
            </a:xfrm>
            <a:custGeom>
              <a:avLst/>
              <a:gdLst/>
              <a:ahLst/>
              <a:cxnLst/>
              <a:rect l="l" t="t" r="r" b="b"/>
              <a:pathLst>
                <a:path w="287" h="84" extrusionOk="0">
                  <a:moveTo>
                    <a:pt x="48" y="0"/>
                  </a:moveTo>
                  <a:cubicBezTo>
                    <a:pt x="25" y="0"/>
                    <a:pt x="13" y="12"/>
                    <a:pt x="13" y="24"/>
                  </a:cubicBezTo>
                  <a:cubicBezTo>
                    <a:pt x="1" y="48"/>
                    <a:pt x="25" y="60"/>
                    <a:pt x="37" y="60"/>
                  </a:cubicBezTo>
                  <a:lnTo>
                    <a:pt x="239" y="84"/>
                  </a:lnTo>
                  <a:lnTo>
                    <a:pt x="251" y="84"/>
                  </a:lnTo>
                  <a:cubicBezTo>
                    <a:pt x="263" y="84"/>
                    <a:pt x="275" y="72"/>
                    <a:pt x="275" y="60"/>
                  </a:cubicBezTo>
                  <a:cubicBezTo>
                    <a:pt x="287" y="36"/>
                    <a:pt x="275" y="24"/>
                    <a:pt x="251" y="24"/>
                  </a:cubicBezTo>
                  <a:lnTo>
                    <a:pt x="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43"/>
            <p:cNvSpPr/>
            <p:nvPr/>
          </p:nvSpPr>
          <p:spPr>
            <a:xfrm>
              <a:off x="4098725" y="1641300"/>
              <a:ext cx="28600" cy="19475"/>
            </a:xfrm>
            <a:custGeom>
              <a:avLst/>
              <a:gdLst/>
              <a:ahLst/>
              <a:cxnLst/>
              <a:rect l="l" t="t" r="r" b="b"/>
              <a:pathLst>
                <a:path w="1144" h="779" extrusionOk="0">
                  <a:moveTo>
                    <a:pt x="609" y="0"/>
                  </a:moveTo>
                  <a:cubicBezTo>
                    <a:pt x="549" y="0"/>
                    <a:pt x="484" y="12"/>
                    <a:pt x="417" y="40"/>
                  </a:cubicBezTo>
                  <a:cubicBezTo>
                    <a:pt x="0" y="219"/>
                    <a:pt x="167" y="755"/>
                    <a:pt x="167" y="755"/>
                  </a:cubicBezTo>
                  <a:cubicBezTo>
                    <a:pt x="167" y="767"/>
                    <a:pt x="179" y="779"/>
                    <a:pt x="191" y="779"/>
                  </a:cubicBezTo>
                  <a:lnTo>
                    <a:pt x="202" y="779"/>
                  </a:lnTo>
                  <a:cubicBezTo>
                    <a:pt x="214" y="779"/>
                    <a:pt x="226" y="755"/>
                    <a:pt x="226" y="743"/>
                  </a:cubicBezTo>
                  <a:cubicBezTo>
                    <a:pt x="214" y="719"/>
                    <a:pt x="72" y="255"/>
                    <a:pt x="441" y="100"/>
                  </a:cubicBezTo>
                  <a:cubicBezTo>
                    <a:pt x="504" y="72"/>
                    <a:pt x="563" y="61"/>
                    <a:pt x="619" y="61"/>
                  </a:cubicBezTo>
                  <a:cubicBezTo>
                    <a:pt x="898" y="61"/>
                    <a:pt x="1074" y="354"/>
                    <a:pt x="1084" y="374"/>
                  </a:cubicBezTo>
                  <a:cubicBezTo>
                    <a:pt x="1095" y="386"/>
                    <a:pt x="1107" y="386"/>
                    <a:pt x="1119" y="386"/>
                  </a:cubicBezTo>
                  <a:cubicBezTo>
                    <a:pt x="1143" y="374"/>
                    <a:pt x="1143" y="362"/>
                    <a:pt x="1131" y="338"/>
                  </a:cubicBezTo>
                  <a:cubicBezTo>
                    <a:pt x="1131" y="338"/>
                    <a:pt x="929" y="0"/>
                    <a:pt x="6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43"/>
            <p:cNvSpPr/>
            <p:nvPr/>
          </p:nvSpPr>
          <p:spPr>
            <a:xfrm>
              <a:off x="4124600" y="1642375"/>
              <a:ext cx="6575" cy="7100"/>
            </a:xfrm>
            <a:custGeom>
              <a:avLst/>
              <a:gdLst/>
              <a:ahLst/>
              <a:cxnLst/>
              <a:rect l="l" t="t" r="r" b="b"/>
              <a:pathLst>
                <a:path w="263" h="284" extrusionOk="0">
                  <a:moveTo>
                    <a:pt x="227" y="0"/>
                  </a:moveTo>
                  <a:cubicBezTo>
                    <a:pt x="218" y="0"/>
                    <a:pt x="209" y="3"/>
                    <a:pt x="203" y="9"/>
                  </a:cubicBezTo>
                  <a:lnTo>
                    <a:pt x="13" y="235"/>
                  </a:lnTo>
                  <a:cubicBezTo>
                    <a:pt x="1" y="247"/>
                    <a:pt x="1" y="271"/>
                    <a:pt x="13" y="283"/>
                  </a:cubicBezTo>
                  <a:lnTo>
                    <a:pt x="37" y="283"/>
                  </a:lnTo>
                  <a:cubicBezTo>
                    <a:pt x="37" y="283"/>
                    <a:pt x="49" y="283"/>
                    <a:pt x="60" y="271"/>
                  </a:cubicBezTo>
                  <a:lnTo>
                    <a:pt x="251" y="45"/>
                  </a:lnTo>
                  <a:cubicBezTo>
                    <a:pt x="263" y="33"/>
                    <a:pt x="263" y="21"/>
                    <a:pt x="251" y="9"/>
                  </a:cubicBezTo>
                  <a:cubicBezTo>
                    <a:pt x="245" y="3"/>
                    <a:pt x="236" y="0"/>
                    <a:pt x="2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43"/>
            <p:cNvSpPr/>
            <p:nvPr/>
          </p:nvSpPr>
          <p:spPr>
            <a:xfrm>
              <a:off x="4122825" y="1640900"/>
              <a:ext cx="5075" cy="5875"/>
            </a:xfrm>
            <a:custGeom>
              <a:avLst/>
              <a:gdLst/>
              <a:ahLst/>
              <a:cxnLst/>
              <a:rect l="l" t="t" r="r" b="b"/>
              <a:pathLst>
                <a:path w="203" h="235" extrusionOk="0">
                  <a:moveTo>
                    <a:pt x="160" y="1"/>
                  </a:moveTo>
                  <a:cubicBezTo>
                    <a:pt x="149" y="1"/>
                    <a:pt x="138" y="7"/>
                    <a:pt x="131" y="21"/>
                  </a:cubicBezTo>
                  <a:lnTo>
                    <a:pt x="12" y="175"/>
                  </a:lnTo>
                  <a:cubicBezTo>
                    <a:pt x="0" y="199"/>
                    <a:pt x="0" y="211"/>
                    <a:pt x="12" y="223"/>
                  </a:cubicBezTo>
                  <a:cubicBezTo>
                    <a:pt x="24" y="235"/>
                    <a:pt x="36" y="235"/>
                    <a:pt x="36" y="235"/>
                  </a:cubicBezTo>
                  <a:cubicBezTo>
                    <a:pt x="48" y="235"/>
                    <a:pt x="60" y="235"/>
                    <a:pt x="60" y="223"/>
                  </a:cubicBezTo>
                  <a:lnTo>
                    <a:pt x="191" y="56"/>
                  </a:lnTo>
                  <a:cubicBezTo>
                    <a:pt x="203" y="44"/>
                    <a:pt x="203" y="21"/>
                    <a:pt x="179" y="9"/>
                  </a:cubicBezTo>
                  <a:cubicBezTo>
                    <a:pt x="174" y="4"/>
                    <a:pt x="167" y="1"/>
                    <a:pt x="1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43"/>
            <p:cNvSpPr/>
            <p:nvPr/>
          </p:nvSpPr>
          <p:spPr>
            <a:xfrm>
              <a:off x="4030550" y="1868925"/>
              <a:ext cx="248575" cy="248575"/>
            </a:xfrm>
            <a:custGeom>
              <a:avLst/>
              <a:gdLst/>
              <a:ahLst/>
              <a:cxnLst/>
              <a:rect l="l" t="t" r="r" b="b"/>
              <a:pathLst>
                <a:path w="9943" h="9943" extrusionOk="0">
                  <a:moveTo>
                    <a:pt x="1266" y="0"/>
                  </a:moveTo>
                  <a:cubicBezTo>
                    <a:pt x="1138" y="0"/>
                    <a:pt x="1029" y="24"/>
                    <a:pt x="953" y="79"/>
                  </a:cubicBezTo>
                  <a:cubicBezTo>
                    <a:pt x="608" y="341"/>
                    <a:pt x="1132" y="520"/>
                    <a:pt x="1132" y="520"/>
                  </a:cubicBezTo>
                  <a:cubicBezTo>
                    <a:pt x="1132" y="520"/>
                    <a:pt x="1004" y="501"/>
                    <a:pt x="852" y="501"/>
                  </a:cubicBezTo>
                  <a:cubicBezTo>
                    <a:pt x="625" y="501"/>
                    <a:pt x="343" y="544"/>
                    <a:pt x="358" y="758"/>
                  </a:cubicBezTo>
                  <a:cubicBezTo>
                    <a:pt x="382" y="1115"/>
                    <a:pt x="655" y="1234"/>
                    <a:pt x="655" y="1234"/>
                  </a:cubicBezTo>
                  <a:cubicBezTo>
                    <a:pt x="655" y="1234"/>
                    <a:pt x="1" y="1329"/>
                    <a:pt x="167" y="1794"/>
                  </a:cubicBezTo>
                  <a:cubicBezTo>
                    <a:pt x="247" y="1997"/>
                    <a:pt x="477" y="2023"/>
                    <a:pt x="591" y="2023"/>
                  </a:cubicBezTo>
                  <a:cubicBezTo>
                    <a:pt x="630" y="2023"/>
                    <a:pt x="655" y="2020"/>
                    <a:pt x="655" y="2020"/>
                  </a:cubicBezTo>
                  <a:lnTo>
                    <a:pt x="655" y="2020"/>
                  </a:lnTo>
                  <a:cubicBezTo>
                    <a:pt x="655" y="2020"/>
                    <a:pt x="286" y="2187"/>
                    <a:pt x="393" y="2472"/>
                  </a:cubicBezTo>
                  <a:cubicBezTo>
                    <a:pt x="444" y="2631"/>
                    <a:pt x="613" y="2668"/>
                    <a:pt x="759" y="2668"/>
                  </a:cubicBezTo>
                  <a:cubicBezTo>
                    <a:pt x="888" y="2668"/>
                    <a:pt x="1001" y="2639"/>
                    <a:pt x="1001" y="2639"/>
                  </a:cubicBezTo>
                  <a:lnTo>
                    <a:pt x="1001" y="2639"/>
                  </a:lnTo>
                  <a:cubicBezTo>
                    <a:pt x="1001" y="2639"/>
                    <a:pt x="798" y="2794"/>
                    <a:pt x="929" y="3092"/>
                  </a:cubicBezTo>
                  <a:cubicBezTo>
                    <a:pt x="1005" y="3278"/>
                    <a:pt x="1425" y="3416"/>
                    <a:pt x="1892" y="3416"/>
                  </a:cubicBezTo>
                  <a:cubicBezTo>
                    <a:pt x="2082" y="3416"/>
                    <a:pt x="2279" y="3393"/>
                    <a:pt x="2465" y="3342"/>
                  </a:cubicBezTo>
                  <a:cubicBezTo>
                    <a:pt x="2703" y="4032"/>
                    <a:pt x="3406" y="5985"/>
                    <a:pt x="4739" y="8068"/>
                  </a:cubicBezTo>
                  <a:cubicBezTo>
                    <a:pt x="4751" y="8092"/>
                    <a:pt x="4763" y="8128"/>
                    <a:pt x="4787" y="8152"/>
                  </a:cubicBezTo>
                  <a:cubicBezTo>
                    <a:pt x="5645" y="9590"/>
                    <a:pt x="6044" y="9942"/>
                    <a:pt x="6678" y="9942"/>
                  </a:cubicBezTo>
                  <a:cubicBezTo>
                    <a:pt x="6721" y="9942"/>
                    <a:pt x="6765" y="9941"/>
                    <a:pt x="6811" y="9938"/>
                  </a:cubicBezTo>
                  <a:cubicBezTo>
                    <a:pt x="6870" y="9926"/>
                    <a:pt x="7728" y="9616"/>
                    <a:pt x="7787" y="9592"/>
                  </a:cubicBezTo>
                  <a:cubicBezTo>
                    <a:pt x="8537" y="9235"/>
                    <a:pt x="9264" y="8830"/>
                    <a:pt x="9942" y="8354"/>
                  </a:cubicBezTo>
                  <a:cubicBezTo>
                    <a:pt x="8871" y="7580"/>
                    <a:pt x="7966" y="6556"/>
                    <a:pt x="7359" y="5378"/>
                  </a:cubicBezTo>
                  <a:cubicBezTo>
                    <a:pt x="7323" y="5413"/>
                    <a:pt x="7287" y="5437"/>
                    <a:pt x="7251" y="5473"/>
                  </a:cubicBezTo>
                  <a:cubicBezTo>
                    <a:pt x="6168" y="4211"/>
                    <a:pt x="4989" y="3008"/>
                    <a:pt x="4608" y="2520"/>
                  </a:cubicBezTo>
                  <a:cubicBezTo>
                    <a:pt x="4608" y="2520"/>
                    <a:pt x="4596" y="2508"/>
                    <a:pt x="4596" y="2508"/>
                  </a:cubicBezTo>
                  <a:cubicBezTo>
                    <a:pt x="4561" y="2461"/>
                    <a:pt x="4525" y="2425"/>
                    <a:pt x="4513" y="2389"/>
                  </a:cubicBezTo>
                  <a:lnTo>
                    <a:pt x="4501" y="2389"/>
                  </a:lnTo>
                  <a:cubicBezTo>
                    <a:pt x="4239" y="2032"/>
                    <a:pt x="3525" y="960"/>
                    <a:pt x="2799" y="508"/>
                  </a:cubicBezTo>
                  <a:cubicBezTo>
                    <a:pt x="2480" y="320"/>
                    <a:pt x="1741" y="0"/>
                    <a:pt x="1266" y="0"/>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43"/>
            <p:cNvSpPr/>
            <p:nvPr/>
          </p:nvSpPr>
          <p:spPr>
            <a:xfrm>
              <a:off x="4214500" y="1893800"/>
              <a:ext cx="181850" cy="184000"/>
            </a:xfrm>
            <a:custGeom>
              <a:avLst/>
              <a:gdLst/>
              <a:ahLst/>
              <a:cxnLst/>
              <a:rect l="l" t="t" r="r" b="b"/>
              <a:pathLst>
                <a:path w="7274" h="7360" extrusionOk="0">
                  <a:moveTo>
                    <a:pt x="6675" y="1"/>
                  </a:moveTo>
                  <a:cubicBezTo>
                    <a:pt x="6669" y="1"/>
                    <a:pt x="6663" y="1"/>
                    <a:pt x="6656" y="1"/>
                  </a:cubicBezTo>
                  <a:cubicBezTo>
                    <a:pt x="5442" y="61"/>
                    <a:pt x="4465" y="180"/>
                    <a:pt x="3203" y="215"/>
                  </a:cubicBezTo>
                  <a:cubicBezTo>
                    <a:pt x="2977" y="227"/>
                    <a:pt x="2775" y="370"/>
                    <a:pt x="2715" y="585"/>
                  </a:cubicBezTo>
                  <a:cubicBezTo>
                    <a:pt x="2346" y="1870"/>
                    <a:pt x="1560" y="2966"/>
                    <a:pt x="1" y="4383"/>
                  </a:cubicBezTo>
                  <a:cubicBezTo>
                    <a:pt x="608" y="5561"/>
                    <a:pt x="1513" y="6585"/>
                    <a:pt x="2584" y="7359"/>
                  </a:cubicBezTo>
                  <a:cubicBezTo>
                    <a:pt x="4656" y="5942"/>
                    <a:pt x="6359" y="3883"/>
                    <a:pt x="7192" y="656"/>
                  </a:cubicBezTo>
                  <a:cubicBezTo>
                    <a:pt x="7274" y="317"/>
                    <a:pt x="7023" y="1"/>
                    <a:pt x="6675" y="1"/>
                  </a:cubicBezTo>
                  <a:close/>
                </a:path>
              </a:pathLst>
            </a:custGeom>
            <a:solidFill>
              <a:srgbClr val="ECA3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43"/>
            <p:cNvSpPr/>
            <p:nvPr/>
          </p:nvSpPr>
          <p:spPr>
            <a:xfrm>
              <a:off x="4332075" y="1841125"/>
              <a:ext cx="93200" cy="39175"/>
            </a:xfrm>
            <a:custGeom>
              <a:avLst/>
              <a:gdLst/>
              <a:ahLst/>
              <a:cxnLst/>
              <a:rect l="l" t="t" r="r" b="b"/>
              <a:pathLst>
                <a:path w="3728" h="1567" extrusionOk="0">
                  <a:moveTo>
                    <a:pt x="3549" y="1"/>
                  </a:moveTo>
                  <a:cubicBezTo>
                    <a:pt x="2441" y="489"/>
                    <a:pt x="1227" y="739"/>
                    <a:pt x="1" y="763"/>
                  </a:cubicBezTo>
                  <a:lnTo>
                    <a:pt x="179" y="1310"/>
                  </a:lnTo>
                  <a:cubicBezTo>
                    <a:pt x="551" y="1493"/>
                    <a:pt x="967" y="1566"/>
                    <a:pt x="1381" y="1566"/>
                  </a:cubicBezTo>
                  <a:cubicBezTo>
                    <a:pt x="2451" y="1566"/>
                    <a:pt x="3504" y="1076"/>
                    <a:pt x="3727" y="715"/>
                  </a:cubicBezTo>
                  <a:lnTo>
                    <a:pt x="3549" y="1"/>
                  </a:ln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43"/>
            <p:cNvSpPr/>
            <p:nvPr/>
          </p:nvSpPr>
          <p:spPr>
            <a:xfrm>
              <a:off x="4316900" y="1789925"/>
              <a:ext cx="104200" cy="70275"/>
            </a:xfrm>
            <a:custGeom>
              <a:avLst/>
              <a:gdLst/>
              <a:ahLst/>
              <a:cxnLst/>
              <a:rect l="l" t="t" r="r" b="b"/>
              <a:pathLst>
                <a:path w="4168" h="2811" extrusionOk="0">
                  <a:moveTo>
                    <a:pt x="3667" y="1"/>
                  </a:moveTo>
                  <a:lnTo>
                    <a:pt x="0" y="989"/>
                  </a:lnTo>
                  <a:lnTo>
                    <a:pt x="417" y="2239"/>
                  </a:lnTo>
                  <a:lnTo>
                    <a:pt x="608" y="2811"/>
                  </a:lnTo>
                  <a:cubicBezTo>
                    <a:pt x="1834" y="2787"/>
                    <a:pt x="3060" y="2537"/>
                    <a:pt x="4168" y="2049"/>
                  </a:cubicBezTo>
                  <a:lnTo>
                    <a:pt x="3929" y="1084"/>
                  </a:lnTo>
                  <a:lnTo>
                    <a:pt x="3667" y="1"/>
                  </a:lnTo>
                  <a:close/>
                </a:path>
              </a:pathLst>
            </a:custGeom>
            <a:solidFill>
              <a:srgbClr val="ECA3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43"/>
            <p:cNvSpPr/>
            <p:nvPr/>
          </p:nvSpPr>
          <p:spPr>
            <a:xfrm>
              <a:off x="4226100" y="1513275"/>
              <a:ext cx="325975" cy="318875"/>
            </a:xfrm>
            <a:custGeom>
              <a:avLst/>
              <a:gdLst/>
              <a:ahLst/>
              <a:cxnLst/>
              <a:rect l="l" t="t" r="r" b="b"/>
              <a:pathLst>
                <a:path w="13039" h="12755" extrusionOk="0">
                  <a:moveTo>
                    <a:pt x="6334" y="0"/>
                  </a:moveTo>
                  <a:cubicBezTo>
                    <a:pt x="5123" y="0"/>
                    <a:pt x="4048" y="615"/>
                    <a:pt x="3168" y="2042"/>
                  </a:cubicBezTo>
                  <a:cubicBezTo>
                    <a:pt x="3168" y="2042"/>
                    <a:pt x="2668" y="2411"/>
                    <a:pt x="2537" y="3125"/>
                  </a:cubicBezTo>
                  <a:cubicBezTo>
                    <a:pt x="2094" y="5625"/>
                    <a:pt x="1835" y="6149"/>
                    <a:pt x="1547" y="6149"/>
                  </a:cubicBezTo>
                  <a:cubicBezTo>
                    <a:pt x="1401" y="6149"/>
                    <a:pt x="1248" y="6015"/>
                    <a:pt x="1061" y="5935"/>
                  </a:cubicBezTo>
                  <a:cubicBezTo>
                    <a:pt x="1040" y="5926"/>
                    <a:pt x="1021" y="5922"/>
                    <a:pt x="1004" y="5922"/>
                  </a:cubicBezTo>
                  <a:cubicBezTo>
                    <a:pt x="816" y="5922"/>
                    <a:pt x="841" y="6426"/>
                    <a:pt x="787" y="6590"/>
                  </a:cubicBezTo>
                  <a:cubicBezTo>
                    <a:pt x="1" y="8864"/>
                    <a:pt x="382" y="11376"/>
                    <a:pt x="3085" y="12507"/>
                  </a:cubicBezTo>
                  <a:cubicBezTo>
                    <a:pt x="3488" y="12677"/>
                    <a:pt x="3901" y="12754"/>
                    <a:pt x="4320" y="12754"/>
                  </a:cubicBezTo>
                  <a:cubicBezTo>
                    <a:pt x="6144" y="12754"/>
                    <a:pt x="8105" y="11298"/>
                    <a:pt x="10050" y="9614"/>
                  </a:cubicBezTo>
                  <a:cubicBezTo>
                    <a:pt x="13038" y="7019"/>
                    <a:pt x="12288" y="2899"/>
                    <a:pt x="9693" y="1220"/>
                  </a:cubicBezTo>
                  <a:cubicBezTo>
                    <a:pt x="8498" y="448"/>
                    <a:pt x="7366" y="0"/>
                    <a:pt x="6334" y="0"/>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43"/>
            <p:cNvSpPr/>
            <p:nvPr/>
          </p:nvSpPr>
          <p:spPr>
            <a:xfrm>
              <a:off x="4223125" y="1698250"/>
              <a:ext cx="201475" cy="153750"/>
            </a:xfrm>
            <a:custGeom>
              <a:avLst/>
              <a:gdLst/>
              <a:ahLst/>
              <a:cxnLst/>
              <a:rect l="l" t="t" r="r" b="b"/>
              <a:pathLst>
                <a:path w="8059" h="6150" extrusionOk="0">
                  <a:moveTo>
                    <a:pt x="680" y="1"/>
                  </a:moveTo>
                  <a:cubicBezTo>
                    <a:pt x="680" y="1"/>
                    <a:pt x="1" y="822"/>
                    <a:pt x="49" y="2680"/>
                  </a:cubicBezTo>
                  <a:cubicBezTo>
                    <a:pt x="84" y="4739"/>
                    <a:pt x="1180" y="6001"/>
                    <a:pt x="2704" y="6132"/>
                  </a:cubicBezTo>
                  <a:cubicBezTo>
                    <a:pt x="2846" y="6144"/>
                    <a:pt x="2989" y="6150"/>
                    <a:pt x="3132" y="6150"/>
                  </a:cubicBezTo>
                  <a:cubicBezTo>
                    <a:pt x="5454" y="6150"/>
                    <a:pt x="7715" y="4666"/>
                    <a:pt x="7883" y="3858"/>
                  </a:cubicBezTo>
                  <a:cubicBezTo>
                    <a:pt x="8059" y="3003"/>
                    <a:pt x="7519" y="404"/>
                    <a:pt x="6877" y="404"/>
                  </a:cubicBezTo>
                  <a:cubicBezTo>
                    <a:pt x="6867" y="404"/>
                    <a:pt x="6857" y="404"/>
                    <a:pt x="6847" y="406"/>
                  </a:cubicBezTo>
                  <a:cubicBezTo>
                    <a:pt x="6222" y="496"/>
                    <a:pt x="3936" y="2443"/>
                    <a:pt x="3264" y="2443"/>
                  </a:cubicBezTo>
                  <a:cubicBezTo>
                    <a:pt x="3232" y="2443"/>
                    <a:pt x="3204" y="2439"/>
                    <a:pt x="3180" y="2430"/>
                  </a:cubicBezTo>
                  <a:cubicBezTo>
                    <a:pt x="2632" y="2239"/>
                    <a:pt x="2596" y="834"/>
                    <a:pt x="2144" y="417"/>
                  </a:cubicBezTo>
                  <a:cubicBezTo>
                    <a:pt x="1680" y="1"/>
                    <a:pt x="680" y="1"/>
                    <a:pt x="6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43"/>
            <p:cNvSpPr/>
            <p:nvPr/>
          </p:nvSpPr>
          <p:spPr>
            <a:xfrm>
              <a:off x="4388000" y="1554200"/>
              <a:ext cx="235200" cy="284950"/>
            </a:xfrm>
            <a:custGeom>
              <a:avLst/>
              <a:gdLst/>
              <a:ahLst/>
              <a:cxnLst/>
              <a:rect l="l" t="t" r="r" b="b"/>
              <a:pathLst>
                <a:path w="9408" h="11398" extrusionOk="0">
                  <a:moveTo>
                    <a:pt x="5586" y="0"/>
                  </a:moveTo>
                  <a:cubicBezTo>
                    <a:pt x="4467" y="1334"/>
                    <a:pt x="3181" y="2465"/>
                    <a:pt x="1716" y="3286"/>
                  </a:cubicBezTo>
                  <a:cubicBezTo>
                    <a:pt x="1728" y="3298"/>
                    <a:pt x="1740" y="3298"/>
                    <a:pt x="1740" y="3298"/>
                  </a:cubicBezTo>
                  <a:cubicBezTo>
                    <a:pt x="1740" y="3298"/>
                    <a:pt x="1788" y="3536"/>
                    <a:pt x="1169" y="4798"/>
                  </a:cubicBezTo>
                  <a:cubicBezTo>
                    <a:pt x="562" y="6060"/>
                    <a:pt x="966" y="7441"/>
                    <a:pt x="966" y="7441"/>
                  </a:cubicBezTo>
                  <a:cubicBezTo>
                    <a:pt x="966" y="7441"/>
                    <a:pt x="312" y="7906"/>
                    <a:pt x="145" y="8763"/>
                  </a:cubicBezTo>
                  <a:cubicBezTo>
                    <a:pt x="0" y="9565"/>
                    <a:pt x="470" y="11398"/>
                    <a:pt x="2226" y="11398"/>
                  </a:cubicBezTo>
                  <a:cubicBezTo>
                    <a:pt x="2348" y="11398"/>
                    <a:pt x="2475" y="11389"/>
                    <a:pt x="2609" y="11371"/>
                  </a:cubicBezTo>
                  <a:cubicBezTo>
                    <a:pt x="4669" y="11073"/>
                    <a:pt x="5145" y="10156"/>
                    <a:pt x="5145" y="10156"/>
                  </a:cubicBezTo>
                  <a:cubicBezTo>
                    <a:pt x="5145" y="10156"/>
                    <a:pt x="6467" y="10156"/>
                    <a:pt x="7205" y="9120"/>
                  </a:cubicBezTo>
                  <a:cubicBezTo>
                    <a:pt x="9408" y="6013"/>
                    <a:pt x="8479" y="3965"/>
                    <a:pt x="8479" y="3965"/>
                  </a:cubicBezTo>
                  <a:cubicBezTo>
                    <a:pt x="8467" y="1226"/>
                    <a:pt x="5586" y="0"/>
                    <a:pt x="55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43"/>
            <p:cNvSpPr/>
            <p:nvPr/>
          </p:nvSpPr>
          <p:spPr>
            <a:xfrm>
              <a:off x="4256175" y="1476500"/>
              <a:ext cx="277450" cy="180725"/>
            </a:xfrm>
            <a:custGeom>
              <a:avLst/>
              <a:gdLst/>
              <a:ahLst/>
              <a:cxnLst/>
              <a:rect l="l" t="t" r="r" b="b"/>
              <a:pathLst>
                <a:path w="11098" h="7229" extrusionOk="0">
                  <a:moveTo>
                    <a:pt x="4360" y="0"/>
                  </a:moveTo>
                  <a:cubicBezTo>
                    <a:pt x="2110" y="0"/>
                    <a:pt x="2406" y="1977"/>
                    <a:pt x="2406" y="1977"/>
                  </a:cubicBezTo>
                  <a:cubicBezTo>
                    <a:pt x="2406" y="1977"/>
                    <a:pt x="1972" y="1651"/>
                    <a:pt x="1518" y="1651"/>
                  </a:cubicBezTo>
                  <a:cubicBezTo>
                    <a:pt x="1294" y="1651"/>
                    <a:pt x="1066" y="1730"/>
                    <a:pt x="882" y="1965"/>
                  </a:cubicBezTo>
                  <a:cubicBezTo>
                    <a:pt x="322" y="2679"/>
                    <a:pt x="0" y="4394"/>
                    <a:pt x="1644" y="4668"/>
                  </a:cubicBezTo>
                  <a:cubicBezTo>
                    <a:pt x="4251" y="5108"/>
                    <a:pt x="4715" y="6299"/>
                    <a:pt x="5930" y="6906"/>
                  </a:cubicBezTo>
                  <a:cubicBezTo>
                    <a:pt x="6488" y="7178"/>
                    <a:pt x="7069" y="7229"/>
                    <a:pt x="7491" y="7229"/>
                  </a:cubicBezTo>
                  <a:cubicBezTo>
                    <a:pt x="7741" y="7229"/>
                    <a:pt x="7935" y="7211"/>
                    <a:pt x="8036" y="7211"/>
                  </a:cubicBezTo>
                  <a:cubicBezTo>
                    <a:pt x="8063" y="7211"/>
                    <a:pt x="8084" y="7213"/>
                    <a:pt x="8097" y="7216"/>
                  </a:cubicBezTo>
                  <a:cubicBezTo>
                    <a:pt x="9680" y="6430"/>
                    <a:pt x="9883" y="4894"/>
                    <a:pt x="11097" y="3656"/>
                  </a:cubicBezTo>
                  <a:cubicBezTo>
                    <a:pt x="11038" y="3584"/>
                    <a:pt x="10549" y="1882"/>
                    <a:pt x="6966" y="572"/>
                  </a:cubicBezTo>
                  <a:cubicBezTo>
                    <a:pt x="5847" y="160"/>
                    <a:pt x="5000" y="0"/>
                    <a:pt x="43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43"/>
            <p:cNvSpPr/>
            <p:nvPr/>
          </p:nvSpPr>
          <p:spPr>
            <a:xfrm>
              <a:off x="4416025" y="1477850"/>
              <a:ext cx="124425" cy="96900"/>
            </a:xfrm>
            <a:custGeom>
              <a:avLst/>
              <a:gdLst/>
              <a:ahLst/>
              <a:cxnLst/>
              <a:rect l="l" t="t" r="r" b="b"/>
              <a:pathLst>
                <a:path w="4977" h="3876" extrusionOk="0">
                  <a:moveTo>
                    <a:pt x="1088" y="0"/>
                  </a:moveTo>
                  <a:cubicBezTo>
                    <a:pt x="991" y="0"/>
                    <a:pt x="894" y="13"/>
                    <a:pt x="798" y="42"/>
                  </a:cubicBezTo>
                  <a:cubicBezTo>
                    <a:pt x="345" y="173"/>
                    <a:pt x="72" y="613"/>
                    <a:pt x="36" y="1054"/>
                  </a:cubicBezTo>
                  <a:cubicBezTo>
                    <a:pt x="0" y="1482"/>
                    <a:pt x="143" y="1911"/>
                    <a:pt x="286" y="2316"/>
                  </a:cubicBezTo>
                  <a:lnTo>
                    <a:pt x="4977" y="3876"/>
                  </a:lnTo>
                  <a:cubicBezTo>
                    <a:pt x="4429" y="2495"/>
                    <a:pt x="3441" y="1280"/>
                    <a:pt x="2167" y="411"/>
                  </a:cubicBezTo>
                  <a:cubicBezTo>
                    <a:pt x="1853" y="202"/>
                    <a:pt x="1471" y="0"/>
                    <a:pt x="10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43"/>
            <p:cNvSpPr/>
            <p:nvPr/>
          </p:nvSpPr>
          <p:spPr>
            <a:xfrm>
              <a:off x="4380600" y="1575625"/>
              <a:ext cx="625" cy="325"/>
            </a:xfrm>
            <a:custGeom>
              <a:avLst/>
              <a:gdLst/>
              <a:ahLst/>
              <a:cxnLst/>
              <a:rect l="l" t="t" r="r" b="b"/>
              <a:pathLst>
                <a:path w="25" h="13" extrusionOk="0">
                  <a:moveTo>
                    <a:pt x="0" y="12"/>
                  </a:moveTo>
                  <a:lnTo>
                    <a:pt x="24" y="0"/>
                  </a:lnTo>
                  <a:close/>
                </a:path>
              </a:pathLst>
            </a:custGeom>
            <a:solidFill>
              <a:srgbClr val="8558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43"/>
            <p:cNvSpPr/>
            <p:nvPr/>
          </p:nvSpPr>
          <p:spPr>
            <a:xfrm>
              <a:off x="4395175" y="1559250"/>
              <a:ext cx="925" cy="625"/>
            </a:xfrm>
            <a:custGeom>
              <a:avLst/>
              <a:gdLst/>
              <a:ahLst/>
              <a:cxnLst/>
              <a:rect l="l" t="t" r="r" b="b"/>
              <a:pathLst>
                <a:path w="37" h="25" extrusionOk="0">
                  <a:moveTo>
                    <a:pt x="36" y="1"/>
                  </a:moveTo>
                  <a:cubicBezTo>
                    <a:pt x="36" y="1"/>
                    <a:pt x="24" y="1"/>
                    <a:pt x="1" y="24"/>
                  </a:cubicBezTo>
                  <a:cubicBezTo>
                    <a:pt x="25" y="12"/>
                    <a:pt x="36" y="1"/>
                    <a:pt x="36" y="1"/>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43"/>
            <p:cNvSpPr/>
            <p:nvPr/>
          </p:nvSpPr>
          <p:spPr>
            <a:xfrm>
              <a:off x="4315700" y="1602050"/>
              <a:ext cx="59850" cy="54625"/>
            </a:xfrm>
            <a:custGeom>
              <a:avLst/>
              <a:gdLst/>
              <a:ahLst/>
              <a:cxnLst/>
              <a:rect l="l" t="t" r="r" b="b"/>
              <a:pathLst>
                <a:path w="2394" h="2185" extrusionOk="0">
                  <a:moveTo>
                    <a:pt x="581" y="0"/>
                  </a:moveTo>
                  <a:cubicBezTo>
                    <a:pt x="441" y="0"/>
                    <a:pt x="331" y="69"/>
                    <a:pt x="239" y="170"/>
                  </a:cubicBezTo>
                  <a:cubicBezTo>
                    <a:pt x="1" y="432"/>
                    <a:pt x="96" y="932"/>
                    <a:pt x="537" y="1444"/>
                  </a:cubicBezTo>
                  <a:cubicBezTo>
                    <a:pt x="939" y="1919"/>
                    <a:pt x="1264" y="2184"/>
                    <a:pt x="1544" y="2184"/>
                  </a:cubicBezTo>
                  <a:cubicBezTo>
                    <a:pt x="1629" y="2184"/>
                    <a:pt x="1709" y="2160"/>
                    <a:pt x="1787" y="2110"/>
                  </a:cubicBezTo>
                  <a:cubicBezTo>
                    <a:pt x="1787" y="2110"/>
                    <a:pt x="2394" y="1729"/>
                    <a:pt x="1632" y="789"/>
                  </a:cubicBezTo>
                  <a:cubicBezTo>
                    <a:pt x="1150" y="202"/>
                    <a:pt x="821" y="0"/>
                    <a:pt x="5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43"/>
            <p:cNvSpPr/>
            <p:nvPr/>
          </p:nvSpPr>
          <p:spPr>
            <a:xfrm>
              <a:off x="4229100" y="1655600"/>
              <a:ext cx="43225" cy="38550"/>
            </a:xfrm>
            <a:custGeom>
              <a:avLst/>
              <a:gdLst/>
              <a:ahLst/>
              <a:cxnLst/>
              <a:rect l="l" t="t" r="r" b="b"/>
              <a:pathLst>
                <a:path w="1729" h="1542" extrusionOk="0">
                  <a:moveTo>
                    <a:pt x="647" y="0"/>
                  </a:moveTo>
                  <a:cubicBezTo>
                    <a:pt x="500" y="0"/>
                    <a:pt x="170" y="101"/>
                    <a:pt x="95" y="516"/>
                  </a:cubicBezTo>
                  <a:cubicBezTo>
                    <a:pt x="0" y="969"/>
                    <a:pt x="488" y="1397"/>
                    <a:pt x="488" y="1397"/>
                  </a:cubicBezTo>
                  <a:cubicBezTo>
                    <a:pt x="554" y="1499"/>
                    <a:pt x="630" y="1542"/>
                    <a:pt x="710" y="1542"/>
                  </a:cubicBezTo>
                  <a:cubicBezTo>
                    <a:pt x="1148" y="1542"/>
                    <a:pt x="1729" y="270"/>
                    <a:pt x="1688" y="270"/>
                  </a:cubicBezTo>
                  <a:lnTo>
                    <a:pt x="1688" y="270"/>
                  </a:lnTo>
                  <a:cubicBezTo>
                    <a:pt x="1686" y="270"/>
                    <a:pt x="1683" y="273"/>
                    <a:pt x="1679" y="278"/>
                  </a:cubicBezTo>
                  <a:cubicBezTo>
                    <a:pt x="1596" y="377"/>
                    <a:pt x="1508" y="481"/>
                    <a:pt x="1368" y="481"/>
                  </a:cubicBezTo>
                  <a:cubicBezTo>
                    <a:pt x="1305" y="481"/>
                    <a:pt x="1231" y="460"/>
                    <a:pt x="1143" y="409"/>
                  </a:cubicBezTo>
                  <a:cubicBezTo>
                    <a:pt x="869" y="230"/>
                    <a:pt x="810" y="40"/>
                    <a:pt x="691" y="4"/>
                  </a:cubicBezTo>
                  <a:cubicBezTo>
                    <a:pt x="679" y="2"/>
                    <a:pt x="664" y="0"/>
                    <a:pt x="647" y="0"/>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43"/>
            <p:cNvSpPr/>
            <p:nvPr/>
          </p:nvSpPr>
          <p:spPr>
            <a:xfrm>
              <a:off x="4229100" y="1591400"/>
              <a:ext cx="63425" cy="99450"/>
            </a:xfrm>
            <a:custGeom>
              <a:avLst/>
              <a:gdLst/>
              <a:ahLst/>
              <a:cxnLst/>
              <a:rect l="l" t="t" r="r" b="b"/>
              <a:pathLst>
                <a:path w="2537" h="3978" extrusionOk="0">
                  <a:moveTo>
                    <a:pt x="2500" y="0"/>
                  </a:moveTo>
                  <a:cubicBezTo>
                    <a:pt x="2477" y="0"/>
                    <a:pt x="2453" y="12"/>
                    <a:pt x="2453" y="36"/>
                  </a:cubicBezTo>
                  <a:cubicBezTo>
                    <a:pt x="2286" y="762"/>
                    <a:pt x="1810" y="2715"/>
                    <a:pt x="1595" y="2894"/>
                  </a:cubicBezTo>
                  <a:cubicBezTo>
                    <a:pt x="1537" y="2944"/>
                    <a:pt x="1472" y="2969"/>
                    <a:pt x="1401" y="2969"/>
                  </a:cubicBezTo>
                  <a:cubicBezTo>
                    <a:pt x="1254" y="2969"/>
                    <a:pt x="1081" y="2864"/>
                    <a:pt x="881" y="2655"/>
                  </a:cubicBezTo>
                  <a:cubicBezTo>
                    <a:pt x="869" y="2644"/>
                    <a:pt x="869" y="2644"/>
                    <a:pt x="857" y="2632"/>
                  </a:cubicBezTo>
                  <a:cubicBezTo>
                    <a:pt x="765" y="2540"/>
                    <a:pt x="663" y="2492"/>
                    <a:pt x="561" y="2492"/>
                  </a:cubicBezTo>
                  <a:cubicBezTo>
                    <a:pt x="505" y="2492"/>
                    <a:pt x="448" y="2507"/>
                    <a:pt x="393" y="2536"/>
                  </a:cubicBezTo>
                  <a:cubicBezTo>
                    <a:pt x="167" y="2655"/>
                    <a:pt x="0" y="3025"/>
                    <a:pt x="60" y="3322"/>
                  </a:cubicBezTo>
                  <a:cubicBezTo>
                    <a:pt x="119" y="3691"/>
                    <a:pt x="417" y="3953"/>
                    <a:pt x="429" y="3965"/>
                  </a:cubicBezTo>
                  <a:cubicBezTo>
                    <a:pt x="429" y="3965"/>
                    <a:pt x="441" y="3977"/>
                    <a:pt x="441" y="3977"/>
                  </a:cubicBezTo>
                  <a:cubicBezTo>
                    <a:pt x="452" y="3977"/>
                    <a:pt x="476" y="3977"/>
                    <a:pt x="488" y="3965"/>
                  </a:cubicBezTo>
                  <a:cubicBezTo>
                    <a:pt x="500" y="3941"/>
                    <a:pt x="500" y="3918"/>
                    <a:pt x="488" y="3894"/>
                  </a:cubicBezTo>
                  <a:cubicBezTo>
                    <a:pt x="476" y="3894"/>
                    <a:pt x="202" y="3644"/>
                    <a:pt x="143" y="3310"/>
                  </a:cubicBezTo>
                  <a:cubicBezTo>
                    <a:pt x="95" y="3048"/>
                    <a:pt x="238" y="2715"/>
                    <a:pt x="429" y="2608"/>
                  </a:cubicBezTo>
                  <a:cubicBezTo>
                    <a:pt x="470" y="2587"/>
                    <a:pt x="513" y="2576"/>
                    <a:pt x="556" y="2576"/>
                  </a:cubicBezTo>
                  <a:cubicBezTo>
                    <a:pt x="638" y="2576"/>
                    <a:pt x="720" y="2614"/>
                    <a:pt x="798" y="2691"/>
                  </a:cubicBezTo>
                  <a:lnTo>
                    <a:pt x="822" y="2715"/>
                  </a:lnTo>
                  <a:cubicBezTo>
                    <a:pt x="1067" y="2975"/>
                    <a:pt x="1259" y="3061"/>
                    <a:pt x="1407" y="3061"/>
                  </a:cubicBezTo>
                  <a:cubicBezTo>
                    <a:pt x="1510" y="3061"/>
                    <a:pt x="1591" y="3019"/>
                    <a:pt x="1655" y="2965"/>
                  </a:cubicBezTo>
                  <a:cubicBezTo>
                    <a:pt x="1929" y="2715"/>
                    <a:pt x="2465" y="322"/>
                    <a:pt x="2536" y="48"/>
                  </a:cubicBezTo>
                  <a:cubicBezTo>
                    <a:pt x="2536" y="36"/>
                    <a:pt x="2524" y="12"/>
                    <a:pt x="2500" y="0"/>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43"/>
            <p:cNvSpPr/>
            <p:nvPr/>
          </p:nvSpPr>
          <p:spPr>
            <a:xfrm>
              <a:off x="4240400" y="1724925"/>
              <a:ext cx="37825" cy="12950"/>
            </a:xfrm>
            <a:custGeom>
              <a:avLst/>
              <a:gdLst/>
              <a:ahLst/>
              <a:cxnLst/>
              <a:rect l="l" t="t" r="r" b="b"/>
              <a:pathLst>
                <a:path w="1513" h="518" extrusionOk="0">
                  <a:moveTo>
                    <a:pt x="457" y="0"/>
                  </a:moveTo>
                  <a:cubicBezTo>
                    <a:pt x="323" y="0"/>
                    <a:pt x="185" y="9"/>
                    <a:pt x="48" y="29"/>
                  </a:cubicBezTo>
                  <a:cubicBezTo>
                    <a:pt x="48" y="29"/>
                    <a:pt x="0" y="184"/>
                    <a:pt x="12" y="374"/>
                  </a:cubicBezTo>
                  <a:cubicBezTo>
                    <a:pt x="134" y="359"/>
                    <a:pt x="252" y="353"/>
                    <a:pt x="365" y="353"/>
                  </a:cubicBezTo>
                  <a:cubicBezTo>
                    <a:pt x="783" y="353"/>
                    <a:pt x="1135" y="442"/>
                    <a:pt x="1370" y="517"/>
                  </a:cubicBezTo>
                  <a:cubicBezTo>
                    <a:pt x="1465" y="327"/>
                    <a:pt x="1513" y="148"/>
                    <a:pt x="1513" y="148"/>
                  </a:cubicBezTo>
                  <a:cubicBezTo>
                    <a:pt x="1513" y="148"/>
                    <a:pt x="1022" y="0"/>
                    <a:pt x="4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43"/>
            <p:cNvSpPr/>
            <p:nvPr/>
          </p:nvSpPr>
          <p:spPr>
            <a:xfrm>
              <a:off x="4240700" y="1733725"/>
              <a:ext cx="33950" cy="17375"/>
            </a:xfrm>
            <a:custGeom>
              <a:avLst/>
              <a:gdLst/>
              <a:ahLst/>
              <a:cxnLst/>
              <a:rect l="l" t="t" r="r" b="b"/>
              <a:pathLst>
                <a:path w="1358" h="695" extrusionOk="0">
                  <a:moveTo>
                    <a:pt x="353" y="1"/>
                  </a:moveTo>
                  <a:cubicBezTo>
                    <a:pt x="240" y="1"/>
                    <a:pt x="122" y="7"/>
                    <a:pt x="0" y="22"/>
                  </a:cubicBezTo>
                  <a:cubicBezTo>
                    <a:pt x="24" y="296"/>
                    <a:pt x="143" y="641"/>
                    <a:pt x="619" y="689"/>
                  </a:cubicBezTo>
                  <a:cubicBezTo>
                    <a:pt x="647" y="693"/>
                    <a:pt x="673" y="694"/>
                    <a:pt x="699" y="694"/>
                  </a:cubicBezTo>
                  <a:cubicBezTo>
                    <a:pt x="1034" y="694"/>
                    <a:pt x="1247" y="419"/>
                    <a:pt x="1358" y="165"/>
                  </a:cubicBezTo>
                  <a:cubicBezTo>
                    <a:pt x="1123" y="90"/>
                    <a:pt x="771" y="1"/>
                    <a:pt x="35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43"/>
            <p:cNvSpPr/>
            <p:nvPr/>
          </p:nvSpPr>
          <p:spPr>
            <a:xfrm>
              <a:off x="4378500" y="1704175"/>
              <a:ext cx="85550" cy="82875"/>
            </a:xfrm>
            <a:custGeom>
              <a:avLst/>
              <a:gdLst/>
              <a:ahLst/>
              <a:cxnLst/>
              <a:rect l="l" t="t" r="r" b="b"/>
              <a:pathLst>
                <a:path w="3422" h="3315" extrusionOk="0">
                  <a:moveTo>
                    <a:pt x="1350" y="0"/>
                  </a:moveTo>
                  <a:cubicBezTo>
                    <a:pt x="1302" y="0"/>
                    <a:pt x="1275" y="2"/>
                    <a:pt x="1275" y="2"/>
                  </a:cubicBezTo>
                  <a:lnTo>
                    <a:pt x="1" y="1990"/>
                  </a:lnTo>
                  <a:cubicBezTo>
                    <a:pt x="154" y="2787"/>
                    <a:pt x="849" y="3314"/>
                    <a:pt x="1541" y="3314"/>
                  </a:cubicBezTo>
                  <a:cubicBezTo>
                    <a:pt x="2142" y="3314"/>
                    <a:pt x="2740" y="2917"/>
                    <a:pt x="2978" y="1954"/>
                  </a:cubicBezTo>
                  <a:cubicBezTo>
                    <a:pt x="3422" y="104"/>
                    <a:pt x="1733" y="0"/>
                    <a:pt x="1350" y="0"/>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43"/>
            <p:cNvSpPr/>
            <p:nvPr/>
          </p:nvSpPr>
          <p:spPr>
            <a:xfrm>
              <a:off x="4388025" y="1720625"/>
              <a:ext cx="56300" cy="39275"/>
            </a:xfrm>
            <a:custGeom>
              <a:avLst/>
              <a:gdLst/>
              <a:ahLst/>
              <a:cxnLst/>
              <a:rect l="l" t="t" r="r" b="b"/>
              <a:pathLst>
                <a:path w="2252" h="1571" extrusionOk="0">
                  <a:moveTo>
                    <a:pt x="1255" y="0"/>
                  </a:moveTo>
                  <a:cubicBezTo>
                    <a:pt x="1141" y="0"/>
                    <a:pt x="1020" y="19"/>
                    <a:pt x="894" y="58"/>
                  </a:cubicBezTo>
                  <a:cubicBezTo>
                    <a:pt x="1" y="332"/>
                    <a:pt x="156" y="1523"/>
                    <a:pt x="156" y="1535"/>
                  </a:cubicBezTo>
                  <a:cubicBezTo>
                    <a:pt x="156" y="1546"/>
                    <a:pt x="168" y="1558"/>
                    <a:pt x="191" y="1570"/>
                  </a:cubicBezTo>
                  <a:lnTo>
                    <a:pt x="203" y="1570"/>
                  </a:lnTo>
                  <a:cubicBezTo>
                    <a:pt x="227" y="1558"/>
                    <a:pt x="239" y="1546"/>
                    <a:pt x="239" y="1523"/>
                  </a:cubicBezTo>
                  <a:cubicBezTo>
                    <a:pt x="239" y="1511"/>
                    <a:pt x="96" y="392"/>
                    <a:pt x="918" y="142"/>
                  </a:cubicBezTo>
                  <a:cubicBezTo>
                    <a:pt x="1039" y="106"/>
                    <a:pt x="1157" y="88"/>
                    <a:pt x="1268" y="88"/>
                  </a:cubicBezTo>
                  <a:cubicBezTo>
                    <a:pt x="1418" y="88"/>
                    <a:pt x="1557" y="121"/>
                    <a:pt x="1680" y="189"/>
                  </a:cubicBezTo>
                  <a:cubicBezTo>
                    <a:pt x="2049" y="392"/>
                    <a:pt x="2168" y="844"/>
                    <a:pt x="2168" y="844"/>
                  </a:cubicBezTo>
                  <a:cubicBezTo>
                    <a:pt x="2180" y="868"/>
                    <a:pt x="2204" y="880"/>
                    <a:pt x="2216" y="880"/>
                  </a:cubicBezTo>
                  <a:cubicBezTo>
                    <a:pt x="2239" y="868"/>
                    <a:pt x="2251" y="844"/>
                    <a:pt x="2251" y="820"/>
                  </a:cubicBezTo>
                  <a:cubicBezTo>
                    <a:pt x="2239" y="808"/>
                    <a:pt x="2120" y="332"/>
                    <a:pt x="1715" y="118"/>
                  </a:cubicBezTo>
                  <a:cubicBezTo>
                    <a:pt x="1575" y="40"/>
                    <a:pt x="1421" y="0"/>
                    <a:pt x="1255" y="0"/>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43"/>
            <p:cNvSpPr/>
            <p:nvPr/>
          </p:nvSpPr>
          <p:spPr>
            <a:xfrm>
              <a:off x="4394275" y="1734150"/>
              <a:ext cx="31300" cy="13250"/>
            </a:xfrm>
            <a:custGeom>
              <a:avLst/>
              <a:gdLst/>
              <a:ahLst/>
              <a:cxnLst/>
              <a:rect l="l" t="t" r="r" b="b"/>
              <a:pathLst>
                <a:path w="1252" h="530" extrusionOk="0">
                  <a:moveTo>
                    <a:pt x="406" y="1"/>
                  </a:moveTo>
                  <a:cubicBezTo>
                    <a:pt x="286" y="1"/>
                    <a:pt x="158" y="29"/>
                    <a:pt x="25" y="101"/>
                  </a:cubicBezTo>
                  <a:cubicBezTo>
                    <a:pt x="13" y="113"/>
                    <a:pt x="1" y="136"/>
                    <a:pt x="13" y="160"/>
                  </a:cubicBezTo>
                  <a:cubicBezTo>
                    <a:pt x="22" y="178"/>
                    <a:pt x="37" y="189"/>
                    <a:pt x="54" y="189"/>
                  </a:cubicBezTo>
                  <a:cubicBezTo>
                    <a:pt x="60" y="189"/>
                    <a:pt x="66" y="187"/>
                    <a:pt x="72" y="184"/>
                  </a:cubicBezTo>
                  <a:cubicBezTo>
                    <a:pt x="191" y="120"/>
                    <a:pt x="306" y="94"/>
                    <a:pt x="413" y="94"/>
                  </a:cubicBezTo>
                  <a:cubicBezTo>
                    <a:pt x="844" y="94"/>
                    <a:pt x="1158" y="508"/>
                    <a:pt x="1168" y="517"/>
                  </a:cubicBezTo>
                  <a:cubicBezTo>
                    <a:pt x="1168" y="517"/>
                    <a:pt x="1180" y="529"/>
                    <a:pt x="1192" y="529"/>
                  </a:cubicBezTo>
                  <a:cubicBezTo>
                    <a:pt x="1204" y="529"/>
                    <a:pt x="1215" y="529"/>
                    <a:pt x="1227" y="517"/>
                  </a:cubicBezTo>
                  <a:cubicBezTo>
                    <a:pt x="1239" y="505"/>
                    <a:pt x="1251" y="482"/>
                    <a:pt x="1239" y="458"/>
                  </a:cubicBezTo>
                  <a:cubicBezTo>
                    <a:pt x="1230" y="458"/>
                    <a:pt x="885" y="1"/>
                    <a:pt x="406" y="1"/>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43"/>
            <p:cNvSpPr/>
            <p:nvPr/>
          </p:nvSpPr>
          <p:spPr>
            <a:xfrm>
              <a:off x="4299625" y="1671125"/>
              <a:ext cx="25925" cy="25450"/>
            </a:xfrm>
            <a:custGeom>
              <a:avLst/>
              <a:gdLst/>
              <a:ahLst/>
              <a:cxnLst/>
              <a:rect l="l" t="t" r="r" b="b"/>
              <a:pathLst>
                <a:path w="1037" h="1018" extrusionOk="0">
                  <a:moveTo>
                    <a:pt x="601" y="0"/>
                  </a:moveTo>
                  <a:cubicBezTo>
                    <a:pt x="421" y="0"/>
                    <a:pt x="232" y="124"/>
                    <a:pt x="132" y="324"/>
                  </a:cubicBezTo>
                  <a:cubicBezTo>
                    <a:pt x="1" y="586"/>
                    <a:pt x="72" y="883"/>
                    <a:pt x="287" y="979"/>
                  </a:cubicBezTo>
                  <a:cubicBezTo>
                    <a:pt x="340" y="1005"/>
                    <a:pt x="397" y="1018"/>
                    <a:pt x="456" y="1018"/>
                  </a:cubicBezTo>
                  <a:cubicBezTo>
                    <a:pt x="633" y="1018"/>
                    <a:pt x="819" y="902"/>
                    <a:pt x="918" y="705"/>
                  </a:cubicBezTo>
                  <a:cubicBezTo>
                    <a:pt x="1037" y="443"/>
                    <a:pt x="977" y="145"/>
                    <a:pt x="763" y="38"/>
                  </a:cubicBezTo>
                  <a:cubicBezTo>
                    <a:pt x="712" y="12"/>
                    <a:pt x="657" y="0"/>
                    <a:pt x="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43"/>
            <p:cNvSpPr/>
            <p:nvPr/>
          </p:nvSpPr>
          <p:spPr>
            <a:xfrm>
              <a:off x="4530325" y="1514625"/>
              <a:ext cx="42575" cy="59225"/>
            </a:xfrm>
            <a:custGeom>
              <a:avLst/>
              <a:gdLst/>
              <a:ahLst/>
              <a:cxnLst/>
              <a:rect l="l" t="t" r="r" b="b"/>
              <a:pathLst>
                <a:path w="1703" h="2369" extrusionOk="0">
                  <a:moveTo>
                    <a:pt x="764" y="1"/>
                  </a:moveTo>
                  <a:cubicBezTo>
                    <a:pt x="354" y="1"/>
                    <a:pt x="0" y="2024"/>
                    <a:pt x="0" y="2024"/>
                  </a:cubicBezTo>
                  <a:lnTo>
                    <a:pt x="572" y="2369"/>
                  </a:lnTo>
                  <a:cubicBezTo>
                    <a:pt x="572" y="2369"/>
                    <a:pt x="1703" y="1762"/>
                    <a:pt x="1679" y="1035"/>
                  </a:cubicBezTo>
                  <a:cubicBezTo>
                    <a:pt x="1672" y="889"/>
                    <a:pt x="1621" y="830"/>
                    <a:pt x="1545" y="830"/>
                  </a:cubicBezTo>
                  <a:cubicBezTo>
                    <a:pt x="1238" y="830"/>
                    <a:pt x="512" y="1786"/>
                    <a:pt x="512" y="1786"/>
                  </a:cubicBezTo>
                  <a:cubicBezTo>
                    <a:pt x="512" y="1786"/>
                    <a:pt x="1310" y="464"/>
                    <a:pt x="869" y="47"/>
                  </a:cubicBezTo>
                  <a:cubicBezTo>
                    <a:pt x="834" y="15"/>
                    <a:pt x="799" y="1"/>
                    <a:pt x="7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43"/>
            <p:cNvSpPr/>
            <p:nvPr/>
          </p:nvSpPr>
          <p:spPr>
            <a:xfrm>
              <a:off x="4221050" y="1874300"/>
              <a:ext cx="211350" cy="186225"/>
            </a:xfrm>
            <a:custGeom>
              <a:avLst/>
              <a:gdLst/>
              <a:ahLst/>
              <a:cxnLst/>
              <a:rect l="l" t="t" r="r" b="b"/>
              <a:pathLst>
                <a:path w="8454" h="7449" extrusionOk="0">
                  <a:moveTo>
                    <a:pt x="4735" y="1"/>
                  </a:moveTo>
                  <a:cubicBezTo>
                    <a:pt x="4336" y="1"/>
                    <a:pt x="4049" y="43"/>
                    <a:pt x="4049" y="43"/>
                  </a:cubicBezTo>
                  <a:cubicBezTo>
                    <a:pt x="2096" y="745"/>
                    <a:pt x="1" y="3877"/>
                    <a:pt x="1" y="3889"/>
                  </a:cubicBezTo>
                  <a:cubicBezTo>
                    <a:pt x="703" y="5639"/>
                    <a:pt x="3572" y="7449"/>
                    <a:pt x="3572" y="7449"/>
                  </a:cubicBezTo>
                  <a:cubicBezTo>
                    <a:pt x="5180" y="6651"/>
                    <a:pt x="8454" y="4329"/>
                    <a:pt x="6978" y="984"/>
                  </a:cubicBezTo>
                  <a:cubicBezTo>
                    <a:pt x="6606" y="147"/>
                    <a:pt x="5478" y="1"/>
                    <a:pt x="473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43"/>
            <p:cNvSpPr/>
            <p:nvPr/>
          </p:nvSpPr>
          <p:spPr>
            <a:xfrm>
              <a:off x="4010600" y="1808625"/>
              <a:ext cx="70675" cy="85875"/>
            </a:xfrm>
            <a:custGeom>
              <a:avLst/>
              <a:gdLst/>
              <a:ahLst/>
              <a:cxnLst/>
              <a:rect l="l" t="t" r="r" b="b"/>
              <a:pathLst>
                <a:path w="2827" h="3435" extrusionOk="0">
                  <a:moveTo>
                    <a:pt x="1030" y="1"/>
                  </a:moveTo>
                  <a:cubicBezTo>
                    <a:pt x="676" y="1"/>
                    <a:pt x="403" y="798"/>
                    <a:pt x="310" y="1122"/>
                  </a:cubicBezTo>
                  <a:cubicBezTo>
                    <a:pt x="310" y="1134"/>
                    <a:pt x="298" y="1134"/>
                    <a:pt x="298" y="1134"/>
                  </a:cubicBezTo>
                  <a:cubicBezTo>
                    <a:pt x="1" y="1396"/>
                    <a:pt x="453" y="3408"/>
                    <a:pt x="1120" y="3432"/>
                  </a:cubicBezTo>
                  <a:cubicBezTo>
                    <a:pt x="1174" y="3434"/>
                    <a:pt x="1227" y="3435"/>
                    <a:pt x="1280" y="3435"/>
                  </a:cubicBezTo>
                  <a:cubicBezTo>
                    <a:pt x="1888" y="3435"/>
                    <a:pt x="2384" y="3312"/>
                    <a:pt x="2406" y="3158"/>
                  </a:cubicBezTo>
                  <a:cubicBezTo>
                    <a:pt x="2442" y="2837"/>
                    <a:pt x="1453" y="2682"/>
                    <a:pt x="1453" y="2682"/>
                  </a:cubicBezTo>
                  <a:lnTo>
                    <a:pt x="1453" y="2682"/>
                  </a:lnTo>
                  <a:cubicBezTo>
                    <a:pt x="1453" y="2682"/>
                    <a:pt x="1553" y="2686"/>
                    <a:pt x="1696" y="2686"/>
                  </a:cubicBezTo>
                  <a:cubicBezTo>
                    <a:pt x="2070" y="2686"/>
                    <a:pt x="2746" y="2655"/>
                    <a:pt x="2763" y="2432"/>
                  </a:cubicBezTo>
                  <a:cubicBezTo>
                    <a:pt x="2787" y="2134"/>
                    <a:pt x="1430" y="2134"/>
                    <a:pt x="1430" y="2134"/>
                  </a:cubicBezTo>
                  <a:cubicBezTo>
                    <a:pt x="1430" y="2134"/>
                    <a:pt x="2763" y="2015"/>
                    <a:pt x="2811" y="1717"/>
                  </a:cubicBezTo>
                  <a:cubicBezTo>
                    <a:pt x="2826" y="1502"/>
                    <a:pt x="2571" y="1442"/>
                    <a:pt x="2281" y="1442"/>
                  </a:cubicBezTo>
                  <a:cubicBezTo>
                    <a:pt x="1913" y="1442"/>
                    <a:pt x="1489" y="1539"/>
                    <a:pt x="1489" y="1539"/>
                  </a:cubicBezTo>
                  <a:cubicBezTo>
                    <a:pt x="1489" y="1539"/>
                    <a:pt x="2418" y="1122"/>
                    <a:pt x="2358" y="777"/>
                  </a:cubicBezTo>
                  <a:cubicBezTo>
                    <a:pt x="2336" y="675"/>
                    <a:pt x="2183" y="632"/>
                    <a:pt x="1970" y="632"/>
                  </a:cubicBezTo>
                  <a:cubicBezTo>
                    <a:pt x="1735" y="632"/>
                    <a:pt x="1425" y="684"/>
                    <a:pt x="1132" y="765"/>
                  </a:cubicBezTo>
                  <a:cubicBezTo>
                    <a:pt x="1239" y="432"/>
                    <a:pt x="1322" y="39"/>
                    <a:pt x="1060" y="3"/>
                  </a:cubicBezTo>
                  <a:cubicBezTo>
                    <a:pt x="1050" y="2"/>
                    <a:pt x="1040" y="1"/>
                    <a:pt x="1030" y="1"/>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7" name="Google Shape;1087;p43"/>
          <p:cNvGrpSpPr/>
          <p:nvPr/>
        </p:nvGrpSpPr>
        <p:grpSpPr>
          <a:xfrm>
            <a:off x="8059489" y="4014524"/>
            <a:ext cx="1193736" cy="1179160"/>
            <a:chOff x="-2708900" y="3174350"/>
            <a:chExt cx="350100" cy="345825"/>
          </a:xfrm>
        </p:grpSpPr>
        <p:sp>
          <p:nvSpPr>
            <p:cNvPr id="1088" name="Google Shape;1088;p43"/>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43"/>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43"/>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43"/>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43"/>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43"/>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4" name="Google Shape;1094;p43"/>
          <p:cNvGrpSpPr/>
          <p:nvPr/>
        </p:nvGrpSpPr>
        <p:grpSpPr>
          <a:xfrm>
            <a:off x="5956040" y="3366405"/>
            <a:ext cx="656087" cy="648111"/>
            <a:chOff x="5624415" y="3404280"/>
            <a:chExt cx="656087" cy="648111"/>
          </a:xfrm>
        </p:grpSpPr>
        <p:grpSp>
          <p:nvGrpSpPr>
            <p:cNvPr id="1095" name="Google Shape;1095;p43"/>
            <p:cNvGrpSpPr/>
            <p:nvPr/>
          </p:nvGrpSpPr>
          <p:grpSpPr>
            <a:xfrm flipH="1">
              <a:off x="5624415" y="3404280"/>
              <a:ext cx="656087" cy="648111"/>
              <a:chOff x="-2708900" y="3174350"/>
              <a:chExt cx="350100" cy="345825"/>
            </a:xfrm>
          </p:grpSpPr>
          <p:sp>
            <p:nvSpPr>
              <p:cNvPr id="1096" name="Google Shape;1096;p43"/>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43"/>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43"/>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43"/>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43"/>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43"/>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102" name="Google Shape;1102;p43"/>
            <p:cNvCxnSpPr/>
            <p:nvPr/>
          </p:nvCxnSpPr>
          <p:spPr>
            <a:xfrm>
              <a:off x="5679725" y="4047784"/>
              <a:ext cx="507900" cy="0"/>
            </a:xfrm>
            <a:prstGeom prst="straightConnector1">
              <a:avLst/>
            </a:prstGeom>
            <a:noFill/>
            <a:ln w="9525" cap="flat" cmpd="sng">
              <a:solidFill>
                <a:schemeClr val="dk1"/>
              </a:solidFill>
              <a:prstDash val="solid"/>
              <a:round/>
              <a:headEnd type="none" w="med" len="med"/>
              <a:tailEnd type="none" w="med" len="med"/>
            </a:ln>
          </p:spPr>
        </p:cxnSp>
      </p:grpSp>
      <p:sp>
        <p:nvSpPr>
          <p:cNvPr id="1103" name="Google Shape;1103;p43"/>
          <p:cNvSpPr/>
          <p:nvPr/>
        </p:nvSpPr>
        <p:spPr>
          <a:xfrm rot="3372310">
            <a:off x="7683901" y="1025359"/>
            <a:ext cx="448776" cy="457272"/>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43"/>
          <p:cNvSpPr/>
          <p:nvPr/>
        </p:nvSpPr>
        <p:spPr>
          <a:xfrm rot="-331105">
            <a:off x="7205784" y="1304289"/>
            <a:ext cx="279032" cy="284311"/>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5" name="Google Shape;1105;p43"/>
          <p:cNvGrpSpPr/>
          <p:nvPr/>
        </p:nvGrpSpPr>
        <p:grpSpPr>
          <a:xfrm>
            <a:off x="268075" y="2457449"/>
            <a:ext cx="1559508" cy="1417699"/>
            <a:chOff x="6494019" y="-137261"/>
            <a:chExt cx="2116596" cy="1924130"/>
          </a:xfrm>
        </p:grpSpPr>
        <p:sp>
          <p:nvSpPr>
            <p:cNvPr id="1106" name="Google Shape;1106;p43"/>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43"/>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08" name="Google Shape;1108;p43"/>
          <p:cNvSpPr/>
          <p:nvPr/>
        </p:nvSpPr>
        <p:spPr>
          <a:xfrm>
            <a:off x="2720225" y="3875138"/>
            <a:ext cx="280153" cy="300952"/>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43"/>
          <p:cNvSpPr/>
          <p:nvPr/>
        </p:nvSpPr>
        <p:spPr>
          <a:xfrm>
            <a:off x="6501650" y="491213"/>
            <a:ext cx="280153" cy="300952"/>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139182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grpSp>
        <p:nvGrpSpPr>
          <p:cNvPr id="702" name="Google Shape;702;p41"/>
          <p:cNvGrpSpPr/>
          <p:nvPr/>
        </p:nvGrpSpPr>
        <p:grpSpPr>
          <a:xfrm rot="10800000" flipH="1">
            <a:off x="5563420" y="2979338"/>
            <a:ext cx="2198508" cy="1998594"/>
            <a:chOff x="6494019" y="-137261"/>
            <a:chExt cx="2116596" cy="1924130"/>
          </a:xfrm>
        </p:grpSpPr>
        <p:sp>
          <p:nvSpPr>
            <p:cNvPr id="703" name="Google Shape;703;p41"/>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41"/>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5" name="Google Shape;705;p41"/>
          <p:cNvSpPr/>
          <p:nvPr/>
        </p:nvSpPr>
        <p:spPr>
          <a:xfrm rot="201">
            <a:off x="3196093" y="539522"/>
            <a:ext cx="5130600" cy="3422700"/>
          </a:xfrm>
          <a:prstGeom prst="roundRect">
            <a:avLst>
              <a:gd name="adj" fmla="val 2972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8" name="Google Shape;708;p41"/>
          <p:cNvGrpSpPr/>
          <p:nvPr/>
        </p:nvGrpSpPr>
        <p:grpSpPr>
          <a:xfrm>
            <a:off x="7963458" y="1522404"/>
            <a:ext cx="1602687" cy="1456951"/>
            <a:chOff x="6494019" y="-137261"/>
            <a:chExt cx="2116596" cy="1924130"/>
          </a:xfrm>
        </p:grpSpPr>
        <p:sp>
          <p:nvSpPr>
            <p:cNvPr id="709" name="Google Shape;709;p41"/>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41"/>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1" name="Google Shape;711;p41"/>
          <p:cNvSpPr/>
          <p:nvPr/>
        </p:nvSpPr>
        <p:spPr>
          <a:xfrm>
            <a:off x="1686000" y="968400"/>
            <a:ext cx="1714800" cy="17148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41"/>
          <p:cNvSpPr/>
          <p:nvPr/>
        </p:nvSpPr>
        <p:spPr>
          <a:xfrm>
            <a:off x="3726125" y="2126697"/>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41"/>
          <p:cNvSpPr/>
          <p:nvPr/>
        </p:nvSpPr>
        <p:spPr>
          <a:xfrm>
            <a:off x="2028925" y="432250"/>
            <a:ext cx="231195" cy="248348"/>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41"/>
          <p:cNvSpPr/>
          <p:nvPr/>
        </p:nvSpPr>
        <p:spPr>
          <a:xfrm>
            <a:off x="7621175" y="133742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41"/>
          <p:cNvSpPr/>
          <p:nvPr/>
        </p:nvSpPr>
        <p:spPr>
          <a:xfrm rot="3372267">
            <a:off x="2319641" y="1337073"/>
            <a:ext cx="295351" cy="300938"/>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41"/>
          <p:cNvSpPr/>
          <p:nvPr/>
        </p:nvSpPr>
        <p:spPr>
          <a:xfrm rot="5082941">
            <a:off x="2770921" y="2130662"/>
            <a:ext cx="235984" cy="24042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41"/>
          <p:cNvSpPr/>
          <p:nvPr/>
        </p:nvSpPr>
        <p:spPr>
          <a:xfrm rot="-559010">
            <a:off x="619201" y="1049959"/>
            <a:ext cx="360542" cy="36738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8" name="Google Shape;718;p41"/>
          <p:cNvGrpSpPr/>
          <p:nvPr/>
        </p:nvGrpSpPr>
        <p:grpSpPr>
          <a:xfrm>
            <a:off x="6986204" y="238420"/>
            <a:ext cx="775733" cy="705194"/>
            <a:chOff x="6494019" y="-137261"/>
            <a:chExt cx="2116596" cy="1924130"/>
          </a:xfrm>
        </p:grpSpPr>
        <p:sp>
          <p:nvSpPr>
            <p:cNvPr id="719" name="Google Shape;719;p41"/>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41"/>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1" name="Google Shape;721;p41"/>
          <p:cNvGrpSpPr/>
          <p:nvPr/>
        </p:nvGrpSpPr>
        <p:grpSpPr>
          <a:xfrm>
            <a:off x="277614" y="1337430"/>
            <a:ext cx="3076778" cy="3498030"/>
            <a:chOff x="2428575" y="1270925"/>
            <a:chExt cx="1062350" cy="1207800"/>
          </a:xfrm>
        </p:grpSpPr>
        <p:sp>
          <p:nvSpPr>
            <p:cNvPr id="722" name="Google Shape;722;p41"/>
            <p:cNvSpPr/>
            <p:nvPr/>
          </p:nvSpPr>
          <p:spPr>
            <a:xfrm>
              <a:off x="2698550" y="2157250"/>
              <a:ext cx="63700" cy="111625"/>
            </a:xfrm>
            <a:custGeom>
              <a:avLst/>
              <a:gdLst/>
              <a:ahLst/>
              <a:cxnLst/>
              <a:rect l="l" t="t" r="r" b="b"/>
              <a:pathLst>
                <a:path w="2548" h="4465" extrusionOk="0">
                  <a:moveTo>
                    <a:pt x="1000" y="0"/>
                  </a:moveTo>
                  <a:lnTo>
                    <a:pt x="0" y="3858"/>
                  </a:lnTo>
                  <a:cubicBezTo>
                    <a:pt x="464" y="4120"/>
                    <a:pt x="953" y="4310"/>
                    <a:pt x="1441" y="4465"/>
                  </a:cubicBezTo>
                  <a:lnTo>
                    <a:pt x="2548" y="250"/>
                  </a:lnTo>
                  <a:lnTo>
                    <a:pt x="10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41"/>
            <p:cNvSpPr/>
            <p:nvPr/>
          </p:nvSpPr>
          <p:spPr>
            <a:xfrm>
              <a:off x="2663125" y="2253675"/>
              <a:ext cx="71450" cy="164925"/>
            </a:xfrm>
            <a:custGeom>
              <a:avLst/>
              <a:gdLst/>
              <a:ahLst/>
              <a:cxnLst/>
              <a:rect l="l" t="t" r="r" b="b"/>
              <a:pathLst>
                <a:path w="2858" h="6597" extrusionOk="0">
                  <a:moveTo>
                    <a:pt x="1417" y="1"/>
                  </a:moveTo>
                  <a:lnTo>
                    <a:pt x="0" y="6097"/>
                  </a:lnTo>
                  <a:cubicBezTo>
                    <a:pt x="0" y="6097"/>
                    <a:pt x="348" y="6596"/>
                    <a:pt x="935" y="6596"/>
                  </a:cubicBezTo>
                  <a:cubicBezTo>
                    <a:pt x="1101" y="6596"/>
                    <a:pt x="1287" y="6556"/>
                    <a:pt x="1489" y="6454"/>
                  </a:cubicBezTo>
                  <a:lnTo>
                    <a:pt x="2858" y="608"/>
                  </a:lnTo>
                  <a:cubicBezTo>
                    <a:pt x="2370" y="453"/>
                    <a:pt x="1881" y="263"/>
                    <a:pt x="14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41"/>
            <p:cNvSpPr/>
            <p:nvPr/>
          </p:nvSpPr>
          <p:spPr>
            <a:xfrm>
              <a:off x="2916125" y="2153675"/>
              <a:ext cx="56275" cy="102825"/>
            </a:xfrm>
            <a:custGeom>
              <a:avLst/>
              <a:gdLst/>
              <a:ahLst/>
              <a:cxnLst/>
              <a:rect l="l" t="t" r="r" b="b"/>
              <a:pathLst>
                <a:path w="2251" h="4113" extrusionOk="0">
                  <a:moveTo>
                    <a:pt x="1501" y="0"/>
                  </a:moveTo>
                  <a:lnTo>
                    <a:pt x="1" y="417"/>
                  </a:lnTo>
                  <a:lnTo>
                    <a:pt x="691" y="4108"/>
                  </a:lnTo>
                  <a:cubicBezTo>
                    <a:pt x="815" y="4111"/>
                    <a:pt x="938" y="4112"/>
                    <a:pt x="1060" y="4112"/>
                  </a:cubicBezTo>
                  <a:cubicBezTo>
                    <a:pt x="1457" y="4112"/>
                    <a:pt x="1851" y="4097"/>
                    <a:pt x="2251" y="4060"/>
                  </a:cubicBezTo>
                  <a:lnTo>
                    <a:pt x="15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41"/>
            <p:cNvSpPr/>
            <p:nvPr/>
          </p:nvSpPr>
          <p:spPr>
            <a:xfrm>
              <a:off x="2933400" y="2255175"/>
              <a:ext cx="64300" cy="165475"/>
            </a:xfrm>
            <a:custGeom>
              <a:avLst/>
              <a:gdLst/>
              <a:ahLst/>
              <a:cxnLst/>
              <a:rect l="l" t="t" r="r" b="b"/>
              <a:pathLst>
                <a:path w="2572" h="6619" extrusionOk="0">
                  <a:moveTo>
                    <a:pt x="1560" y="0"/>
                  </a:moveTo>
                  <a:cubicBezTo>
                    <a:pt x="1160" y="37"/>
                    <a:pt x="766" y="52"/>
                    <a:pt x="369" y="52"/>
                  </a:cubicBezTo>
                  <a:cubicBezTo>
                    <a:pt x="247" y="52"/>
                    <a:pt x="124" y="51"/>
                    <a:pt x="0" y="48"/>
                  </a:cubicBezTo>
                  <a:lnTo>
                    <a:pt x="0" y="48"/>
                  </a:lnTo>
                  <a:lnTo>
                    <a:pt x="1072" y="6465"/>
                  </a:lnTo>
                  <a:cubicBezTo>
                    <a:pt x="1072" y="6465"/>
                    <a:pt x="1337" y="6618"/>
                    <a:pt x="1681" y="6618"/>
                  </a:cubicBezTo>
                  <a:cubicBezTo>
                    <a:pt x="1960" y="6618"/>
                    <a:pt x="2290" y="6518"/>
                    <a:pt x="2572" y="6156"/>
                  </a:cubicBezTo>
                  <a:lnTo>
                    <a:pt x="156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41"/>
            <p:cNvSpPr/>
            <p:nvPr/>
          </p:nvSpPr>
          <p:spPr>
            <a:xfrm>
              <a:off x="2520250" y="2224800"/>
              <a:ext cx="92300" cy="203475"/>
            </a:xfrm>
            <a:custGeom>
              <a:avLst/>
              <a:gdLst/>
              <a:ahLst/>
              <a:cxnLst/>
              <a:rect l="l" t="t" r="r" b="b"/>
              <a:pathLst>
                <a:path w="3692" h="8139" extrusionOk="0">
                  <a:moveTo>
                    <a:pt x="2203" y="1"/>
                  </a:moveTo>
                  <a:lnTo>
                    <a:pt x="0" y="7609"/>
                  </a:lnTo>
                  <a:cubicBezTo>
                    <a:pt x="0" y="7609"/>
                    <a:pt x="370" y="8139"/>
                    <a:pt x="997" y="8139"/>
                  </a:cubicBezTo>
                  <a:cubicBezTo>
                    <a:pt x="1173" y="8139"/>
                    <a:pt x="1370" y="8097"/>
                    <a:pt x="1584" y="7990"/>
                  </a:cubicBezTo>
                  <a:lnTo>
                    <a:pt x="3691" y="858"/>
                  </a:lnTo>
                  <a:cubicBezTo>
                    <a:pt x="3191" y="608"/>
                    <a:pt x="2703" y="310"/>
                    <a:pt x="220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41"/>
            <p:cNvSpPr/>
            <p:nvPr/>
          </p:nvSpPr>
          <p:spPr>
            <a:xfrm>
              <a:off x="2575300" y="2189100"/>
              <a:ext cx="50350" cy="57175"/>
            </a:xfrm>
            <a:custGeom>
              <a:avLst/>
              <a:gdLst/>
              <a:ahLst/>
              <a:cxnLst/>
              <a:rect l="l" t="t" r="r" b="b"/>
              <a:pathLst>
                <a:path w="2014" h="2287" extrusionOk="0">
                  <a:moveTo>
                    <a:pt x="370" y="0"/>
                  </a:moveTo>
                  <a:lnTo>
                    <a:pt x="1" y="1429"/>
                  </a:lnTo>
                  <a:cubicBezTo>
                    <a:pt x="501" y="1738"/>
                    <a:pt x="989" y="2036"/>
                    <a:pt x="1489" y="2286"/>
                  </a:cubicBezTo>
                  <a:lnTo>
                    <a:pt x="2013" y="274"/>
                  </a:lnTo>
                  <a:lnTo>
                    <a:pt x="37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41"/>
            <p:cNvSpPr/>
            <p:nvPr/>
          </p:nvSpPr>
          <p:spPr>
            <a:xfrm>
              <a:off x="2800350" y="2256650"/>
              <a:ext cx="75925" cy="173775"/>
            </a:xfrm>
            <a:custGeom>
              <a:avLst/>
              <a:gdLst/>
              <a:ahLst/>
              <a:cxnLst/>
              <a:rect l="l" t="t" r="r" b="b"/>
              <a:pathLst>
                <a:path w="3037" h="6951" extrusionOk="0">
                  <a:moveTo>
                    <a:pt x="0" y="1"/>
                  </a:moveTo>
                  <a:lnTo>
                    <a:pt x="1441" y="6787"/>
                  </a:lnTo>
                  <a:cubicBezTo>
                    <a:pt x="1441" y="6787"/>
                    <a:pt x="1720" y="6951"/>
                    <a:pt x="2085" y="6951"/>
                  </a:cubicBezTo>
                  <a:cubicBezTo>
                    <a:pt x="2380" y="6951"/>
                    <a:pt x="2732" y="6843"/>
                    <a:pt x="3036" y="6454"/>
                  </a:cubicBezTo>
                  <a:lnTo>
                    <a:pt x="1691" y="72"/>
                  </a:lnTo>
                  <a:cubicBezTo>
                    <a:pt x="1649" y="73"/>
                    <a:pt x="1607" y="74"/>
                    <a:pt x="1565" y="74"/>
                  </a:cubicBezTo>
                  <a:cubicBezTo>
                    <a:pt x="1054" y="74"/>
                    <a:pt x="517" y="12"/>
                    <a:pt x="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41"/>
            <p:cNvSpPr/>
            <p:nvPr/>
          </p:nvSpPr>
          <p:spPr>
            <a:xfrm>
              <a:off x="2789325" y="2185225"/>
              <a:ext cx="53300" cy="73075"/>
            </a:xfrm>
            <a:custGeom>
              <a:avLst/>
              <a:gdLst/>
              <a:ahLst/>
              <a:cxnLst/>
              <a:rect l="l" t="t" r="r" b="b"/>
              <a:pathLst>
                <a:path w="2132" h="2923" extrusionOk="0">
                  <a:moveTo>
                    <a:pt x="1596" y="0"/>
                  </a:moveTo>
                  <a:lnTo>
                    <a:pt x="0" y="453"/>
                  </a:lnTo>
                  <a:lnTo>
                    <a:pt x="441" y="2858"/>
                  </a:lnTo>
                  <a:cubicBezTo>
                    <a:pt x="922" y="2868"/>
                    <a:pt x="1420" y="2922"/>
                    <a:pt x="1898" y="2922"/>
                  </a:cubicBezTo>
                  <a:cubicBezTo>
                    <a:pt x="1976" y="2922"/>
                    <a:pt x="2054" y="2921"/>
                    <a:pt x="2132" y="2917"/>
                  </a:cubicBezTo>
                  <a:lnTo>
                    <a:pt x="159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41"/>
            <p:cNvSpPr/>
            <p:nvPr/>
          </p:nvSpPr>
          <p:spPr>
            <a:xfrm>
              <a:off x="2444925" y="1547325"/>
              <a:ext cx="638800" cy="685850"/>
            </a:xfrm>
            <a:custGeom>
              <a:avLst/>
              <a:gdLst/>
              <a:ahLst/>
              <a:cxnLst/>
              <a:rect l="l" t="t" r="r" b="b"/>
              <a:pathLst>
                <a:path w="25552" h="27434" extrusionOk="0">
                  <a:moveTo>
                    <a:pt x="6524" y="1"/>
                  </a:moveTo>
                  <a:cubicBezTo>
                    <a:pt x="6504" y="1"/>
                    <a:pt x="6485" y="1"/>
                    <a:pt x="6466" y="1"/>
                  </a:cubicBezTo>
                  <a:cubicBezTo>
                    <a:pt x="894" y="49"/>
                    <a:pt x="1" y="5490"/>
                    <a:pt x="227" y="10955"/>
                  </a:cubicBezTo>
                  <a:cubicBezTo>
                    <a:pt x="441" y="16432"/>
                    <a:pt x="2299" y="25564"/>
                    <a:pt x="2299" y="25564"/>
                  </a:cubicBezTo>
                  <a:cubicBezTo>
                    <a:pt x="6776" y="27064"/>
                    <a:pt x="10743" y="27433"/>
                    <a:pt x="13563" y="27433"/>
                  </a:cubicBezTo>
                  <a:cubicBezTo>
                    <a:pt x="16291" y="27433"/>
                    <a:pt x="17944" y="27088"/>
                    <a:pt x="17944" y="27088"/>
                  </a:cubicBezTo>
                  <a:cubicBezTo>
                    <a:pt x="18765" y="27088"/>
                    <a:pt x="24016" y="26159"/>
                    <a:pt x="24016" y="26159"/>
                  </a:cubicBezTo>
                  <a:cubicBezTo>
                    <a:pt x="24016" y="26159"/>
                    <a:pt x="25552" y="20361"/>
                    <a:pt x="24623" y="16980"/>
                  </a:cubicBezTo>
                  <a:cubicBezTo>
                    <a:pt x="23694" y="13586"/>
                    <a:pt x="18110" y="13360"/>
                    <a:pt x="18110" y="13360"/>
                  </a:cubicBezTo>
                  <a:cubicBezTo>
                    <a:pt x="17458" y="8566"/>
                    <a:pt x="12087" y="1"/>
                    <a:pt x="65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41"/>
            <p:cNvSpPr/>
            <p:nvPr/>
          </p:nvSpPr>
          <p:spPr>
            <a:xfrm>
              <a:off x="2829200" y="1972400"/>
              <a:ext cx="196200" cy="58350"/>
            </a:xfrm>
            <a:custGeom>
              <a:avLst/>
              <a:gdLst/>
              <a:ahLst/>
              <a:cxnLst/>
              <a:rect l="l" t="t" r="r" b="b"/>
              <a:pathLst>
                <a:path w="7848" h="2334" extrusionOk="0">
                  <a:moveTo>
                    <a:pt x="108" y="0"/>
                  </a:moveTo>
                  <a:cubicBezTo>
                    <a:pt x="49" y="0"/>
                    <a:pt x="1" y="36"/>
                    <a:pt x="1" y="96"/>
                  </a:cubicBezTo>
                  <a:cubicBezTo>
                    <a:pt x="1" y="143"/>
                    <a:pt x="49" y="191"/>
                    <a:pt x="96" y="191"/>
                  </a:cubicBezTo>
                  <a:cubicBezTo>
                    <a:pt x="7180" y="358"/>
                    <a:pt x="7633" y="2239"/>
                    <a:pt x="7633" y="2251"/>
                  </a:cubicBezTo>
                  <a:cubicBezTo>
                    <a:pt x="7657" y="2298"/>
                    <a:pt x="7692" y="2334"/>
                    <a:pt x="7740" y="2334"/>
                  </a:cubicBezTo>
                  <a:lnTo>
                    <a:pt x="7752" y="2334"/>
                  </a:lnTo>
                  <a:cubicBezTo>
                    <a:pt x="7811" y="2322"/>
                    <a:pt x="7847" y="2274"/>
                    <a:pt x="7835" y="2215"/>
                  </a:cubicBezTo>
                  <a:cubicBezTo>
                    <a:pt x="7823" y="2132"/>
                    <a:pt x="7407" y="167"/>
                    <a:pt x="108" y="0"/>
                  </a:cubicBezTo>
                  <a:close/>
                </a:path>
              </a:pathLst>
            </a:custGeom>
            <a:solidFill>
              <a:srgbClr val="F16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41"/>
            <p:cNvSpPr/>
            <p:nvPr/>
          </p:nvSpPr>
          <p:spPr>
            <a:xfrm>
              <a:off x="2885475" y="2012625"/>
              <a:ext cx="157775" cy="192275"/>
            </a:xfrm>
            <a:custGeom>
              <a:avLst/>
              <a:gdLst/>
              <a:ahLst/>
              <a:cxnLst/>
              <a:rect l="l" t="t" r="r" b="b"/>
              <a:pathLst>
                <a:path w="6311" h="7691" extrusionOk="0">
                  <a:moveTo>
                    <a:pt x="4744" y="0"/>
                  </a:moveTo>
                  <a:cubicBezTo>
                    <a:pt x="3507" y="0"/>
                    <a:pt x="235" y="692"/>
                    <a:pt x="84" y="725"/>
                  </a:cubicBezTo>
                  <a:cubicBezTo>
                    <a:pt x="36" y="737"/>
                    <a:pt x="0" y="796"/>
                    <a:pt x="12" y="844"/>
                  </a:cubicBezTo>
                  <a:cubicBezTo>
                    <a:pt x="22" y="896"/>
                    <a:pt x="60" y="930"/>
                    <a:pt x="109" y="930"/>
                  </a:cubicBezTo>
                  <a:cubicBezTo>
                    <a:pt x="116" y="930"/>
                    <a:pt x="123" y="929"/>
                    <a:pt x="131" y="927"/>
                  </a:cubicBezTo>
                  <a:cubicBezTo>
                    <a:pt x="164" y="917"/>
                    <a:pt x="3510" y="203"/>
                    <a:pt x="4715" y="203"/>
                  </a:cubicBezTo>
                  <a:cubicBezTo>
                    <a:pt x="4832" y="203"/>
                    <a:pt x="4929" y="210"/>
                    <a:pt x="5001" y="225"/>
                  </a:cubicBezTo>
                  <a:cubicBezTo>
                    <a:pt x="5132" y="249"/>
                    <a:pt x="5251" y="356"/>
                    <a:pt x="5358" y="534"/>
                  </a:cubicBezTo>
                  <a:cubicBezTo>
                    <a:pt x="5965" y="1511"/>
                    <a:pt x="6096" y="4237"/>
                    <a:pt x="5179" y="7571"/>
                  </a:cubicBezTo>
                  <a:cubicBezTo>
                    <a:pt x="5168" y="7619"/>
                    <a:pt x="5191" y="7678"/>
                    <a:pt x="5251" y="7690"/>
                  </a:cubicBezTo>
                  <a:lnTo>
                    <a:pt x="5275" y="7690"/>
                  </a:lnTo>
                  <a:cubicBezTo>
                    <a:pt x="5322" y="7690"/>
                    <a:pt x="5358" y="7666"/>
                    <a:pt x="5382" y="7619"/>
                  </a:cubicBezTo>
                  <a:cubicBezTo>
                    <a:pt x="6311" y="4237"/>
                    <a:pt x="6156" y="1439"/>
                    <a:pt x="5525" y="427"/>
                  </a:cubicBezTo>
                  <a:cubicBezTo>
                    <a:pt x="5382" y="201"/>
                    <a:pt x="5227" y="58"/>
                    <a:pt x="5048" y="22"/>
                  </a:cubicBezTo>
                  <a:cubicBezTo>
                    <a:pt x="4971" y="7"/>
                    <a:pt x="4867" y="0"/>
                    <a:pt x="4744" y="0"/>
                  </a:cubicBezTo>
                  <a:close/>
                </a:path>
              </a:pathLst>
            </a:custGeom>
            <a:solidFill>
              <a:srgbClr val="F16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41"/>
            <p:cNvSpPr/>
            <p:nvPr/>
          </p:nvSpPr>
          <p:spPr>
            <a:xfrm>
              <a:off x="2520550" y="1567900"/>
              <a:ext cx="565275" cy="636700"/>
            </a:xfrm>
            <a:custGeom>
              <a:avLst/>
              <a:gdLst/>
              <a:ahLst/>
              <a:cxnLst/>
              <a:rect l="l" t="t" r="r" b="b"/>
              <a:pathLst>
                <a:path w="22611" h="25468" extrusionOk="0">
                  <a:moveTo>
                    <a:pt x="3414" y="0"/>
                  </a:moveTo>
                  <a:cubicBezTo>
                    <a:pt x="1527" y="0"/>
                    <a:pt x="65" y="647"/>
                    <a:pt x="36" y="655"/>
                  </a:cubicBezTo>
                  <a:cubicBezTo>
                    <a:pt x="12" y="678"/>
                    <a:pt x="0" y="702"/>
                    <a:pt x="12" y="726"/>
                  </a:cubicBezTo>
                  <a:cubicBezTo>
                    <a:pt x="21" y="743"/>
                    <a:pt x="42" y="755"/>
                    <a:pt x="62" y="755"/>
                  </a:cubicBezTo>
                  <a:cubicBezTo>
                    <a:pt x="70" y="755"/>
                    <a:pt x="77" y="753"/>
                    <a:pt x="83" y="750"/>
                  </a:cubicBezTo>
                  <a:cubicBezTo>
                    <a:pt x="105" y="743"/>
                    <a:pt x="1549" y="103"/>
                    <a:pt x="3413" y="103"/>
                  </a:cubicBezTo>
                  <a:cubicBezTo>
                    <a:pt x="4619" y="103"/>
                    <a:pt x="6001" y="371"/>
                    <a:pt x="7287" y="1250"/>
                  </a:cubicBezTo>
                  <a:cubicBezTo>
                    <a:pt x="11121" y="3869"/>
                    <a:pt x="13799" y="9108"/>
                    <a:pt x="14752" y="13132"/>
                  </a:cubicBezTo>
                  <a:cubicBezTo>
                    <a:pt x="14752" y="13156"/>
                    <a:pt x="14776" y="13168"/>
                    <a:pt x="14800" y="13180"/>
                  </a:cubicBezTo>
                  <a:cubicBezTo>
                    <a:pt x="14835" y="13180"/>
                    <a:pt x="18574" y="13370"/>
                    <a:pt x="20598" y="15633"/>
                  </a:cubicBezTo>
                  <a:cubicBezTo>
                    <a:pt x="22610" y="17895"/>
                    <a:pt x="20527" y="25336"/>
                    <a:pt x="20503" y="25408"/>
                  </a:cubicBezTo>
                  <a:cubicBezTo>
                    <a:pt x="20491" y="25431"/>
                    <a:pt x="20503" y="25455"/>
                    <a:pt x="20538" y="25467"/>
                  </a:cubicBezTo>
                  <a:lnTo>
                    <a:pt x="20550" y="25467"/>
                  </a:lnTo>
                  <a:cubicBezTo>
                    <a:pt x="20574" y="25467"/>
                    <a:pt x="20586" y="25455"/>
                    <a:pt x="20598" y="25431"/>
                  </a:cubicBezTo>
                  <a:cubicBezTo>
                    <a:pt x="20598" y="25420"/>
                    <a:pt x="21134" y="23526"/>
                    <a:pt x="21408" y="21383"/>
                  </a:cubicBezTo>
                  <a:cubicBezTo>
                    <a:pt x="21777" y="18490"/>
                    <a:pt x="21527" y="16538"/>
                    <a:pt x="20669" y="15573"/>
                  </a:cubicBezTo>
                  <a:cubicBezTo>
                    <a:pt x="18729" y="13394"/>
                    <a:pt x="15240" y="13109"/>
                    <a:pt x="14835" y="13073"/>
                  </a:cubicBezTo>
                  <a:cubicBezTo>
                    <a:pt x="13871" y="9037"/>
                    <a:pt x="11192" y="3786"/>
                    <a:pt x="7346" y="1167"/>
                  </a:cubicBezTo>
                  <a:cubicBezTo>
                    <a:pt x="6040" y="272"/>
                    <a:pt x="4638" y="0"/>
                    <a:pt x="341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41"/>
            <p:cNvSpPr/>
            <p:nvPr/>
          </p:nvSpPr>
          <p:spPr>
            <a:xfrm>
              <a:off x="2929225" y="1634550"/>
              <a:ext cx="93475" cy="308500"/>
            </a:xfrm>
            <a:custGeom>
              <a:avLst/>
              <a:gdLst/>
              <a:ahLst/>
              <a:cxnLst/>
              <a:rect l="l" t="t" r="r" b="b"/>
              <a:pathLst>
                <a:path w="3739" h="12340" extrusionOk="0">
                  <a:moveTo>
                    <a:pt x="0" y="1"/>
                  </a:moveTo>
                  <a:cubicBezTo>
                    <a:pt x="0" y="1"/>
                    <a:pt x="608" y="9311"/>
                    <a:pt x="1012" y="10847"/>
                  </a:cubicBezTo>
                  <a:cubicBezTo>
                    <a:pt x="1260" y="11788"/>
                    <a:pt x="915" y="12340"/>
                    <a:pt x="1240" y="12340"/>
                  </a:cubicBezTo>
                  <a:cubicBezTo>
                    <a:pt x="1446" y="12340"/>
                    <a:pt x="1922" y="12118"/>
                    <a:pt x="2989" y="11633"/>
                  </a:cubicBezTo>
                  <a:cubicBezTo>
                    <a:pt x="2989" y="11633"/>
                    <a:pt x="3739" y="11193"/>
                    <a:pt x="3596" y="7478"/>
                  </a:cubicBezTo>
                  <a:cubicBezTo>
                    <a:pt x="3656" y="5656"/>
                    <a:pt x="3453" y="4275"/>
                    <a:pt x="3120" y="3227"/>
                  </a:cubicBezTo>
                  <a:cubicBezTo>
                    <a:pt x="2144" y="144"/>
                    <a:pt x="1" y="1"/>
                    <a:pt x="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41"/>
            <p:cNvSpPr/>
            <p:nvPr/>
          </p:nvSpPr>
          <p:spPr>
            <a:xfrm>
              <a:off x="2720875" y="1832800"/>
              <a:ext cx="11325" cy="58350"/>
            </a:xfrm>
            <a:custGeom>
              <a:avLst/>
              <a:gdLst/>
              <a:ahLst/>
              <a:cxnLst/>
              <a:rect l="l" t="t" r="r" b="b"/>
              <a:pathLst>
                <a:path w="453" h="2334" extrusionOk="0">
                  <a:moveTo>
                    <a:pt x="452" y="0"/>
                  </a:moveTo>
                  <a:lnTo>
                    <a:pt x="0" y="2334"/>
                  </a:lnTo>
                  <a:cubicBezTo>
                    <a:pt x="274" y="1203"/>
                    <a:pt x="381" y="500"/>
                    <a:pt x="452" y="0"/>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41"/>
            <p:cNvSpPr/>
            <p:nvPr/>
          </p:nvSpPr>
          <p:spPr>
            <a:xfrm>
              <a:off x="2818200" y="1586625"/>
              <a:ext cx="86350" cy="31000"/>
            </a:xfrm>
            <a:custGeom>
              <a:avLst/>
              <a:gdLst/>
              <a:ahLst/>
              <a:cxnLst/>
              <a:rect l="l" t="t" r="r" b="b"/>
              <a:pathLst>
                <a:path w="3454" h="1240" extrusionOk="0">
                  <a:moveTo>
                    <a:pt x="0" y="1"/>
                  </a:moveTo>
                  <a:lnTo>
                    <a:pt x="48" y="1037"/>
                  </a:lnTo>
                  <a:cubicBezTo>
                    <a:pt x="1143" y="1227"/>
                    <a:pt x="2322" y="1203"/>
                    <a:pt x="3453" y="1239"/>
                  </a:cubicBezTo>
                  <a:lnTo>
                    <a:pt x="3346" y="37"/>
                  </a:lnTo>
                  <a:lnTo>
                    <a:pt x="0" y="1"/>
                  </a:ln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41"/>
            <p:cNvSpPr/>
            <p:nvPr/>
          </p:nvSpPr>
          <p:spPr>
            <a:xfrm>
              <a:off x="2644950" y="1612825"/>
              <a:ext cx="319725" cy="346075"/>
            </a:xfrm>
            <a:custGeom>
              <a:avLst/>
              <a:gdLst/>
              <a:ahLst/>
              <a:cxnLst/>
              <a:rect l="l" t="t" r="r" b="b"/>
              <a:pathLst>
                <a:path w="12789" h="13843" extrusionOk="0">
                  <a:moveTo>
                    <a:pt x="3692" y="7799"/>
                  </a:moveTo>
                  <a:lnTo>
                    <a:pt x="3489" y="8811"/>
                  </a:lnTo>
                  <a:cubicBezTo>
                    <a:pt x="3561" y="8383"/>
                    <a:pt x="3597" y="8097"/>
                    <a:pt x="3692" y="7799"/>
                  </a:cubicBezTo>
                  <a:close/>
                  <a:moveTo>
                    <a:pt x="6990" y="1"/>
                  </a:moveTo>
                  <a:lnTo>
                    <a:pt x="7038" y="870"/>
                  </a:lnTo>
                  <a:lnTo>
                    <a:pt x="5585" y="1048"/>
                  </a:lnTo>
                  <a:cubicBezTo>
                    <a:pt x="5585" y="1048"/>
                    <a:pt x="3716" y="1513"/>
                    <a:pt x="2870" y="2441"/>
                  </a:cubicBezTo>
                  <a:cubicBezTo>
                    <a:pt x="2311" y="3061"/>
                    <a:pt x="1239" y="4406"/>
                    <a:pt x="322" y="8514"/>
                  </a:cubicBezTo>
                  <a:cubicBezTo>
                    <a:pt x="1" y="9490"/>
                    <a:pt x="287" y="13026"/>
                    <a:pt x="1025" y="13836"/>
                  </a:cubicBezTo>
                  <a:cubicBezTo>
                    <a:pt x="1051" y="13840"/>
                    <a:pt x="1077" y="13842"/>
                    <a:pt x="1102" y="13842"/>
                  </a:cubicBezTo>
                  <a:cubicBezTo>
                    <a:pt x="1985" y="13842"/>
                    <a:pt x="2072" y="11129"/>
                    <a:pt x="2975" y="11129"/>
                  </a:cubicBezTo>
                  <a:cubicBezTo>
                    <a:pt x="2995" y="11129"/>
                    <a:pt x="3016" y="11130"/>
                    <a:pt x="3037" y="11133"/>
                  </a:cubicBezTo>
                  <a:lnTo>
                    <a:pt x="3489" y="8811"/>
                  </a:lnTo>
                  <a:lnTo>
                    <a:pt x="3489" y="8811"/>
                  </a:lnTo>
                  <a:cubicBezTo>
                    <a:pt x="3418" y="9311"/>
                    <a:pt x="3311" y="10002"/>
                    <a:pt x="3037" y="11133"/>
                  </a:cubicBezTo>
                  <a:lnTo>
                    <a:pt x="7311" y="12121"/>
                  </a:lnTo>
                  <a:lnTo>
                    <a:pt x="12657" y="11407"/>
                  </a:lnTo>
                  <a:cubicBezTo>
                    <a:pt x="12788" y="9573"/>
                    <a:pt x="11764" y="2751"/>
                    <a:pt x="11705" y="941"/>
                  </a:cubicBezTo>
                  <a:cubicBezTo>
                    <a:pt x="11300" y="858"/>
                    <a:pt x="10443" y="727"/>
                    <a:pt x="10443" y="727"/>
                  </a:cubicBezTo>
                  <a:lnTo>
                    <a:pt x="10383" y="191"/>
                  </a:lnTo>
                  <a:cubicBezTo>
                    <a:pt x="9252" y="155"/>
                    <a:pt x="8073" y="179"/>
                    <a:pt x="6990"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41"/>
            <p:cNvSpPr/>
            <p:nvPr/>
          </p:nvSpPr>
          <p:spPr>
            <a:xfrm>
              <a:off x="2995025" y="2303400"/>
              <a:ext cx="186325" cy="125000"/>
            </a:xfrm>
            <a:custGeom>
              <a:avLst/>
              <a:gdLst/>
              <a:ahLst/>
              <a:cxnLst/>
              <a:rect l="l" t="t" r="r" b="b"/>
              <a:pathLst>
                <a:path w="7453" h="5000" extrusionOk="0">
                  <a:moveTo>
                    <a:pt x="274" y="0"/>
                  </a:moveTo>
                  <a:lnTo>
                    <a:pt x="512" y="3084"/>
                  </a:lnTo>
                  <a:cubicBezTo>
                    <a:pt x="0" y="4683"/>
                    <a:pt x="905" y="4992"/>
                    <a:pt x="1681" y="4992"/>
                  </a:cubicBezTo>
                  <a:cubicBezTo>
                    <a:pt x="2170" y="4992"/>
                    <a:pt x="2607" y="4870"/>
                    <a:pt x="2607" y="4870"/>
                  </a:cubicBezTo>
                  <a:cubicBezTo>
                    <a:pt x="2607" y="4870"/>
                    <a:pt x="3995" y="4999"/>
                    <a:pt x="5286" y="4999"/>
                  </a:cubicBezTo>
                  <a:cubicBezTo>
                    <a:pt x="6406" y="4999"/>
                    <a:pt x="7453" y="4902"/>
                    <a:pt x="7453" y="4536"/>
                  </a:cubicBezTo>
                  <a:cubicBezTo>
                    <a:pt x="7441" y="3739"/>
                    <a:pt x="3202" y="2346"/>
                    <a:pt x="3202" y="2346"/>
                  </a:cubicBezTo>
                  <a:cubicBezTo>
                    <a:pt x="3274" y="1703"/>
                    <a:pt x="3333" y="929"/>
                    <a:pt x="3381" y="60"/>
                  </a:cubicBezTo>
                  <a:cubicBezTo>
                    <a:pt x="2345" y="12"/>
                    <a:pt x="1309" y="0"/>
                    <a:pt x="274" y="0"/>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41"/>
            <p:cNvSpPr/>
            <p:nvPr/>
          </p:nvSpPr>
          <p:spPr>
            <a:xfrm>
              <a:off x="2987575" y="2119350"/>
              <a:ext cx="95550" cy="185850"/>
            </a:xfrm>
            <a:custGeom>
              <a:avLst/>
              <a:gdLst/>
              <a:ahLst/>
              <a:cxnLst/>
              <a:rect l="l" t="t" r="r" b="b"/>
              <a:pathLst>
                <a:path w="3822" h="7434" extrusionOk="0">
                  <a:moveTo>
                    <a:pt x="3306" y="0"/>
                  </a:moveTo>
                  <a:cubicBezTo>
                    <a:pt x="2198" y="0"/>
                    <a:pt x="1099" y="89"/>
                    <a:pt x="0" y="206"/>
                  </a:cubicBezTo>
                  <a:lnTo>
                    <a:pt x="572" y="7374"/>
                  </a:lnTo>
                  <a:cubicBezTo>
                    <a:pt x="1607" y="7374"/>
                    <a:pt x="2643" y="7374"/>
                    <a:pt x="3679" y="7434"/>
                  </a:cubicBezTo>
                  <a:cubicBezTo>
                    <a:pt x="3798" y="5290"/>
                    <a:pt x="3822" y="2611"/>
                    <a:pt x="3810" y="16"/>
                  </a:cubicBezTo>
                  <a:cubicBezTo>
                    <a:pt x="3774" y="16"/>
                    <a:pt x="3727" y="4"/>
                    <a:pt x="3691" y="4"/>
                  </a:cubicBezTo>
                  <a:cubicBezTo>
                    <a:pt x="3562" y="2"/>
                    <a:pt x="3434" y="0"/>
                    <a:pt x="3306" y="0"/>
                  </a:cubicBez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41"/>
            <p:cNvSpPr/>
            <p:nvPr/>
          </p:nvSpPr>
          <p:spPr>
            <a:xfrm>
              <a:off x="2812850" y="2133125"/>
              <a:ext cx="111625" cy="168800"/>
            </a:xfrm>
            <a:custGeom>
              <a:avLst/>
              <a:gdLst/>
              <a:ahLst/>
              <a:cxnLst/>
              <a:rect l="l" t="t" r="r" b="b"/>
              <a:pathLst>
                <a:path w="4465" h="6752" extrusionOk="0">
                  <a:moveTo>
                    <a:pt x="4465" y="1"/>
                  </a:moveTo>
                  <a:lnTo>
                    <a:pt x="4465" y="1"/>
                  </a:lnTo>
                  <a:cubicBezTo>
                    <a:pt x="2977" y="203"/>
                    <a:pt x="1500" y="406"/>
                    <a:pt x="0" y="465"/>
                  </a:cubicBezTo>
                  <a:cubicBezTo>
                    <a:pt x="167" y="2739"/>
                    <a:pt x="310" y="4751"/>
                    <a:pt x="441" y="6382"/>
                  </a:cubicBezTo>
                  <a:cubicBezTo>
                    <a:pt x="1405" y="6585"/>
                    <a:pt x="2393" y="6704"/>
                    <a:pt x="3417" y="6728"/>
                  </a:cubicBezTo>
                  <a:cubicBezTo>
                    <a:pt x="3548" y="6740"/>
                    <a:pt x="3691" y="6752"/>
                    <a:pt x="3834" y="6752"/>
                  </a:cubicBezTo>
                  <a:cubicBezTo>
                    <a:pt x="4036" y="4716"/>
                    <a:pt x="4251" y="2322"/>
                    <a:pt x="4465" y="1"/>
                  </a:cubicBez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41"/>
            <p:cNvSpPr/>
            <p:nvPr/>
          </p:nvSpPr>
          <p:spPr>
            <a:xfrm>
              <a:off x="2820300" y="2292675"/>
              <a:ext cx="182775" cy="154600"/>
            </a:xfrm>
            <a:custGeom>
              <a:avLst/>
              <a:gdLst/>
              <a:ahLst/>
              <a:cxnLst/>
              <a:rect l="l" t="t" r="r" b="b"/>
              <a:pathLst>
                <a:path w="7311" h="6184" extrusionOk="0">
                  <a:moveTo>
                    <a:pt x="143" y="0"/>
                  </a:moveTo>
                  <a:lnTo>
                    <a:pt x="143" y="0"/>
                  </a:lnTo>
                  <a:cubicBezTo>
                    <a:pt x="357" y="2656"/>
                    <a:pt x="512" y="4275"/>
                    <a:pt x="512" y="4275"/>
                  </a:cubicBezTo>
                  <a:cubicBezTo>
                    <a:pt x="0" y="5874"/>
                    <a:pt x="905" y="6183"/>
                    <a:pt x="1681" y="6183"/>
                  </a:cubicBezTo>
                  <a:cubicBezTo>
                    <a:pt x="2170" y="6183"/>
                    <a:pt x="2607" y="6061"/>
                    <a:pt x="2607" y="6061"/>
                  </a:cubicBezTo>
                  <a:cubicBezTo>
                    <a:pt x="2607" y="6061"/>
                    <a:pt x="3869" y="6176"/>
                    <a:pt x="5085" y="6176"/>
                  </a:cubicBezTo>
                  <a:cubicBezTo>
                    <a:pt x="6217" y="6176"/>
                    <a:pt x="7310" y="6076"/>
                    <a:pt x="7310" y="5692"/>
                  </a:cubicBezTo>
                  <a:cubicBezTo>
                    <a:pt x="7298" y="4906"/>
                    <a:pt x="3191" y="3537"/>
                    <a:pt x="3191" y="3537"/>
                  </a:cubicBezTo>
                  <a:cubicBezTo>
                    <a:pt x="3298" y="2679"/>
                    <a:pt x="3417" y="1584"/>
                    <a:pt x="3536" y="370"/>
                  </a:cubicBezTo>
                  <a:cubicBezTo>
                    <a:pt x="3393" y="370"/>
                    <a:pt x="3250" y="358"/>
                    <a:pt x="3119" y="346"/>
                  </a:cubicBezTo>
                  <a:cubicBezTo>
                    <a:pt x="2095" y="322"/>
                    <a:pt x="1107" y="203"/>
                    <a:pt x="143" y="0"/>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41"/>
            <p:cNvSpPr/>
            <p:nvPr/>
          </p:nvSpPr>
          <p:spPr>
            <a:xfrm>
              <a:off x="2820134" y="2247715"/>
              <a:ext cx="208975" cy="30425"/>
            </a:xfrm>
            <a:custGeom>
              <a:avLst/>
              <a:gdLst/>
              <a:ahLst/>
              <a:cxnLst/>
              <a:rect l="l" t="t" r="r" b="b"/>
              <a:pathLst>
                <a:path w="8359" h="1217" extrusionOk="0">
                  <a:moveTo>
                    <a:pt x="5411" y="1"/>
                  </a:moveTo>
                  <a:cubicBezTo>
                    <a:pt x="3583" y="1"/>
                    <a:pt x="1792" y="253"/>
                    <a:pt x="0" y="506"/>
                  </a:cubicBezTo>
                  <a:cubicBezTo>
                    <a:pt x="1240" y="1020"/>
                    <a:pt x="2540" y="1217"/>
                    <a:pt x="3807" y="1217"/>
                  </a:cubicBezTo>
                  <a:cubicBezTo>
                    <a:pt x="5449" y="1217"/>
                    <a:pt x="7035" y="886"/>
                    <a:pt x="8359" y="482"/>
                  </a:cubicBezTo>
                  <a:cubicBezTo>
                    <a:pt x="7549" y="244"/>
                    <a:pt x="6727" y="66"/>
                    <a:pt x="5870" y="6"/>
                  </a:cubicBezTo>
                  <a:cubicBezTo>
                    <a:pt x="5717" y="2"/>
                    <a:pt x="5564" y="1"/>
                    <a:pt x="541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41"/>
            <p:cNvSpPr/>
            <p:nvPr/>
          </p:nvSpPr>
          <p:spPr>
            <a:xfrm>
              <a:off x="2631275" y="1888750"/>
              <a:ext cx="492350" cy="373000"/>
            </a:xfrm>
            <a:custGeom>
              <a:avLst/>
              <a:gdLst/>
              <a:ahLst/>
              <a:cxnLst/>
              <a:rect l="l" t="t" r="r" b="b"/>
              <a:pathLst>
                <a:path w="19694" h="14920" extrusionOk="0">
                  <a:moveTo>
                    <a:pt x="3584" y="1"/>
                  </a:moveTo>
                  <a:lnTo>
                    <a:pt x="3584" y="1"/>
                  </a:lnTo>
                  <a:cubicBezTo>
                    <a:pt x="3417" y="298"/>
                    <a:pt x="0" y="8954"/>
                    <a:pt x="6513" y="11466"/>
                  </a:cubicBezTo>
                  <a:cubicBezTo>
                    <a:pt x="8192" y="12109"/>
                    <a:pt x="6989" y="12347"/>
                    <a:pt x="7299" y="14717"/>
                  </a:cubicBezTo>
                  <a:cubicBezTo>
                    <a:pt x="7442" y="14788"/>
                    <a:pt x="7585" y="14848"/>
                    <a:pt x="7727" y="14919"/>
                  </a:cubicBezTo>
                  <a:cubicBezTo>
                    <a:pt x="9519" y="14666"/>
                    <a:pt x="11310" y="14414"/>
                    <a:pt x="13138" y="14414"/>
                  </a:cubicBezTo>
                  <a:cubicBezTo>
                    <a:pt x="13291" y="14414"/>
                    <a:pt x="13444" y="14415"/>
                    <a:pt x="13597" y="14419"/>
                  </a:cubicBezTo>
                  <a:cubicBezTo>
                    <a:pt x="14454" y="14479"/>
                    <a:pt x="15276" y="14669"/>
                    <a:pt x="16086" y="14895"/>
                  </a:cubicBezTo>
                  <a:cubicBezTo>
                    <a:pt x="18157" y="14264"/>
                    <a:pt x="19598" y="13455"/>
                    <a:pt x="19598" y="13455"/>
                  </a:cubicBezTo>
                  <a:cubicBezTo>
                    <a:pt x="19693" y="9716"/>
                    <a:pt x="19503" y="11193"/>
                    <a:pt x="19407" y="8728"/>
                  </a:cubicBezTo>
                  <a:cubicBezTo>
                    <a:pt x="19157" y="2513"/>
                    <a:pt x="13347" y="656"/>
                    <a:pt x="13192" y="275"/>
                  </a:cubicBezTo>
                  <a:cubicBezTo>
                    <a:pt x="11716" y="416"/>
                    <a:pt x="10178" y="531"/>
                    <a:pt x="8631" y="531"/>
                  </a:cubicBezTo>
                  <a:cubicBezTo>
                    <a:pt x="6935" y="531"/>
                    <a:pt x="5228" y="393"/>
                    <a:pt x="358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41"/>
            <p:cNvSpPr/>
            <p:nvPr/>
          </p:nvSpPr>
          <p:spPr>
            <a:xfrm>
              <a:off x="2831600" y="2428700"/>
              <a:ext cx="171775" cy="22625"/>
            </a:xfrm>
            <a:custGeom>
              <a:avLst/>
              <a:gdLst/>
              <a:ahLst/>
              <a:cxnLst/>
              <a:rect l="l" t="t" r="r" b="b"/>
              <a:pathLst>
                <a:path w="6871" h="905" extrusionOk="0">
                  <a:moveTo>
                    <a:pt x="6799" y="1"/>
                  </a:moveTo>
                  <a:cubicBezTo>
                    <a:pt x="5412" y="339"/>
                    <a:pt x="4142" y="457"/>
                    <a:pt x="3048" y="457"/>
                  </a:cubicBezTo>
                  <a:cubicBezTo>
                    <a:pt x="1757" y="457"/>
                    <a:pt x="709" y="293"/>
                    <a:pt x="0" y="132"/>
                  </a:cubicBezTo>
                  <a:lnTo>
                    <a:pt x="0" y="132"/>
                  </a:lnTo>
                  <a:cubicBezTo>
                    <a:pt x="24" y="310"/>
                    <a:pt x="48" y="489"/>
                    <a:pt x="95" y="679"/>
                  </a:cubicBezTo>
                  <a:cubicBezTo>
                    <a:pt x="95" y="679"/>
                    <a:pt x="788" y="904"/>
                    <a:pt x="2585" y="904"/>
                  </a:cubicBezTo>
                  <a:cubicBezTo>
                    <a:pt x="2896" y="904"/>
                    <a:pt x="3240" y="897"/>
                    <a:pt x="3620" y="882"/>
                  </a:cubicBezTo>
                  <a:cubicBezTo>
                    <a:pt x="6501" y="763"/>
                    <a:pt x="6858" y="358"/>
                    <a:pt x="6858" y="358"/>
                  </a:cubicBezTo>
                  <a:cubicBezTo>
                    <a:pt x="6858" y="358"/>
                    <a:pt x="6870" y="215"/>
                    <a:pt x="67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41"/>
            <p:cNvSpPr/>
            <p:nvPr/>
          </p:nvSpPr>
          <p:spPr>
            <a:xfrm>
              <a:off x="2890225" y="2386425"/>
              <a:ext cx="111875" cy="58275"/>
            </a:xfrm>
            <a:custGeom>
              <a:avLst/>
              <a:gdLst/>
              <a:ahLst/>
              <a:cxnLst/>
              <a:rect l="l" t="t" r="r" b="b"/>
              <a:pathLst>
                <a:path w="4475" h="2331" extrusionOk="0">
                  <a:moveTo>
                    <a:pt x="1013" y="1"/>
                  </a:moveTo>
                  <a:cubicBezTo>
                    <a:pt x="394" y="644"/>
                    <a:pt x="1" y="2323"/>
                    <a:pt x="1" y="2323"/>
                  </a:cubicBezTo>
                  <a:lnTo>
                    <a:pt x="953" y="2323"/>
                  </a:lnTo>
                  <a:cubicBezTo>
                    <a:pt x="1236" y="2328"/>
                    <a:pt x="1499" y="2331"/>
                    <a:pt x="1744" y="2331"/>
                  </a:cubicBezTo>
                  <a:cubicBezTo>
                    <a:pt x="3680" y="2331"/>
                    <a:pt x="4475" y="2157"/>
                    <a:pt x="4454" y="1692"/>
                  </a:cubicBezTo>
                  <a:cubicBezTo>
                    <a:pt x="4418" y="727"/>
                    <a:pt x="1013" y="1"/>
                    <a:pt x="10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41"/>
            <p:cNvSpPr/>
            <p:nvPr/>
          </p:nvSpPr>
          <p:spPr>
            <a:xfrm>
              <a:off x="3005125" y="2410250"/>
              <a:ext cx="176525" cy="22525"/>
            </a:xfrm>
            <a:custGeom>
              <a:avLst/>
              <a:gdLst/>
              <a:ahLst/>
              <a:cxnLst/>
              <a:rect l="l" t="t" r="r" b="b"/>
              <a:pathLst>
                <a:path w="7061" h="901" extrusionOk="0">
                  <a:moveTo>
                    <a:pt x="6989" y="0"/>
                  </a:moveTo>
                  <a:cubicBezTo>
                    <a:pt x="5684" y="324"/>
                    <a:pt x="4448" y="437"/>
                    <a:pt x="3359" y="437"/>
                  </a:cubicBezTo>
                  <a:cubicBezTo>
                    <a:pt x="1924" y="437"/>
                    <a:pt x="745" y="241"/>
                    <a:pt x="1" y="72"/>
                  </a:cubicBezTo>
                  <a:lnTo>
                    <a:pt x="1" y="72"/>
                  </a:lnTo>
                  <a:cubicBezTo>
                    <a:pt x="24" y="239"/>
                    <a:pt x="48" y="429"/>
                    <a:pt x="84" y="608"/>
                  </a:cubicBezTo>
                  <a:cubicBezTo>
                    <a:pt x="84" y="608"/>
                    <a:pt x="972" y="900"/>
                    <a:pt x="2923" y="900"/>
                  </a:cubicBezTo>
                  <a:cubicBezTo>
                    <a:pt x="3198" y="900"/>
                    <a:pt x="3493" y="895"/>
                    <a:pt x="3811" y="881"/>
                  </a:cubicBezTo>
                  <a:cubicBezTo>
                    <a:pt x="6692" y="774"/>
                    <a:pt x="7049" y="358"/>
                    <a:pt x="7049" y="358"/>
                  </a:cubicBezTo>
                  <a:cubicBezTo>
                    <a:pt x="7049" y="358"/>
                    <a:pt x="7061" y="215"/>
                    <a:pt x="69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41"/>
            <p:cNvSpPr/>
            <p:nvPr/>
          </p:nvSpPr>
          <p:spPr>
            <a:xfrm>
              <a:off x="3068525" y="2367975"/>
              <a:ext cx="111875" cy="58350"/>
            </a:xfrm>
            <a:custGeom>
              <a:avLst/>
              <a:gdLst/>
              <a:ahLst/>
              <a:cxnLst/>
              <a:rect l="l" t="t" r="r" b="b"/>
              <a:pathLst>
                <a:path w="4475" h="2334" extrusionOk="0">
                  <a:moveTo>
                    <a:pt x="1013" y="1"/>
                  </a:moveTo>
                  <a:cubicBezTo>
                    <a:pt x="393" y="656"/>
                    <a:pt x="1" y="2322"/>
                    <a:pt x="1" y="2322"/>
                  </a:cubicBezTo>
                  <a:lnTo>
                    <a:pt x="953" y="2322"/>
                  </a:lnTo>
                  <a:cubicBezTo>
                    <a:pt x="1272" y="2330"/>
                    <a:pt x="1567" y="2334"/>
                    <a:pt x="1838" y="2334"/>
                  </a:cubicBezTo>
                  <a:cubicBezTo>
                    <a:pt x="3705" y="2334"/>
                    <a:pt x="4474" y="2149"/>
                    <a:pt x="4453" y="1691"/>
                  </a:cubicBezTo>
                  <a:cubicBezTo>
                    <a:pt x="4418" y="727"/>
                    <a:pt x="1013" y="1"/>
                    <a:pt x="10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41"/>
            <p:cNvSpPr/>
            <p:nvPr/>
          </p:nvSpPr>
          <p:spPr>
            <a:xfrm>
              <a:off x="2641975" y="1401225"/>
              <a:ext cx="144100" cy="159625"/>
            </a:xfrm>
            <a:custGeom>
              <a:avLst/>
              <a:gdLst/>
              <a:ahLst/>
              <a:cxnLst/>
              <a:rect l="l" t="t" r="r" b="b"/>
              <a:pathLst>
                <a:path w="5764" h="6385" extrusionOk="0">
                  <a:moveTo>
                    <a:pt x="3277" y="0"/>
                  </a:moveTo>
                  <a:cubicBezTo>
                    <a:pt x="2549" y="0"/>
                    <a:pt x="1482" y="776"/>
                    <a:pt x="846" y="1761"/>
                  </a:cubicBezTo>
                  <a:cubicBezTo>
                    <a:pt x="1" y="3071"/>
                    <a:pt x="1108" y="5536"/>
                    <a:pt x="2870" y="6238"/>
                  </a:cubicBezTo>
                  <a:cubicBezTo>
                    <a:pt x="3129" y="6340"/>
                    <a:pt x="3361" y="6384"/>
                    <a:pt x="3570" y="6384"/>
                  </a:cubicBezTo>
                  <a:cubicBezTo>
                    <a:pt x="4795" y="6384"/>
                    <a:pt x="5204" y="4881"/>
                    <a:pt x="5204" y="4881"/>
                  </a:cubicBezTo>
                  <a:cubicBezTo>
                    <a:pt x="5764" y="4464"/>
                    <a:pt x="4418" y="1047"/>
                    <a:pt x="3859" y="273"/>
                  </a:cubicBezTo>
                  <a:cubicBezTo>
                    <a:pt x="3720" y="84"/>
                    <a:pt x="3517" y="0"/>
                    <a:pt x="3277"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41"/>
            <p:cNvSpPr/>
            <p:nvPr/>
          </p:nvSpPr>
          <p:spPr>
            <a:xfrm>
              <a:off x="2676150" y="1298975"/>
              <a:ext cx="389725" cy="296125"/>
            </a:xfrm>
            <a:custGeom>
              <a:avLst/>
              <a:gdLst/>
              <a:ahLst/>
              <a:cxnLst/>
              <a:rect l="l" t="t" r="r" b="b"/>
              <a:pathLst>
                <a:path w="15589" h="11845" extrusionOk="0">
                  <a:moveTo>
                    <a:pt x="4289" y="0"/>
                  </a:moveTo>
                  <a:cubicBezTo>
                    <a:pt x="3636" y="0"/>
                    <a:pt x="3164" y="116"/>
                    <a:pt x="2968" y="375"/>
                  </a:cubicBezTo>
                  <a:cubicBezTo>
                    <a:pt x="1944" y="1708"/>
                    <a:pt x="1825" y="2518"/>
                    <a:pt x="1503" y="3970"/>
                  </a:cubicBezTo>
                  <a:cubicBezTo>
                    <a:pt x="1" y="10716"/>
                    <a:pt x="6491" y="11844"/>
                    <a:pt x="9657" y="11844"/>
                  </a:cubicBezTo>
                  <a:cubicBezTo>
                    <a:pt x="10380" y="11844"/>
                    <a:pt x="10930" y="11785"/>
                    <a:pt x="11171" y="11721"/>
                  </a:cubicBezTo>
                  <a:cubicBezTo>
                    <a:pt x="12052" y="11471"/>
                    <a:pt x="15124" y="9483"/>
                    <a:pt x="15291" y="8042"/>
                  </a:cubicBezTo>
                  <a:cubicBezTo>
                    <a:pt x="15469" y="6602"/>
                    <a:pt x="15588" y="4482"/>
                    <a:pt x="15588" y="4482"/>
                  </a:cubicBezTo>
                  <a:cubicBezTo>
                    <a:pt x="13902" y="2357"/>
                    <a:pt x="7242" y="0"/>
                    <a:pt x="4289"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41"/>
            <p:cNvSpPr/>
            <p:nvPr/>
          </p:nvSpPr>
          <p:spPr>
            <a:xfrm>
              <a:off x="2701175" y="1428425"/>
              <a:ext cx="73300" cy="78600"/>
            </a:xfrm>
            <a:custGeom>
              <a:avLst/>
              <a:gdLst/>
              <a:ahLst/>
              <a:cxnLst/>
              <a:rect l="l" t="t" r="r" b="b"/>
              <a:pathLst>
                <a:path w="2932" h="3144" extrusionOk="0">
                  <a:moveTo>
                    <a:pt x="1757" y="1"/>
                  </a:moveTo>
                  <a:cubicBezTo>
                    <a:pt x="1313" y="1"/>
                    <a:pt x="840" y="233"/>
                    <a:pt x="526" y="1031"/>
                  </a:cubicBezTo>
                  <a:cubicBezTo>
                    <a:pt x="1" y="2364"/>
                    <a:pt x="830" y="3144"/>
                    <a:pt x="1734" y="3144"/>
                  </a:cubicBezTo>
                  <a:cubicBezTo>
                    <a:pt x="2121" y="3144"/>
                    <a:pt x="2522" y="3001"/>
                    <a:pt x="2836" y="2697"/>
                  </a:cubicBezTo>
                  <a:lnTo>
                    <a:pt x="2931" y="447"/>
                  </a:lnTo>
                  <a:cubicBezTo>
                    <a:pt x="2931" y="447"/>
                    <a:pt x="2372" y="1"/>
                    <a:pt x="1757"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41"/>
            <p:cNvSpPr/>
            <p:nvPr/>
          </p:nvSpPr>
          <p:spPr>
            <a:xfrm>
              <a:off x="2745875" y="1292925"/>
              <a:ext cx="310175" cy="321200"/>
            </a:xfrm>
            <a:custGeom>
              <a:avLst/>
              <a:gdLst/>
              <a:ahLst/>
              <a:cxnLst/>
              <a:rect l="l" t="t" r="r" b="b"/>
              <a:pathLst>
                <a:path w="12407" h="12848" extrusionOk="0">
                  <a:moveTo>
                    <a:pt x="5296" y="1"/>
                  </a:moveTo>
                  <a:cubicBezTo>
                    <a:pt x="2177" y="1"/>
                    <a:pt x="779" y="2623"/>
                    <a:pt x="405" y="6236"/>
                  </a:cubicBezTo>
                  <a:cubicBezTo>
                    <a:pt x="0" y="10022"/>
                    <a:pt x="1429" y="11654"/>
                    <a:pt x="4846" y="12594"/>
                  </a:cubicBezTo>
                  <a:cubicBezTo>
                    <a:pt x="5473" y="12768"/>
                    <a:pt x="6048" y="12848"/>
                    <a:pt x="6573" y="12848"/>
                  </a:cubicBezTo>
                  <a:cubicBezTo>
                    <a:pt x="8852" y="12848"/>
                    <a:pt x="10197" y="11350"/>
                    <a:pt x="10787" y="9570"/>
                  </a:cubicBezTo>
                  <a:cubicBezTo>
                    <a:pt x="11692" y="6855"/>
                    <a:pt x="12359" y="4534"/>
                    <a:pt x="12359" y="4534"/>
                  </a:cubicBezTo>
                  <a:cubicBezTo>
                    <a:pt x="12406" y="1521"/>
                    <a:pt x="9251" y="307"/>
                    <a:pt x="5787" y="21"/>
                  </a:cubicBezTo>
                  <a:cubicBezTo>
                    <a:pt x="5618" y="7"/>
                    <a:pt x="5455" y="1"/>
                    <a:pt x="5296"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41"/>
            <p:cNvSpPr/>
            <p:nvPr/>
          </p:nvSpPr>
          <p:spPr>
            <a:xfrm>
              <a:off x="2875650" y="1507375"/>
              <a:ext cx="26500" cy="23325"/>
            </a:xfrm>
            <a:custGeom>
              <a:avLst/>
              <a:gdLst/>
              <a:ahLst/>
              <a:cxnLst/>
              <a:rect l="l" t="t" r="r" b="b"/>
              <a:pathLst>
                <a:path w="1060" h="933" extrusionOk="0">
                  <a:moveTo>
                    <a:pt x="61" y="1"/>
                  </a:moveTo>
                  <a:cubicBezTo>
                    <a:pt x="57" y="1"/>
                    <a:pt x="52" y="2"/>
                    <a:pt x="48" y="4"/>
                  </a:cubicBezTo>
                  <a:cubicBezTo>
                    <a:pt x="24" y="4"/>
                    <a:pt x="0" y="28"/>
                    <a:pt x="12" y="51"/>
                  </a:cubicBezTo>
                  <a:cubicBezTo>
                    <a:pt x="107" y="897"/>
                    <a:pt x="881" y="933"/>
                    <a:pt x="1000" y="933"/>
                  </a:cubicBezTo>
                  <a:lnTo>
                    <a:pt x="1024" y="933"/>
                  </a:lnTo>
                  <a:cubicBezTo>
                    <a:pt x="1048" y="933"/>
                    <a:pt x="1060" y="909"/>
                    <a:pt x="1060" y="885"/>
                  </a:cubicBezTo>
                  <a:cubicBezTo>
                    <a:pt x="1060" y="861"/>
                    <a:pt x="1048" y="849"/>
                    <a:pt x="1012" y="849"/>
                  </a:cubicBezTo>
                  <a:cubicBezTo>
                    <a:pt x="1011" y="849"/>
                    <a:pt x="1007" y="849"/>
                    <a:pt x="1002" y="849"/>
                  </a:cubicBezTo>
                  <a:cubicBezTo>
                    <a:pt x="904" y="849"/>
                    <a:pt x="186" y="828"/>
                    <a:pt x="96" y="40"/>
                  </a:cubicBezTo>
                  <a:cubicBezTo>
                    <a:pt x="96" y="20"/>
                    <a:pt x="80" y="1"/>
                    <a:pt x="6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41"/>
            <p:cNvSpPr/>
            <p:nvPr/>
          </p:nvSpPr>
          <p:spPr>
            <a:xfrm>
              <a:off x="2967925" y="1355350"/>
              <a:ext cx="325" cy="1225"/>
            </a:xfrm>
            <a:custGeom>
              <a:avLst/>
              <a:gdLst/>
              <a:ahLst/>
              <a:cxnLst/>
              <a:rect l="l" t="t" r="r" b="b"/>
              <a:pathLst>
                <a:path w="13" h="49" extrusionOk="0">
                  <a:moveTo>
                    <a:pt x="12" y="48"/>
                  </a:moveTo>
                  <a:cubicBezTo>
                    <a:pt x="0" y="25"/>
                    <a:pt x="0" y="1"/>
                    <a:pt x="0" y="1"/>
                  </a:cubicBezTo>
                  <a:cubicBezTo>
                    <a:pt x="0" y="1"/>
                    <a:pt x="0" y="25"/>
                    <a:pt x="12" y="48"/>
                  </a:cubicBez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41"/>
            <p:cNvSpPr/>
            <p:nvPr/>
          </p:nvSpPr>
          <p:spPr>
            <a:xfrm>
              <a:off x="2810450" y="1391450"/>
              <a:ext cx="64625" cy="34675"/>
            </a:xfrm>
            <a:custGeom>
              <a:avLst/>
              <a:gdLst/>
              <a:ahLst/>
              <a:cxnLst/>
              <a:rect l="l" t="t" r="r" b="b"/>
              <a:pathLst>
                <a:path w="2585" h="1387" extrusionOk="0">
                  <a:moveTo>
                    <a:pt x="1942" y="0"/>
                  </a:moveTo>
                  <a:cubicBezTo>
                    <a:pt x="1739" y="0"/>
                    <a:pt x="1471" y="42"/>
                    <a:pt x="1120" y="140"/>
                  </a:cubicBezTo>
                  <a:cubicBezTo>
                    <a:pt x="1" y="450"/>
                    <a:pt x="263" y="1093"/>
                    <a:pt x="263" y="1093"/>
                  </a:cubicBezTo>
                  <a:cubicBezTo>
                    <a:pt x="345" y="1299"/>
                    <a:pt x="531" y="1386"/>
                    <a:pt x="818" y="1386"/>
                  </a:cubicBezTo>
                  <a:cubicBezTo>
                    <a:pt x="1028" y="1386"/>
                    <a:pt x="1292" y="1340"/>
                    <a:pt x="1608" y="1259"/>
                  </a:cubicBezTo>
                  <a:cubicBezTo>
                    <a:pt x="2239" y="1105"/>
                    <a:pt x="2584" y="759"/>
                    <a:pt x="2549" y="438"/>
                  </a:cubicBezTo>
                  <a:cubicBezTo>
                    <a:pt x="2516" y="194"/>
                    <a:pt x="2378" y="0"/>
                    <a:pt x="1942"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41"/>
            <p:cNvSpPr/>
            <p:nvPr/>
          </p:nvSpPr>
          <p:spPr>
            <a:xfrm>
              <a:off x="2959875" y="1421300"/>
              <a:ext cx="61650" cy="48050"/>
            </a:xfrm>
            <a:custGeom>
              <a:avLst/>
              <a:gdLst/>
              <a:ahLst/>
              <a:cxnLst/>
              <a:rect l="l" t="t" r="r" b="b"/>
              <a:pathLst>
                <a:path w="2466" h="1922" extrusionOk="0">
                  <a:moveTo>
                    <a:pt x="553" y="1"/>
                  </a:moveTo>
                  <a:cubicBezTo>
                    <a:pt x="381" y="1"/>
                    <a:pt x="267" y="91"/>
                    <a:pt x="179" y="220"/>
                  </a:cubicBezTo>
                  <a:cubicBezTo>
                    <a:pt x="1" y="494"/>
                    <a:pt x="167" y="970"/>
                    <a:pt x="656" y="1387"/>
                  </a:cubicBezTo>
                  <a:cubicBezTo>
                    <a:pt x="1069" y="1726"/>
                    <a:pt x="1396" y="1922"/>
                    <a:pt x="1654" y="1922"/>
                  </a:cubicBezTo>
                  <a:cubicBezTo>
                    <a:pt x="1767" y="1922"/>
                    <a:pt x="1866" y="1884"/>
                    <a:pt x="1953" y="1804"/>
                  </a:cubicBezTo>
                  <a:cubicBezTo>
                    <a:pt x="1953" y="1804"/>
                    <a:pt x="2465" y="1351"/>
                    <a:pt x="1596" y="589"/>
                  </a:cubicBezTo>
                  <a:cubicBezTo>
                    <a:pt x="1103" y="157"/>
                    <a:pt x="779" y="1"/>
                    <a:pt x="553" y="1"/>
                  </a:cubicBezTo>
                  <a:close/>
                </a:path>
              </a:pathLst>
            </a:custGeom>
            <a:solidFill>
              <a:srgbClr val="EED9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41"/>
            <p:cNvSpPr/>
            <p:nvPr/>
          </p:nvSpPr>
          <p:spPr>
            <a:xfrm>
              <a:off x="2724425" y="1442150"/>
              <a:ext cx="50925" cy="49675"/>
            </a:xfrm>
            <a:custGeom>
              <a:avLst/>
              <a:gdLst/>
              <a:ahLst/>
              <a:cxnLst/>
              <a:rect l="l" t="t" r="r" b="b"/>
              <a:pathLst>
                <a:path w="2037" h="1987" extrusionOk="0">
                  <a:moveTo>
                    <a:pt x="726" y="0"/>
                  </a:moveTo>
                  <a:cubicBezTo>
                    <a:pt x="331" y="0"/>
                    <a:pt x="24" y="256"/>
                    <a:pt x="13" y="267"/>
                  </a:cubicBezTo>
                  <a:cubicBezTo>
                    <a:pt x="1" y="279"/>
                    <a:pt x="1" y="303"/>
                    <a:pt x="13" y="315"/>
                  </a:cubicBezTo>
                  <a:cubicBezTo>
                    <a:pt x="20" y="329"/>
                    <a:pt x="31" y="335"/>
                    <a:pt x="44" y="335"/>
                  </a:cubicBezTo>
                  <a:cubicBezTo>
                    <a:pt x="53" y="335"/>
                    <a:pt x="62" y="332"/>
                    <a:pt x="72" y="327"/>
                  </a:cubicBezTo>
                  <a:cubicBezTo>
                    <a:pt x="72" y="327"/>
                    <a:pt x="367" y="83"/>
                    <a:pt x="721" y="83"/>
                  </a:cubicBezTo>
                  <a:cubicBezTo>
                    <a:pt x="750" y="83"/>
                    <a:pt x="780" y="85"/>
                    <a:pt x="811" y="89"/>
                  </a:cubicBezTo>
                  <a:cubicBezTo>
                    <a:pt x="1049" y="113"/>
                    <a:pt x="1251" y="243"/>
                    <a:pt x="1430" y="470"/>
                  </a:cubicBezTo>
                  <a:cubicBezTo>
                    <a:pt x="1930" y="1125"/>
                    <a:pt x="1203" y="1910"/>
                    <a:pt x="1203" y="1922"/>
                  </a:cubicBezTo>
                  <a:cubicBezTo>
                    <a:pt x="1192" y="1934"/>
                    <a:pt x="1192" y="1958"/>
                    <a:pt x="1203" y="1982"/>
                  </a:cubicBezTo>
                  <a:lnTo>
                    <a:pt x="1215" y="1982"/>
                  </a:lnTo>
                  <a:cubicBezTo>
                    <a:pt x="1222" y="1985"/>
                    <a:pt x="1228" y="1987"/>
                    <a:pt x="1234" y="1987"/>
                  </a:cubicBezTo>
                  <a:cubicBezTo>
                    <a:pt x="1246" y="1987"/>
                    <a:pt x="1255" y="1978"/>
                    <a:pt x="1263" y="1970"/>
                  </a:cubicBezTo>
                  <a:cubicBezTo>
                    <a:pt x="1275" y="1970"/>
                    <a:pt x="2037" y="1125"/>
                    <a:pt x="1489" y="422"/>
                  </a:cubicBezTo>
                  <a:cubicBezTo>
                    <a:pt x="1299" y="172"/>
                    <a:pt x="1072" y="29"/>
                    <a:pt x="822" y="5"/>
                  </a:cubicBezTo>
                  <a:cubicBezTo>
                    <a:pt x="790" y="2"/>
                    <a:pt x="758" y="0"/>
                    <a:pt x="72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41"/>
            <p:cNvSpPr/>
            <p:nvPr/>
          </p:nvSpPr>
          <p:spPr>
            <a:xfrm>
              <a:off x="2736650" y="1461500"/>
              <a:ext cx="29475" cy="12475"/>
            </a:xfrm>
            <a:custGeom>
              <a:avLst/>
              <a:gdLst/>
              <a:ahLst/>
              <a:cxnLst/>
              <a:rect l="l" t="t" r="r" b="b"/>
              <a:pathLst>
                <a:path w="1179" h="499" extrusionOk="0">
                  <a:moveTo>
                    <a:pt x="406" y="0"/>
                  </a:moveTo>
                  <a:cubicBezTo>
                    <a:pt x="195" y="0"/>
                    <a:pt x="29" y="53"/>
                    <a:pt x="24" y="53"/>
                  </a:cubicBezTo>
                  <a:cubicBezTo>
                    <a:pt x="12" y="65"/>
                    <a:pt x="0" y="89"/>
                    <a:pt x="0" y="101"/>
                  </a:cubicBezTo>
                  <a:cubicBezTo>
                    <a:pt x="0" y="124"/>
                    <a:pt x="12" y="124"/>
                    <a:pt x="24" y="136"/>
                  </a:cubicBezTo>
                  <a:lnTo>
                    <a:pt x="60" y="136"/>
                  </a:lnTo>
                  <a:cubicBezTo>
                    <a:pt x="60" y="131"/>
                    <a:pt x="208" y="83"/>
                    <a:pt x="398" y="83"/>
                  </a:cubicBezTo>
                  <a:cubicBezTo>
                    <a:pt x="635" y="83"/>
                    <a:pt x="937" y="158"/>
                    <a:pt x="1095" y="482"/>
                  </a:cubicBezTo>
                  <a:cubicBezTo>
                    <a:pt x="1104" y="490"/>
                    <a:pt x="1118" y="498"/>
                    <a:pt x="1134" y="498"/>
                  </a:cubicBezTo>
                  <a:cubicBezTo>
                    <a:pt x="1141" y="498"/>
                    <a:pt x="1148" y="497"/>
                    <a:pt x="1155" y="493"/>
                  </a:cubicBezTo>
                  <a:cubicBezTo>
                    <a:pt x="1167" y="482"/>
                    <a:pt x="1179" y="458"/>
                    <a:pt x="1167" y="434"/>
                  </a:cubicBezTo>
                  <a:cubicBezTo>
                    <a:pt x="990" y="80"/>
                    <a:pt x="664" y="0"/>
                    <a:pt x="40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41"/>
            <p:cNvSpPr/>
            <p:nvPr/>
          </p:nvSpPr>
          <p:spPr>
            <a:xfrm>
              <a:off x="2893200" y="1400775"/>
              <a:ext cx="35750" cy="106250"/>
            </a:xfrm>
            <a:custGeom>
              <a:avLst/>
              <a:gdLst/>
              <a:ahLst/>
              <a:cxnLst/>
              <a:rect l="l" t="t" r="r" b="b"/>
              <a:pathLst>
                <a:path w="1430" h="4250" extrusionOk="0">
                  <a:moveTo>
                    <a:pt x="1042" y="1"/>
                  </a:moveTo>
                  <a:cubicBezTo>
                    <a:pt x="1026" y="1"/>
                    <a:pt x="1013" y="12"/>
                    <a:pt x="1013" y="29"/>
                  </a:cubicBezTo>
                  <a:cubicBezTo>
                    <a:pt x="906" y="279"/>
                    <a:pt x="1" y="2446"/>
                    <a:pt x="84" y="2791"/>
                  </a:cubicBezTo>
                  <a:cubicBezTo>
                    <a:pt x="122" y="2933"/>
                    <a:pt x="242" y="3089"/>
                    <a:pt x="573" y="3089"/>
                  </a:cubicBezTo>
                  <a:cubicBezTo>
                    <a:pt x="661" y="3089"/>
                    <a:pt x="763" y="3078"/>
                    <a:pt x="882" y="3053"/>
                  </a:cubicBezTo>
                  <a:lnTo>
                    <a:pt x="906" y="3053"/>
                  </a:lnTo>
                  <a:cubicBezTo>
                    <a:pt x="939" y="3046"/>
                    <a:pt x="971" y="3042"/>
                    <a:pt x="1001" y="3042"/>
                  </a:cubicBezTo>
                  <a:cubicBezTo>
                    <a:pt x="1109" y="3042"/>
                    <a:pt x="1192" y="3091"/>
                    <a:pt x="1239" y="3184"/>
                  </a:cubicBezTo>
                  <a:cubicBezTo>
                    <a:pt x="1334" y="3375"/>
                    <a:pt x="1263" y="3720"/>
                    <a:pt x="1072" y="3899"/>
                  </a:cubicBezTo>
                  <a:cubicBezTo>
                    <a:pt x="846" y="4125"/>
                    <a:pt x="489" y="4173"/>
                    <a:pt x="489" y="4173"/>
                  </a:cubicBezTo>
                  <a:cubicBezTo>
                    <a:pt x="465" y="4173"/>
                    <a:pt x="441" y="4196"/>
                    <a:pt x="453" y="4208"/>
                  </a:cubicBezTo>
                  <a:cubicBezTo>
                    <a:pt x="453" y="4232"/>
                    <a:pt x="465" y="4244"/>
                    <a:pt x="477" y="4244"/>
                  </a:cubicBezTo>
                  <a:cubicBezTo>
                    <a:pt x="485" y="4244"/>
                    <a:pt x="488" y="4249"/>
                    <a:pt x="492" y="4249"/>
                  </a:cubicBezTo>
                  <a:cubicBezTo>
                    <a:pt x="494" y="4249"/>
                    <a:pt x="497" y="4248"/>
                    <a:pt x="501" y="4244"/>
                  </a:cubicBezTo>
                  <a:cubicBezTo>
                    <a:pt x="513" y="4244"/>
                    <a:pt x="882" y="4208"/>
                    <a:pt x="1144" y="3958"/>
                  </a:cubicBezTo>
                  <a:cubicBezTo>
                    <a:pt x="1346" y="3744"/>
                    <a:pt x="1430" y="3363"/>
                    <a:pt x="1310" y="3149"/>
                  </a:cubicBezTo>
                  <a:cubicBezTo>
                    <a:pt x="1251" y="3030"/>
                    <a:pt x="1135" y="2961"/>
                    <a:pt x="988" y="2961"/>
                  </a:cubicBezTo>
                  <a:cubicBezTo>
                    <a:pt x="958" y="2961"/>
                    <a:pt x="926" y="2964"/>
                    <a:pt x="894" y="2970"/>
                  </a:cubicBezTo>
                  <a:lnTo>
                    <a:pt x="858" y="2970"/>
                  </a:lnTo>
                  <a:cubicBezTo>
                    <a:pt x="743" y="2994"/>
                    <a:pt x="642" y="3006"/>
                    <a:pt x="555" y="3006"/>
                  </a:cubicBezTo>
                  <a:cubicBezTo>
                    <a:pt x="338" y="3006"/>
                    <a:pt x="210" y="2929"/>
                    <a:pt x="167" y="2768"/>
                  </a:cubicBezTo>
                  <a:cubicBezTo>
                    <a:pt x="108" y="2506"/>
                    <a:pt x="810" y="720"/>
                    <a:pt x="1084" y="65"/>
                  </a:cubicBezTo>
                  <a:cubicBezTo>
                    <a:pt x="1096" y="41"/>
                    <a:pt x="1084" y="17"/>
                    <a:pt x="1060" y="5"/>
                  </a:cubicBezTo>
                  <a:cubicBezTo>
                    <a:pt x="1054" y="2"/>
                    <a:pt x="1048" y="1"/>
                    <a:pt x="104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41"/>
            <p:cNvSpPr/>
            <p:nvPr/>
          </p:nvSpPr>
          <p:spPr>
            <a:xfrm>
              <a:off x="2780400" y="1476325"/>
              <a:ext cx="68175" cy="45750"/>
            </a:xfrm>
            <a:custGeom>
              <a:avLst/>
              <a:gdLst/>
              <a:ahLst/>
              <a:cxnLst/>
              <a:rect l="l" t="t" r="r" b="b"/>
              <a:pathLst>
                <a:path w="2727" h="1830" extrusionOk="0">
                  <a:moveTo>
                    <a:pt x="747" y="1"/>
                  </a:moveTo>
                  <a:cubicBezTo>
                    <a:pt x="491" y="1"/>
                    <a:pt x="287" y="82"/>
                    <a:pt x="191" y="246"/>
                  </a:cubicBezTo>
                  <a:cubicBezTo>
                    <a:pt x="0" y="591"/>
                    <a:pt x="357" y="1174"/>
                    <a:pt x="1012" y="1543"/>
                  </a:cubicBezTo>
                  <a:cubicBezTo>
                    <a:pt x="1345" y="1734"/>
                    <a:pt x="1686" y="1830"/>
                    <a:pt x="1967" y="1830"/>
                  </a:cubicBezTo>
                  <a:cubicBezTo>
                    <a:pt x="2229" y="1830"/>
                    <a:pt x="2438" y="1746"/>
                    <a:pt x="2536" y="1579"/>
                  </a:cubicBezTo>
                  <a:cubicBezTo>
                    <a:pt x="2727" y="1234"/>
                    <a:pt x="2370" y="662"/>
                    <a:pt x="1715" y="293"/>
                  </a:cubicBezTo>
                  <a:cubicBezTo>
                    <a:pt x="1377" y="100"/>
                    <a:pt x="1030" y="1"/>
                    <a:pt x="747" y="1"/>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41"/>
            <p:cNvSpPr/>
            <p:nvPr/>
          </p:nvSpPr>
          <p:spPr>
            <a:xfrm>
              <a:off x="2922675" y="1525400"/>
              <a:ext cx="68775" cy="36150"/>
            </a:xfrm>
            <a:custGeom>
              <a:avLst/>
              <a:gdLst/>
              <a:ahLst/>
              <a:cxnLst/>
              <a:rect l="l" t="t" r="r" b="b"/>
              <a:pathLst>
                <a:path w="2751" h="1446" extrusionOk="0">
                  <a:moveTo>
                    <a:pt x="1231" y="1"/>
                  </a:moveTo>
                  <a:cubicBezTo>
                    <a:pt x="579" y="1"/>
                    <a:pt x="69" y="250"/>
                    <a:pt x="36" y="616"/>
                  </a:cubicBezTo>
                  <a:cubicBezTo>
                    <a:pt x="0" y="1009"/>
                    <a:pt x="572" y="1378"/>
                    <a:pt x="1322" y="1438"/>
                  </a:cubicBezTo>
                  <a:cubicBezTo>
                    <a:pt x="1390" y="1443"/>
                    <a:pt x="1457" y="1446"/>
                    <a:pt x="1522" y="1446"/>
                  </a:cubicBezTo>
                  <a:cubicBezTo>
                    <a:pt x="2169" y="1446"/>
                    <a:pt x="2683" y="1187"/>
                    <a:pt x="2715" y="831"/>
                  </a:cubicBezTo>
                  <a:cubicBezTo>
                    <a:pt x="2751" y="438"/>
                    <a:pt x="2179" y="69"/>
                    <a:pt x="1441" y="9"/>
                  </a:cubicBezTo>
                  <a:cubicBezTo>
                    <a:pt x="1370" y="3"/>
                    <a:pt x="1300" y="1"/>
                    <a:pt x="1231" y="1"/>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41"/>
            <p:cNvSpPr/>
            <p:nvPr/>
          </p:nvSpPr>
          <p:spPr>
            <a:xfrm>
              <a:off x="2731875" y="1270925"/>
              <a:ext cx="347100" cy="254150"/>
            </a:xfrm>
            <a:custGeom>
              <a:avLst/>
              <a:gdLst/>
              <a:ahLst/>
              <a:cxnLst/>
              <a:rect l="l" t="t" r="r" b="b"/>
              <a:pathLst>
                <a:path w="13884" h="10166" extrusionOk="0">
                  <a:moveTo>
                    <a:pt x="4345" y="1"/>
                  </a:moveTo>
                  <a:cubicBezTo>
                    <a:pt x="3131" y="1"/>
                    <a:pt x="1506" y="242"/>
                    <a:pt x="822" y="1425"/>
                  </a:cubicBezTo>
                  <a:cubicBezTo>
                    <a:pt x="72" y="2723"/>
                    <a:pt x="1" y="4473"/>
                    <a:pt x="60" y="5545"/>
                  </a:cubicBezTo>
                  <a:cubicBezTo>
                    <a:pt x="80" y="5983"/>
                    <a:pt x="442" y="6310"/>
                    <a:pt x="853" y="6310"/>
                  </a:cubicBezTo>
                  <a:cubicBezTo>
                    <a:pt x="945" y="6310"/>
                    <a:pt x="1039" y="6294"/>
                    <a:pt x="1132" y="6259"/>
                  </a:cubicBezTo>
                  <a:cubicBezTo>
                    <a:pt x="1989" y="5938"/>
                    <a:pt x="3322" y="5211"/>
                    <a:pt x="4739" y="3497"/>
                  </a:cubicBezTo>
                  <a:cubicBezTo>
                    <a:pt x="4905" y="3306"/>
                    <a:pt x="5138" y="3208"/>
                    <a:pt x="5368" y="3208"/>
                  </a:cubicBezTo>
                  <a:cubicBezTo>
                    <a:pt x="5584" y="3208"/>
                    <a:pt x="5798" y="3294"/>
                    <a:pt x="5954" y="3473"/>
                  </a:cubicBezTo>
                  <a:cubicBezTo>
                    <a:pt x="7628" y="5324"/>
                    <a:pt x="11370" y="10166"/>
                    <a:pt x="12008" y="10166"/>
                  </a:cubicBezTo>
                  <a:cubicBezTo>
                    <a:pt x="12014" y="10166"/>
                    <a:pt x="12020" y="10165"/>
                    <a:pt x="12026" y="10164"/>
                  </a:cubicBezTo>
                  <a:cubicBezTo>
                    <a:pt x="12740" y="10045"/>
                    <a:pt x="13883" y="5914"/>
                    <a:pt x="13169" y="4164"/>
                  </a:cubicBezTo>
                  <a:cubicBezTo>
                    <a:pt x="12509" y="2513"/>
                    <a:pt x="9900" y="100"/>
                    <a:pt x="6404" y="100"/>
                  </a:cubicBezTo>
                  <a:cubicBezTo>
                    <a:pt x="6244" y="100"/>
                    <a:pt x="6082" y="105"/>
                    <a:pt x="5918" y="115"/>
                  </a:cubicBezTo>
                  <a:cubicBezTo>
                    <a:pt x="5858" y="115"/>
                    <a:pt x="5799" y="115"/>
                    <a:pt x="5751" y="104"/>
                  </a:cubicBezTo>
                  <a:cubicBezTo>
                    <a:pt x="5557" y="74"/>
                    <a:pt x="5013" y="1"/>
                    <a:pt x="4345"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41"/>
            <p:cNvSpPr/>
            <p:nvPr/>
          </p:nvSpPr>
          <p:spPr>
            <a:xfrm>
              <a:off x="2954825" y="1496850"/>
              <a:ext cx="21450" cy="21825"/>
            </a:xfrm>
            <a:custGeom>
              <a:avLst/>
              <a:gdLst/>
              <a:ahLst/>
              <a:cxnLst/>
              <a:rect l="l" t="t" r="r" b="b"/>
              <a:pathLst>
                <a:path w="858" h="873" extrusionOk="0">
                  <a:moveTo>
                    <a:pt x="475" y="0"/>
                  </a:moveTo>
                  <a:cubicBezTo>
                    <a:pt x="314" y="0"/>
                    <a:pt x="152" y="122"/>
                    <a:pt x="84" y="306"/>
                  </a:cubicBezTo>
                  <a:cubicBezTo>
                    <a:pt x="0" y="532"/>
                    <a:pt x="84" y="782"/>
                    <a:pt x="274" y="853"/>
                  </a:cubicBezTo>
                  <a:cubicBezTo>
                    <a:pt x="309" y="867"/>
                    <a:pt x="345" y="873"/>
                    <a:pt x="381" y="873"/>
                  </a:cubicBezTo>
                  <a:cubicBezTo>
                    <a:pt x="540" y="873"/>
                    <a:pt x="697" y="750"/>
                    <a:pt x="774" y="556"/>
                  </a:cubicBezTo>
                  <a:cubicBezTo>
                    <a:pt x="858" y="330"/>
                    <a:pt x="774" y="80"/>
                    <a:pt x="584" y="20"/>
                  </a:cubicBezTo>
                  <a:cubicBezTo>
                    <a:pt x="548" y="7"/>
                    <a:pt x="512" y="0"/>
                    <a:pt x="4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41"/>
            <p:cNvSpPr/>
            <p:nvPr/>
          </p:nvSpPr>
          <p:spPr>
            <a:xfrm>
              <a:off x="2838725" y="1462625"/>
              <a:ext cx="21475" cy="22125"/>
            </a:xfrm>
            <a:custGeom>
              <a:avLst/>
              <a:gdLst/>
              <a:ahLst/>
              <a:cxnLst/>
              <a:rect l="l" t="t" r="r" b="b"/>
              <a:pathLst>
                <a:path w="859" h="885" extrusionOk="0">
                  <a:moveTo>
                    <a:pt x="476" y="0"/>
                  </a:moveTo>
                  <a:cubicBezTo>
                    <a:pt x="315" y="0"/>
                    <a:pt x="152" y="123"/>
                    <a:pt x="84" y="317"/>
                  </a:cubicBezTo>
                  <a:cubicBezTo>
                    <a:pt x="1" y="544"/>
                    <a:pt x="84" y="794"/>
                    <a:pt x="275" y="865"/>
                  </a:cubicBezTo>
                  <a:cubicBezTo>
                    <a:pt x="310" y="878"/>
                    <a:pt x="346" y="885"/>
                    <a:pt x="383" y="885"/>
                  </a:cubicBezTo>
                  <a:cubicBezTo>
                    <a:pt x="544" y="885"/>
                    <a:pt x="707" y="762"/>
                    <a:pt x="775" y="567"/>
                  </a:cubicBezTo>
                  <a:cubicBezTo>
                    <a:pt x="858" y="341"/>
                    <a:pt x="775" y="91"/>
                    <a:pt x="584" y="20"/>
                  </a:cubicBezTo>
                  <a:cubicBezTo>
                    <a:pt x="549" y="7"/>
                    <a:pt x="513" y="0"/>
                    <a:pt x="4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41"/>
            <p:cNvSpPr/>
            <p:nvPr/>
          </p:nvSpPr>
          <p:spPr>
            <a:xfrm>
              <a:off x="2707475" y="1410250"/>
              <a:ext cx="336675" cy="153600"/>
            </a:xfrm>
            <a:custGeom>
              <a:avLst/>
              <a:gdLst/>
              <a:ahLst/>
              <a:cxnLst/>
              <a:rect l="l" t="t" r="r" b="b"/>
              <a:pathLst>
                <a:path w="13467" h="6144" extrusionOk="0">
                  <a:moveTo>
                    <a:pt x="5357" y="113"/>
                  </a:moveTo>
                  <a:cubicBezTo>
                    <a:pt x="5562" y="113"/>
                    <a:pt x="5771" y="144"/>
                    <a:pt x="5977" y="210"/>
                  </a:cubicBezTo>
                  <a:cubicBezTo>
                    <a:pt x="7061" y="555"/>
                    <a:pt x="7668" y="1710"/>
                    <a:pt x="7323" y="2793"/>
                  </a:cubicBezTo>
                  <a:cubicBezTo>
                    <a:pt x="7043" y="3671"/>
                    <a:pt x="6233" y="4236"/>
                    <a:pt x="5359" y="4236"/>
                  </a:cubicBezTo>
                  <a:cubicBezTo>
                    <a:pt x="5154" y="4236"/>
                    <a:pt x="4945" y="4205"/>
                    <a:pt x="4739" y="4139"/>
                  </a:cubicBezTo>
                  <a:cubicBezTo>
                    <a:pt x="3655" y="3794"/>
                    <a:pt x="3048" y="2639"/>
                    <a:pt x="3394" y="1555"/>
                  </a:cubicBezTo>
                  <a:cubicBezTo>
                    <a:pt x="3673" y="678"/>
                    <a:pt x="4483" y="113"/>
                    <a:pt x="5357" y="113"/>
                  </a:cubicBezTo>
                  <a:close/>
                  <a:moveTo>
                    <a:pt x="11035" y="1911"/>
                  </a:moveTo>
                  <a:cubicBezTo>
                    <a:pt x="11241" y="1911"/>
                    <a:pt x="11450" y="1942"/>
                    <a:pt x="11656" y="2008"/>
                  </a:cubicBezTo>
                  <a:cubicBezTo>
                    <a:pt x="12740" y="2353"/>
                    <a:pt x="13335" y="3508"/>
                    <a:pt x="13002" y="4591"/>
                  </a:cubicBezTo>
                  <a:cubicBezTo>
                    <a:pt x="12722" y="5469"/>
                    <a:pt x="11904" y="6034"/>
                    <a:pt x="11028" y="6034"/>
                  </a:cubicBezTo>
                  <a:cubicBezTo>
                    <a:pt x="10822" y="6034"/>
                    <a:pt x="10613" y="6002"/>
                    <a:pt x="10406" y="5937"/>
                  </a:cubicBezTo>
                  <a:cubicBezTo>
                    <a:pt x="9323" y="5591"/>
                    <a:pt x="8728" y="4437"/>
                    <a:pt x="9061" y="3353"/>
                  </a:cubicBezTo>
                  <a:cubicBezTo>
                    <a:pt x="9340" y="2476"/>
                    <a:pt x="10159" y="1911"/>
                    <a:pt x="11035" y="1911"/>
                  </a:cubicBezTo>
                  <a:close/>
                  <a:moveTo>
                    <a:pt x="5358" y="0"/>
                  </a:moveTo>
                  <a:cubicBezTo>
                    <a:pt x="4457" y="0"/>
                    <a:pt x="3615" y="568"/>
                    <a:pt x="3298" y="1460"/>
                  </a:cubicBezTo>
                  <a:lnTo>
                    <a:pt x="810" y="686"/>
                  </a:lnTo>
                  <a:lnTo>
                    <a:pt x="786" y="686"/>
                  </a:lnTo>
                  <a:cubicBezTo>
                    <a:pt x="762" y="686"/>
                    <a:pt x="179" y="722"/>
                    <a:pt x="0" y="1210"/>
                  </a:cubicBezTo>
                  <a:cubicBezTo>
                    <a:pt x="0" y="1234"/>
                    <a:pt x="12" y="1269"/>
                    <a:pt x="36" y="1281"/>
                  </a:cubicBezTo>
                  <a:lnTo>
                    <a:pt x="48" y="1281"/>
                  </a:lnTo>
                  <a:cubicBezTo>
                    <a:pt x="54" y="1284"/>
                    <a:pt x="61" y="1286"/>
                    <a:pt x="67" y="1286"/>
                  </a:cubicBezTo>
                  <a:cubicBezTo>
                    <a:pt x="88" y="1286"/>
                    <a:pt x="110" y="1272"/>
                    <a:pt x="119" y="1246"/>
                  </a:cubicBezTo>
                  <a:cubicBezTo>
                    <a:pt x="250" y="865"/>
                    <a:pt x="715" y="805"/>
                    <a:pt x="786" y="793"/>
                  </a:cubicBezTo>
                  <a:lnTo>
                    <a:pt x="3263" y="1567"/>
                  </a:lnTo>
                  <a:cubicBezTo>
                    <a:pt x="2941" y="2698"/>
                    <a:pt x="3572" y="3889"/>
                    <a:pt x="4703" y="4246"/>
                  </a:cubicBezTo>
                  <a:cubicBezTo>
                    <a:pt x="4922" y="4317"/>
                    <a:pt x="5144" y="4350"/>
                    <a:pt x="5363" y="4350"/>
                  </a:cubicBezTo>
                  <a:cubicBezTo>
                    <a:pt x="6284" y="4350"/>
                    <a:pt x="7141" y="3753"/>
                    <a:pt x="7430" y="2829"/>
                  </a:cubicBezTo>
                  <a:cubicBezTo>
                    <a:pt x="7465" y="2746"/>
                    <a:pt x="7477" y="2651"/>
                    <a:pt x="7501" y="2567"/>
                  </a:cubicBezTo>
                  <a:cubicBezTo>
                    <a:pt x="7549" y="2560"/>
                    <a:pt x="7650" y="2548"/>
                    <a:pt x="7783" y="2548"/>
                  </a:cubicBezTo>
                  <a:cubicBezTo>
                    <a:pt x="8113" y="2548"/>
                    <a:pt x="8642" y="2626"/>
                    <a:pt x="9049" y="3067"/>
                  </a:cubicBezTo>
                  <a:cubicBezTo>
                    <a:pt x="9013" y="3151"/>
                    <a:pt x="8978" y="3222"/>
                    <a:pt x="8954" y="3305"/>
                  </a:cubicBezTo>
                  <a:cubicBezTo>
                    <a:pt x="8597" y="4460"/>
                    <a:pt x="9228" y="5675"/>
                    <a:pt x="10371" y="6044"/>
                  </a:cubicBezTo>
                  <a:cubicBezTo>
                    <a:pt x="10587" y="6111"/>
                    <a:pt x="10806" y="6144"/>
                    <a:pt x="11023" y="6144"/>
                  </a:cubicBezTo>
                  <a:cubicBezTo>
                    <a:pt x="11947" y="6144"/>
                    <a:pt x="12810" y="5554"/>
                    <a:pt x="13109" y="4627"/>
                  </a:cubicBezTo>
                  <a:cubicBezTo>
                    <a:pt x="13466" y="3484"/>
                    <a:pt x="12835" y="2258"/>
                    <a:pt x="11692" y="1889"/>
                  </a:cubicBezTo>
                  <a:cubicBezTo>
                    <a:pt x="11476" y="1821"/>
                    <a:pt x="11256" y="1788"/>
                    <a:pt x="11041" y="1788"/>
                  </a:cubicBezTo>
                  <a:cubicBezTo>
                    <a:pt x="10237" y="1788"/>
                    <a:pt x="9484" y="2237"/>
                    <a:pt x="9109" y="2960"/>
                  </a:cubicBezTo>
                  <a:cubicBezTo>
                    <a:pt x="8672" y="2515"/>
                    <a:pt x="8136" y="2429"/>
                    <a:pt x="7789" y="2429"/>
                  </a:cubicBezTo>
                  <a:cubicBezTo>
                    <a:pt x="7672" y="2429"/>
                    <a:pt x="7576" y="2439"/>
                    <a:pt x="7513" y="2448"/>
                  </a:cubicBezTo>
                  <a:cubicBezTo>
                    <a:pt x="7644" y="1424"/>
                    <a:pt x="7037" y="424"/>
                    <a:pt x="6013" y="103"/>
                  </a:cubicBezTo>
                  <a:cubicBezTo>
                    <a:pt x="5795" y="33"/>
                    <a:pt x="5575" y="0"/>
                    <a:pt x="53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41"/>
            <p:cNvSpPr/>
            <p:nvPr/>
          </p:nvSpPr>
          <p:spPr>
            <a:xfrm>
              <a:off x="2729200" y="1491750"/>
              <a:ext cx="25325" cy="27875"/>
            </a:xfrm>
            <a:custGeom>
              <a:avLst/>
              <a:gdLst/>
              <a:ahLst/>
              <a:cxnLst/>
              <a:rect l="l" t="t" r="r" b="b"/>
              <a:pathLst>
                <a:path w="1013" h="1115" extrusionOk="0">
                  <a:moveTo>
                    <a:pt x="611" y="0"/>
                  </a:moveTo>
                  <a:cubicBezTo>
                    <a:pt x="422" y="0"/>
                    <a:pt x="218" y="157"/>
                    <a:pt x="119" y="403"/>
                  </a:cubicBezTo>
                  <a:cubicBezTo>
                    <a:pt x="0" y="688"/>
                    <a:pt x="72" y="998"/>
                    <a:pt x="286" y="1093"/>
                  </a:cubicBezTo>
                  <a:cubicBezTo>
                    <a:pt x="323" y="1108"/>
                    <a:pt x="362" y="1115"/>
                    <a:pt x="402" y="1115"/>
                  </a:cubicBezTo>
                  <a:cubicBezTo>
                    <a:pt x="591" y="1115"/>
                    <a:pt x="795" y="958"/>
                    <a:pt x="893" y="712"/>
                  </a:cubicBezTo>
                  <a:cubicBezTo>
                    <a:pt x="1012" y="426"/>
                    <a:pt x="941" y="117"/>
                    <a:pt x="727" y="22"/>
                  </a:cubicBezTo>
                  <a:cubicBezTo>
                    <a:pt x="689" y="7"/>
                    <a:pt x="650" y="0"/>
                    <a:pt x="61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41"/>
            <p:cNvSpPr/>
            <p:nvPr/>
          </p:nvSpPr>
          <p:spPr>
            <a:xfrm>
              <a:off x="2785450" y="1631650"/>
              <a:ext cx="144400" cy="46050"/>
            </a:xfrm>
            <a:custGeom>
              <a:avLst/>
              <a:gdLst/>
              <a:ahLst/>
              <a:cxnLst/>
              <a:rect l="l" t="t" r="r" b="b"/>
              <a:pathLst>
                <a:path w="5776" h="1842" extrusionOk="0">
                  <a:moveTo>
                    <a:pt x="5273" y="0"/>
                  </a:moveTo>
                  <a:cubicBezTo>
                    <a:pt x="5199" y="0"/>
                    <a:pt x="5120" y="3"/>
                    <a:pt x="5037" y="10"/>
                  </a:cubicBezTo>
                  <a:cubicBezTo>
                    <a:pt x="5037" y="10"/>
                    <a:pt x="4966" y="1057"/>
                    <a:pt x="3573" y="1141"/>
                  </a:cubicBezTo>
                  <a:cubicBezTo>
                    <a:pt x="3519" y="1144"/>
                    <a:pt x="3466" y="1145"/>
                    <a:pt x="3413" y="1145"/>
                  </a:cubicBezTo>
                  <a:cubicBezTo>
                    <a:pt x="2087" y="1145"/>
                    <a:pt x="941" y="176"/>
                    <a:pt x="941" y="176"/>
                  </a:cubicBezTo>
                  <a:cubicBezTo>
                    <a:pt x="941" y="176"/>
                    <a:pt x="849" y="164"/>
                    <a:pt x="685" y="164"/>
                  </a:cubicBezTo>
                  <a:cubicBezTo>
                    <a:pt x="522" y="164"/>
                    <a:pt x="286" y="176"/>
                    <a:pt x="1" y="224"/>
                  </a:cubicBezTo>
                  <a:cubicBezTo>
                    <a:pt x="808" y="1159"/>
                    <a:pt x="1778" y="1842"/>
                    <a:pt x="3092" y="1842"/>
                  </a:cubicBezTo>
                  <a:cubicBezTo>
                    <a:pt x="3367" y="1842"/>
                    <a:pt x="3658" y="1812"/>
                    <a:pt x="3965" y="1748"/>
                  </a:cubicBezTo>
                  <a:cubicBezTo>
                    <a:pt x="4823" y="1605"/>
                    <a:pt x="5454" y="891"/>
                    <a:pt x="5775" y="45"/>
                  </a:cubicBezTo>
                  <a:cubicBezTo>
                    <a:pt x="5629" y="20"/>
                    <a:pt x="5465" y="0"/>
                    <a:pt x="52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41"/>
            <p:cNvSpPr/>
            <p:nvPr/>
          </p:nvSpPr>
          <p:spPr>
            <a:xfrm>
              <a:off x="2637225" y="1632775"/>
              <a:ext cx="356900" cy="298875"/>
            </a:xfrm>
            <a:custGeom>
              <a:avLst/>
              <a:gdLst/>
              <a:ahLst/>
              <a:cxnLst/>
              <a:rect l="l" t="t" r="r" b="b"/>
              <a:pathLst>
                <a:path w="14276" h="11955" extrusionOk="0">
                  <a:moveTo>
                    <a:pt x="11704" y="0"/>
                  </a:moveTo>
                  <a:cubicBezTo>
                    <a:pt x="11383" y="846"/>
                    <a:pt x="10752" y="1560"/>
                    <a:pt x="9883" y="1703"/>
                  </a:cubicBezTo>
                  <a:cubicBezTo>
                    <a:pt x="9577" y="1767"/>
                    <a:pt x="9288" y="1797"/>
                    <a:pt x="9013" y="1797"/>
                  </a:cubicBezTo>
                  <a:cubicBezTo>
                    <a:pt x="7703" y="1797"/>
                    <a:pt x="6727" y="1114"/>
                    <a:pt x="5930" y="179"/>
                  </a:cubicBezTo>
                  <a:cubicBezTo>
                    <a:pt x="4882" y="358"/>
                    <a:pt x="3191" y="1012"/>
                    <a:pt x="2060" y="3334"/>
                  </a:cubicBezTo>
                  <a:cubicBezTo>
                    <a:pt x="322" y="6906"/>
                    <a:pt x="0" y="10299"/>
                    <a:pt x="286" y="11954"/>
                  </a:cubicBezTo>
                  <a:lnTo>
                    <a:pt x="3715" y="10549"/>
                  </a:lnTo>
                  <a:cubicBezTo>
                    <a:pt x="3715" y="10549"/>
                    <a:pt x="5786" y="11078"/>
                    <a:pt x="8488" y="11078"/>
                  </a:cubicBezTo>
                  <a:cubicBezTo>
                    <a:pt x="8900" y="11078"/>
                    <a:pt x="9327" y="11066"/>
                    <a:pt x="9764" y="11037"/>
                  </a:cubicBezTo>
                  <a:cubicBezTo>
                    <a:pt x="13073" y="10823"/>
                    <a:pt x="12966" y="10597"/>
                    <a:pt x="12966" y="10597"/>
                  </a:cubicBezTo>
                  <a:cubicBezTo>
                    <a:pt x="12966" y="10597"/>
                    <a:pt x="14276" y="9906"/>
                    <a:pt x="14193" y="7204"/>
                  </a:cubicBezTo>
                  <a:cubicBezTo>
                    <a:pt x="14109" y="4501"/>
                    <a:pt x="12990" y="1501"/>
                    <a:pt x="12347" y="262"/>
                  </a:cubicBezTo>
                  <a:cubicBezTo>
                    <a:pt x="12347" y="262"/>
                    <a:pt x="12145" y="96"/>
                    <a:pt x="117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41"/>
            <p:cNvSpPr/>
            <p:nvPr/>
          </p:nvSpPr>
          <p:spPr>
            <a:xfrm>
              <a:off x="2960175" y="1711825"/>
              <a:ext cx="35150" cy="187075"/>
            </a:xfrm>
            <a:custGeom>
              <a:avLst/>
              <a:gdLst/>
              <a:ahLst/>
              <a:cxnLst/>
              <a:rect l="l" t="t" r="r" b="b"/>
              <a:pathLst>
                <a:path w="1406" h="7483" extrusionOk="0">
                  <a:moveTo>
                    <a:pt x="569" y="0"/>
                  </a:moveTo>
                  <a:cubicBezTo>
                    <a:pt x="562" y="0"/>
                    <a:pt x="555" y="2"/>
                    <a:pt x="548" y="5"/>
                  </a:cubicBezTo>
                  <a:cubicBezTo>
                    <a:pt x="536" y="5"/>
                    <a:pt x="525" y="29"/>
                    <a:pt x="536" y="53"/>
                  </a:cubicBezTo>
                  <a:cubicBezTo>
                    <a:pt x="536" y="65"/>
                    <a:pt x="1322" y="1660"/>
                    <a:pt x="1251" y="4280"/>
                  </a:cubicBezTo>
                  <a:cubicBezTo>
                    <a:pt x="1179" y="6887"/>
                    <a:pt x="48" y="7399"/>
                    <a:pt x="36" y="7411"/>
                  </a:cubicBezTo>
                  <a:cubicBezTo>
                    <a:pt x="13" y="7411"/>
                    <a:pt x="1" y="7435"/>
                    <a:pt x="13" y="7459"/>
                  </a:cubicBezTo>
                  <a:cubicBezTo>
                    <a:pt x="13" y="7471"/>
                    <a:pt x="36" y="7483"/>
                    <a:pt x="48" y="7483"/>
                  </a:cubicBezTo>
                  <a:cubicBezTo>
                    <a:pt x="48" y="7483"/>
                    <a:pt x="48" y="7471"/>
                    <a:pt x="60" y="7471"/>
                  </a:cubicBezTo>
                  <a:cubicBezTo>
                    <a:pt x="108" y="7459"/>
                    <a:pt x="1251" y="6947"/>
                    <a:pt x="1322" y="4280"/>
                  </a:cubicBezTo>
                  <a:cubicBezTo>
                    <a:pt x="1406" y="1637"/>
                    <a:pt x="608" y="29"/>
                    <a:pt x="596" y="17"/>
                  </a:cubicBezTo>
                  <a:cubicBezTo>
                    <a:pt x="596" y="9"/>
                    <a:pt x="584" y="0"/>
                    <a:pt x="5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41"/>
            <p:cNvSpPr/>
            <p:nvPr/>
          </p:nvSpPr>
          <p:spPr>
            <a:xfrm>
              <a:off x="2729200" y="1719875"/>
              <a:ext cx="51225" cy="177525"/>
            </a:xfrm>
            <a:custGeom>
              <a:avLst/>
              <a:gdLst/>
              <a:ahLst/>
              <a:cxnLst/>
              <a:rect l="l" t="t" r="r" b="b"/>
              <a:pathLst>
                <a:path w="2049" h="7101" extrusionOk="0">
                  <a:moveTo>
                    <a:pt x="1774" y="0"/>
                  </a:moveTo>
                  <a:cubicBezTo>
                    <a:pt x="1770" y="0"/>
                    <a:pt x="1766" y="2"/>
                    <a:pt x="1763" y="5"/>
                  </a:cubicBezTo>
                  <a:cubicBezTo>
                    <a:pt x="1739" y="5"/>
                    <a:pt x="1727" y="29"/>
                    <a:pt x="1727" y="41"/>
                  </a:cubicBezTo>
                  <a:cubicBezTo>
                    <a:pt x="1739" y="52"/>
                    <a:pt x="1977" y="1065"/>
                    <a:pt x="1393" y="3493"/>
                  </a:cubicBezTo>
                  <a:cubicBezTo>
                    <a:pt x="822" y="5934"/>
                    <a:pt x="24" y="7030"/>
                    <a:pt x="12" y="7041"/>
                  </a:cubicBezTo>
                  <a:cubicBezTo>
                    <a:pt x="0" y="7065"/>
                    <a:pt x="0" y="7089"/>
                    <a:pt x="24" y="7101"/>
                  </a:cubicBezTo>
                  <a:lnTo>
                    <a:pt x="48" y="7101"/>
                  </a:lnTo>
                  <a:cubicBezTo>
                    <a:pt x="60" y="7101"/>
                    <a:pt x="60" y="7101"/>
                    <a:pt x="72" y="7089"/>
                  </a:cubicBezTo>
                  <a:cubicBezTo>
                    <a:pt x="84" y="7077"/>
                    <a:pt x="881" y="5970"/>
                    <a:pt x="1465" y="3517"/>
                  </a:cubicBezTo>
                  <a:cubicBezTo>
                    <a:pt x="2048" y="1053"/>
                    <a:pt x="1810" y="64"/>
                    <a:pt x="1798" y="29"/>
                  </a:cubicBezTo>
                  <a:cubicBezTo>
                    <a:pt x="1798" y="11"/>
                    <a:pt x="1785" y="0"/>
                    <a:pt x="17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41"/>
            <p:cNvSpPr/>
            <p:nvPr/>
          </p:nvSpPr>
          <p:spPr>
            <a:xfrm>
              <a:off x="2815825" y="1795875"/>
              <a:ext cx="184275" cy="172475"/>
            </a:xfrm>
            <a:custGeom>
              <a:avLst/>
              <a:gdLst/>
              <a:ahLst/>
              <a:cxnLst/>
              <a:rect l="l" t="t" r="r" b="b"/>
              <a:pathLst>
                <a:path w="7371" h="6899" extrusionOk="0">
                  <a:moveTo>
                    <a:pt x="6251" y="1"/>
                  </a:moveTo>
                  <a:cubicBezTo>
                    <a:pt x="6251" y="1"/>
                    <a:pt x="4064" y="411"/>
                    <a:pt x="2802" y="411"/>
                  </a:cubicBezTo>
                  <a:cubicBezTo>
                    <a:pt x="2721" y="411"/>
                    <a:pt x="2644" y="409"/>
                    <a:pt x="2572" y="406"/>
                  </a:cubicBezTo>
                  <a:cubicBezTo>
                    <a:pt x="2523" y="403"/>
                    <a:pt x="2473" y="402"/>
                    <a:pt x="2424" y="402"/>
                  </a:cubicBezTo>
                  <a:cubicBezTo>
                    <a:pt x="1260" y="402"/>
                    <a:pt x="131" y="1049"/>
                    <a:pt x="131" y="1049"/>
                  </a:cubicBezTo>
                  <a:cubicBezTo>
                    <a:pt x="131" y="1049"/>
                    <a:pt x="214" y="1584"/>
                    <a:pt x="345" y="3347"/>
                  </a:cubicBezTo>
                  <a:cubicBezTo>
                    <a:pt x="464" y="5109"/>
                    <a:pt x="0" y="6466"/>
                    <a:pt x="0" y="6466"/>
                  </a:cubicBezTo>
                  <a:cubicBezTo>
                    <a:pt x="0" y="6466"/>
                    <a:pt x="1324" y="6899"/>
                    <a:pt x="2664" y="6899"/>
                  </a:cubicBezTo>
                  <a:cubicBezTo>
                    <a:pt x="3157" y="6899"/>
                    <a:pt x="3652" y="6840"/>
                    <a:pt x="4084" y="6680"/>
                  </a:cubicBezTo>
                  <a:cubicBezTo>
                    <a:pt x="5691" y="6097"/>
                    <a:pt x="7120" y="6037"/>
                    <a:pt x="7120" y="6037"/>
                  </a:cubicBezTo>
                  <a:cubicBezTo>
                    <a:pt x="7120" y="6037"/>
                    <a:pt x="7299" y="5514"/>
                    <a:pt x="7334" y="4823"/>
                  </a:cubicBezTo>
                  <a:cubicBezTo>
                    <a:pt x="7370" y="4144"/>
                    <a:pt x="6251" y="1"/>
                    <a:pt x="625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41"/>
            <p:cNvSpPr/>
            <p:nvPr/>
          </p:nvSpPr>
          <p:spPr>
            <a:xfrm>
              <a:off x="2742300" y="1693725"/>
              <a:ext cx="137825" cy="143625"/>
            </a:xfrm>
            <a:custGeom>
              <a:avLst/>
              <a:gdLst/>
              <a:ahLst/>
              <a:cxnLst/>
              <a:rect l="l" t="t" r="r" b="b"/>
              <a:pathLst>
                <a:path w="5513" h="5745" extrusionOk="0">
                  <a:moveTo>
                    <a:pt x="250" y="0"/>
                  </a:moveTo>
                  <a:cubicBezTo>
                    <a:pt x="194" y="0"/>
                    <a:pt x="137" y="21"/>
                    <a:pt x="96" y="63"/>
                  </a:cubicBezTo>
                  <a:cubicBezTo>
                    <a:pt x="0" y="146"/>
                    <a:pt x="0" y="277"/>
                    <a:pt x="84" y="372"/>
                  </a:cubicBezTo>
                  <a:lnTo>
                    <a:pt x="5120" y="5682"/>
                  </a:lnTo>
                  <a:cubicBezTo>
                    <a:pt x="5162" y="5724"/>
                    <a:pt x="5215" y="5745"/>
                    <a:pt x="5270" y="5745"/>
                  </a:cubicBezTo>
                  <a:cubicBezTo>
                    <a:pt x="5325" y="5745"/>
                    <a:pt x="5382" y="5724"/>
                    <a:pt x="5430" y="5682"/>
                  </a:cubicBezTo>
                  <a:cubicBezTo>
                    <a:pt x="5513" y="5599"/>
                    <a:pt x="5513" y="5456"/>
                    <a:pt x="5441" y="5373"/>
                  </a:cubicBezTo>
                  <a:lnTo>
                    <a:pt x="405" y="63"/>
                  </a:lnTo>
                  <a:cubicBezTo>
                    <a:pt x="363" y="21"/>
                    <a:pt x="307" y="0"/>
                    <a:pt x="250" y="0"/>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41"/>
            <p:cNvSpPr/>
            <p:nvPr/>
          </p:nvSpPr>
          <p:spPr>
            <a:xfrm>
              <a:off x="2729200" y="1683450"/>
              <a:ext cx="29500" cy="21600"/>
            </a:xfrm>
            <a:custGeom>
              <a:avLst/>
              <a:gdLst/>
              <a:ahLst/>
              <a:cxnLst/>
              <a:rect l="l" t="t" r="r" b="b"/>
              <a:pathLst>
                <a:path w="1180" h="864" extrusionOk="0">
                  <a:moveTo>
                    <a:pt x="856" y="1"/>
                  </a:moveTo>
                  <a:cubicBezTo>
                    <a:pt x="726" y="1"/>
                    <a:pt x="562" y="55"/>
                    <a:pt x="405" y="164"/>
                  </a:cubicBezTo>
                  <a:cubicBezTo>
                    <a:pt x="131" y="343"/>
                    <a:pt x="0" y="617"/>
                    <a:pt x="96" y="771"/>
                  </a:cubicBezTo>
                  <a:cubicBezTo>
                    <a:pt x="142" y="833"/>
                    <a:pt x="222" y="863"/>
                    <a:pt x="322" y="863"/>
                  </a:cubicBezTo>
                  <a:cubicBezTo>
                    <a:pt x="454" y="863"/>
                    <a:pt x="618" y="809"/>
                    <a:pt x="774" y="700"/>
                  </a:cubicBezTo>
                  <a:cubicBezTo>
                    <a:pt x="1036" y="521"/>
                    <a:pt x="1179" y="247"/>
                    <a:pt x="1072" y="93"/>
                  </a:cubicBezTo>
                  <a:cubicBezTo>
                    <a:pt x="1031" y="31"/>
                    <a:pt x="953" y="1"/>
                    <a:pt x="856" y="1"/>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41"/>
            <p:cNvSpPr/>
            <p:nvPr/>
          </p:nvSpPr>
          <p:spPr>
            <a:xfrm>
              <a:off x="2633350" y="1791675"/>
              <a:ext cx="254225" cy="187600"/>
            </a:xfrm>
            <a:custGeom>
              <a:avLst/>
              <a:gdLst/>
              <a:ahLst/>
              <a:cxnLst/>
              <a:rect l="l" t="t" r="r" b="b"/>
              <a:pathLst>
                <a:path w="10169" h="7504" extrusionOk="0">
                  <a:moveTo>
                    <a:pt x="8047" y="0"/>
                  </a:moveTo>
                  <a:cubicBezTo>
                    <a:pt x="8036" y="0"/>
                    <a:pt x="8025" y="1"/>
                    <a:pt x="8014" y="2"/>
                  </a:cubicBezTo>
                  <a:cubicBezTo>
                    <a:pt x="7585" y="50"/>
                    <a:pt x="7001" y="1562"/>
                    <a:pt x="7001" y="1562"/>
                  </a:cubicBezTo>
                  <a:cubicBezTo>
                    <a:pt x="7001" y="1562"/>
                    <a:pt x="3275" y="3146"/>
                    <a:pt x="834" y="4717"/>
                  </a:cubicBezTo>
                  <a:cubicBezTo>
                    <a:pt x="1" y="5872"/>
                    <a:pt x="513" y="7420"/>
                    <a:pt x="2846" y="7503"/>
                  </a:cubicBezTo>
                  <a:cubicBezTo>
                    <a:pt x="5251" y="5658"/>
                    <a:pt x="8430" y="3193"/>
                    <a:pt x="8430" y="3193"/>
                  </a:cubicBezTo>
                  <a:cubicBezTo>
                    <a:pt x="9264" y="2800"/>
                    <a:pt x="10169" y="2169"/>
                    <a:pt x="10049" y="1883"/>
                  </a:cubicBezTo>
                  <a:cubicBezTo>
                    <a:pt x="9977" y="1682"/>
                    <a:pt x="9867" y="1650"/>
                    <a:pt x="9803" y="1650"/>
                  </a:cubicBezTo>
                  <a:cubicBezTo>
                    <a:pt x="9774" y="1650"/>
                    <a:pt x="9754" y="1656"/>
                    <a:pt x="9752" y="1657"/>
                  </a:cubicBezTo>
                  <a:lnTo>
                    <a:pt x="9752" y="1657"/>
                  </a:lnTo>
                  <a:cubicBezTo>
                    <a:pt x="9762" y="1653"/>
                    <a:pt x="10083" y="1534"/>
                    <a:pt x="9966" y="1264"/>
                  </a:cubicBezTo>
                  <a:cubicBezTo>
                    <a:pt x="9902" y="1130"/>
                    <a:pt x="9795" y="1096"/>
                    <a:pt x="9703" y="1096"/>
                  </a:cubicBezTo>
                  <a:cubicBezTo>
                    <a:pt x="9637" y="1096"/>
                    <a:pt x="9578" y="1114"/>
                    <a:pt x="9548" y="1125"/>
                  </a:cubicBezTo>
                  <a:lnTo>
                    <a:pt x="9548" y="1125"/>
                  </a:lnTo>
                  <a:cubicBezTo>
                    <a:pt x="9608" y="1097"/>
                    <a:pt x="9768" y="1003"/>
                    <a:pt x="9680" y="788"/>
                  </a:cubicBezTo>
                  <a:cubicBezTo>
                    <a:pt x="9611" y="623"/>
                    <a:pt x="9519" y="570"/>
                    <a:pt x="9430" y="570"/>
                  </a:cubicBezTo>
                  <a:cubicBezTo>
                    <a:pt x="9277" y="570"/>
                    <a:pt x="9133" y="729"/>
                    <a:pt x="9133" y="729"/>
                  </a:cubicBezTo>
                  <a:cubicBezTo>
                    <a:pt x="9133" y="729"/>
                    <a:pt x="9418" y="395"/>
                    <a:pt x="9192" y="121"/>
                  </a:cubicBezTo>
                  <a:cubicBezTo>
                    <a:pt x="9164" y="87"/>
                    <a:pt x="9125" y="72"/>
                    <a:pt x="9079" y="72"/>
                  </a:cubicBezTo>
                  <a:cubicBezTo>
                    <a:pt x="8755" y="72"/>
                    <a:pt x="8061" y="812"/>
                    <a:pt x="8061" y="812"/>
                  </a:cubicBezTo>
                  <a:cubicBezTo>
                    <a:pt x="8061" y="812"/>
                    <a:pt x="8422" y="0"/>
                    <a:pt x="8047" y="0"/>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41"/>
            <p:cNvSpPr/>
            <p:nvPr/>
          </p:nvSpPr>
          <p:spPr>
            <a:xfrm>
              <a:off x="2790225" y="1830700"/>
              <a:ext cx="44375" cy="63725"/>
            </a:xfrm>
            <a:custGeom>
              <a:avLst/>
              <a:gdLst/>
              <a:ahLst/>
              <a:cxnLst/>
              <a:rect l="l" t="t" r="r" b="b"/>
              <a:pathLst>
                <a:path w="1775" h="2549" extrusionOk="0">
                  <a:moveTo>
                    <a:pt x="726" y="1"/>
                  </a:moveTo>
                  <a:cubicBezTo>
                    <a:pt x="726" y="1"/>
                    <a:pt x="441" y="61"/>
                    <a:pt x="0" y="215"/>
                  </a:cubicBezTo>
                  <a:cubicBezTo>
                    <a:pt x="393" y="1013"/>
                    <a:pt x="822" y="1823"/>
                    <a:pt x="1346" y="2549"/>
                  </a:cubicBezTo>
                  <a:cubicBezTo>
                    <a:pt x="1619" y="2204"/>
                    <a:pt x="1774" y="1930"/>
                    <a:pt x="1774" y="1930"/>
                  </a:cubicBezTo>
                  <a:lnTo>
                    <a:pt x="7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41"/>
            <p:cNvSpPr/>
            <p:nvPr/>
          </p:nvSpPr>
          <p:spPr>
            <a:xfrm>
              <a:off x="2635725" y="1836075"/>
              <a:ext cx="187850" cy="150875"/>
            </a:xfrm>
            <a:custGeom>
              <a:avLst/>
              <a:gdLst/>
              <a:ahLst/>
              <a:cxnLst/>
              <a:rect l="l" t="t" r="r" b="b"/>
              <a:pathLst>
                <a:path w="7514" h="6035" extrusionOk="0">
                  <a:moveTo>
                    <a:pt x="6180" y="0"/>
                  </a:moveTo>
                  <a:cubicBezTo>
                    <a:pt x="5073" y="357"/>
                    <a:pt x="2930" y="1191"/>
                    <a:pt x="1156" y="2679"/>
                  </a:cubicBezTo>
                  <a:cubicBezTo>
                    <a:pt x="1156" y="2679"/>
                    <a:pt x="825" y="1942"/>
                    <a:pt x="544" y="1942"/>
                  </a:cubicBezTo>
                  <a:cubicBezTo>
                    <a:pt x="392" y="1942"/>
                    <a:pt x="254" y="2158"/>
                    <a:pt x="191" y="2822"/>
                  </a:cubicBezTo>
                  <a:cubicBezTo>
                    <a:pt x="1" y="4703"/>
                    <a:pt x="1227" y="5620"/>
                    <a:pt x="1227" y="5620"/>
                  </a:cubicBezTo>
                  <a:cubicBezTo>
                    <a:pt x="1610" y="5913"/>
                    <a:pt x="2016" y="6035"/>
                    <a:pt x="2429" y="6035"/>
                  </a:cubicBezTo>
                  <a:cubicBezTo>
                    <a:pt x="4371" y="6035"/>
                    <a:pt x="6467" y="3335"/>
                    <a:pt x="6978" y="2894"/>
                  </a:cubicBezTo>
                  <a:cubicBezTo>
                    <a:pt x="7192" y="2715"/>
                    <a:pt x="7371" y="2513"/>
                    <a:pt x="7514" y="2334"/>
                  </a:cubicBezTo>
                  <a:cubicBezTo>
                    <a:pt x="7002" y="1608"/>
                    <a:pt x="6573" y="798"/>
                    <a:pt x="618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41"/>
            <p:cNvSpPr/>
            <p:nvPr/>
          </p:nvSpPr>
          <p:spPr>
            <a:xfrm>
              <a:off x="2906900" y="1706225"/>
              <a:ext cx="144975" cy="135200"/>
            </a:xfrm>
            <a:custGeom>
              <a:avLst/>
              <a:gdLst/>
              <a:ahLst/>
              <a:cxnLst/>
              <a:rect l="l" t="t" r="r" b="b"/>
              <a:pathLst>
                <a:path w="5799" h="5408" extrusionOk="0">
                  <a:moveTo>
                    <a:pt x="5561" y="0"/>
                  </a:moveTo>
                  <a:cubicBezTo>
                    <a:pt x="5504" y="0"/>
                    <a:pt x="5448" y="21"/>
                    <a:pt x="5406" y="63"/>
                  </a:cubicBezTo>
                  <a:lnTo>
                    <a:pt x="596" y="4635"/>
                  </a:lnTo>
                  <a:cubicBezTo>
                    <a:pt x="512" y="4718"/>
                    <a:pt x="0" y="5313"/>
                    <a:pt x="84" y="5397"/>
                  </a:cubicBezTo>
                  <a:cubicBezTo>
                    <a:pt x="91" y="5404"/>
                    <a:pt x="101" y="5408"/>
                    <a:pt x="114" y="5408"/>
                  </a:cubicBezTo>
                  <a:cubicBezTo>
                    <a:pt x="262" y="5408"/>
                    <a:pt x="782" y="4949"/>
                    <a:pt x="870" y="4873"/>
                  </a:cubicBezTo>
                  <a:lnTo>
                    <a:pt x="5704" y="384"/>
                  </a:lnTo>
                  <a:cubicBezTo>
                    <a:pt x="5799" y="301"/>
                    <a:pt x="5799" y="158"/>
                    <a:pt x="5715" y="63"/>
                  </a:cubicBezTo>
                  <a:cubicBezTo>
                    <a:pt x="5674" y="21"/>
                    <a:pt x="5617" y="0"/>
                    <a:pt x="5561" y="0"/>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41"/>
            <p:cNvSpPr/>
            <p:nvPr/>
          </p:nvSpPr>
          <p:spPr>
            <a:xfrm>
              <a:off x="3038475" y="1694100"/>
              <a:ext cx="24425" cy="26075"/>
            </a:xfrm>
            <a:custGeom>
              <a:avLst/>
              <a:gdLst/>
              <a:ahLst/>
              <a:cxnLst/>
              <a:rect l="l" t="t" r="r" b="b"/>
              <a:pathLst>
                <a:path w="977" h="1043" extrusionOk="0">
                  <a:moveTo>
                    <a:pt x="269" y="0"/>
                  </a:moveTo>
                  <a:cubicBezTo>
                    <a:pt x="226" y="0"/>
                    <a:pt x="187" y="11"/>
                    <a:pt x="155" y="36"/>
                  </a:cubicBezTo>
                  <a:cubicBezTo>
                    <a:pt x="0" y="131"/>
                    <a:pt x="36" y="441"/>
                    <a:pt x="214" y="702"/>
                  </a:cubicBezTo>
                  <a:cubicBezTo>
                    <a:pt x="363" y="916"/>
                    <a:pt x="563" y="1043"/>
                    <a:pt x="711" y="1043"/>
                  </a:cubicBezTo>
                  <a:cubicBezTo>
                    <a:pt x="753" y="1043"/>
                    <a:pt x="790" y="1033"/>
                    <a:pt x="822" y="1012"/>
                  </a:cubicBezTo>
                  <a:cubicBezTo>
                    <a:pt x="976" y="905"/>
                    <a:pt x="941" y="607"/>
                    <a:pt x="750" y="345"/>
                  </a:cubicBezTo>
                  <a:cubicBezTo>
                    <a:pt x="612" y="133"/>
                    <a:pt x="417" y="0"/>
                    <a:pt x="269" y="0"/>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41"/>
            <p:cNvSpPr/>
            <p:nvPr/>
          </p:nvSpPr>
          <p:spPr>
            <a:xfrm>
              <a:off x="2938450" y="1791125"/>
              <a:ext cx="325" cy="325"/>
            </a:xfrm>
            <a:custGeom>
              <a:avLst/>
              <a:gdLst/>
              <a:ahLst/>
              <a:cxnLst/>
              <a:rect l="l" t="t" r="r" b="b"/>
              <a:pathLst>
                <a:path w="13" h="13" extrusionOk="0">
                  <a:moveTo>
                    <a:pt x="1" y="0"/>
                  </a:moveTo>
                  <a:cubicBezTo>
                    <a:pt x="12" y="12"/>
                    <a:pt x="12" y="12"/>
                    <a:pt x="12" y="12"/>
                  </a:cubicBezTo>
                  <a:cubicBezTo>
                    <a:pt x="12" y="12"/>
                    <a:pt x="12" y="0"/>
                    <a:pt x="1" y="0"/>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41"/>
            <p:cNvSpPr/>
            <p:nvPr/>
          </p:nvSpPr>
          <p:spPr>
            <a:xfrm>
              <a:off x="2916125" y="1769125"/>
              <a:ext cx="102725" cy="113700"/>
            </a:xfrm>
            <a:custGeom>
              <a:avLst/>
              <a:gdLst/>
              <a:ahLst/>
              <a:cxnLst/>
              <a:rect l="l" t="t" r="r" b="b"/>
              <a:pathLst>
                <a:path w="4109" h="4548" extrusionOk="0">
                  <a:moveTo>
                    <a:pt x="1611" y="0"/>
                  </a:moveTo>
                  <a:cubicBezTo>
                    <a:pt x="1585" y="0"/>
                    <a:pt x="1560" y="7"/>
                    <a:pt x="1536" y="23"/>
                  </a:cubicBezTo>
                  <a:cubicBezTo>
                    <a:pt x="1239" y="214"/>
                    <a:pt x="1405" y="619"/>
                    <a:pt x="1405" y="619"/>
                  </a:cubicBezTo>
                  <a:cubicBezTo>
                    <a:pt x="1405" y="619"/>
                    <a:pt x="1288" y="371"/>
                    <a:pt x="1106" y="371"/>
                  </a:cubicBezTo>
                  <a:cubicBezTo>
                    <a:pt x="1036" y="371"/>
                    <a:pt x="956" y="408"/>
                    <a:pt x="870" y="511"/>
                  </a:cubicBezTo>
                  <a:cubicBezTo>
                    <a:pt x="715" y="690"/>
                    <a:pt x="846" y="833"/>
                    <a:pt x="894" y="880"/>
                  </a:cubicBezTo>
                  <a:cubicBezTo>
                    <a:pt x="857" y="844"/>
                    <a:pt x="767" y="781"/>
                    <a:pt x="662" y="781"/>
                  </a:cubicBezTo>
                  <a:cubicBezTo>
                    <a:pt x="595" y="781"/>
                    <a:pt x="522" y="806"/>
                    <a:pt x="453" y="880"/>
                  </a:cubicBezTo>
                  <a:cubicBezTo>
                    <a:pt x="253" y="1104"/>
                    <a:pt x="529" y="1316"/>
                    <a:pt x="536" y="1321"/>
                  </a:cubicBezTo>
                  <a:lnTo>
                    <a:pt x="536" y="1321"/>
                  </a:lnTo>
                  <a:cubicBezTo>
                    <a:pt x="534" y="1319"/>
                    <a:pt x="496" y="1291"/>
                    <a:pt x="435" y="1291"/>
                  </a:cubicBezTo>
                  <a:cubicBezTo>
                    <a:pt x="373" y="1291"/>
                    <a:pt x="286" y="1321"/>
                    <a:pt x="191" y="1440"/>
                  </a:cubicBezTo>
                  <a:cubicBezTo>
                    <a:pt x="1" y="1690"/>
                    <a:pt x="679" y="2547"/>
                    <a:pt x="1346" y="3178"/>
                  </a:cubicBezTo>
                  <a:cubicBezTo>
                    <a:pt x="1346" y="3178"/>
                    <a:pt x="1763" y="3702"/>
                    <a:pt x="2156" y="4548"/>
                  </a:cubicBezTo>
                  <a:cubicBezTo>
                    <a:pt x="2775" y="3928"/>
                    <a:pt x="3430" y="3345"/>
                    <a:pt x="4108" y="2785"/>
                  </a:cubicBezTo>
                  <a:cubicBezTo>
                    <a:pt x="3406" y="2071"/>
                    <a:pt x="3203" y="2035"/>
                    <a:pt x="3203" y="2035"/>
                  </a:cubicBezTo>
                  <a:cubicBezTo>
                    <a:pt x="3203" y="2035"/>
                    <a:pt x="3084" y="428"/>
                    <a:pt x="2691" y="249"/>
                  </a:cubicBezTo>
                  <a:cubicBezTo>
                    <a:pt x="2657" y="234"/>
                    <a:pt x="2627" y="227"/>
                    <a:pt x="2600" y="227"/>
                  </a:cubicBezTo>
                  <a:cubicBezTo>
                    <a:pt x="2316" y="227"/>
                    <a:pt x="2406" y="1011"/>
                    <a:pt x="2406" y="1011"/>
                  </a:cubicBezTo>
                  <a:cubicBezTo>
                    <a:pt x="2406" y="1011"/>
                    <a:pt x="1920" y="0"/>
                    <a:pt x="1611" y="0"/>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41"/>
            <p:cNvSpPr/>
            <p:nvPr/>
          </p:nvSpPr>
          <p:spPr>
            <a:xfrm>
              <a:off x="2956900" y="1820000"/>
              <a:ext cx="55100" cy="56575"/>
            </a:xfrm>
            <a:custGeom>
              <a:avLst/>
              <a:gdLst/>
              <a:ahLst/>
              <a:cxnLst/>
              <a:rect l="l" t="t" r="r" b="b"/>
              <a:pathLst>
                <a:path w="2204" h="2263" extrusionOk="0">
                  <a:moveTo>
                    <a:pt x="1572" y="0"/>
                  </a:moveTo>
                  <a:lnTo>
                    <a:pt x="1" y="1536"/>
                  </a:lnTo>
                  <a:cubicBezTo>
                    <a:pt x="1" y="1536"/>
                    <a:pt x="72" y="1846"/>
                    <a:pt x="239" y="2263"/>
                  </a:cubicBezTo>
                  <a:cubicBezTo>
                    <a:pt x="953" y="1715"/>
                    <a:pt x="1596" y="1072"/>
                    <a:pt x="2203" y="417"/>
                  </a:cubicBezTo>
                  <a:cubicBezTo>
                    <a:pt x="1822" y="143"/>
                    <a:pt x="1572" y="0"/>
                    <a:pt x="15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41"/>
            <p:cNvSpPr/>
            <p:nvPr/>
          </p:nvSpPr>
          <p:spPr>
            <a:xfrm>
              <a:off x="2962850" y="1830425"/>
              <a:ext cx="97075" cy="108375"/>
            </a:xfrm>
            <a:custGeom>
              <a:avLst/>
              <a:gdLst/>
              <a:ahLst/>
              <a:cxnLst/>
              <a:rect l="l" t="t" r="r" b="b"/>
              <a:pathLst>
                <a:path w="3883" h="4335" extrusionOk="0">
                  <a:moveTo>
                    <a:pt x="1965" y="0"/>
                  </a:moveTo>
                  <a:cubicBezTo>
                    <a:pt x="1358" y="655"/>
                    <a:pt x="715" y="1298"/>
                    <a:pt x="1" y="1846"/>
                  </a:cubicBezTo>
                  <a:cubicBezTo>
                    <a:pt x="84" y="2060"/>
                    <a:pt x="37" y="2703"/>
                    <a:pt x="168" y="2941"/>
                  </a:cubicBezTo>
                  <a:cubicBezTo>
                    <a:pt x="600" y="3765"/>
                    <a:pt x="1057" y="4335"/>
                    <a:pt x="1884" y="4335"/>
                  </a:cubicBezTo>
                  <a:cubicBezTo>
                    <a:pt x="2037" y="4335"/>
                    <a:pt x="2202" y="4315"/>
                    <a:pt x="2382" y="4274"/>
                  </a:cubicBezTo>
                  <a:cubicBezTo>
                    <a:pt x="2382" y="4274"/>
                    <a:pt x="3501" y="3846"/>
                    <a:pt x="3716" y="2834"/>
                  </a:cubicBezTo>
                  <a:cubicBezTo>
                    <a:pt x="3882" y="2024"/>
                    <a:pt x="2918" y="667"/>
                    <a:pt x="196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41"/>
            <p:cNvSpPr/>
            <p:nvPr/>
          </p:nvSpPr>
          <p:spPr>
            <a:xfrm>
              <a:off x="2911375" y="1805125"/>
              <a:ext cx="19075" cy="39300"/>
            </a:xfrm>
            <a:custGeom>
              <a:avLst/>
              <a:gdLst/>
              <a:ahLst/>
              <a:cxnLst/>
              <a:rect l="l" t="t" r="r" b="b"/>
              <a:pathLst>
                <a:path w="763" h="1572" extrusionOk="0">
                  <a:moveTo>
                    <a:pt x="155" y="0"/>
                  </a:moveTo>
                  <a:lnTo>
                    <a:pt x="0" y="36"/>
                  </a:lnTo>
                  <a:cubicBezTo>
                    <a:pt x="0" y="36"/>
                    <a:pt x="619" y="810"/>
                    <a:pt x="560" y="1572"/>
                  </a:cubicBezTo>
                  <a:lnTo>
                    <a:pt x="762" y="1345"/>
                  </a:lnTo>
                  <a:cubicBezTo>
                    <a:pt x="762" y="1345"/>
                    <a:pt x="548" y="607"/>
                    <a:pt x="15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41"/>
            <p:cNvSpPr/>
            <p:nvPr/>
          </p:nvSpPr>
          <p:spPr>
            <a:xfrm>
              <a:off x="2904525" y="1812250"/>
              <a:ext cx="18775" cy="39025"/>
            </a:xfrm>
            <a:custGeom>
              <a:avLst/>
              <a:gdLst/>
              <a:ahLst/>
              <a:cxnLst/>
              <a:rect l="l" t="t" r="r" b="b"/>
              <a:pathLst>
                <a:path w="751" h="1561" extrusionOk="0">
                  <a:moveTo>
                    <a:pt x="155" y="1"/>
                  </a:moveTo>
                  <a:lnTo>
                    <a:pt x="0" y="25"/>
                  </a:lnTo>
                  <a:cubicBezTo>
                    <a:pt x="0" y="25"/>
                    <a:pt x="619" y="799"/>
                    <a:pt x="548" y="1561"/>
                  </a:cubicBezTo>
                  <a:lnTo>
                    <a:pt x="750" y="1346"/>
                  </a:lnTo>
                  <a:cubicBezTo>
                    <a:pt x="750" y="1346"/>
                    <a:pt x="536" y="596"/>
                    <a:pt x="15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41"/>
            <p:cNvSpPr/>
            <p:nvPr/>
          </p:nvSpPr>
          <p:spPr>
            <a:xfrm>
              <a:off x="2446725" y="1565500"/>
              <a:ext cx="398275" cy="667675"/>
            </a:xfrm>
            <a:custGeom>
              <a:avLst/>
              <a:gdLst/>
              <a:ahLst/>
              <a:cxnLst/>
              <a:rect l="l" t="t" r="r" b="b"/>
              <a:pathLst>
                <a:path w="15931" h="26707" extrusionOk="0">
                  <a:moveTo>
                    <a:pt x="3453" y="1"/>
                  </a:moveTo>
                  <a:lnTo>
                    <a:pt x="3453" y="1"/>
                  </a:lnTo>
                  <a:cubicBezTo>
                    <a:pt x="465" y="1429"/>
                    <a:pt x="0" y="5739"/>
                    <a:pt x="143" y="10228"/>
                  </a:cubicBezTo>
                  <a:cubicBezTo>
                    <a:pt x="334" y="15693"/>
                    <a:pt x="1917" y="24837"/>
                    <a:pt x="1917" y="24837"/>
                  </a:cubicBezTo>
                  <a:cubicBezTo>
                    <a:pt x="5741" y="26337"/>
                    <a:pt x="9129" y="26706"/>
                    <a:pt x="11536" y="26706"/>
                  </a:cubicBezTo>
                  <a:cubicBezTo>
                    <a:pt x="13865" y="26706"/>
                    <a:pt x="15276" y="26361"/>
                    <a:pt x="15276" y="26361"/>
                  </a:cubicBezTo>
                  <a:lnTo>
                    <a:pt x="15324" y="26361"/>
                  </a:lnTo>
                  <a:cubicBezTo>
                    <a:pt x="15538" y="25099"/>
                    <a:pt x="15931" y="21837"/>
                    <a:pt x="15086" y="18705"/>
                  </a:cubicBezTo>
                  <a:cubicBezTo>
                    <a:pt x="14469" y="16409"/>
                    <a:pt x="12799" y="15960"/>
                    <a:pt x="11020" y="15960"/>
                  </a:cubicBezTo>
                  <a:cubicBezTo>
                    <a:pt x="9874" y="15960"/>
                    <a:pt x="8684" y="16146"/>
                    <a:pt x="7700" y="16146"/>
                  </a:cubicBezTo>
                  <a:cubicBezTo>
                    <a:pt x="7558" y="16146"/>
                    <a:pt x="7420" y="16142"/>
                    <a:pt x="7287" y="16133"/>
                  </a:cubicBezTo>
                  <a:cubicBezTo>
                    <a:pt x="6073" y="16050"/>
                    <a:pt x="2394" y="14074"/>
                    <a:pt x="1453" y="7716"/>
                  </a:cubicBezTo>
                  <a:cubicBezTo>
                    <a:pt x="810" y="3358"/>
                    <a:pt x="2060" y="1096"/>
                    <a:pt x="345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41"/>
            <p:cNvSpPr/>
            <p:nvPr/>
          </p:nvSpPr>
          <p:spPr>
            <a:xfrm>
              <a:off x="2730400" y="1980425"/>
              <a:ext cx="100925" cy="226250"/>
            </a:xfrm>
            <a:custGeom>
              <a:avLst/>
              <a:gdLst/>
              <a:ahLst/>
              <a:cxnLst/>
              <a:rect l="l" t="t" r="r" b="b"/>
              <a:pathLst>
                <a:path w="4037" h="9050" extrusionOk="0">
                  <a:moveTo>
                    <a:pt x="48" y="1"/>
                  </a:moveTo>
                  <a:cubicBezTo>
                    <a:pt x="24" y="1"/>
                    <a:pt x="0" y="25"/>
                    <a:pt x="0" y="48"/>
                  </a:cubicBezTo>
                  <a:cubicBezTo>
                    <a:pt x="0" y="72"/>
                    <a:pt x="24" y="96"/>
                    <a:pt x="48" y="96"/>
                  </a:cubicBezTo>
                  <a:cubicBezTo>
                    <a:pt x="1667" y="215"/>
                    <a:pt x="2667" y="858"/>
                    <a:pt x="3000" y="2013"/>
                  </a:cubicBezTo>
                  <a:cubicBezTo>
                    <a:pt x="3953" y="5299"/>
                    <a:pt x="3512" y="8621"/>
                    <a:pt x="3465" y="8990"/>
                  </a:cubicBezTo>
                  <a:cubicBezTo>
                    <a:pt x="3465" y="9026"/>
                    <a:pt x="3477" y="9050"/>
                    <a:pt x="3500" y="9050"/>
                  </a:cubicBezTo>
                  <a:cubicBezTo>
                    <a:pt x="3524" y="9050"/>
                    <a:pt x="3548" y="9038"/>
                    <a:pt x="3548" y="9014"/>
                  </a:cubicBezTo>
                  <a:cubicBezTo>
                    <a:pt x="3596" y="8633"/>
                    <a:pt x="4036" y="5287"/>
                    <a:pt x="3084" y="1989"/>
                  </a:cubicBezTo>
                  <a:cubicBezTo>
                    <a:pt x="2727" y="787"/>
                    <a:pt x="1715" y="120"/>
                    <a:pt x="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41"/>
            <p:cNvSpPr/>
            <p:nvPr/>
          </p:nvSpPr>
          <p:spPr>
            <a:xfrm>
              <a:off x="2428575" y="1635625"/>
              <a:ext cx="275350" cy="353175"/>
            </a:xfrm>
            <a:custGeom>
              <a:avLst/>
              <a:gdLst/>
              <a:ahLst/>
              <a:cxnLst/>
              <a:rect l="l" t="t" r="r" b="b"/>
              <a:pathLst>
                <a:path w="11014" h="14127" extrusionOk="0">
                  <a:moveTo>
                    <a:pt x="2129" y="1"/>
                  </a:moveTo>
                  <a:cubicBezTo>
                    <a:pt x="2114" y="1"/>
                    <a:pt x="2092" y="12"/>
                    <a:pt x="2084" y="29"/>
                  </a:cubicBezTo>
                  <a:cubicBezTo>
                    <a:pt x="2072" y="77"/>
                    <a:pt x="0" y="4792"/>
                    <a:pt x="2989" y="9971"/>
                  </a:cubicBezTo>
                  <a:cubicBezTo>
                    <a:pt x="4048" y="11804"/>
                    <a:pt x="5310" y="13067"/>
                    <a:pt x="6727" y="13686"/>
                  </a:cubicBezTo>
                  <a:cubicBezTo>
                    <a:pt x="7501" y="14031"/>
                    <a:pt x="8192" y="14126"/>
                    <a:pt x="8739" y="14126"/>
                  </a:cubicBezTo>
                  <a:cubicBezTo>
                    <a:pt x="8942" y="14126"/>
                    <a:pt x="9120" y="14114"/>
                    <a:pt x="9287" y="14090"/>
                  </a:cubicBezTo>
                  <a:cubicBezTo>
                    <a:pt x="9358" y="14079"/>
                    <a:pt x="9454" y="14067"/>
                    <a:pt x="9561" y="14055"/>
                  </a:cubicBezTo>
                  <a:cubicBezTo>
                    <a:pt x="9906" y="13995"/>
                    <a:pt x="10406" y="13924"/>
                    <a:pt x="10978" y="13888"/>
                  </a:cubicBezTo>
                  <a:cubicBezTo>
                    <a:pt x="11001" y="13888"/>
                    <a:pt x="11013" y="13864"/>
                    <a:pt x="11013" y="13840"/>
                  </a:cubicBezTo>
                  <a:cubicBezTo>
                    <a:pt x="11013" y="13817"/>
                    <a:pt x="10990" y="13793"/>
                    <a:pt x="10978" y="13793"/>
                  </a:cubicBezTo>
                  <a:cubicBezTo>
                    <a:pt x="10406" y="13829"/>
                    <a:pt x="9894" y="13900"/>
                    <a:pt x="9561" y="13948"/>
                  </a:cubicBezTo>
                  <a:cubicBezTo>
                    <a:pt x="9442" y="13971"/>
                    <a:pt x="9347" y="13983"/>
                    <a:pt x="9275" y="13995"/>
                  </a:cubicBezTo>
                  <a:cubicBezTo>
                    <a:pt x="9085" y="14019"/>
                    <a:pt x="8894" y="14031"/>
                    <a:pt x="8704" y="14031"/>
                  </a:cubicBezTo>
                  <a:cubicBezTo>
                    <a:pt x="5763" y="14031"/>
                    <a:pt x="3798" y="11185"/>
                    <a:pt x="3060" y="9911"/>
                  </a:cubicBezTo>
                  <a:cubicBezTo>
                    <a:pt x="107" y="4780"/>
                    <a:pt x="2143" y="113"/>
                    <a:pt x="2167" y="77"/>
                  </a:cubicBezTo>
                  <a:cubicBezTo>
                    <a:pt x="2179" y="53"/>
                    <a:pt x="2167" y="17"/>
                    <a:pt x="2143" y="5"/>
                  </a:cubicBezTo>
                  <a:cubicBezTo>
                    <a:pt x="2140" y="2"/>
                    <a:pt x="2135" y="1"/>
                    <a:pt x="21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41"/>
            <p:cNvSpPr/>
            <p:nvPr/>
          </p:nvSpPr>
          <p:spPr>
            <a:xfrm>
              <a:off x="3167050" y="2120925"/>
              <a:ext cx="117900" cy="124750"/>
            </a:xfrm>
            <a:custGeom>
              <a:avLst/>
              <a:gdLst/>
              <a:ahLst/>
              <a:cxnLst/>
              <a:rect l="l" t="t" r="r" b="b"/>
              <a:pathLst>
                <a:path w="4716" h="4990" extrusionOk="0">
                  <a:moveTo>
                    <a:pt x="1263" y="1"/>
                  </a:moveTo>
                  <a:cubicBezTo>
                    <a:pt x="1263" y="1"/>
                    <a:pt x="1" y="3251"/>
                    <a:pt x="48" y="4084"/>
                  </a:cubicBezTo>
                  <a:cubicBezTo>
                    <a:pt x="60" y="4168"/>
                    <a:pt x="1548" y="4989"/>
                    <a:pt x="1906" y="4989"/>
                  </a:cubicBezTo>
                  <a:cubicBezTo>
                    <a:pt x="1906" y="4989"/>
                    <a:pt x="1907" y="4989"/>
                    <a:pt x="1907" y="4989"/>
                  </a:cubicBezTo>
                  <a:cubicBezTo>
                    <a:pt x="2270" y="4989"/>
                    <a:pt x="4715" y="1179"/>
                    <a:pt x="4715" y="1179"/>
                  </a:cubicBezTo>
                  <a:lnTo>
                    <a:pt x="1263" y="1"/>
                  </a:lnTo>
                  <a:close/>
                </a:path>
              </a:pathLst>
            </a:custGeom>
            <a:solidFill>
              <a:srgbClr val="8C58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41"/>
            <p:cNvSpPr/>
            <p:nvPr/>
          </p:nvSpPr>
          <p:spPr>
            <a:xfrm>
              <a:off x="3140550" y="2257250"/>
              <a:ext cx="324175" cy="131000"/>
            </a:xfrm>
            <a:custGeom>
              <a:avLst/>
              <a:gdLst/>
              <a:ahLst/>
              <a:cxnLst/>
              <a:rect l="l" t="t" r="r" b="b"/>
              <a:pathLst>
                <a:path w="12967" h="5240" extrusionOk="0">
                  <a:moveTo>
                    <a:pt x="5168" y="1"/>
                  </a:moveTo>
                  <a:cubicBezTo>
                    <a:pt x="5168" y="1"/>
                    <a:pt x="5275" y="453"/>
                    <a:pt x="5371" y="1084"/>
                  </a:cubicBezTo>
                  <a:cubicBezTo>
                    <a:pt x="3847" y="1096"/>
                    <a:pt x="1811" y="1144"/>
                    <a:pt x="1132" y="1322"/>
                  </a:cubicBezTo>
                  <a:cubicBezTo>
                    <a:pt x="1" y="1644"/>
                    <a:pt x="1251" y="2953"/>
                    <a:pt x="2156" y="4477"/>
                  </a:cubicBezTo>
                  <a:lnTo>
                    <a:pt x="7538" y="5239"/>
                  </a:lnTo>
                  <a:cubicBezTo>
                    <a:pt x="7538" y="5239"/>
                    <a:pt x="7442" y="4823"/>
                    <a:pt x="7347" y="4251"/>
                  </a:cubicBezTo>
                  <a:lnTo>
                    <a:pt x="7347" y="4251"/>
                  </a:lnTo>
                  <a:cubicBezTo>
                    <a:pt x="8250" y="4298"/>
                    <a:pt x="9501" y="4382"/>
                    <a:pt x="10432" y="4382"/>
                  </a:cubicBezTo>
                  <a:cubicBezTo>
                    <a:pt x="10912" y="4382"/>
                    <a:pt x="11307" y="4360"/>
                    <a:pt x="11526" y="4299"/>
                  </a:cubicBezTo>
                  <a:cubicBezTo>
                    <a:pt x="12657" y="3977"/>
                    <a:pt x="12967" y="2251"/>
                    <a:pt x="11157" y="358"/>
                  </a:cubicBezTo>
                  <a:lnTo>
                    <a:pt x="51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41"/>
            <p:cNvSpPr/>
            <p:nvPr/>
          </p:nvSpPr>
          <p:spPr>
            <a:xfrm>
              <a:off x="3179250" y="2040025"/>
              <a:ext cx="142900" cy="131250"/>
            </a:xfrm>
            <a:custGeom>
              <a:avLst/>
              <a:gdLst/>
              <a:ahLst/>
              <a:cxnLst/>
              <a:rect l="l" t="t" r="r" b="b"/>
              <a:pathLst>
                <a:path w="5716" h="5250" extrusionOk="0">
                  <a:moveTo>
                    <a:pt x="3224" y="1"/>
                  </a:moveTo>
                  <a:cubicBezTo>
                    <a:pt x="1879" y="1"/>
                    <a:pt x="544" y="2059"/>
                    <a:pt x="1" y="3010"/>
                  </a:cubicBezTo>
                  <a:cubicBezTo>
                    <a:pt x="370" y="3594"/>
                    <a:pt x="906" y="4213"/>
                    <a:pt x="1668" y="4594"/>
                  </a:cubicBezTo>
                  <a:cubicBezTo>
                    <a:pt x="2758" y="5145"/>
                    <a:pt x="3710" y="5250"/>
                    <a:pt x="4294" y="5250"/>
                  </a:cubicBezTo>
                  <a:cubicBezTo>
                    <a:pt x="4329" y="5250"/>
                    <a:pt x="4362" y="5249"/>
                    <a:pt x="4394" y="5249"/>
                  </a:cubicBezTo>
                  <a:cubicBezTo>
                    <a:pt x="4835" y="4237"/>
                    <a:pt x="5716" y="1677"/>
                    <a:pt x="4132" y="355"/>
                  </a:cubicBezTo>
                  <a:cubicBezTo>
                    <a:pt x="3835" y="107"/>
                    <a:pt x="3529" y="1"/>
                    <a:pt x="32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41"/>
            <p:cNvSpPr/>
            <p:nvPr/>
          </p:nvSpPr>
          <p:spPr>
            <a:xfrm>
              <a:off x="3173000" y="2115275"/>
              <a:ext cx="116125" cy="67075"/>
            </a:xfrm>
            <a:custGeom>
              <a:avLst/>
              <a:gdLst/>
              <a:ahLst/>
              <a:cxnLst/>
              <a:rect l="l" t="t" r="r" b="b"/>
              <a:pathLst>
                <a:path w="4645" h="2683" extrusionOk="0">
                  <a:moveTo>
                    <a:pt x="251" y="0"/>
                  </a:moveTo>
                  <a:cubicBezTo>
                    <a:pt x="84" y="286"/>
                    <a:pt x="1" y="477"/>
                    <a:pt x="1" y="477"/>
                  </a:cubicBezTo>
                  <a:cubicBezTo>
                    <a:pt x="1" y="477"/>
                    <a:pt x="903" y="2682"/>
                    <a:pt x="4232" y="2682"/>
                  </a:cubicBezTo>
                  <a:cubicBezTo>
                    <a:pt x="4301" y="2682"/>
                    <a:pt x="4371" y="2681"/>
                    <a:pt x="4442" y="2679"/>
                  </a:cubicBezTo>
                  <a:cubicBezTo>
                    <a:pt x="4442" y="2679"/>
                    <a:pt x="4525" y="2513"/>
                    <a:pt x="4644" y="2239"/>
                  </a:cubicBezTo>
                  <a:lnTo>
                    <a:pt x="4644" y="2239"/>
                  </a:lnTo>
                  <a:cubicBezTo>
                    <a:pt x="4612" y="2239"/>
                    <a:pt x="4579" y="2240"/>
                    <a:pt x="4544" y="2240"/>
                  </a:cubicBezTo>
                  <a:cubicBezTo>
                    <a:pt x="3960" y="2240"/>
                    <a:pt x="3008" y="2135"/>
                    <a:pt x="1918" y="1584"/>
                  </a:cubicBezTo>
                  <a:cubicBezTo>
                    <a:pt x="1156" y="1203"/>
                    <a:pt x="620" y="584"/>
                    <a:pt x="25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41"/>
            <p:cNvSpPr/>
            <p:nvPr/>
          </p:nvSpPr>
          <p:spPr>
            <a:xfrm>
              <a:off x="3229250" y="2038625"/>
              <a:ext cx="199175" cy="264050"/>
            </a:xfrm>
            <a:custGeom>
              <a:avLst/>
              <a:gdLst/>
              <a:ahLst/>
              <a:cxnLst/>
              <a:rect l="l" t="t" r="r" b="b"/>
              <a:pathLst>
                <a:path w="7967" h="10562" extrusionOk="0">
                  <a:moveTo>
                    <a:pt x="2595" y="0"/>
                  </a:moveTo>
                  <a:cubicBezTo>
                    <a:pt x="1928" y="0"/>
                    <a:pt x="942" y="102"/>
                    <a:pt x="942" y="102"/>
                  </a:cubicBezTo>
                  <a:cubicBezTo>
                    <a:pt x="942" y="102"/>
                    <a:pt x="180" y="6221"/>
                    <a:pt x="1" y="9793"/>
                  </a:cubicBezTo>
                  <a:cubicBezTo>
                    <a:pt x="1" y="9793"/>
                    <a:pt x="922" y="10562"/>
                    <a:pt x="3107" y="10562"/>
                  </a:cubicBezTo>
                  <a:cubicBezTo>
                    <a:pt x="4319" y="10562"/>
                    <a:pt x="5919" y="10326"/>
                    <a:pt x="7966" y="9591"/>
                  </a:cubicBezTo>
                  <a:lnTo>
                    <a:pt x="6323" y="411"/>
                  </a:lnTo>
                  <a:cubicBezTo>
                    <a:pt x="6323" y="411"/>
                    <a:pt x="5049" y="125"/>
                    <a:pt x="2847" y="6"/>
                  </a:cubicBezTo>
                  <a:cubicBezTo>
                    <a:pt x="2771" y="2"/>
                    <a:pt x="2686" y="0"/>
                    <a:pt x="259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41"/>
            <p:cNvSpPr/>
            <p:nvPr/>
          </p:nvSpPr>
          <p:spPr>
            <a:xfrm>
              <a:off x="3260800" y="2038225"/>
              <a:ext cx="97075" cy="48525"/>
            </a:xfrm>
            <a:custGeom>
              <a:avLst/>
              <a:gdLst/>
              <a:ahLst/>
              <a:cxnLst/>
              <a:rect l="l" t="t" r="r" b="b"/>
              <a:pathLst>
                <a:path w="3883" h="1941" extrusionOk="0">
                  <a:moveTo>
                    <a:pt x="1518" y="0"/>
                  </a:moveTo>
                  <a:cubicBezTo>
                    <a:pt x="685" y="0"/>
                    <a:pt x="72" y="70"/>
                    <a:pt x="72" y="70"/>
                  </a:cubicBezTo>
                  <a:cubicBezTo>
                    <a:pt x="72" y="70"/>
                    <a:pt x="1" y="1892"/>
                    <a:pt x="1811" y="1939"/>
                  </a:cubicBezTo>
                  <a:cubicBezTo>
                    <a:pt x="1841" y="1940"/>
                    <a:pt x="1870" y="1941"/>
                    <a:pt x="1899" y="1941"/>
                  </a:cubicBezTo>
                  <a:cubicBezTo>
                    <a:pt x="3618" y="1941"/>
                    <a:pt x="3882" y="237"/>
                    <a:pt x="3882" y="237"/>
                  </a:cubicBezTo>
                  <a:cubicBezTo>
                    <a:pt x="3095" y="51"/>
                    <a:pt x="2226" y="0"/>
                    <a:pt x="151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41"/>
            <p:cNvSpPr/>
            <p:nvPr/>
          </p:nvSpPr>
          <p:spPr>
            <a:xfrm>
              <a:off x="3178075" y="1771475"/>
              <a:ext cx="119975" cy="142825"/>
            </a:xfrm>
            <a:custGeom>
              <a:avLst/>
              <a:gdLst/>
              <a:ahLst/>
              <a:cxnLst/>
              <a:rect l="l" t="t" r="r" b="b"/>
              <a:pathLst>
                <a:path w="4799" h="5713" extrusionOk="0">
                  <a:moveTo>
                    <a:pt x="3822" y="1"/>
                  </a:moveTo>
                  <a:cubicBezTo>
                    <a:pt x="3143" y="132"/>
                    <a:pt x="2441" y="263"/>
                    <a:pt x="1905" y="679"/>
                  </a:cubicBezTo>
                  <a:cubicBezTo>
                    <a:pt x="1357" y="1096"/>
                    <a:pt x="1036" y="1882"/>
                    <a:pt x="1369" y="2477"/>
                  </a:cubicBezTo>
                  <a:cubicBezTo>
                    <a:pt x="1107" y="2846"/>
                    <a:pt x="845" y="3203"/>
                    <a:pt x="583" y="3561"/>
                  </a:cubicBezTo>
                  <a:cubicBezTo>
                    <a:pt x="393" y="3834"/>
                    <a:pt x="202" y="4108"/>
                    <a:pt x="95" y="4418"/>
                  </a:cubicBezTo>
                  <a:cubicBezTo>
                    <a:pt x="0" y="4727"/>
                    <a:pt x="0" y="5097"/>
                    <a:pt x="202" y="5370"/>
                  </a:cubicBezTo>
                  <a:cubicBezTo>
                    <a:pt x="364" y="5596"/>
                    <a:pt x="650" y="5713"/>
                    <a:pt x="941" y="5713"/>
                  </a:cubicBezTo>
                  <a:cubicBezTo>
                    <a:pt x="1079" y="5713"/>
                    <a:pt x="1219" y="5686"/>
                    <a:pt x="1345" y="5632"/>
                  </a:cubicBezTo>
                  <a:cubicBezTo>
                    <a:pt x="1726" y="5478"/>
                    <a:pt x="2012" y="5120"/>
                    <a:pt x="2167" y="4727"/>
                  </a:cubicBezTo>
                  <a:cubicBezTo>
                    <a:pt x="2322" y="4335"/>
                    <a:pt x="2381" y="3906"/>
                    <a:pt x="2429" y="3489"/>
                  </a:cubicBezTo>
                  <a:cubicBezTo>
                    <a:pt x="3048" y="3072"/>
                    <a:pt x="3620" y="2596"/>
                    <a:pt x="4143" y="2072"/>
                  </a:cubicBezTo>
                  <a:cubicBezTo>
                    <a:pt x="4405" y="1798"/>
                    <a:pt x="4667" y="1489"/>
                    <a:pt x="4727" y="1120"/>
                  </a:cubicBezTo>
                  <a:cubicBezTo>
                    <a:pt x="4798" y="751"/>
                    <a:pt x="4596" y="298"/>
                    <a:pt x="4227" y="227"/>
                  </a:cubicBezTo>
                  <a:lnTo>
                    <a:pt x="3822" y="1"/>
                  </a:lnTo>
                  <a:close/>
                </a:path>
              </a:pathLst>
            </a:custGeom>
            <a:solidFill>
              <a:srgbClr val="8C58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41"/>
            <p:cNvSpPr/>
            <p:nvPr/>
          </p:nvSpPr>
          <p:spPr>
            <a:xfrm>
              <a:off x="3173000" y="1779150"/>
              <a:ext cx="102425" cy="134325"/>
            </a:xfrm>
            <a:custGeom>
              <a:avLst/>
              <a:gdLst/>
              <a:ahLst/>
              <a:cxnLst/>
              <a:rect l="l" t="t" r="r" b="b"/>
              <a:pathLst>
                <a:path w="4097" h="5373" extrusionOk="0">
                  <a:moveTo>
                    <a:pt x="3651" y="1"/>
                  </a:moveTo>
                  <a:cubicBezTo>
                    <a:pt x="3246" y="1"/>
                    <a:pt x="2843" y="94"/>
                    <a:pt x="2477" y="277"/>
                  </a:cubicBezTo>
                  <a:cubicBezTo>
                    <a:pt x="1977" y="515"/>
                    <a:pt x="1560" y="920"/>
                    <a:pt x="1298" y="1408"/>
                  </a:cubicBezTo>
                  <a:cubicBezTo>
                    <a:pt x="1239" y="1527"/>
                    <a:pt x="1167" y="1682"/>
                    <a:pt x="1167" y="1849"/>
                  </a:cubicBezTo>
                  <a:cubicBezTo>
                    <a:pt x="1167" y="2003"/>
                    <a:pt x="1239" y="2182"/>
                    <a:pt x="1394" y="2253"/>
                  </a:cubicBezTo>
                  <a:cubicBezTo>
                    <a:pt x="1451" y="2279"/>
                    <a:pt x="1505" y="2291"/>
                    <a:pt x="1558" y="2291"/>
                  </a:cubicBezTo>
                  <a:cubicBezTo>
                    <a:pt x="1603" y="2291"/>
                    <a:pt x="1647" y="2282"/>
                    <a:pt x="1691" y="2265"/>
                  </a:cubicBezTo>
                  <a:lnTo>
                    <a:pt x="1691" y="2265"/>
                  </a:lnTo>
                  <a:cubicBezTo>
                    <a:pt x="1334" y="2575"/>
                    <a:pt x="989" y="2908"/>
                    <a:pt x="667" y="3266"/>
                  </a:cubicBezTo>
                  <a:cubicBezTo>
                    <a:pt x="441" y="3504"/>
                    <a:pt x="191" y="3801"/>
                    <a:pt x="108" y="4158"/>
                  </a:cubicBezTo>
                  <a:cubicBezTo>
                    <a:pt x="1" y="4599"/>
                    <a:pt x="203" y="5111"/>
                    <a:pt x="584" y="5373"/>
                  </a:cubicBezTo>
                  <a:lnTo>
                    <a:pt x="620" y="5301"/>
                  </a:lnTo>
                  <a:cubicBezTo>
                    <a:pt x="263" y="5063"/>
                    <a:pt x="72" y="4587"/>
                    <a:pt x="179" y="4170"/>
                  </a:cubicBezTo>
                  <a:cubicBezTo>
                    <a:pt x="251" y="3837"/>
                    <a:pt x="501" y="3551"/>
                    <a:pt x="715" y="3313"/>
                  </a:cubicBezTo>
                  <a:cubicBezTo>
                    <a:pt x="1120" y="2873"/>
                    <a:pt x="1560" y="2468"/>
                    <a:pt x="2013" y="2087"/>
                  </a:cubicBezTo>
                  <a:lnTo>
                    <a:pt x="1965" y="2039"/>
                  </a:lnTo>
                  <a:cubicBezTo>
                    <a:pt x="1801" y="2160"/>
                    <a:pt x="1662" y="2219"/>
                    <a:pt x="1548" y="2219"/>
                  </a:cubicBezTo>
                  <a:cubicBezTo>
                    <a:pt x="1505" y="2219"/>
                    <a:pt x="1465" y="2210"/>
                    <a:pt x="1429" y="2194"/>
                  </a:cubicBezTo>
                  <a:cubicBezTo>
                    <a:pt x="1298" y="2134"/>
                    <a:pt x="1239" y="1980"/>
                    <a:pt x="1239" y="1849"/>
                  </a:cubicBezTo>
                  <a:cubicBezTo>
                    <a:pt x="1239" y="1706"/>
                    <a:pt x="1310" y="1563"/>
                    <a:pt x="1370" y="1444"/>
                  </a:cubicBezTo>
                  <a:cubicBezTo>
                    <a:pt x="1620" y="968"/>
                    <a:pt x="2025" y="575"/>
                    <a:pt x="2501" y="337"/>
                  </a:cubicBezTo>
                  <a:cubicBezTo>
                    <a:pt x="2857" y="163"/>
                    <a:pt x="3250" y="72"/>
                    <a:pt x="3645" y="72"/>
                  </a:cubicBezTo>
                  <a:cubicBezTo>
                    <a:pt x="3792" y="72"/>
                    <a:pt x="3939" y="84"/>
                    <a:pt x="4084" y="110"/>
                  </a:cubicBezTo>
                  <a:lnTo>
                    <a:pt x="4096" y="39"/>
                  </a:lnTo>
                  <a:cubicBezTo>
                    <a:pt x="3949" y="13"/>
                    <a:pt x="3800" y="1"/>
                    <a:pt x="3651" y="1"/>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41"/>
            <p:cNvSpPr/>
            <p:nvPr/>
          </p:nvSpPr>
          <p:spPr>
            <a:xfrm>
              <a:off x="3272725" y="2019425"/>
              <a:ext cx="74125" cy="28850"/>
            </a:xfrm>
            <a:custGeom>
              <a:avLst/>
              <a:gdLst/>
              <a:ahLst/>
              <a:cxnLst/>
              <a:rect l="l" t="t" r="r" b="b"/>
              <a:pathLst>
                <a:path w="2965" h="1154" extrusionOk="0">
                  <a:moveTo>
                    <a:pt x="0" y="1"/>
                  </a:moveTo>
                  <a:lnTo>
                    <a:pt x="107" y="1120"/>
                  </a:lnTo>
                  <a:cubicBezTo>
                    <a:pt x="329" y="1142"/>
                    <a:pt x="553" y="1154"/>
                    <a:pt x="779" y="1154"/>
                  </a:cubicBezTo>
                  <a:cubicBezTo>
                    <a:pt x="1500" y="1154"/>
                    <a:pt x="2237" y="1040"/>
                    <a:pt x="2953" y="822"/>
                  </a:cubicBezTo>
                  <a:lnTo>
                    <a:pt x="2965" y="24"/>
                  </a:lnTo>
                  <a:lnTo>
                    <a:pt x="0" y="1"/>
                  </a:lnTo>
                  <a:close/>
                </a:path>
              </a:pathLst>
            </a:custGeom>
            <a:solidFill>
              <a:srgbClr val="8C58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41"/>
            <p:cNvSpPr/>
            <p:nvPr/>
          </p:nvSpPr>
          <p:spPr>
            <a:xfrm>
              <a:off x="3275400" y="2039975"/>
              <a:ext cx="71150" cy="33050"/>
            </a:xfrm>
            <a:custGeom>
              <a:avLst/>
              <a:gdLst/>
              <a:ahLst/>
              <a:cxnLst/>
              <a:rect l="l" t="t" r="r" b="b"/>
              <a:pathLst>
                <a:path w="2846" h="1322" extrusionOk="0">
                  <a:moveTo>
                    <a:pt x="2846" y="0"/>
                  </a:moveTo>
                  <a:lnTo>
                    <a:pt x="2846" y="0"/>
                  </a:lnTo>
                  <a:cubicBezTo>
                    <a:pt x="2130" y="218"/>
                    <a:pt x="1393" y="332"/>
                    <a:pt x="672" y="332"/>
                  </a:cubicBezTo>
                  <a:cubicBezTo>
                    <a:pt x="446" y="332"/>
                    <a:pt x="222" y="320"/>
                    <a:pt x="0" y="298"/>
                  </a:cubicBezTo>
                  <a:lnTo>
                    <a:pt x="0" y="298"/>
                  </a:lnTo>
                  <a:lnTo>
                    <a:pt x="60" y="786"/>
                  </a:lnTo>
                  <a:cubicBezTo>
                    <a:pt x="60" y="786"/>
                    <a:pt x="262" y="1322"/>
                    <a:pt x="1273" y="1322"/>
                  </a:cubicBezTo>
                  <a:cubicBezTo>
                    <a:pt x="1359" y="1322"/>
                    <a:pt x="1450" y="1318"/>
                    <a:pt x="1548" y="1310"/>
                  </a:cubicBezTo>
                  <a:cubicBezTo>
                    <a:pt x="2667" y="1214"/>
                    <a:pt x="2775" y="560"/>
                    <a:pt x="2775" y="560"/>
                  </a:cubicBezTo>
                  <a:lnTo>
                    <a:pt x="2846" y="0"/>
                  </a:lnTo>
                  <a:close/>
                </a:path>
              </a:pathLst>
            </a:custGeom>
            <a:solidFill>
              <a:srgbClr val="BC7B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41"/>
            <p:cNvSpPr/>
            <p:nvPr/>
          </p:nvSpPr>
          <p:spPr>
            <a:xfrm>
              <a:off x="3391475" y="1834575"/>
              <a:ext cx="74150" cy="156600"/>
            </a:xfrm>
            <a:custGeom>
              <a:avLst/>
              <a:gdLst/>
              <a:ahLst/>
              <a:cxnLst/>
              <a:rect l="l" t="t" r="r" b="b"/>
              <a:pathLst>
                <a:path w="2966" h="6264" extrusionOk="0">
                  <a:moveTo>
                    <a:pt x="1775" y="1"/>
                  </a:moveTo>
                  <a:lnTo>
                    <a:pt x="1727" y="48"/>
                  </a:lnTo>
                  <a:cubicBezTo>
                    <a:pt x="2442" y="751"/>
                    <a:pt x="2858" y="1715"/>
                    <a:pt x="2882" y="2703"/>
                  </a:cubicBezTo>
                  <a:cubicBezTo>
                    <a:pt x="2894" y="2894"/>
                    <a:pt x="2882" y="3144"/>
                    <a:pt x="2751" y="3323"/>
                  </a:cubicBezTo>
                  <a:cubicBezTo>
                    <a:pt x="2680" y="3406"/>
                    <a:pt x="2561" y="3477"/>
                    <a:pt x="2442" y="3489"/>
                  </a:cubicBezTo>
                  <a:cubicBezTo>
                    <a:pt x="2382" y="3489"/>
                    <a:pt x="2299" y="3489"/>
                    <a:pt x="2227" y="3418"/>
                  </a:cubicBezTo>
                  <a:lnTo>
                    <a:pt x="2168" y="3465"/>
                  </a:lnTo>
                  <a:cubicBezTo>
                    <a:pt x="2632" y="4073"/>
                    <a:pt x="2620" y="5013"/>
                    <a:pt x="2132" y="5597"/>
                  </a:cubicBezTo>
                  <a:cubicBezTo>
                    <a:pt x="1805" y="5986"/>
                    <a:pt x="1301" y="6197"/>
                    <a:pt x="801" y="6197"/>
                  </a:cubicBezTo>
                  <a:cubicBezTo>
                    <a:pt x="536" y="6197"/>
                    <a:pt x="272" y="6137"/>
                    <a:pt x="37" y="6013"/>
                  </a:cubicBezTo>
                  <a:lnTo>
                    <a:pt x="1" y="6073"/>
                  </a:lnTo>
                  <a:cubicBezTo>
                    <a:pt x="251" y="6204"/>
                    <a:pt x="525" y="6263"/>
                    <a:pt x="799" y="6263"/>
                  </a:cubicBezTo>
                  <a:cubicBezTo>
                    <a:pt x="1322" y="6263"/>
                    <a:pt x="1846" y="6049"/>
                    <a:pt x="2180" y="5644"/>
                  </a:cubicBezTo>
                  <a:cubicBezTo>
                    <a:pt x="2668" y="5073"/>
                    <a:pt x="2715" y="4180"/>
                    <a:pt x="2311" y="3549"/>
                  </a:cubicBezTo>
                  <a:lnTo>
                    <a:pt x="2311" y="3549"/>
                  </a:lnTo>
                  <a:cubicBezTo>
                    <a:pt x="2358" y="3561"/>
                    <a:pt x="2406" y="3561"/>
                    <a:pt x="2454" y="3561"/>
                  </a:cubicBezTo>
                  <a:cubicBezTo>
                    <a:pt x="2596" y="3549"/>
                    <a:pt x="2727" y="3465"/>
                    <a:pt x="2811" y="3358"/>
                  </a:cubicBezTo>
                  <a:cubicBezTo>
                    <a:pt x="2954" y="3168"/>
                    <a:pt x="2965" y="2906"/>
                    <a:pt x="2965" y="2703"/>
                  </a:cubicBezTo>
                  <a:cubicBezTo>
                    <a:pt x="2930" y="1691"/>
                    <a:pt x="2501" y="703"/>
                    <a:pt x="1775" y="1"/>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41"/>
            <p:cNvSpPr/>
            <p:nvPr/>
          </p:nvSpPr>
          <p:spPr>
            <a:xfrm>
              <a:off x="3158025" y="1895175"/>
              <a:ext cx="66200" cy="60775"/>
            </a:xfrm>
            <a:custGeom>
              <a:avLst/>
              <a:gdLst/>
              <a:ahLst/>
              <a:cxnLst/>
              <a:rect l="l" t="t" r="r" b="b"/>
              <a:pathLst>
                <a:path w="2648" h="2431" extrusionOk="0">
                  <a:moveTo>
                    <a:pt x="1418" y="1"/>
                  </a:moveTo>
                  <a:cubicBezTo>
                    <a:pt x="1017" y="1"/>
                    <a:pt x="619" y="181"/>
                    <a:pt x="397" y="780"/>
                  </a:cubicBezTo>
                  <a:cubicBezTo>
                    <a:pt x="1" y="1829"/>
                    <a:pt x="647" y="2431"/>
                    <a:pt x="1351" y="2431"/>
                  </a:cubicBezTo>
                  <a:cubicBezTo>
                    <a:pt x="1661" y="2431"/>
                    <a:pt x="1983" y="2313"/>
                    <a:pt x="2231" y="2065"/>
                  </a:cubicBezTo>
                  <a:lnTo>
                    <a:pt x="2648" y="422"/>
                  </a:lnTo>
                  <a:cubicBezTo>
                    <a:pt x="2648" y="422"/>
                    <a:pt x="2030" y="1"/>
                    <a:pt x="1418" y="1"/>
                  </a:cubicBezTo>
                  <a:close/>
                </a:path>
              </a:pathLst>
            </a:custGeom>
            <a:solidFill>
              <a:srgbClr val="BC7B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41"/>
            <p:cNvSpPr/>
            <p:nvPr/>
          </p:nvSpPr>
          <p:spPr>
            <a:xfrm>
              <a:off x="3175375" y="1905925"/>
              <a:ext cx="40525" cy="39100"/>
            </a:xfrm>
            <a:custGeom>
              <a:avLst/>
              <a:gdLst/>
              <a:ahLst/>
              <a:cxnLst/>
              <a:rect l="l" t="t" r="r" b="b"/>
              <a:pathLst>
                <a:path w="1621" h="1564" extrusionOk="0">
                  <a:moveTo>
                    <a:pt x="573" y="1"/>
                  </a:moveTo>
                  <a:cubicBezTo>
                    <a:pt x="262" y="1"/>
                    <a:pt x="24" y="207"/>
                    <a:pt x="13" y="219"/>
                  </a:cubicBezTo>
                  <a:cubicBezTo>
                    <a:pt x="1" y="230"/>
                    <a:pt x="1" y="254"/>
                    <a:pt x="13" y="266"/>
                  </a:cubicBezTo>
                  <a:cubicBezTo>
                    <a:pt x="19" y="272"/>
                    <a:pt x="25" y="275"/>
                    <a:pt x="32" y="275"/>
                  </a:cubicBezTo>
                  <a:cubicBezTo>
                    <a:pt x="40" y="275"/>
                    <a:pt x="49" y="272"/>
                    <a:pt x="60" y="266"/>
                  </a:cubicBezTo>
                  <a:cubicBezTo>
                    <a:pt x="60" y="266"/>
                    <a:pt x="297" y="62"/>
                    <a:pt x="596" y="62"/>
                  </a:cubicBezTo>
                  <a:cubicBezTo>
                    <a:pt x="612" y="62"/>
                    <a:pt x="628" y="63"/>
                    <a:pt x="644" y="64"/>
                  </a:cubicBezTo>
                  <a:cubicBezTo>
                    <a:pt x="822" y="88"/>
                    <a:pt x="989" y="183"/>
                    <a:pt x="1132" y="361"/>
                  </a:cubicBezTo>
                  <a:cubicBezTo>
                    <a:pt x="1537" y="862"/>
                    <a:pt x="977" y="1504"/>
                    <a:pt x="965" y="1504"/>
                  </a:cubicBezTo>
                  <a:cubicBezTo>
                    <a:pt x="953" y="1516"/>
                    <a:pt x="953" y="1540"/>
                    <a:pt x="977" y="1552"/>
                  </a:cubicBezTo>
                  <a:cubicBezTo>
                    <a:pt x="977" y="1552"/>
                    <a:pt x="977" y="1564"/>
                    <a:pt x="989" y="1564"/>
                  </a:cubicBezTo>
                  <a:cubicBezTo>
                    <a:pt x="1001" y="1564"/>
                    <a:pt x="1013" y="1564"/>
                    <a:pt x="1025" y="1552"/>
                  </a:cubicBezTo>
                  <a:cubicBezTo>
                    <a:pt x="1025" y="1540"/>
                    <a:pt x="1620" y="873"/>
                    <a:pt x="1180" y="314"/>
                  </a:cubicBezTo>
                  <a:cubicBezTo>
                    <a:pt x="1025" y="123"/>
                    <a:pt x="846" y="16"/>
                    <a:pt x="644" y="4"/>
                  </a:cubicBezTo>
                  <a:cubicBezTo>
                    <a:pt x="620" y="2"/>
                    <a:pt x="596" y="1"/>
                    <a:pt x="573"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41"/>
            <p:cNvSpPr/>
            <p:nvPr/>
          </p:nvSpPr>
          <p:spPr>
            <a:xfrm>
              <a:off x="3185200" y="1921250"/>
              <a:ext cx="23250" cy="9500"/>
            </a:xfrm>
            <a:custGeom>
              <a:avLst/>
              <a:gdLst/>
              <a:ahLst/>
              <a:cxnLst/>
              <a:rect l="l" t="t" r="r" b="b"/>
              <a:pathLst>
                <a:path w="930" h="380" extrusionOk="0">
                  <a:moveTo>
                    <a:pt x="335" y="0"/>
                  </a:moveTo>
                  <a:cubicBezTo>
                    <a:pt x="162" y="0"/>
                    <a:pt x="25" y="46"/>
                    <a:pt x="25" y="46"/>
                  </a:cubicBezTo>
                  <a:cubicBezTo>
                    <a:pt x="13" y="46"/>
                    <a:pt x="1" y="70"/>
                    <a:pt x="1" y="82"/>
                  </a:cubicBezTo>
                  <a:cubicBezTo>
                    <a:pt x="13" y="94"/>
                    <a:pt x="13" y="106"/>
                    <a:pt x="25" y="106"/>
                  </a:cubicBezTo>
                  <a:lnTo>
                    <a:pt x="48" y="106"/>
                  </a:lnTo>
                  <a:cubicBezTo>
                    <a:pt x="48" y="106"/>
                    <a:pt x="175" y="62"/>
                    <a:pt x="334" y="62"/>
                  </a:cubicBezTo>
                  <a:cubicBezTo>
                    <a:pt x="517" y="62"/>
                    <a:pt x="743" y="119"/>
                    <a:pt x="870" y="368"/>
                  </a:cubicBezTo>
                  <a:cubicBezTo>
                    <a:pt x="870" y="379"/>
                    <a:pt x="894" y="379"/>
                    <a:pt x="918" y="379"/>
                  </a:cubicBezTo>
                  <a:cubicBezTo>
                    <a:pt x="929" y="368"/>
                    <a:pt x="929" y="356"/>
                    <a:pt x="929" y="332"/>
                  </a:cubicBezTo>
                  <a:cubicBezTo>
                    <a:pt x="788" y="63"/>
                    <a:pt x="537" y="0"/>
                    <a:pt x="335" y="0"/>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1"/>
            <p:cNvSpPr/>
            <p:nvPr/>
          </p:nvSpPr>
          <p:spPr>
            <a:xfrm>
              <a:off x="3187875" y="1787875"/>
              <a:ext cx="255425" cy="247900"/>
            </a:xfrm>
            <a:custGeom>
              <a:avLst/>
              <a:gdLst/>
              <a:ahLst/>
              <a:cxnLst/>
              <a:rect l="l" t="t" r="r" b="b"/>
              <a:pathLst>
                <a:path w="10217" h="9916" extrusionOk="0">
                  <a:moveTo>
                    <a:pt x="4712" y="1"/>
                  </a:moveTo>
                  <a:cubicBezTo>
                    <a:pt x="3715" y="1"/>
                    <a:pt x="2892" y="426"/>
                    <a:pt x="2323" y="1262"/>
                  </a:cubicBezTo>
                  <a:cubicBezTo>
                    <a:pt x="2323" y="1262"/>
                    <a:pt x="1251" y="2595"/>
                    <a:pt x="549" y="4822"/>
                  </a:cubicBezTo>
                  <a:cubicBezTo>
                    <a:pt x="1" y="6560"/>
                    <a:pt x="846" y="8703"/>
                    <a:pt x="2918" y="9513"/>
                  </a:cubicBezTo>
                  <a:cubicBezTo>
                    <a:pt x="3560" y="9763"/>
                    <a:pt x="4243" y="9916"/>
                    <a:pt x="4924" y="9916"/>
                  </a:cubicBezTo>
                  <a:cubicBezTo>
                    <a:pt x="6315" y="9916"/>
                    <a:pt x="7697" y="9279"/>
                    <a:pt x="8704" y="7536"/>
                  </a:cubicBezTo>
                  <a:cubicBezTo>
                    <a:pt x="10217" y="4929"/>
                    <a:pt x="10050" y="2428"/>
                    <a:pt x="7704" y="1000"/>
                  </a:cubicBezTo>
                  <a:cubicBezTo>
                    <a:pt x="6606" y="331"/>
                    <a:pt x="5591" y="1"/>
                    <a:pt x="4712" y="1"/>
                  </a:cubicBezTo>
                  <a:close/>
                </a:path>
              </a:pathLst>
            </a:custGeom>
            <a:solidFill>
              <a:srgbClr val="BC7B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1"/>
            <p:cNvSpPr/>
            <p:nvPr/>
          </p:nvSpPr>
          <p:spPr>
            <a:xfrm>
              <a:off x="3197400" y="1835775"/>
              <a:ext cx="29800" cy="60950"/>
            </a:xfrm>
            <a:custGeom>
              <a:avLst/>
              <a:gdLst/>
              <a:ahLst/>
              <a:cxnLst/>
              <a:rect l="l" t="t" r="r" b="b"/>
              <a:pathLst>
                <a:path w="1192" h="2438" extrusionOk="0">
                  <a:moveTo>
                    <a:pt x="1049" y="0"/>
                  </a:moveTo>
                  <a:lnTo>
                    <a:pt x="1049" y="0"/>
                  </a:lnTo>
                  <a:cubicBezTo>
                    <a:pt x="441" y="655"/>
                    <a:pt x="72" y="1524"/>
                    <a:pt x="1" y="2417"/>
                  </a:cubicBezTo>
                  <a:lnTo>
                    <a:pt x="49" y="2286"/>
                  </a:lnTo>
                  <a:cubicBezTo>
                    <a:pt x="95" y="2387"/>
                    <a:pt x="212" y="2437"/>
                    <a:pt x="330" y="2437"/>
                  </a:cubicBezTo>
                  <a:cubicBezTo>
                    <a:pt x="394" y="2437"/>
                    <a:pt x="459" y="2423"/>
                    <a:pt x="513" y="2394"/>
                  </a:cubicBezTo>
                  <a:cubicBezTo>
                    <a:pt x="668" y="2310"/>
                    <a:pt x="763" y="2144"/>
                    <a:pt x="834" y="1977"/>
                  </a:cubicBezTo>
                  <a:cubicBezTo>
                    <a:pt x="1120" y="1370"/>
                    <a:pt x="1192" y="655"/>
                    <a:pt x="1049" y="0"/>
                  </a:cubicBezTo>
                  <a:close/>
                </a:path>
              </a:pathLst>
            </a:custGeom>
            <a:solidFill>
              <a:srgbClr val="8C58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1"/>
            <p:cNvSpPr/>
            <p:nvPr/>
          </p:nvSpPr>
          <p:spPr>
            <a:xfrm>
              <a:off x="3201700" y="1751975"/>
              <a:ext cx="289225" cy="223900"/>
            </a:xfrm>
            <a:custGeom>
              <a:avLst/>
              <a:gdLst/>
              <a:ahLst/>
              <a:cxnLst/>
              <a:rect l="l" t="t" r="r" b="b"/>
              <a:pathLst>
                <a:path w="11569" h="8956" extrusionOk="0">
                  <a:moveTo>
                    <a:pt x="3492" y="0"/>
                  </a:moveTo>
                  <a:cubicBezTo>
                    <a:pt x="2451" y="0"/>
                    <a:pt x="2294" y="1257"/>
                    <a:pt x="2294" y="1257"/>
                  </a:cubicBezTo>
                  <a:cubicBezTo>
                    <a:pt x="2289" y="1257"/>
                    <a:pt x="2285" y="1257"/>
                    <a:pt x="2281" y="1257"/>
                  </a:cubicBezTo>
                  <a:cubicBezTo>
                    <a:pt x="1607" y="1257"/>
                    <a:pt x="1" y="3154"/>
                    <a:pt x="841" y="3745"/>
                  </a:cubicBezTo>
                  <a:cubicBezTo>
                    <a:pt x="1053" y="3893"/>
                    <a:pt x="1295" y="3948"/>
                    <a:pt x="1538" y="3948"/>
                  </a:cubicBezTo>
                  <a:cubicBezTo>
                    <a:pt x="2277" y="3948"/>
                    <a:pt x="3032" y="3436"/>
                    <a:pt x="3032" y="3436"/>
                  </a:cubicBezTo>
                  <a:lnTo>
                    <a:pt x="3032" y="3436"/>
                  </a:lnTo>
                  <a:cubicBezTo>
                    <a:pt x="2639" y="3852"/>
                    <a:pt x="2936" y="4269"/>
                    <a:pt x="2936" y="4269"/>
                  </a:cubicBezTo>
                  <a:cubicBezTo>
                    <a:pt x="3454" y="4926"/>
                    <a:pt x="5421" y="5028"/>
                    <a:pt x="6592" y="5028"/>
                  </a:cubicBezTo>
                  <a:cubicBezTo>
                    <a:pt x="7119" y="5028"/>
                    <a:pt x="7485" y="5007"/>
                    <a:pt x="7485" y="5007"/>
                  </a:cubicBezTo>
                  <a:lnTo>
                    <a:pt x="7485" y="5007"/>
                  </a:lnTo>
                  <a:cubicBezTo>
                    <a:pt x="7270" y="6388"/>
                    <a:pt x="7830" y="6865"/>
                    <a:pt x="7830" y="6865"/>
                  </a:cubicBezTo>
                  <a:cubicBezTo>
                    <a:pt x="7497" y="8210"/>
                    <a:pt x="8199" y="8627"/>
                    <a:pt x="8199" y="8627"/>
                  </a:cubicBezTo>
                  <a:cubicBezTo>
                    <a:pt x="8199" y="8627"/>
                    <a:pt x="7903" y="8955"/>
                    <a:pt x="8525" y="8955"/>
                  </a:cubicBezTo>
                  <a:cubicBezTo>
                    <a:pt x="8661" y="8955"/>
                    <a:pt x="8842" y="8939"/>
                    <a:pt x="9080" y="8901"/>
                  </a:cubicBezTo>
                  <a:cubicBezTo>
                    <a:pt x="10414" y="8698"/>
                    <a:pt x="10080" y="6841"/>
                    <a:pt x="10080" y="6841"/>
                  </a:cubicBezTo>
                  <a:cubicBezTo>
                    <a:pt x="11569" y="5555"/>
                    <a:pt x="9390" y="3281"/>
                    <a:pt x="9390" y="3281"/>
                  </a:cubicBezTo>
                  <a:cubicBezTo>
                    <a:pt x="9283" y="2602"/>
                    <a:pt x="8818" y="1709"/>
                    <a:pt x="7723" y="1305"/>
                  </a:cubicBezTo>
                  <a:cubicBezTo>
                    <a:pt x="6627" y="888"/>
                    <a:pt x="6211" y="1102"/>
                    <a:pt x="4365" y="233"/>
                  </a:cubicBezTo>
                  <a:cubicBezTo>
                    <a:pt x="4021" y="67"/>
                    <a:pt x="3733" y="0"/>
                    <a:pt x="3492" y="0"/>
                  </a:cubicBezTo>
                  <a:close/>
                </a:path>
              </a:pathLst>
            </a:custGeom>
            <a:solidFill>
              <a:srgbClr val="8C58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41"/>
            <p:cNvSpPr/>
            <p:nvPr/>
          </p:nvSpPr>
          <p:spPr>
            <a:xfrm>
              <a:off x="3427200" y="1811050"/>
              <a:ext cx="34250" cy="38725"/>
            </a:xfrm>
            <a:custGeom>
              <a:avLst/>
              <a:gdLst/>
              <a:ahLst/>
              <a:cxnLst/>
              <a:rect l="l" t="t" r="r" b="b"/>
              <a:pathLst>
                <a:path w="1370" h="1549" extrusionOk="0">
                  <a:moveTo>
                    <a:pt x="1058" y="1"/>
                  </a:moveTo>
                  <a:cubicBezTo>
                    <a:pt x="1018" y="1"/>
                    <a:pt x="978" y="9"/>
                    <a:pt x="941" y="25"/>
                  </a:cubicBezTo>
                  <a:cubicBezTo>
                    <a:pt x="870" y="73"/>
                    <a:pt x="810" y="144"/>
                    <a:pt x="763" y="215"/>
                  </a:cubicBezTo>
                  <a:cubicBezTo>
                    <a:pt x="513" y="561"/>
                    <a:pt x="251" y="906"/>
                    <a:pt x="1" y="1251"/>
                  </a:cubicBezTo>
                  <a:lnTo>
                    <a:pt x="346" y="1549"/>
                  </a:lnTo>
                  <a:cubicBezTo>
                    <a:pt x="667" y="1418"/>
                    <a:pt x="977" y="1228"/>
                    <a:pt x="1251" y="1013"/>
                  </a:cubicBezTo>
                  <a:cubicBezTo>
                    <a:pt x="1310" y="966"/>
                    <a:pt x="1370" y="870"/>
                    <a:pt x="1322" y="811"/>
                  </a:cubicBezTo>
                  <a:cubicBezTo>
                    <a:pt x="1305" y="794"/>
                    <a:pt x="1285" y="787"/>
                    <a:pt x="1263" y="787"/>
                  </a:cubicBezTo>
                  <a:cubicBezTo>
                    <a:pt x="1225" y="787"/>
                    <a:pt x="1182" y="807"/>
                    <a:pt x="1144" y="823"/>
                  </a:cubicBezTo>
                  <a:cubicBezTo>
                    <a:pt x="953" y="918"/>
                    <a:pt x="763" y="1013"/>
                    <a:pt x="572" y="1108"/>
                  </a:cubicBezTo>
                  <a:cubicBezTo>
                    <a:pt x="810" y="906"/>
                    <a:pt x="1025" y="656"/>
                    <a:pt x="1167" y="382"/>
                  </a:cubicBezTo>
                  <a:cubicBezTo>
                    <a:pt x="1227" y="275"/>
                    <a:pt x="1275" y="132"/>
                    <a:pt x="1191" y="49"/>
                  </a:cubicBezTo>
                  <a:cubicBezTo>
                    <a:pt x="1158" y="15"/>
                    <a:pt x="1109" y="1"/>
                    <a:pt x="1058" y="1"/>
                  </a:cubicBezTo>
                  <a:close/>
                </a:path>
              </a:pathLst>
            </a:custGeom>
            <a:solidFill>
              <a:srgbClr val="8C58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41"/>
            <p:cNvSpPr/>
            <p:nvPr/>
          </p:nvSpPr>
          <p:spPr>
            <a:xfrm>
              <a:off x="3226875" y="1813450"/>
              <a:ext cx="172975" cy="64900"/>
            </a:xfrm>
            <a:custGeom>
              <a:avLst/>
              <a:gdLst/>
              <a:ahLst/>
              <a:cxnLst/>
              <a:rect l="l" t="t" r="r" b="b"/>
              <a:pathLst>
                <a:path w="6919" h="2596" extrusionOk="0">
                  <a:moveTo>
                    <a:pt x="72" y="0"/>
                  </a:moveTo>
                  <a:lnTo>
                    <a:pt x="1" y="36"/>
                  </a:lnTo>
                  <a:cubicBezTo>
                    <a:pt x="215" y="441"/>
                    <a:pt x="596" y="739"/>
                    <a:pt x="1037" y="858"/>
                  </a:cubicBezTo>
                  <a:cubicBezTo>
                    <a:pt x="1155" y="885"/>
                    <a:pt x="1278" y="899"/>
                    <a:pt x="1401" y="899"/>
                  </a:cubicBezTo>
                  <a:cubicBezTo>
                    <a:pt x="1599" y="899"/>
                    <a:pt x="1798" y="864"/>
                    <a:pt x="1989" y="798"/>
                  </a:cubicBezTo>
                  <a:lnTo>
                    <a:pt x="1989" y="798"/>
                  </a:lnTo>
                  <a:cubicBezTo>
                    <a:pt x="1858" y="905"/>
                    <a:pt x="1751" y="1048"/>
                    <a:pt x="1703" y="1215"/>
                  </a:cubicBezTo>
                  <a:cubicBezTo>
                    <a:pt x="1584" y="1620"/>
                    <a:pt x="1858" y="2048"/>
                    <a:pt x="2191" y="2251"/>
                  </a:cubicBezTo>
                  <a:cubicBezTo>
                    <a:pt x="2537" y="2453"/>
                    <a:pt x="2930" y="2501"/>
                    <a:pt x="3346" y="2525"/>
                  </a:cubicBezTo>
                  <a:cubicBezTo>
                    <a:pt x="4037" y="2572"/>
                    <a:pt x="4739" y="2596"/>
                    <a:pt x="5430" y="2596"/>
                  </a:cubicBezTo>
                  <a:cubicBezTo>
                    <a:pt x="5930" y="2596"/>
                    <a:pt x="6430" y="2584"/>
                    <a:pt x="6918" y="2560"/>
                  </a:cubicBezTo>
                  <a:lnTo>
                    <a:pt x="6918" y="2489"/>
                  </a:lnTo>
                  <a:cubicBezTo>
                    <a:pt x="6427" y="2514"/>
                    <a:pt x="5932" y="2526"/>
                    <a:pt x="5436" y="2526"/>
                  </a:cubicBezTo>
                  <a:cubicBezTo>
                    <a:pt x="4742" y="2526"/>
                    <a:pt x="4046" y="2502"/>
                    <a:pt x="3358" y="2453"/>
                  </a:cubicBezTo>
                  <a:cubicBezTo>
                    <a:pt x="2942" y="2429"/>
                    <a:pt x="2561" y="2382"/>
                    <a:pt x="2227" y="2191"/>
                  </a:cubicBezTo>
                  <a:cubicBezTo>
                    <a:pt x="1929" y="2001"/>
                    <a:pt x="1668" y="1608"/>
                    <a:pt x="1775" y="1239"/>
                  </a:cubicBezTo>
                  <a:cubicBezTo>
                    <a:pt x="1858" y="977"/>
                    <a:pt x="2072" y="798"/>
                    <a:pt x="2334" y="608"/>
                  </a:cubicBezTo>
                  <a:lnTo>
                    <a:pt x="2299" y="548"/>
                  </a:lnTo>
                  <a:cubicBezTo>
                    <a:pt x="2037" y="731"/>
                    <a:pt x="1719" y="825"/>
                    <a:pt x="1404" y="825"/>
                  </a:cubicBezTo>
                  <a:cubicBezTo>
                    <a:pt x="1288" y="825"/>
                    <a:pt x="1172" y="812"/>
                    <a:pt x="1060" y="786"/>
                  </a:cubicBezTo>
                  <a:cubicBezTo>
                    <a:pt x="632" y="679"/>
                    <a:pt x="263" y="381"/>
                    <a:pt x="72" y="0"/>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1"/>
            <p:cNvSpPr/>
            <p:nvPr/>
          </p:nvSpPr>
          <p:spPr>
            <a:xfrm>
              <a:off x="3367375" y="1957200"/>
              <a:ext cx="65550" cy="62500"/>
            </a:xfrm>
            <a:custGeom>
              <a:avLst/>
              <a:gdLst/>
              <a:ahLst/>
              <a:cxnLst/>
              <a:rect l="l" t="t" r="r" b="b"/>
              <a:pathLst>
                <a:path w="2622" h="2500" extrusionOk="0">
                  <a:moveTo>
                    <a:pt x="1022" y="1"/>
                  </a:moveTo>
                  <a:cubicBezTo>
                    <a:pt x="1000" y="1"/>
                    <a:pt x="989" y="1"/>
                    <a:pt x="989" y="1"/>
                  </a:cubicBezTo>
                  <a:lnTo>
                    <a:pt x="0" y="1477"/>
                  </a:lnTo>
                  <a:cubicBezTo>
                    <a:pt x="110" y="2090"/>
                    <a:pt x="638" y="2500"/>
                    <a:pt x="1166" y="2500"/>
                  </a:cubicBezTo>
                  <a:cubicBezTo>
                    <a:pt x="1613" y="2500"/>
                    <a:pt x="2060" y="2205"/>
                    <a:pt x="2251" y="1489"/>
                  </a:cubicBezTo>
                  <a:cubicBezTo>
                    <a:pt x="2622" y="61"/>
                    <a:pt x="1254" y="1"/>
                    <a:pt x="1022" y="1"/>
                  </a:cubicBezTo>
                  <a:close/>
                </a:path>
              </a:pathLst>
            </a:custGeom>
            <a:solidFill>
              <a:srgbClr val="BC7B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41"/>
            <p:cNvSpPr/>
            <p:nvPr/>
          </p:nvSpPr>
          <p:spPr>
            <a:xfrm>
              <a:off x="3376900" y="1971350"/>
              <a:ext cx="42300" cy="29350"/>
            </a:xfrm>
            <a:custGeom>
              <a:avLst/>
              <a:gdLst/>
              <a:ahLst/>
              <a:cxnLst/>
              <a:rect l="l" t="t" r="r" b="b"/>
              <a:pathLst>
                <a:path w="1692" h="1174" extrusionOk="0">
                  <a:moveTo>
                    <a:pt x="937" y="1"/>
                  </a:moveTo>
                  <a:cubicBezTo>
                    <a:pt x="851" y="1"/>
                    <a:pt x="761" y="14"/>
                    <a:pt x="667" y="42"/>
                  </a:cubicBezTo>
                  <a:cubicBezTo>
                    <a:pt x="0" y="233"/>
                    <a:pt x="96" y="1138"/>
                    <a:pt x="96" y="1138"/>
                  </a:cubicBezTo>
                  <a:cubicBezTo>
                    <a:pt x="96" y="1150"/>
                    <a:pt x="108" y="1162"/>
                    <a:pt x="119" y="1173"/>
                  </a:cubicBezTo>
                  <a:lnTo>
                    <a:pt x="131" y="1173"/>
                  </a:lnTo>
                  <a:cubicBezTo>
                    <a:pt x="155" y="1173"/>
                    <a:pt x="167" y="1150"/>
                    <a:pt x="167" y="1138"/>
                  </a:cubicBezTo>
                  <a:cubicBezTo>
                    <a:pt x="155" y="1126"/>
                    <a:pt x="72" y="280"/>
                    <a:pt x="691" y="102"/>
                  </a:cubicBezTo>
                  <a:cubicBezTo>
                    <a:pt x="777" y="78"/>
                    <a:pt x="860" y="65"/>
                    <a:pt x="939" y="65"/>
                  </a:cubicBezTo>
                  <a:cubicBezTo>
                    <a:pt x="1055" y="65"/>
                    <a:pt x="1163" y="93"/>
                    <a:pt x="1262" y="150"/>
                  </a:cubicBezTo>
                  <a:cubicBezTo>
                    <a:pt x="1536" y="304"/>
                    <a:pt x="1620" y="638"/>
                    <a:pt x="1620" y="650"/>
                  </a:cubicBezTo>
                  <a:cubicBezTo>
                    <a:pt x="1632" y="661"/>
                    <a:pt x="1643" y="673"/>
                    <a:pt x="1667" y="673"/>
                  </a:cubicBezTo>
                  <a:cubicBezTo>
                    <a:pt x="1679" y="661"/>
                    <a:pt x="1691" y="650"/>
                    <a:pt x="1691" y="638"/>
                  </a:cubicBezTo>
                  <a:cubicBezTo>
                    <a:pt x="1679" y="614"/>
                    <a:pt x="1596" y="269"/>
                    <a:pt x="1298" y="90"/>
                  </a:cubicBezTo>
                  <a:cubicBezTo>
                    <a:pt x="1190" y="32"/>
                    <a:pt x="1069" y="1"/>
                    <a:pt x="937"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41"/>
            <p:cNvSpPr/>
            <p:nvPr/>
          </p:nvSpPr>
          <p:spPr>
            <a:xfrm>
              <a:off x="3381375" y="1981350"/>
              <a:ext cx="23525" cy="10125"/>
            </a:xfrm>
            <a:custGeom>
              <a:avLst/>
              <a:gdLst/>
              <a:ahLst/>
              <a:cxnLst/>
              <a:rect l="l" t="t" r="r" b="b"/>
              <a:pathLst>
                <a:path w="941" h="405" extrusionOk="0">
                  <a:moveTo>
                    <a:pt x="299" y="0"/>
                  </a:moveTo>
                  <a:cubicBezTo>
                    <a:pt x="213" y="0"/>
                    <a:pt x="120" y="20"/>
                    <a:pt x="24" y="71"/>
                  </a:cubicBezTo>
                  <a:cubicBezTo>
                    <a:pt x="0" y="83"/>
                    <a:pt x="0" y="107"/>
                    <a:pt x="0" y="119"/>
                  </a:cubicBezTo>
                  <a:cubicBezTo>
                    <a:pt x="8" y="127"/>
                    <a:pt x="23" y="135"/>
                    <a:pt x="35" y="135"/>
                  </a:cubicBezTo>
                  <a:cubicBezTo>
                    <a:pt x="40" y="135"/>
                    <a:pt x="44" y="134"/>
                    <a:pt x="48" y="131"/>
                  </a:cubicBezTo>
                  <a:cubicBezTo>
                    <a:pt x="135" y="85"/>
                    <a:pt x="219" y="66"/>
                    <a:pt x="297" y="66"/>
                  </a:cubicBezTo>
                  <a:cubicBezTo>
                    <a:pt x="628" y="66"/>
                    <a:pt x="869" y="392"/>
                    <a:pt x="869" y="392"/>
                  </a:cubicBezTo>
                  <a:cubicBezTo>
                    <a:pt x="881" y="404"/>
                    <a:pt x="881" y="404"/>
                    <a:pt x="893" y="404"/>
                  </a:cubicBezTo>
                  <a:lnTo>
                    <a:pt x="917" y="404"/>
                  </a:lnTo>
                  <a:cubicBezTo>
                    <a:pt x="929" y="392"/>
                    <a:pt x="941" y="369"/>
                    <a:pt x="929" y="357"/>
                  </a:cubicBezTo>
                  <a:cubicBezTo>
                    <a:pt x="919" y="357"/>
                    <a:pt x="661" y="0"/>
                    <a:pt x="299" y="0"/>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41"/>
            <p:cNvSpPr/>
            <p:nvPr/>
          </p:nvSpPr>
          <p:spPr>
            <a:xfrm>
              <a:off x="3272725" y="1967325"/>
              <a:ext cx="18175" cy="7600"/>
            </a:xfrm>
            <a:custGeom>
              <a:avLst/>
              <a:gdLst/>
              <a:ahLst/>
              <a:cxnLst/>
              <a:rect l="l" t="t" r="r" b="b"/>
              <a:pathLst>
                <a:path w="727" h="304" extrusionOk="0">
                  <a:moveTo>
                    <a:pt x="703" y="1"/>
                  </a:moveTo>
                  <a:cubicBezTo>
                    <a:pt x="691" y="1"/>
                    <a:pt x="667" y="1"/>
                    <a:pt x="667" y="25"/>
                  </a:cubicBezTo>
                  <a:cubicBezTo>
                    <a:pt x="667" y="34"/>
                    <a:pt x="566" y="238"/>
                    <a:pt x="302" y="238"/>
                  </a:cubicBezTo>
                  <a:cubicBezTo>
                    <a:pt x="227" y="238"/>
                    <a:pt x="139" y="222"/>
                    <a:pt x="36" y="180"/>
                  </a:cubicBezTo>
                  <a:cubicBezTo>
                    <a:pt x="24" y="180"/>
                    <a:pt x="12" y="191"/>
                    <a:pt x="0" y="203"/>
                  </a:cubicBezTo>
                  <a:cubicBezTo>
                    <a:pt x="0" y="215"/>
                    <a:pt x="0" y="239"/>
                    <a:pt x="12" y="239"/>
                  </a:cubicBezTo>
                  <a:cubicBezTo>
                    <a:pt x="48" y="251"/>
                    <a:pt x="84" y="263"/>
                    <a:pt x="107" y="275"/>
                  </a:cubicBezTo>
                  <a:cubicBezTo>
                    <a:pt x="177" y="295"/>
                    <a:pt x="241" y="304"/>
                    <a:pt x="298" y="304"/>
                  </a:cubicBezTo>
                  <a:cubicBezTo>
                    <a:pt x="607" y="304"/>
                    <a:pt x="727" y="49"/>
                    <a:pt x="727" y="49"/>
                  </a:cubicBezTo>
                  <a:cubicBezTo>
                    <a:pt x="727" y="25"/>
                    <a:pt x="727" y="13"/>
                    <a:pt x="703"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1"/>
            <p:cNvSpPr/>
            <p:nvPr/>
          </p:nvSpPr>
          <p:spPr>
            <a:xfrm>
              <a:off x="3303675" y="1969825"/>
              <a:ext cx="51825" cy="27550"/>
            </a:xfrm>
            <a:custGeom>
              <a:avLst/>
              <a:gdLst/>
              <a:ahLst/>
              <a:cxnLst/>
              <a:rect l="l" t="t" r="r" b="b"/>
              <a:pathLst>
                <a:path w="2073" h="1102" extrusionOk="0">
                  <a:moveTo>
                    <a:pt x="918" y="1"/>
                  </a:moveTo>
                  <a:cubicBezTo>
                    <a:pt x="443" y="1"/>
                    <a:pt x="56" y="183"/>
                    <a:pt x="24" y="461"/>
                  </a:cubicBezTo>
                  <a:cubicBezTo>
                    <a:pt x="0" y="758"/>
                    <a:pt x="429" y="1044"/>
                    <a:pt x="989" y="1092"/>
                  </a:cubicBezTo>
                  <a:cubicBezTo>
                    <a:pt x="1053" y="1099"/>
                    <a:pt x="1117" y="1102"/>
                    <a:pt x="1179" y="1102"/>
                  </a:cubicBezTo>
                  <a:cubicBezTo>
                    <a:pt x="1643" y="1102"/>
                    <a:pt x="2017" y="914"/>
                    <a:pt x="2048" y="651"/>
                  </a:cubicBezTo>
                  <a:cubicBezTo>
                    <a:pt x="2072" y="353"/>
                    <a:pt x="1644" y="68"/>
                    <a:pt x="1084" y="8"/>
                  </a:cubicBezTo>
                  <a:cubicBezTo>
                    <a:pt x="1028" y="3"/>
                    <a:pt x="972" y="1"/>
                    <a:pt x="918" y="1"/>
                  </a:cubicBezTo>
                  <a:close/>
                </a:path>
              </a:pathLst>
            </a:custGeom>
            <a:solidFill>
              <a:srgbClr val="DF94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41"/>
            <p:cNvSpPr/>
            <p:nvPr/>
          </p:nvSpPr>
          <p:spPr>
            <a:xfrm>
              <a:off x="3331350" y="1905000"/>
              <a:ext cx="39325" cy="29275"/>
            </a:xfrm>
            <a:custGeom>
              <a:avLst/>
              <a:gdLst/>
              <a:ahLst/>
              <a:cxnLst/>
              <a:rect l="l" t="t" r="r" b="b"/>
              <a:pathLst>
                <a:path w="1573" h="1171" extrusionOk="0">
                  <a:moveTo>
                    <a:pt x="331" y="1"/>
                  </a:moveTo>
                  <a:cubicBezTo>
                    <a:pt x="249" y="1"/>
                    <a:pt x="185" y="32"/>
                    <a:pt x="132" y="77"/>
                  </a:cubicBezTo>
                  <a:cubicBezTo>
                    <a:pt x="1" y="196"/>
                    <a:pt x="72" y="470"/>
                    <a:pt x="370" y="744"/>
                  </a:cubicBezTo>
                  <a:cubicBezTo>
                    <a:pt x="661" y="1016"/>
                    <a:pt x="886" y="1170"/>
                    <a:pt x="1067" y="1170"/>
                  </a:cubicBezTo>
                  <a:cubicBezTo>
                    <a:pt x="1115" y="1170"/>
                    <a:pt x="1161" y="1159"/>
                    <a:pt x="1203" y="1137"/>
                  </a:cubicBezTo>
                  <a:cubicBezTo>
                    <a:pt x="1203" y="1137"/>
                    <a:pt x="1572" y="970"/>
                    <a:pt x="1049" y="446"/>
                  </a:cubicBezTo>
                  <a:cubicBezTo>
                    <a:pt x="706" y="111"/>
                    <a:pt x="486" y="1"/>
                    <a:pt x="331" y="1"/>
                  </a:cubicBezTo>
                  <a:close/>
                </a:path>
              </a:pathLst>
            </a:custGeom>
            <a:solidFill>
              <a:srgbClr val="8C58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41"/>
            <p:cNvSpPr/>
            <p:nvPr/>
          </p:nvSpPr>
          <p:spPr>
            <a:xfrm>
              <a:off x="3317375" y="1941775"/>
              <a:ext cx="17875" cy="18700"/>
            </a:xfrm>
            <a:custGeom>
              <a:avLst/>
              <a:gdLst/>
              <a:ahLst/>
              <a:cxnLst/>
              <a:rect l="l" t="t" r="r" b="b"/>
              <a:pathLst>
                <a:path w="715" h="748" extrusionOk="0">
                  <a:moveTo>
                    <a:pt x="390" y="0"/>
                  </a:moveTo>
                  <a:cubicBezTo>
                    <a:pt x="247" y="0"/>
                    <a:pt x="110" y="112"/>
                    <a:pt x="60" y="285"/>
                  </a:cubicBezTo>
                  <a:cubicBezTo>
                    <a:pt x="0" y="487"/>
                    <a:pt x="84" y="690"/>
                    <a:pt x="250" y="737"/>
                  </a:cubicBezTo>
                  <a:cubicBezTo>
                    <a:pt x="275" y="744"/>
                    <a:pt x="300" y="748"/>
                    <a:pt x="325" y="748"/>
                  </a:cubicBezTo>
                  <a:cubicBezTo>
                    <a:pt x="467" y="748"/>
                    <a:pt x="604" y="636"/>
                    <a:pt x="655" y="463"/>
                  </a:cubicBezTo>
                  <a:cubicBezTo>
                    <a:pt x="715" y="261"/>
                    <a:pt x="631" y="59"/>
                    <a:pt x="465" y="11"/>
                  </a:cubicBezTo>
                  <a:cubicBezTo>
                    <a:pt x="440" y="4"/>
                    <a:pt x="415" y="0"/>
                    <a:pt x="390" y="0"/>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41"/>
            <p:cNvSpPr/>
            <p:nvPr/>
          </p:nvSpPr>
          <p:spPr>
            <a:xfrm>
              <a:off x="3207225" y="1937725"/>
              <a:ext cx="51825" cy="33925"/>
            </a:xfrm>
            <a:custGeom>
              <a:avLst/>
              <a:gdLst/>
              <a:ahLst/>
              <a:cxnLst/>
              <a:rect l="l" t="t" r="r" b="b"/>
              <a:pathLst>
                <a:path w="2073" h="1357" extrusionOk="0">
                  <a:moveTo>
                    <a:pt x="587" y="0"/>
                  </a:moveTo>
                  <a:cubicBezTo>
                    <a:pt x="379" y="0"/>
                    <a:pt x="215" y="66"/>
                    <a:pt x="144" y="197"/>
                  </a:cubicBezTo>
                  <a:cubicBezTo>
                    <a:pt x="1" y="471"/>
                    <a:pt x="287" y="899"/>
                    <a:pt x="787" y="1161"/>
                  </a:cubicBezTo>
                  <a:cubicBezTo>
                    <a:pt x="1034" y="1291"/>
                    <a:pt x="1284" y="1356"/>
                    <a:pt x="1491" y="1356"/>
                  </a:cubicBezTo>
                  <a:cubicBezTo>
                    <a:pt x="1703" y="1356"/>
                    <a:pt x="1869" y="1288"/>
                    <a:pt x="1942" y="1149"/>
                  </a:cubicBezTo>
                  <a:cubicBezTo>
                    <a:pt x="2073" y="887"/>
                    <a:pt x="1787" y="459"/>
                    <a:pt x="1299" y="197"/>
                  </a:cubicBezTo>
                  <a:cubicBezTo>
                    <a:pt x="1049" y="66"/>
                    <a:pt x="796" y="0"/>
                    <a:pt x="587" y="0"/>
                  </a:cubicBezTo>
                  <a:close/>
                </a:path>
              </a:pathLst>
            </a:custGeom>
            <a:solidFill>
              <a:srgbClr val="DF94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1"/>
            <p:cNvSpPr/>
            <p:nvPr/>
          </p:nvSpPr>
          <p:spPr>
            <a:xfrm>
              <a:off x="3228975" y="1881650"/>
              <a:ext cx="43475" cy="18100"/>
            </a:xfrm>
            <a:custGeom>
              <a:avLst/>
              <a:gdLst/>
              <a:ahLst/>
              <a:cxnLst/>
              <a:rect l="l" t="t" r="r" b="b"/>
              <a:pathLst>
                <a:path w="1739" h="724" extrusionOk="0">
                  <a:moveTo>
                    <a:pt x="1212" y="0"/>
                  </a:moveTo>
                  <a:cubicBezTo>
                    <a:pt x="1083" y="0"/>
                    <a:pt x="920" y="18"/>
                    <a:pt x="714" y="58"/>
                  </a:cubicBezTo>
                  <a:cubicBezTo>
                    <a:pt x="0" y="189"/>
                    <a:pt x="214" y="547"/>
                    <a:pt x="214" y="547"/>
                  </a:cubicBezTo>
                  <a:cubicBezTo>
                    <a:pt x="291" y="670"/>
                    <a:pt x="443" y="723"/>
                    <a:pt x="672" y="723"/>
                  </a:cubicBezTo>
                  <a:cubicBezTo>
                    <a:pt x="797" y="723"/>
                    <a:pt x="946" y="707"/>
                    <a:pt x="1119" y="678"/>
                  </a:cubicBezTo>
                  <a:cubicBezTo>
                    <a:pt x="1524" y="606"/>
                    <a:pt x="1738" y="428"/>
                    <a:pt x="1691" y="249"/>
                  </a:cubicBezTo>
                  <a:cubicBezTo>
                    <a:pt x="1648" y="112"/>
                    <a:pt x="1538" y="0"/>
                    <a:pt x="1212" y="0"/>
                  </a:cubicBezTo>
                  <a:close/>
                </a:path>
              </a:pathLst>
            </a:custGeom>
            <a:solidFill>
              <a:srgbClr val="8C58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1"/>
            <p:cNvSpPr/>
            <p:nvPr/>
          </p:nvSpPr>
          <p:spPr>
            <a:xfrm>
              <a:off x="3244750" y="1918550"/>
              <a:ext cx="17875" cy="18700"/>
            </a:xfrm>
            <a:custGeom>
              <a:avLst/>
              <a:gdLst/>
              <a:ahLst/>
              <a:cxnLst/>
              <a:rect l="l" t="t" r="r" b="b"/>
              <a:pathLst>
                <a:path w="715" h="748" extrusionOk="0">
                  <a:moveTo>
                    <a:pt x="390" y="1"/>
                  </a:moveTo>
                  <a:cubicBezTo>
                    <a:pt x="247" y="1"/>
                    <a:pt x="110" y="113"/>
                    <a:pt x="60" y="285"/>
                  </a:cubicBezTo>
                  <a:cubicBezTo>
                    <a:pt x="0" y="487"/>
                    <a:pt x="83" y="690"/>
                    <a:pt x="250" y="738"/>
                  </a:cubicBezTo>
                  <a:cubicBezTo>
                    <a:pt x="273" y="745"/>
                    <a:pt x="297" y="748"/>
                    <a:pt x="321" y="748"/>
                  </a:cubicBezTo>
                  <a:cubicBezTo>
                    <a:pt x="458" y="748"/>
                    <a:pt x="604" y="636"/>
                    <a:pt x="655" y="464"/>
                  </a:cubicBezTo>
                  <a:cubicBezTo>
                    <a:pt x="714" y="261"/>
                    <a:pt x="631" y="59"/>
                    <a:pt x="464" y="11"/>
                  </a:cubicBezTo>
                  <a:cubicBezTo>
                    <a:pt x="440" y="4"/>
                    <a:pt x="415" y="1"/>
                    <a:pt x="390"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41"/>
            <p:cNvSpPr/>
            <p:nvPr/>
          </p:nvSpPr>
          <p:spPr>
            <a:xfrm>
              <a:off x="3270325" y="1883700"/>
              <a:ext cx="45875" cy="71750"/>
            </a:xfrm>
            <a:custGeom>
              <a:avLst/>
              <a:gdLst/>
              <a:ahLst/>
              <a:cxnLst/>
              <a:rect l="l" t="t" r="r" b="b"/>
              <a:pathLst>
                <a:path w="1835" h="2870" extrusionOk="0">
                  <a:moveTo>
                    <a:pt x="1799" y="0"/>
                  </a:moveTo>
                  <a:cubicBezTo>
                    <a:pt x="1787" y="0"/>
                    <a:pt x="1775" y="12"/>
                    <a:pt x="1763" y="24"/>
                  </a:cubicBezTo>
                  <a:cubicBezTo>
                    <a:pt x="1644" y="560"/>
                    <a:pt x="1311" y="1965"/>
                    <a:pt x="1144" y="2096"/>
                  </a:cubicBezTo>
                  <a:cubicBezTo>
                    <a:pt x="1104" y="2132"/>
                    <a:pt x="1058" y="2150"/>
                    <a:pt x="1006" y="2150"/>
                  </a:cubicBezTo>
                  <a:cubicBezTo>
                    <a:pt x="902" y="2150"/>
                    <a:pt x="775" y="2076"/>
                    <a:pt x="632" y="1917"/>
                  </a:cubicBezTo>
                  <a:cubicBezTo>
                    <a:pt x="632" y="1917"/>
                    <a:pt x="620" y="1905"/>
                    <a:pt x="620" y="1905"/>
                  </a:cubicBezTo>
                  <a:cubicBezTo>
                    <a:pt x="551" y="1836"/>
                    <a:pt x="477" y="1802"/>
                    <a:pt x="405" y="1802"/>
                  </a:cubicBezTo>
                  <a:cubicBezTo>
                    <a:pt x="365" y="1802"/>
                    <a:pt x="325" y="1813"/>
                    <a:pt x="287" y="1834"/>
                  </a:cubicBezTo>
                  <a:cubicBezTo>
                    <a:pt x="120" y="1917"/>
                    <a:pt x="1" y="2191"/>
                    <a:pt x="37" y="2405"/>
                  </a:cubicBezTo>
                  <a:cubicBezTo>
                    <a:pt x="84" y="2667"/>
                    <a:pt x="299" y="2858"/>
                    <a:pt x="311" y="2870"/>
                  </a:cubicBezTo>
                  <a:cubicBezTo>
                    <a:pt x="322" y="2870"/>
                    <a:pt x="334" y="2870"/>
                    <a:pt x="346" y="2858"/>
                  </a:cubicBezTo>
                  <a:cubicBezTo>
                    <a:pt x="358" y="2846"/>
                    <a:pt x="358" y="2834"/>
                    <a:pt x="346" y="2822"/>
                  </a:cubicBezTo>
                  <a:cubicBezTo>
                    <a:pt x="346" y="2822"/>
                    <a:pt x="144" y="2632"/>
                    <a:pt x="96" y="2393"/>
                  </a:cubicBezTo>
                  <a:cubicBezTo>
                    <a:pt x="61" y="2203"/>
                    <a:pt x="168" y="1965"/>
                    <a:pt x="311" y="1881"/>
                  </a:cubicBezTo>
                  <a:cubicBezTo>
                    <a:pt x="338" y="1870"/>
                    <a:pt x="367" y="1863"/>
                    <a:pt x="397" y="1863"/>
                  </a:cubicBezTo>
                  <a:cubicBezTo>
                    <a:pt x="456" y="1863"/>
                    <a:pt x="517" y="1889"/>
                    <a:pt x="572" y="1953"/>
                  </a:cubicBezTo>
                  <a:lnTo>
                    <a:pt x="584" y="1965"/>
                  </a:lnTo>
                  <a:cubicBezTo>
                    <a:pt x="765" y="2153"/>
                    <a:pt x="905" y="2214"/>
                    <a:pt x="1012" y="2214"/>
                  </a:cubicBezTo>
                  <a:cubicBezTo>
                    <a:pt x="1088" y="2214"/>
                    <a:pt x="1147" y="2183"/>
                    <a:pt x="1192" y="2143"/>
                  </a:cubicBezTo>
                  <a:cubicBezTo>
                    <a:pt x="1394" y="1965"/>
                    <a:pt x="1787" y="238"/>
                    <a:pt x="1823" y="48"/>
                  </a:cubicBezTo>
                  <a:cubicBezTo>
                    <a:pt x="1835" y="24"/>
                    <a:pt x="1823" y="12"/>
                    <a:pt x="1799" y="0"/>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41"/>
            <p:cNvSpPr/>
            <p:nvPr/>
          </p:nvSpPr>
          <p:spPr>
            <a:xfrm>
              <a:off x="3111175" y="2290300"/>
              <a:ext cx="260400" cy="180700"/>
            </a:xfrm>
            <a:custGeom>
              <a:avLst/>
              <a:gdLst/>
              <a:ahLst/>
              <a:cxnLst/>
              <a:rect l="l" t="t" r="r" b="b"/>
              <a:pathLst>
                <a:path w="10416" h="7228" extrusionOk="0">
                  <a:moveTo>
                    <a:pt x="2363" y="0"/>
                  </a:moveTo>
                  <a:cubicBezTo>
                    <a:pt x="793" y="0"/>
                    <a:pt x="1" y="2661"/>
                    <a:pt x="1450" y="3239"/>
                  </a:cubicBezTo>
                  <a:cubicBezTo>
                    <a:pt x="1974" y="3393"/>
                    <a:pt x="2545" y="3548"/>
                    <a:pt x="3117" y="3703"/>
                  </a:cubicBezTo>
                  <a:cubicBezTo>
                    <a:pt x="5022" y="4215"/>
                    <a:pt x="6927" y="4727"/>
                    <a:pt x="7355" y="4846"/>
                  </a:cubicBezTo>
                  <a:cubicBezTo>
                    <a:pt x="7355" y="4846"/>
                    <a:pt x="7296" y="7001"/>
                    <a:pt x="7784" y="7215"/>
                  </a:cubicBezTo>
                  <a:cubicBezTo>
                    <a:pt x="7802" y="7223"/>
                    <a:pt x="7820" y="7227"/>
                    <a:pt x="7839" y="7227"/>
                  </a:cubicBezTo>
                  <a:cubicBezTo>
                    <a:pt x="8325" y="7227"/>
                    <a:pt x="9129" y="4703"/>
                    <a:pt x="9129" y="4703"/>
                  </a:cubicBezTo>
                  <a:cubicBezTo>
                    <a:pt x="9129" y="4703"/>
                    <a:pt x="10415" y="3072"/>
                    <a:pt x="8593" y="2917"/>
                  </a:cubicBezTo>
                  <a:cubicBezTo>
                    <a:pt x="8593" y="2917"/>
                    <a:pt x="6831" y="2036"/>
                    <a:pt x="4760" y="1012"/>
                  </a:cubicBezTo>
                  <a:cubicBezTo>
                    <a:pt x="4200" y="738"/>
                    <a:pt x="3617" y="441"/>
                    <a:pt x="3033" y="155"/>
                  </a:cubicBezTo>
                  <a:cubicBezTo>
                    <a:pt x="2798" y="48"/>
                    <a:pt x="2574" y="0"/>
                    <a:pt x="2363" y="0"/>
                  </a:cubicBezTo>
                  <a:close/>
                </a:path>
              </a:pathLst>
            </a:custGeom>
            <a:solidFill>
              <a:srgbClr val="BC7B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41"/>
            <p:cNvSpPr/>
            <p:nvPr/>
          </p:nvSpPr>
          <p:spPr>
            <a:xfrm>
              <a:off x="3295050" y="2442975"/>
              <a:ext cx="24425" cy="32475"/>
            </a:xfrm>
            <a:custGeom>
              <a:avLst/>
              <a:gdLst/>
              <a:ahLst/>
              <a:cxnLst/>
              <a:rect l="l" t="t" r="r" b="b"/>
              <a:pathLst>
                <a:path w="977" h="1299" extrusionOk="0">
                  <a:moveTo>
                    <a:pt x="50" y="0"/>
                  </a:moveTo>
                  <a:cubicBezTo>
                    <a:pt x="34" y="0"/>
                    <a:pt x="17" y="0"/>
                    <a:pt x="0" y="1"/>
                  </a:cubicBezTo>
                  <a:cubicBezTo>
                    <a:pt x="24" y="918"/>
                    <a:pt x="274" y="1299"/>
                    <a:pt x="274" y="1299"/>
                  </a:cubicBezTo>
                  <a:cubicBezTo>
                    <a:pt x="274" y="1299"/>
                    <a:pt x="274" y="1299"/>
                    <a:pt x="274" y="1299"/>
                  </a:cubicBezTo>
                  <a:cubicBezTo>
                    <a:pt x="280" y="1299"/>
                    <a:pt x="418" y="1288"/>
                    <a:pt x="977" y="311"/>
                  </a:cubicBezTo>
                  <a:cubicBezTo>
                    <a:pt x="694" y="107"/>
                    <a:pt x="368" y="0"/>
                    <a:pt x="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41"/>
            <p:cNvSpPr/>
            <p:nvPr/>
          </p:nvSpPr>
          <p:spPr>
            <a:xfrm>
              <a:off x="3292650" y="2359950"/>
              <a:ext cx="66700" cy="90800"/>
            </a:xfrm>
            <a:custGeom>
              <a:avLst/>
              <a:gdLst/>
              <a:ahLst/>
              <a:cxnLst/>
              <a:rect l="l" t="t" r="r" b="b"/>
              <a:pathLst>
                <a:path w="2668" h="3632" extrusionOk="0">
                  <a:moveTo>
                    <a:pt x="1192" y="0"/>
                  </a:moveTo>
                  <a:lnTo>
                    <a:pt x="1192" y="0"/>
                  </a:lnTo>
                  <a:cubicBezTo>
                    <a:pt x="1323" y="1238"/>
                    <a:pt x="60" y="2120"/>
                    <a:pt x="60" y="2120"/>
                  </a:cubicBezTo>
                  <a:cubicBezTo>
                    <a:pt x="1" y="2584"/>
                    <a:pt x="84" y="3001"/>
                    <a:pt x="96" y="3322"/>
                  </a:cubicBezTo>
                  <a:cubicBezTo>
                    <a:pt x="113" y="3321"/>
                    <a:pt x="130" y="3321"/>
                    <a:pt x="146" y="3321"/>
                  </a:cubicBezTo>
                  <a:cubicBezTo>
                    <a:pt x="464" y="3321"/>
                    <a:pt x="790" y="3428"/>
                    <a:pt x="1073" y="3632"/>
                  </a:cubicBezTo>
                  <a:cubicBezTo>
                    <a:pt x="1227" y="3370"/>
                    <a:pt x="1406" y="3036"/>
                    <a:pt x="1620" y="2632"/>
                  </a:cubicBezTo>
                  <a:cubicBezTo>
                    <a:pt x="2668" y="619"/>
                    <a:pt x="2144" y="286"/>
                    <a:pt x="2144" y="286"/>
                  </a:cubicBezTo>
                  <a:cubicBezTo>
                    <a:pt x="1608" y="36"/>
                    <a:pt x="1215" y="24"/>
                    <a:pt x="119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41"/>
            <p:cNvSpPr/>
            <p:nvPr/>
          </p:nvSpPr>
          <p:spPr>
            <a:xfrm>
              <a:off x="3301900" y="2367075"/>
              <a:ext cx="52400" cy="111650"/>
            </a:xfrm>
            <a:custGeom>
              <a:avLst/>
              <a:gdLst/>
              <a:ahLst/>
              <a:cxnLst/>
              <a:rect l="l" t="t" r="r" b="b"/>
              <a:pathLst>
                <a:path w="2096" h="4466" extrusionOk="0">
                  <a:moveTo>
                    <a:pt x="1774" y="1"/>
                  </a:moveTo>
                  <a:cubicBezTo>
                    <a:pt x="1631" y="918"/>
                    <a:pt x="1226" y="2573"/>
                    <a:pt x="0" y="4335"/>
                  </a:cubicBezTo>
                  <a:cubicBezTo>
                    <a:pt x="119" y="4430"/>
                    <a:pt x="214" y="4466"/>
                    <a:pt x="214" y="4466"/>
                  </a:cubicBezTo>
                  <a:cubicBezTo>
                    <a:pt x="214" y="4466"/>
                    <a:pt x="560" y="4335"/>
                    <a:pt x="1345" y="2513"/>
                  </a:cubicBezTo>
                  <a:cubicBezTo>
                    <a:pt x="2048" y="882"/>
                    <a:pt x="2096" y="191"/>
                    <a:pt x="2096" y="191"/>
                  </a:cubicBezTo>
                  <a:cubicBezTo>
                    <a:pt x="1988" y="120"/>
                    <a:pt x="1881" y="61"/>
                    <a:pt x="17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41"/>
            <p:cNvSpPr/>
            <p:nvPr/>
          </p:nvSpPr>
          <p:spPr>
            <a:xfrm>
              <a:off x="3294150" y="2426825"/>
              <a:ext cx="21150" cy="3975"/>
            </a:xfrm>
            <a:custGeom>
              <a:avLst/>
              <a:gdLst/>
              <a:ahLst/>
              <a:cxnLst/>
              <a:rect l="l" t="t" r="r" b="b"/>
              <a:pathLst>
                <a:path w="846" h="159" extrusionOk="0">
                  <a:moveTo>
                    <a:pt x="419" y="0"/>
                  </a:moveTo>
                  <a:cubicBezTo>
                    <a:pt x="182" y="0"/>
                    <a:pt x="20" y="111"/>
                    <a:pt x="12" y="111"/>
                  </a:cubicBezTo>
                  <a:cubicBezTo>
                    <a:pt x="0" y="111"/>
                    <a:pt x="0" y="135"/>
                    <a:pt x="12" y="147"/>
                  </a:cubicBezTo>
                  <a:cubicBezTo>
                    <a:pt x="24" y="159"/>
                    <a:pt x="36" y="159"/>
                    <a:pt x="48" y="159"/>
                  </a:cubicBezTo>
                  <a:cubicBezTo>
                    <a:pt x="56" y="151"/>
                    <a:pt x="198" y="56"/>
                    <a:pt x="412" y="56"/>
                  </a:cubicBezTo>
                  <a:cubicBezTo>
                    <a:pt x="524" y="56"/>
                    <a:pt x="656" y="82"/>
                    <a:pt x="798" y="159"/>
                  </a:cubicBezTo>
                  <a:cubicBezTo>
                    <a:pt x="810" y="159"/>
                    <a:pt x="834" y="159"/>
                    <a:pt x="834" y="147"/>
                  </a:cubicBezTo>
                  <a:cubicBezTo>
                    <a:pt x="846" y="135"/>
                    <a:pt x="834" y="111"/>
                    <a:pt x="822" y="111"/>
                  </a:cubicBezTo>
                  <a:cubicBezTo>
                    <a:pt x="675" y="28"/>
                    <a:pt x="538" y="0"/>
                    <a:pt x="4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41"/>
            <p:cNvSpPr/>
            <p:nvPr/>
          </p:nvSpPr>
          <p:spPr>
            <a:xfrm>
              <a:off x="3295050" y="2416725"/>
              <a:ext cx="20850" cy="3800"/>
            </a:xfrm>
            <a:custGeom>
              <a:avLst/>
              <a:gdLst/>
              <a:ahLst/>
              <a:cxnLst/>
              <a:rect l="l" t="t" r="r" b="b"/>
              <a:pathLst>
                <a:path w="834" h="152" extrusionOk="0">
                  <a:moveTo>
                    <a:pt x="379" y="0"/>
                  </a:moveTo>
                  <a:cubicBezTo>
                    <a:pt x="150" y="0"/>
                    <a:pt x="20" y="87"/>
                    <a:pt x="12" y="87"/>
                  </a:cubicBezTo>
                  <a:cubicBezTo>
                    <a:pt x="0" y="99"/>
                    <a:pt x="0" y="122"/>
                    <a:pt x="12" y="134"/>
                  </a:cubicBezTo>
                  <a:cubicBezTo>
                    <a:pt x="12" y="140"/>
                    <a:pt x="18" y="143"/>
                    <a:pt x="25" y="143"/>
                  </a:cubicBezTo>
                  <a:cubicBezTo>
                    <a:pt x="33" y="143"/>
                    <a:pt x="42" y="140"/>
                    <a:pt x="48" y="134"/>
                  </a:cubicBezTo>
                  <a:cubicBezTo>
                    <a:pt x="48" y="134"/>
                    <a:pt x="170" y="53"/>
                    <a:pt x="384" y="53"/>
                  </a:cubicBezTo>
                  <a:cubicBezTo>
                    <a:pt x="497" y="53"/>
                    <a:pt x="637" y="76"/>
                    <a:pt x="798" y="146"/>
                  </a:cubicBezTo>
                  <a:cubicBezTo>
                    <a:pt x="801" y="150"/>
                    <a:pt x="805" y="151"/>
                    <a:pt x="808" y="151"/>
                  </a:cubicBezTo>
                  <a:cubicBezTo>
                    <a:pt x="817" y="151"/>
                    <a:pt x="825" y="143"/>
                    <a:pt x="834" y="134"/>
                  </a:cubicBezTo>
                  <a:cubicBezTo>
                    <a:pt x="834" y="122"/>
                    <a:pt x="834" y="99"/>
                    <a:pt x="822" y="99"/>
                  </a:cubicBezTo>
                  <a:cubicBezTo>
                    <a:pt x="649" y="24"/>
                    <a:pt x="500" y="0"/>
                    <a:pt x="3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41"/>
            <p:cNvSpPr/>
            <p:nvPr/>
          </p:nvSpPr>
          <p:spPr>
            <a:xfrm>
              <a:off x="3286125" y="2409325"/>
              <a:ext cx="15800" cy="8975"/>
            </a:xfrm>
            <a:custGeom>
              <a:avLst/>
              <a:gdLst/>
              <a:ahLst/>
              <a:cxnLst/>
              <a:rect l="l" t="t" r="r" b="b"/>
              <a:pathLst>
                <a:path w="632" h="359" extrusionOk="0">
                  <a:moveTo>
                    <a:pt x="129" y="59"/>
                  </a:moveTo>
                  <a:cubicBezTo>
                    <a:pt x="240" y="59"/>
                    <a:pt x="424" y="210"/>
                    <a:pt x="524" y="299"/>
                  </a:cubicBezTo>
                  <a:cubicBezTo>
                    <a:pt x="369" y="299"/>
                    <a:pt x="131" y="264"/>
                    <a:pt x="71" y="180"/>
                  </a:cubicBezTo>
                  <a:cubicBezTo>
                    <a:pt x="60" y="156"/>
                    <a:pt x="60" y="133"/>
                    <a:pt x="60" y="109"/>
                  </a:cubicBezTo>
                  <a:cubicBezTo>
                    <a:pt x="60" y="109"/>
                    <a:pt x="71" y="97"/>
                    <a:pt x="71" y="97"/>
                  </a:cubicBezTo>
                  <a:cubicBezTo>
                    <a:pt x="83" y="73"/>
                    <a:pt x="95" y="61"/>
                    <a:pt x="107" y="61"/>
                  </a:cubicBezTo>
                  <a:cubicBezTo>
                    <a:pt x="114" y="60"/>
                    <a:pt x="122" y="59"/>
                    <a:pt x="129" y="59"/>
                  </a:cubicBezTo>
                  <a:close/>
                  <a:moveTo>
                    <a:pt x="127" y="0"/>
                  </a:moveTo>
                  <a:cubicBezTo>
                    <a:pt x="120" y="0"/>
                    <a:pt x="114" y="1"/>
                    <a:pt x="107" y="2"/>
                  </a:cubicBezTo>
                  <a:cubicBezTo>
                    <a:pt x="71" y="14"/>
                    <a:pt x="36" y="25"/>
                    <a:pt x="12" y="85"/>
                  </a:cubicBezTo>
                  <a:cubicBezTo>
                    <a:pt x="0" y="133"/>
                    <a:pt x="0" y="168"/>
                    <a:pt x="24" y="204"/>
                  </a:cubicBezTo>
                  <a:cubicBezTo>
                    <a:pt x="131" y="347"/>
                    <a:pt x="548" y="359"/>
                    <a:pt x="595" y="359"/>
                  </a:cubicBezTo>
                  <a:cubicBezTo>
                    <a:pt x="607" y="359"/>
                    <a:pt x="619" y="359"/>
                    <a:pt x="619" y="347"/>
                  </a:cubicBezTo>
                  <a:cubicBezTo>
                    <a:pt x="631" y="335"/>
                    <a:pt x="619" y="323"/>
                    <a:pt x="619" y="311"/>
                  </a:cubicBezTo>
                  <a:cubicBezTo>
                    <a:pt x="585" y="277"/>
                    <a:pt x="297" y="0"/>
                    <a:pt x="1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41"/>
            <p:cNvSpPr/>
            <p:nvPr/>
          </p:nvSpPr>
          <p:spPr>
            <a:xfrm>
              <a:off x="3295350" y="2402500"/>
              <a:ext cx="10425" cy="16100"/>
            </a:xfrm>
            <a:custGeom>
              <a:avLst/>
              <a:gdLst/>
              <a:ahLst/>
              <a:cxnLst/>
              <a:rect l="l" t="t" r="r" b="b"/>
              <a:pathLst>
                <a:path w="417" h="644" extrusionOk="0">
                  <a:moveTo>
                    <a:pt x="191" y="48"/>
                  </a:moveTo>
                  <a:cubicBezTo>
                    <a:pt x="226" y="48"/>
                    <a:pt x="250" y="60"/>
                    <a:pt x="262" y="72"/>
                  </a:cubicBezTo>
                  <a:cubicBezTo>
                    <a:pt x="322" y="156"/>
                    <a:pt x="262" y="394"/>
                    <a:pt x="226" y="537"/>
                  </a:cubicBezTo>
                  <a:cubicBezTo>
                    <a:pt x="167" y="406"/>
                    <a:pt x="83" y="191"/>
                    <a:pt x="119" y="96"/>
                  </a:cubicBezTo>
                  <a:cubicBezTo>
                    <a:pt x="131" y="96"/>
                    <a:pt x="131" y="96"/>
                    <a:pt x="131" y="84"/>
                  </a:cubicBezTo>
                  <a:cubicBezTo>
                    <a:pt x="143" y="60"/>
                    <a:pt x="155" y="48"/>
                    <a:pt x="191" y="48"/>
                  </a:cubicBezTo>
                  <a:close/>
                  <a:moveTo>
                    <a:pt x="191" y="1"/>
                  </a:moveTo>
                  <a:cubicBezTo>
                    <a:pt x="143" y="1"/>
                    <a:pt x="95" y="25"/>
                    <a:pt x="83" y="60"/>
                  </a:cubicBezTo>
                  <a:cubicBezTo>
                    <a:pt x="0" y="215"/>
                    <a:pt x="191" y="584"/>
                    <a:pt x="203" y="620"/>
                  </a:cubicBezTo>
                  <a:cubicBezTo>
                    <a:pt x="214" y="632"/>
                    <a:pt x="226" y="644"/>
                    <a:pt x="238" y="644"/>
                  </a:cubicBezTo>
                  <a:cubicBezTo>
                    <a:pt x="250" y="632"/>
                    <a:pt x="250" y="632"/>
                    <a:pt x="262" y="620"/>
                  </a:cubicBezTo>
                  <a:cubicBezTo>
                    <a:pt x="274" y="572"/>
                    <a:pt x="417" y="179"/>
                    <a:pt x="298" y="48"/>
                  </a:cubicBezTo>
                  <a:cubicBezTo>
                    <a:pt x="286" y="25"/>
                    <a:pt x="250" y="1"/>
                    <a:pt x="1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41"/>
            <p:cNvSpPr/>
            <p:nvPr/>
          </p:nvSpPr>
          <p:spPr>
            <a:xfrm>
              <a:off x="3200975" y="2291025"/>
              <a:ext cx="260800" cy="179975"/>
            </a:xfrm>
            <a:custGeom>
              <a:avLst/>
              <a:gdLst/>
              <a:ahLst/>
              <a:cxnLst/>
              <a:rect l="l" t="t" r="r" b="b"/>
              <a:pathLst>
                <a:path w="10432" h="7199" extrusionOk="0">
                  <a:moveTo>
                    <a:pt x="8005" y="0"/>
                  </a:moveTo>
                  <a:cubicBezTo>
                    <a:pt x="7809" y="0"/>
                    <a:pt x="7600" y="39"/>
                    <a:pt x="7383" y="126"/>
                  </a:cubicBezTo>
                  <a:cubicBezTo>
                    <a:pt x="6799" y="412"/>
                    <a:pt x="6216" y="709"/>
                    <a:pt x="5656" y="983"/>
                  </a:cubicBezTo>
                  <a:cubicBezTo>
                    <a:pt x="3585" y="2007"/>
                    <a:pt x="1822" y="2888"/>
                    <a:pt x="1822" y="2888"/>
                  </a:cubicBezTo>
                  <a:cubicBezTo>
                    <a:pt x="1" y="3043"/>
                    <a:pt x="1299" y="4674"/>
                    <a:pt x="1299" y="4674"/>
                  </a:cubicBezTo>
                  <a:cubicBezTo>
                    <a:pt x="1299" y="4674"/>
                    <a:pt x="2092" y="7198"/>
                    <a:pt x="2587" y="7198"/>
                  </a:cubicBezTo>
                  <a:cubicBezTo>
                    <a:pt x="2607" y="7198"/>
                    <a:pt x="2626" y="7194"/>
                    <a:pt x="2644" y="7186"/>
                  </a:cubicBezTo>
                  <a:cubicBezTo>
                    <a:pt x="3120" y="6972"/>
                    <a:pt x="3061" y="4817"/>
                    <a:pt x="3061" y="4817"/>
                  </a:cubicBezTo>
                  <a:cubicBezTo>
                    <a:pt x="3489" y="4698"/>
                    <a:pt x="5394" y="4186"/>
                    <a:pt x="7299" y="3674"/>
                  </a:cubicBezTo>
                  <a:cubicBezTo>
                    <a:pt x="7871" y="3519"/>
                    <a:pt x="8442" y="3364"/>
                    <a:pt x="8978" y="3210"/>
                  </a:cubicBezTo>
                  <a:cubicBezTo>
                    <a:pt x="10432" y="2626"/>
                    <a:pt x="9616" y="0"/>
                    <a:pt x="8005" y="0"/>
                  </a:cubicBezTo>
                  <a:close/>
                </a:path>
              </a:pathLst>
            </a:custGeom>
            <a:solidFill>
              <a:srgbClr val="BC7B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41"/>
            <p:cNvSpPr/>
            <p:nvPr/>
          </p:nvSpPr>
          <p:spPr>
            <a:xfrm>
              <a:off x="3253075" y="2442975"/>
              <a:ext cx="24725" cy="32475"/>
            </a:xfrm>
            <a:custGeom>
              <a:avLst/>
              <a:gdLst/>
              <a:ahLst/>
              <a:cxnLst/>
              <a:rect l="l" t="t" r="r" b="b"/>
              <a:pathLst>
                <a:path w="989" h="1299" extrusionOk="0">
                  <a:moveTo>
                    <a:pt x="937" y="0"/>
                  </a:moveTo>
                  <a:cubicBezTo>
                    <a:pt x="609" y="0"/>
                    <a:pt x="283" y="107"/>
                    <a:pt x="0" y="311"/>
                  </a:cubicBezTo>
                  <a:cubicBezTo>
                    <a:pt x="570" y="1288"/>
                    <a:pt x="708" y="1299"/>
                    <a:pt x="715" y="1299"/>
                  </a:cubicBezTo>
                  <a:cubicBezTo>
                    <a:pt x="715" y="1299"/>
                    <a:pt x="715" y="1299"/>
                    <a:pt x="715" y="1299"/>
                  </a:cubicBezTo>
                  <a:cubicBezTo>
                    <a:pt x="715" y="1299"/>
                    <a:pt x="953" y="918"/>
                    <a:pt x="989" y="1"/>
                  </a:cubicBezTo>
                  <a:cubicBezTo>
                    <a:pt x="971" y="0"/>
                    <a:pt x="954" y="0"/>
                    <a:pt x="9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41"/>
            <p:cNvSpPr/>
            <p:nvPr/>
          </p:nvSpPr>
          <p:spPr>
            <a:xfrm>
              <a:off x="3213175" y="2359950"/>
              <a:ext cx="66700" cy="90800"/>
            </a:xfrm>
            <a:custGeom>
              <a:avLst/>
              <a:gdLst/>
              <a:ahLst/>
              <a:cxnLst/>
              <a:rect l="l" t="t" r="r" b="b"/>
              <a:pathLst>
                <a:path w="2668" h="3632" extrusionOk="0">
                  <a:moveTo>
                    <a:pt x="1477" y="0"/>
                  </a:moveTo>
                  <a:lnTo>
                    <a:pt x="1477" y="0"/>
                  </a:lnTo>
                  <a:cubicBezTo>
                    <a:pt x="1454" y="24"/>
                    <a:pt x="1073" y="36"/>
                    <a:pt x="525" y="286"/>
                  </a:cubicBezTo>
                  <a:cubicBezTo>
                    <a:pt x="525" y="286"/>
                    <a:pt x="1" y="619"/>
                    <a:pt x="1049" y="2632"/>
                  </a:cubicBezTo>
                  <a:cubicBezTo>
                    <a:pt x="1263" y="3036"/>
                    <a:pt x="1442" y="3370"/>
                    <a:pt x="1596" y="3632"/>
                  </a:cubicBezTo>
                  <a:cubicBezTo>
                    <a:pt x="1879" y="3428"/>
                    <a:pt x="2205" y="3321"/>
                    <a:pt x="2533" y="3321"/>
                  </a:cubicBezTo>
                  <a:cubicBezTo>
                    <a:pt x="2550" y="3321"/>
                    <a:pt x="2567" y="3321"/>
                    <a:pt x="2585" y="3322"/>
                  </a:cubicBezTo>
                  <a:cubicBezTo>
                    <a:pt x="2597" y="3001"/>
                    <a:pt x="2668" y="2584"/>
                    <a:pt x="2608" y="2120"/>
                  </a:cubicBezTo>
                  <a:cubicBezTo>
                    <a:pt x="2608" y="2120"/>
                    <a:pt x="1346" y="1238"/>
                    <a:pt x="147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41"/>
            <p:cNvSpPr/>
            <p:nvPr/>
          </p:nvSpPr>
          <p:spPr>
            <a:xfrm>
              <a:off x="3218250" y="2367075"/>
              <a:ext cx="52700" cy="111650"/>
            </a:xfrm>
            <a:custGeom>
              <a:avLst/>
              <a:gdLst/>
              <a:ahLst/>
              <a:cxnLst/>
              <a:rect l="l" t="t" r="r" b="b"/>
              <a:pathLst>
                <a:path w="2108" h="4466" extrusionOk="0">
                  <a:moveTo>
                    <a:pt x="322" y="1"/>
                  </a:moveTo>
                  <a:cubicBezTo>
                    <a:pt x="215" y="61"/>
                    <a:pt x="108" y="120"/>
                    <a:pt x="0" y="191"/>
                  </a:cubicBezTo>
                  <a:cubicBezTo>
                    <a:pt x="0" y="191"/>
                    <a:pt x="48" y="882"/>
                    <a:pt x="750" y="2513"/>
                  </a:cubicBezTo>
                  <a:cubicBezTo>
                    <a:pt x="1548" y="4335"/>
                    <a:pt x="1882" y="4466"/>
                    <a:pt x="1882" y="4466"/>
                  </a:cubicBezTo>
                  <a:cubicBezTo>
                    <a:pt x="1882" y="4466"/>
                    <a:pt x="1989" y="4430"/>
                    <a:pt x="2108" y="4335"/>
                  </a:cubicBezTo>
                  <a:cubicBezTo>
                    <a:pt x="881" y="2573"/>
                    <a:pt x="465" y="918"/>
                    <a:pt x="3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41"/>
            <p:cNvSpPr/>
            <p:nvPr/>
          </p:nvSpPr>
          <p:spPr>
            <a:xfrm>
              <a:off x="3257250" y="2426825"/>
              <a:ext cx="21150" cy="3975"/>
            </a:xfrm>
            <a:custGeom>
              <a:avLst/>
              <a:gdLst/>
              <a:ahLst/>
              <a:cxnLst/>
              <a:rect l="l" t="t" r="r" b="b"/>
              <a:pathLst>
                <a:path w="846" h="159" extrusionOk="0">
                  <a:moveTo>
                    <a:pt x="435" y="0"/>
                  </a:moveTo>
                  <a:cubicBezTo>
                    <a:pt x="315" y="0"/>
                    <a:pt x="175" y="28"/>
                    <a:pt x="24" y="111"/>
                  </a:cubicBezTo>
                  <a:cubicBezTo>
                    <a:pt x="12" y="111"/>
                    <a:pt x="0" y="135"/>
                    <a:pt x="12" y="147"/>
                  </a:cubicBezTo>
                  <a:cubicBezTo>
                    <a:pt x="24" y="159"/>
                    <a:pt x="36" y="159"/>
                    <a:pt x="48" y="159"/>
                  </a:cubicBezTo>
                  <a:cubicBezTo>
                    <a:pt x="190" y="82"/>
                    <a:pt x="322" y="56"/>
                    <a:pt x="433" y="56"/>
                  </a:cubicBezTo>
                  <a:cubicBezTo>
                    <a:pt x="648" y="56"/>
                    <a:pt x="790" y="151"/>
                    <a:pt x="798" y="159"/>
                  </a:cubicBezTo>
                  <a:cubicBezTo>
                    <a:pt x="810" y="159"/>
                    <a:pt x="834" y="159"/>
                    <a:pt x="834" y="147"/>
                  </a:cubicBezTo>
                  <a:cubicBezTo>
                    <a:pt x="845" y="135"/>
                    <a:pt x="845" y="111"/>
                    <a:pt x="834" y="111"/>
                  </a:cubicBezTo>
                  <a:cubicBezTo>
                    <a:pt x="834" y="111"/>
                    <a:pt x="675" y="0"/>
                    <a:pt x="4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41"/>
            <p:cNvSpPr/>
            <p:nvPr/>
          </p:nvSpPr>
          <p:spPr>
            <a:xfrm>
              <a:off x="3256650" y="2416725"/>
              <a:ext cx="20850" cy="3800"/>
            </a:xfrm>
            <a:custGeom>
              <a:avLst/>
              <a:gdLst/>
              <a:ahLst/>
              <a:cxnLst/>
              <a:rect l="l" t="t" r="r" b="b"/>
              <a:pathLst>
                <a:path w="834" h="152" extrusionOk="0">
                  <a:moveTo>
                    <a:pt x="459" y="0"/>
                  </a:moveTo>
                  <a:cubicBezTo>
                    <a:pt x="339" y="0"/>
                    <a:pt x="193" y="24"/>
                    <a:pt x="24" y="99"/>
                  </a:cubicBezTo>
                  <a:cubicBezTo>
                    <a:pt x="12" y="99"/>
                    <a:pt x="0" y="122"/>
                    <a:pt x="12" y="134"/>
                  </a:cubicBezTo>
                  <a:cubicBezTo>
                    <a:pt x="12" y="143"/>
                    <a:pt x="18" y="151"/>
                    <a:pt x="30" y="151"/>
                  </a:cubicBezTo>
                  <a:cubicBezTo>
                    <a:pt x="35" y="151"/>
                    <a:pt x="41" y="150"/>
                    <a:pt x="48" y="146"/>
                  </a:cubicBezTo>
                  <a:cubicBezTo>
                    <a:pt x="205" y="76"/>
                    <a:pt x="342" y="53"/>
                    <a:pt x="454" y="53"/>
                  </a:cubicBezTo>
                  <a:cubicBezTo>
                    <a:pt x="664" y="53"/>
                    <a:pt x="786" y="134"/>
                    <a:pt x="786" y="134"/>
                  </a:cubicBezTo>
                  <a:cubicBezTo>
                    <a:pt x="792" y="140"/>
                    <a:pt x="801" y="143"/>
                    <a:pt x="810" y="143"/>
                  </a:cubicBezTo>
                  <a:cubicBezTo>
                    <a:pt x="819" y="143"/>
                    <a:pt x="828" y="140"/>
                    <a:pt x="834" y="134"/>
                  </a:cubicBezTo>
                  <a:cubicBezTo>
                    <a:pt x="834" y="122"/>
                    <a:pt x="834" y="99"/>
                    <a:pt x="822" y="87"/>
                  </a:cubicBezTo>
                  <a:cubicBezTo>
                    <a:pt x="814" y="87"/>
                    <a:pt x="684" y="0"/>
                    <a:pt x="4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41"/>
            <p:cNvSpPr/>
            <p:nvPr/>
          </p:nvSpPr>
          <p:spPr>
            <a:xfrm>
              <a:off x="3270925" y="2409325"/>
              <a:ext cx="15800" cy="8975"/>
            </a:xfrm>
            <a:custGeom>
              <a:avLst/>
              <a:gdLst/>
              <a:ahLst/>
              <a:cxnLst/>
              <a:rect l="l" t="t" r="r" b="b"/>
              <a:pathLst>
                <a:path w="632" h="359" extrusionOk="0">
                  <a:moveTo>
                    <a:pt x="491" y="59"/>
                  </a:moveTo>
                  <a:cubicBezTo>
                    <a:pt x="498" y="59"/>
                    <a:pt x="506" y="60"/>
                    <a:pt x="513" y="61"/>
                  </a:cubicBezTo>
                  <a:cubicBezTo>
                    <a:pt x="525" y="61"/>
                    <a:pt x="548" y="73"/>
                    <a:pt x="560" y="97"/>
                  </a:cubicBezTo>
                  <a:cubicBezTo>
                    <a:pt x="560" y="97"/>
                    <a:pt x="560" y="97"/>
                    <a:pt x="560" y="109"/>
                  </a:cubicBezTo>
                  <a:cubicBezTo>
                    <a:pt x="572" y="133"/>
                    <a:pt x="572" y="156"/>
                    <a:pt x="548" y="180"/>
                  </a:cubicBezTo>
                  <a:cubicBezTo>
                    <a:pt x="489" y="264"/>
                    <a:pt x="251" y="299"/>
                    <a:pt x="96" y="299"/>
                  </a:cubicBezTo>
                  <a:cubicBezTo>
                    <a:pt x="207" y="210"/>
                    <a:pt x="381" y="59"/>
                    <a:pt x="491" y="59"/>
                  </a:cubicBezTo>
                  <a:close/>
                  <a:moveTo>
                    <a:pt x="504" y="0"/>
                  </a:moveTo>
                  <a:cubicBezTo>
                    <a:pt x="324" y="0"/>
                    <a:pt x="47" y="277"/>
                    <a:pt x="13" y="311"/>
                  </a:cubicBezTo>
                  <a:cubicBezTo>
                    <a:pt x="1" y="323"/>
                    <a:pt x="1" y="335"/>
                    <a:pt x="1" y="347"/>
                  </a:cubicBezTo>
                  <a:cubicBezTo>
                    <a:pt x="13" y="359"/>
                    <a:pt x="13" y="359"/>
                    <a:pt x="25" y="359"/>
                  </a:cubicBezTo>
                  <a:cubicBezTo>
                    <a:pt x="72" y="359"/>
                    <a:pt x="501" y="347"/>
                    <a:pt x="596" y="204"/>
                  </a:cubicBezTo>
                  <a:cubicBezTo>
                    <a:pt x="632" y="168"/>
                    <a:pt x="632" y="133"/>
                    <a:pt x="608" y="85"/>
                  </a:cubicBezTo>
                  <a:cubicBezTo>
                    <a:pt x="584" y="25"/>
                    <a:pt x="548" y="14"/>
                    <a:pt x="525" y="2"/>
                  </a:cubicBezTo>
                  <a:cubicBezTo>
                    <a:pt x="518" y="1"/>
                    <a:pt x="511" y="0"/>
                    <a:pt x="5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41"/>
            <p:cNvSpPr/>
            <p:nvPr/>
          </p:nvSpPr>
          <p:spPr>
            <a:xfrm>
              <a:off x="3267075" y="2402450"/>
              <a:ext cx="10425" cy="15975"/>
            </a:xfrm>
            <a:custGeom>
              <a:avLst/>
              <a:gdLst/>
              <a:ahLst/>
              <a:cxnLst/>
              <a:rect l="l" t="t" r="r" b="b"/>
              <a:pathLst>
                <a:path w="417" h="639" extrusionOk="0">
                  <a:moveTo>
                    <a:pt x="214" y="50"/>
                  </a:moveTo>
                  <a:cubicBezTo>
                    <a:pt x="250" y="62"/>
                    <a:pt x="274" y="74"/>
                    <a:pt x="286" y="86"/>
                  </a:cubicBezTo>
                  <a:cubicBezTo>
                    <a:pt x="286" y="98"/>
                    <a:pt x="286" y="98"/>
                    <a:pt x="286" y="98"/>
                  </a:cubicBezTo>
                  <a:cubicBezTo>
                    <a:pt x="321" y="193"/>
                    <a:pt x="238" y="408"/>
                    <a:pt x="179" y="539"/>
                  </a:cubicBezTo>
                  <a:cubicBezTo>
                    <a:pt x="143" y="396"/>
                    <a:pt x="83" y="158"/>
                    <a:pt x="155" y="74"/>
                  </a:cubicBezTo>
                  <a:cubicBezTo>
                    <a:pt x="155" y="62"/>
                    <a:pt x="179" y="50"/>
                    <a:pt x="214" y="50"/>
                  </a:cubicBezTo>
                  <a:close/>
                  <a:moveTo>
                    <a:pt x="199" y="0"/>
                  </a:moveTo>
                  <a:cubicBezTo>
                    <a:pt x="148" y="0"/>
                    <a:pt x="128" y="30"/>
                    <a:pt x="107" y="50"/>
                  </a:cubicBezTo>
                  <a:cubicBezTo>
                    <a:pt x="0" y="181"/>
                    <a:pt x="131" y="574"/>
                    <a:pt x="155" y="622"/>
                  </a:cubicBezTo>
                  <a:cubicBezTo>
                    <a:pt x="155" y="634"/>
                    <a:pt x="167" y="634"/>
                    <a:pt x="179" y="634"/>
                  </a:cubicBezTo>
                  <a:cubicBezTo>
                    <a:pt x="182" y="637"/>
                    <a:pt x="185" y="639"/>
                    <a:pt x="187" y="639"/>
                  </a:cubicBezTo>
                  <a:cubicBezTo>
                    <a:pt x="192" y="639"/>
                    <a:pt x="194" y="630"/>
                    <a:pt x="202" y="622"/>
                  </a:cubicBezTo>
                  <a:cubicBezTo>
                    <a:pt x="226" y="586"/>
                    <a:pt x="417" y="217"/>
                    <a:pt x="333" y="62"/>
                  </a:cubicBezTo>
                  <a:cubicBezTo>
                    <a:pt x="310" y="27"/>
                    <a:pt x="274" y="3"/>
                    <a:pt x="226" y="3"/>
                  </a:cubicBezTo>
                  <a:cubicBezTo>
                    <a:pt x="216" y="1"/>
                    <a:pt x="208" y="0"/>
                    <a:pt x="1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41"/>
            <p:cNvSpPr/>
            <p:nvPr/>
          </p:nvSpPr>
          <p:spPr>
            <a:xfrm>
              <a:off x="3345650" y="2195925"/>
              <a:ext cx="82175" cy="70075"/>
            </a:xfrm>
            <a:custGeom>
              <a:avLst/>
              <a:gdLst/>
              <a:ahLst/>
              <a:cxnLst/>
              <a:rect l="l" t="t" r="r" b="b"/>
              <a:pathLst>
                <a:path w="3287" h="2803" extrusionOk="0">
                  <a:moveTo>
                    <a:pt x="3286" y="1"/>
                  </a:moveTo>
                  <a:cubicBezTo>
                    <a:pt x="2817" y="93"/>
                    <a:pt x="2325" y="129"/>
                    <a:pt x="1831" y="129"/>
                  </a:cubicBezTo>
                  <a:cubicBezTo>
                    <a:pt x="1299" y="129"/>
                    <a:pt x="763" y="87"/>
                    <a:pt x="250" y="25"/>
                  </a:cubicBezTo>
                  <a:lnTo>
                    <a:pt x="179" y="584"/>
                  </a:lnTo>
                  <a:lnTo>
                    <a:pt x="0" y="1942"/>
                  </a:lnTo>
                  <a:cubicBezTo>
                    <a:pt x="358" y="2317"/>
                    <a:pt x="1047" y="2802"/>
                    <a:pt x="1671" y="2802"/>
                  </a:cubicBezTo>
                  <a:cubicBezTo>
                    <a:pt x="1918" y="2802"/>
                    <a:pt x="2155" y="2726"/>
                    <a:pt x="2358" y="2537"/>
                  </a:cubicBezTo>
                  <a:cubicBezTo>
                    <a:pt x="2727" y="2192"/>
                    <a:pt x="3048" y="1037"/>
                    <a:pt x="3286" y="1"/>
                  </a:cubicBezTo>
                  <a:close/>
                </a:path>
              </a:pathLst>
            </a:custGeom>
            <a:solidFill>
              <a:srgbClr val="BC7B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41"/>
            <p:cNvSpPr/>
            <p:nvPr/>
          </p:nvSpPr>
          <p:spPr>
            <a:xfrm>
              <a:off x="3351900" y="2148025"/>
              <a:ext cx="84850" cy="51150"/>
            </a:xfrm>
            <a:custGeom>
              <a:avLst/>
              <a:gdLst/>
              <a:ahLst/>
              <a:cxnLst/>
              <a:rect l="l" t="t" r="r" b="b"/>
              <a:pathLst>
                <a:path w="3394" h="2046" extrusionOk="0">
                  <a:moveTo>
                    <a:pt x="3394" y="0"/>
                  </a:moveTo>
                  <a:lnTo>
                    <a:pt x="191" y="512"/>
                  </a:lnTo>
                  <a:lnTo>
                    <a:pt x="0" y="1941"/>
                  </a:lnTo>
                  <a:cubicBezTo>
                    <a:pt x="513" y="2003"/>
                    <a:pt x="1049" y="2045"/>
                    <a:pt x="1581" y="2045"/>
                  </a:cubicBezTo>
                  <a:cubicBezTo>
                    <a:pt x="2075" y="2045"/>
                    <a:pt x="2567" y="2009"/>
                    <a:pt x="3036" y="1917"/>
                  </a:cubicBezTo>
                  <a:cubicBezTo>
                    <a:pt x="3251" y="905"/>
                    <a:pt x="3394" y="0"/>
                    <a:pt x="3394" y="0"/>
                  </a:cubicBezTo>
                  <a:close/>
                </a:path>
              </a:pathLst>
            </a:custGeom>
            <a:solidFill>
              <a:srgbClr val="8C58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41"/>
            <p:cNvSpPr/>
            <p:nvPr/>
          </p:nvSpPr>
          <p:spPr>
            <a:xfrm>
              <a:off x="3333150" y="2047100"/>
              <a:ext cx="117300" cy="120200"/>
            </a:xfrm>
            <a:custGeom>
              <a:avLst/>
              <a:gdLst/>
              <a:ahLst/>
              <a:cxnLst/>
              <a:rect l="l" t="t" r="r" b="b"/>
              <a:pathLst>
                <a:path w="4692" h="4808" extrusionOk="0">
                  <a:moveTo>
                    <a:pt x="1898" y="0"/>
                  </a:moveTo>
                  <a:cubicBezTo>
                    <a:pt x="1881" y="0"/>
                    <a:pt x="1863" y="0"/>
                    <a:pt x="1846" y="1"/>
                  </a:cubicBezTo>
                  <a:cubicBezTo>
                    <a:pt x="95" y="48"/>
                    <a:pt x="0" y="3215"/>
                    <a:pt x="179" y="4513"/>
                  </a:cubicBezTo>
                  <a:cubicBezTo>
                    <a:pt x="640" y="4675"/>
                    <a:pt x="1181" y="4807"/>
                    <a:pt x="1761" y="4807"/>
                  </a:cubicBezTo>
                  <a:cubicBezTo>
                    <a:pt x="1990" y="4807"/>
                    <a:pt x="2226" y="4787"/>
                    <a:pt x="2465" y="4739"/>
                  </a:cubicBezTo>
                  <a:cubicBezTo>
                    <a:pt x="3739" y="4513"/>
                    <a:pt x="4251" y="4097"/>
                    <a:pt x="4691" y="3751"/>
                  </a:cubicBezTo>
                  <a:cubicBezTo>
                    <a:pt x="4420" y="2712"/>
                    <a:pt x="3914" y="0"/>
                    <a:pt x="189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41"/>
            <p:cNvSpPr/>
            <p:nvPr/>
          </p:nvSpPr>
          <p:spPr>
            <a:xfrm>
              <a:off x="3337600" y="2140875"/>
              <a:ext cx="115525" cy="42250"/>
            </a:xfrm>
            <a:custGeom>
              <a:avLst/>
              <a:gdLst/>
              <a:ahLst/>
              <a:cxnLst/>
              <a:rect l="l" t="t" r="r" b="b"/>
              <a:pathLst>
                <a:path w="4621" h="1690" extrusionOk="0">
                  <a:moveTo>
                    <a:pt x="4513" y="0"/>
                  </a:moveTo>
                  <a:cubicBezTo>
                    <a:pt x="4073" y="346"/>
                    <a:pt x="3561" y="762"/>
                    <a:pt x="2287" y="1000"/>
                  </a:cubicBezTo>
                  <a:cubicBezTo>
                    <a:pt x="2058" y="1042"/>
                    <a:pt x="1833" y="1061"/>
                    <a:pt x="1613" y="1061"/>
                  </a:cubicBezTo>
                  <a:cubicBezTo>
                    <a:pt x="1021" y="1061"/>
                    <a:pt x="470" y="927"/>
                    <a:pt x="1" y="762"/>
                  </a:cubicBezTo>
                  <a:lnTo>
                    <a:pt x="1" y="762"/>
                  </a:lnTo>
                  <a:cubicBezTo>
                    <a:pt x="37" y="1084"/>
                    <a:pt x="84" y="1286"/>
                    <a:pt x="84" y="1286"/>
                  </a:cubicBezTo>
                  <a:cubicBezTo>
                    <a:pt x="84" y="1286"/>
                    <a:pt x="636" y="1689"/>
                    <a:pt x="1589" y="1689"/>
                  </a:cubicBezTo>
                  <a:cubicBezTo>
                    <a:pt x="2363" y="1689"/>
                    <a:pt x="3400" y="1424"/>
                    <a:pt x="4620" y="465"/>
                  </a:cubicBezTo>
                  <a:cubicBezTo>
                    <a:pt x="4620" y="465"/>
                    <a:pt x="4585" y="286"/>
                    <a:pt x="451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41"/>
            <p:cNvSpPr/>
            <p:nvPr/>
          </p:nvSpPr>
          <p:spPr>
            <a:xfrm>
              <a:off x="2926550" y="1834875"/>
              <a:ext cx="325050" cy="258100"/>
            </a:xfrm>
            <a:custGeom>
              <a:avLst/>
              <a:gdLst/>
              <a:ahLst/>
              <a:cxnLst/>
              <a:rect l="l" t="t" r="r" b="b"/>
              <a:pathLst>
                <a:path w="13002" h="10324" extrusionOk="0">
                  <a:moveTo>
                    <a:pt x="250" y="1"/>
                  </a:moveTo>
                  <a:cubicBezTo>
                    <a:pt x="155" y="24"/>
                    <a:pt x="96" y="191"/>
                    <a:pt x="0" y="215"/>
                  </a:cubicBezTo>
                  <a:cubicBezTo>
                    <a:pt x="167" y="1263"/>
                    <a:pt x="560" y="3251"/>
                    <a:pt x="1024" y="4215"/>
                  </a:cubicBezTo>
                  <a:cubicBezTo>
                    <a:pt x="1762" y="5763"/>
                    <a:pt x="3013" y="6835"/>
                    <a:pt x="4394" y="7085"/>
                  </a:cubicBezTo>
                  <a:cubicBezTo>
                    <a:pt x="4673" y="7137"/>
                    <a:pt x="4955" y="7157"/>
                    <a:pt x="5236" y="7157"/>
                  </a:cubicBezTo>
                  <a:cubicBezTo>
                    <a:pt x="5661" y="7157"/>
                    <a:pt x="6085" y="7111"/>
                    <a:pt x="6501" y="7061"/>
                  </a:cubicBezTo>
                  <a:cubicBezTo>
                    <a:pt x="6942" y="7013"/>
                    <a:pt x="7394" y="6966"/>
                    <a:pt x="7846" y="6966"/>
                  </a:cubicBezTo>
                  <a:cubicBezTo>
                    <a:pt x="9942" y="7002"/>
                    <a:pt x="11942" y="8371"/>
                    <a:pt x="12728" y="10323"/>
                  </a:cubicBezTo>
                  <a:lnTo>
                    <a:pt x="13002" y="10216"/>
                  </a:lnTo>
                  <a:cubicBezTo>
                    <a:pt x="12180" y="8156"/>
                    <a:pt x="10061" y="6704"/>
                    <a:pt x="7846" y="6680"/>
                  </a:cubicBezTo>
                  <a:cubicBezTo>
                    <a:pt x="7806" y="6679"/>
                    <a:pt x="7765" y="6679"/>
                    <a:pt x="7724" y="6679"/>
                  </a:cubicBezTo>
                  <a:cubicBezTo>
                    <a:pt x="7301" y="6679"/>
                    <a:pt x="6878" y="6732"/>
                    <a:pt x="6465" y="6775"/>
                  </a:cubicBezTo>
                  <a:cubicBezTo>
                    <a:pt x="6035" y="6819"/>
                    <a:pt x="5623" y="6863"/>
                    <a:pt x="5215" y="6863"/>
                  </a:cubicBezTo>
                  <a:cubicBezTo>
                    <a:pt x="4956" y="6863"/>
                    <a:pt x="4700" y="6845"/>
                    <a:pt x="4441" y="6799"/>
                  </a:cubicBezTo>
                  <a:cubicBezTo>
                    <a:pt x="3167" y="6561"/>
                    <a:pt x="1989" y="5549"/>
                    <a:pt x="1286" y="4096"/>
                  </a:cubicBezTo>
                  <a:cubicBezTo>
                    <a:pt x="834" y="3144"/>
                    <a:pt x="405" y="1037"/>
                    <a:pt x="25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41"/>
            <p:cNvSpPr/>
            <p:nvPr/>
          </p:nvSpPr>
          <p:spPr>
            <a:xfrm>
              <a:off x="3195325" y="2065500"/>
              <a:ext cx="131600" cy="119525"/>
            </a:xfrm>
            <a:custGeom>
              <a:avLst/>
              <a:gdLst/>
              <a:ahLst/>
              <a:cxnLst/>
              <a:rect l="l" t="t" r="r" b="b"/>
              <a:pathLst>
                <a:path w="5264" h="4781" extrusionOk="0">
                  <a:moveTo>
                    <a:pt x="2636" y="0"/>
                  </a:moveTo>
                  <a:cubicBezTo>
                    <a:pt x="1550" y="0"/>
                    <a:pt x="566" y="743"/>
                    <a:pt x="310" y="1837"/>
                  </a:cubicBezTo>
                  <a:cubicBezTo>
                    <a:pt x="1" y="3122"/>
                    <a:pt x="798" y="4408"/>
                    <a:pt x="2084" y="4718"/>
                  </a:cubicBezTo>
                  <a:cubicBezTo>
                    <a:pt x="2266" y="4760"/>
                    <a:pt x="2448" y="4780"/>
                    <a:pt x="2627" y="4780"/>
                  </a:cubicBezTo>
                  <a:cubicBezTo>
                    <a:pt x="3714" y="4780"/>
                    <a:pt x="4698" y="4036"/>
                    <a:pt x="4954" y="2932"/>
                  </a:cubicBezTo>
                  <a:cubicBezTo>
                    <a:pt x="5263" y="1646"/>
                    <a:pt x="4465" y="360"/>
                    <a:pt x="3180" y="63"/>
                  </a:cubicBezTo>
                  <a:cubicBezTo>
                    <a:pt x="2998" y="20"/>
                    <a:pt x="2816" y="0"/>
                    <a:pt x="26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41"/>
            <p:cNvSpPr/>
            <p:nvPr/>
          </p:nvSpPr>
          <p:spPr>
            <a:xfrm>
              <a:off x="3220325" y="2096525"/>
              <a:ext cx="94375" cy="73550"/>
            </a:xfrm>
            <a:custGeom>
              <a:avLst/>
              <a:gdLst/>
              <a:ahLst/>
              <a:cxnLst/>
              <a:rect l="l" t="t" r="r" b="b"/>
              <a:pathLst>
                <a:path w="3775" h="2942" extrusionOk="0">
                  <a:moveTo>
                    <a:pt x="3727" y="0"/>
                  </a:moveTo>
                  <a:cubicBezTo>
                    <a:pt x="2656" y="1929"/>
                    <a:pt x="1025" y="2632"/>
                    <a:pt x="1" y="2882"/>
                  </a:cubicBezTo>
                  <a:cubicBezTo>
                    <a:pt x="13" y="2905"/>
                    <a:pt x="36" y="2929"/>
                    <a:pt x="60" y="2941"/>
                  </a:cubicBezTo>
                  <a:cubicBezTo>
                    <a:pt x="1108" y="2679"/>
                    <a:pt x="2692" y="1965"/>
                    <a:pt x="3775" y="84"/>
                  </a:cubicBezTo>
                  <a:cubicBezTo>
                    <a:pt x="3763" y="60"/>
                    <a:pt x="3751" y="24"/>
                    <a:pt x="372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41"/>
            <p:cNvSpPr/>
            <p:nvPr/>
          </p:nvSpPr>
          <p:spPr>
            <a:xfrm>
              <a:off x="3201575" y="2065850"/>
              <a:ext cx="106875" cy="96475"/>
            </a:xfrm>
            <a:custGeom>
              <a:avLst/>
              <a:gdLst/>
              <a:ahLst/>
              <a:cxnLst/>
              <a:rect l="l" t="t" r="r" b="b"/>
              <a:pathLst>
                <a:path w="4275" h="3859" extrusionOk="0">
                  <a:moveTo>
                    <a:pt x="1918" y="1156"/>
                  </a:moveTo>
                  <a:cubicBezTo>
                    <a:pt x="2001" y="1180"/>
                    <a:pt x="2275" y="1263"/>
                    <a:pt x="2632" y="1334"/>
                  </a:cubicBezTo>
                  <a:lnTo>
                    <a:pt x="2644" y="1346"/>
                  </a:lnTo>
                  <a:lnTo>
                    <a:pt x="2656" y="1334"/>
                  </a:lnTo>
                  <a:cubicBezTo>
                    <a:pt x="2906" y="1394"/>
                    <a:pt x="3203" y="1430"/>
                    <a:pt x="3489" y="1430"/>
                  </a:cubicBezTo>
                  <a:cubicBezTo>
                    <a:pt x="3620" y="1430"/>
                    <a:pt x="3751" y="1418"/>
                    <a:pt x="3870" y="1394"/>
                  </a:cubicBezTo>
                  <a:lnTo>
                    <a:pt x="3870" y="1394"/>
                  </a:lnTo>
                  <a:cubicBezTo>
                    <a:pt x="3823" y="1489"/>
                    <a:pt x="3763" y="1573"/>
                    <a:pt x="3692" y="1656"/>
                  </a:cubicBezTo>
                  <a:cubicBezTo>
                    <a:pt x="3496" y="1730"/>
                    <a:pt x="3271" y="1758"/>
                    <a:pt x="3047" y="1758"/>
                  </a:cubicBezTo>
                  <a:cubicBezTo>
                    <a:pt x="2480" y="1758"/>
                    <a:pt x="1913" y="1583"/>
                    <a:pt x="1810" y="1549"/>
                  </a:cubicBezTo>
                  <a:cubicBezTo>
                    <a:pt x="1846" y="1418"/>
                    <a:pt x="1882" y="1287"/>
                    <a:pt x="1918" y="1156"/>
                  </a:cubicBezTo>
                  <a:close/>
                  <a:moveTo>
                    <a:pt x="1787" y="1620"/>
                  </a:moveTo>
                  <a:cubicBezTo>
                    <a:pt x="1906" y="1656"/>
                    <a:pt x="2465" y="1834"/>
                    <a:pt x="3037" y="1834"/>
                  </a:cubicBezTo>
                  <a:cubicBezTo>
                    <a:pt x="3239" y="1834"/>
                    <a:pt x="3430" y="1811"/>
                    <a:pt x="3620" y="1751"/>
                  </a:cubicBezTo>
                  <a:lnTo>
                    <a:pt x="3620" y="1751"/>
                  </a:lnTo>
                  <a:cubicBezTo>
                    <a:pt x="3477" y="1930"/>
                    <a:pt x="3346" y="2084"/>
                    <a:pt x="3203" y="2239"/>
                  </a:cubicBezTo>
                  <a:cubicBezTo>
                    <a:pt x="2996" y="2318"/>
                    <a:pt x="2787" y="2352"/>
                    <a:pt x="2571" y="2352"/>
                  </a:cubicBezTo>
                  <a:cubicBezTo>
                    <a:pt x="2265" y="2352"/>
                    <a:pt x="1945" y="2284"/>
                    <a:pt x="1596" y="2180"/>
                  </a:cubicBezTo>
                  <a:cubicBezTo>
                    <a:pt x="1668" y="2013"/>
                    <a:pt x="1727" y="1823"/>
                    <a:pt x="1787" y="1620"/>
                  </a:cubicBezTo>
                  <a:close/>
                  <a:moveTo>
                    <a:pt x="1572" y="2251"/>
                  </a:moveTo>
                  <a:cubicBezTo>
                    <a:pt x="1929" y="2358"/>
                    <a:pt x="2251" y="2430"/>
                    <a:pt x="2560" y="2430"/>
                  </a:cubicBezTo>
                  <a:cubicBezTo>
                    <a:pt x="2739" y="2430"/>
                    <a:pt x="2906" y="2406"/>
                    <a:pt x="3072" y="2358"/>
                  </a:cubicBezTo>
                  <a:lnTo>
                    <a:pt x="3072" y="2358"/>
                  </a:lnTo>
                  <a:cubicBezTo>
                    <a:pt x="2870" y="2549"/>
                    <a:pt x="2656" y="2727"/>
                    <a:pt x="2441" y="2882"/>
                  </a:cubicBezTo>
                  <a:cubicBezTo>
                    <a:pt x="2362" y="2901"/>
                    <a:pt x="2281" y="2909"/>
                    <a:pt x="2200" y="2909"/>
                  </a:cubicBezTo>
                  <a:cubicBezTo>
                    <a:pt x="1913" y="2909"/>
                    <a:pt x="1620" y="2811"/>
                    <a:pt x="1370" y="2727"/>
                  </a:cubicBezTo>
                  <a:cubicBezTo>
                    <a:pt x="1429" y="2596"/>
                    <a:pt x="1501" y="2430"/>
                    <a:pt x="1572" y="2251"/>
                  </a:cubicBezTo>
                  <a:close/>
                  <a:moveTo>
                    <a:pt x="1334" y="2799"/>
                  </a:moveTo>
                  <a:cubicBezTo>
                    <a:pt x="1584" y="2882"/>
                    <a:pt x="1882" y="2977"/>
                    <a:pt x="2179" y="2977"/>
                  </a:cubicBezTo>
                  <a:lnTo>
                    <a:pt x="2310" y="2977"/>
                  </a:lnTo>
                  <a:cubicBezTo>
                    <a:pt x="2072" y="3132"/>
                    <a:pt x="1834" y="3275"/>
                    <a:pt x="1596" y="3382"/>
                  </a:cubicBezTo>
                  <a:cubicBezTo>
                    <a:pt x="1548" y="3358"/>
                    <a:pt x="1382" y="3275"/>
                    <a:pt x="1179" y="3120"/>
                  </a:cubicBezTo>
                  <a:cubicBezTo>
                    <a:pt x="1203" y="3073"/>
                    <a:pt x="1263" y="2966"/>
                    <a:pt x="1334" y="2799"/>
                  </a:cubicBezTo>
                  <a:close/>
                  <a:moveTo>
                    <a:pt x="2680" y="1"/>
                  </a:moveTo>
                  <a:cubicBezTo>
                    <a:pt x="2370" y="227"/>
                    <a:pt x="2108" y="453"/>
                    <a:pt x="2013" y="549"/>
                  </a:cubicBezTo>
                  <a:cubicBezTo>
                    <a:pt x="2025" y="358"/>
                    <a:pt x="2025" y="179"/>
                    <a:pt x="2013" y="13"/>
                  </a:cubicBezTo>
                  <a:cubicBezTo>
                    <a:pt x="1989" y="13"/>
                    <a:pt x="1965" y="13"/>
                    <a:pt x="1941" y="25"/>
                  </a:cubicBezTo>
                  <a:cubicBezTo>
                    <a:pt x="1965" y="370"/>
                    <a:pt x="1929" y="739"/>
                    <a:pt x="1858" y="1096"/>
                  </a:cubicBezTo>
                  <a:lnTo>
                    <a:pt x="1822" y="1120"/>
                  </a:lnTo>
                  <a:lnTo>
                    <a:pt x="1846" y="1120"/>
                  </a:lnTo>
                  <a:cubicBezTo>
                    <a:pt x="1644" y="2073"/>
                    <a:pt x="1203" y="2918"/>
                    <a:pt x="1120" y="3073"/>
                  </a:cubicBezTo>
                  <a:cubicBezTo>
                    <a:pt x="1036" y="3013"/>
                    <a:pt x="953" y="2942"/>
                    <a:pt x="870" y="2858"/>
                  </a:cubicBezTo>
                  <a:lnTo>
                    <a:pt x="870" y="2858"/>
                  </a:lnTo>
                  <a:lnTo>
                    <a:pt x="917" y="2882"/>
                  </a:lnTo>
                  <a:cubicBezTo>
                    <a:pt x="929" y="2870"/>
                    <a:pt x="1739" y="1394"/>
                    <a:pt x="1763" y="60"/>
                  </a:cubicBezTo>
                  <a:lnTo>
                    <a:pt x="1763" y="60"/>
                  </a:lnTo>
                  <a:cubicBezTo>
                    <a:pt x="1751" y="72"/>
                    <a:pt x="1715" y="72"/>
                    <a:pt x="1691" y="84"/>
                  </a:cubicBezTo>
                  <a:cubicBezTo>
                    <a:pt x="1668" y="1358"/>
                    <a:pt x="906" y="2751"/>
                    <a:pt x="858" y="2846"/>
                  </a:cubicBezTo>
                  <a:cubicBezTo>
                    <a:pt x="751" y="2751"/>
                    <a:pt x="644" y="2644"/>
                    <a:pt x="536" y="2513"/>
                  </a:cubicBezTo>
                  <a:lnTo>
                    <a:pt x="536" y="2513"/>
                  </a:lnTo>
                  <a:lnTo>
                    <a:pt x="584" y="2537"/>
                  </a:lnTo>
                  <a:cubicBezTo>
                    <a:pt x="584" y="2525"/>
                    <a:pt x="1227" y="1382"/>
                    <a:pt x="1394" y="203"/>
                  </a:cubicBezTo>
                  <a:lnTo>
                    <a:pt x="1394" y="203"/>
                  </a:lnTo>
                  <a:cubicBezTo>
                    <a:pt x="1370" y="215"/>
                    <a:pt x="1334" y="227"/>
                    <a:pt x="1310" y="239"/>
                  </a:cubicBezTo>
                  <a:cubicBezTo>
                    <a:pt x="1144" y="1334"/>
                    <a:pt x="572" y="2394"/>
                    <a:pt x="525" y="2489"/>
                  </a:cubicBezTo>
                  <a:cubicBezTo>
                    <a:pt x="429" y="2394"/>
                    <a:pt x="346" y="2275"/>
                    <a:pt x="263" y="2144"/>
                  </a:cubicBezTo>
                  <a:lnTo>
                    <a:pt x="263" y="2144"/>
                  </a:lnTo>
                  <a:lnTo>
                    <a:pt x="310" y="2180"/>
                  </a:lnTo>
                  <a:cubicBezTo>
                    <a:pt x="322" y="2168"/>
                    <a:pt x="763" y="1370"/>
                    <a:pt x="1013" y="418"/>
                  </a:cubicBezTo>
                  <a:lnTo>
                    <a:pt x="1013" y="418"/>
                  </a:lnTo>
                  <a:cubicBezTo>
                    <a:pt x="977" y="441"/>
                    <a:pt x="941" y="465"/>
                    <a:pt x="917" y="489"/>
                  </a:cubicBezTo>
                  <a:cubicBezTo>
                    <a:pt x="679" y="1358"/>
                    <a:pt x="286" y="2073"/>
                    <a:pt x="251" y="2144"/>
                  </a:cubicBezTo>
                  <a:cubicBezTo>
                    <a:pt x="179" y="2037"/>
                    <a:pt x="120" y="1930"/>
                    <a:pt x="60" y="1811"/>
                  </a:cubicBezTo>
                  <a:cubicBezTo>
                    <a:pt x="48" y="1846"/>
                    <a:pt x="48" y="1882"/>
                    <a:pt x="36" y="1930"/>
                  </a:cubicBezTo>
                  <a:cubicBezTo>
                    <a:pt x="536" y="2835"/>
                    <a:pt x="1287" y="3299"/>
                    <a:pt x="1513" y="3418"/>
                  </a:cubicBezTo>
                  <a:cubicBezTo>
                    <a:pt x="1429" y="3466"/>
                    <a:pt x="1358" y="3501"/>
                    <a:pt x="1275" y="3525"/>
                  </a:cubicBezTo>
                  <a:cubicBezTo>
                    <a:pt x="1132" y="3454"/>
                    <a:pt x="691" y="3204"/>
                    <a:pt x="1" y="2465"/>
                  </a:cubicBezTo>
                  <a:cubicBezTo>
                    <a:pt x="1" y="2501"/>
                    <a:pt x="1" y="2537"/>
                    <a:pt x="1" y="2573"/>
                  </a:cubicBezTo>
                  <a:cubicBezTo>
                    <a:pt x="608" y="3204"/>
                    <a:pt x="1001" y="3466"/>
                    <a:pt x="1179" y="3573"/>
                  </a:cubicBezTo>
                  <a:cubicBezTo>
                    <a:pt x="1072" y="3608"/>
                    <a:pt x="965" y="3644"/>
                    <a:pt x="858" y="3680"/>
                  </a:cubicBezTo>
                  <a:cubicBezTo>
                    <a:pt x="858" y="3680"/>
                    <a:pt x="560" y="3597"/>
                    <a:pt x="167" y="3275"/>
                  </a:cubicBezTo>
                  <a:lnTo>
                    <a:pt x="167" y="3275"/>
                  </a:lnTo>
                  <a:cubicBezTo>
                    <a:pt x="191" y="3323"/>
                    <a:pt x="215" y="3370"/>
                    <a:pt x="239" y="3418"/>
                  </a:cubicBezTo>
                  <a:cubicBezTo>
                    <a:pt x="465" y="3585"/>
                    <a:pt x="644" y="3680"/>
                    <a:pt x="739" y="3716"/>
                  </a:cubicBezTo>
                  <a:cubicBezTo>
                    <a:pt x="644" y="3751"/>
                    <a:pt x="560" y="3775"/>
                    <a:pt x="465" y="3799"/>
                  </a:cubicBezTo>
                  <a:cubicBezTo>
                    <a:pt x="489" y="3811"/>
                    <a:pt x="501" y="3835"/>
                    <a:pt x="513" y="3859"/>
                  </a:cubicBezTo>
                  <a:cubicBezTo>
                    <a:pt x="739" y="3799"/>
                    <a:pt x="1001" y="3716"/>
                    <a:pt x="1263" y="3608"/>
                  </a:cubicBezTo>
                  <a:cubicBezTo>
                    <a:pt x="1287" y="3620"/>
                    <a:pt x="1298" y="3620"/>
                    <a:pt x="1298" y="3620"/>
                  </a:cubicBezTo>
                  <a:lnTo>
                    <a:pt x="1310" y="3597"/>
                  </a:lnTo>
                  <a:cubicBezTo>
                    <a:pt x="1929" y="3335"/>
                    <a:pt x="2608" y="2930"/>
                    <a:pt x="3239" y="2299"/>
                  </a:cubicBezTo>
                  <a:cubicBezTo>
                    <a:pt x="3251" y="2299"/>
                    <a:pt x="3251" y="2287"/>
                    <a:pt x="3263" y="2287"/>
                  </a:cubicBezTo>
                  <a:lnTo>
                    <a:pt x="3263" y="2275"/>
                  </a:lnTo>
                  <a:cubicBezTo>
                    <a:pt x="3430" y="2108"/>
                    <a:pt x="3584" y="1918"/>
                    <a:pt x="3739" y="1715"/>
                  </a:cubicBezTo>
                  <a:cubicBezTo>
                    <a:pt x="3751" y="1715"/>
                    <a:pt x="3751" y="1703"/>
                    <a:pt x="3763" y="1703"/>
                  </a:cubicBezTo>
                  <a:lnTo>
                    <a:pt x="3751" y="1692"/>
                  </a:lnTo>
                  <a:cubicBezTo>
                    <a:pt x="3834" y="1596"/>
                    <a:pt x="3906" y="1489"/>
                    <a:pt x="3977" y="1382"/>
                  </a:cubicBezTo>
                  <a:lnTo>
                    <a:pt x="3989" y="1382"/>
                  </a:lnTo>
                  <a:lnTo>
                    <a:pt x="3989" y="1370"/>
                  </a:lnTo>
                  <a:cubicBezTo>
                    <a:pt x="4084" y="1227"/>
                    <a:pt x="4180" y="1072"/>
                    <a:pt x="4275" y="906"/>
                  </a:cubicBezTo>
                  <a:cubicBezTo>
                    <a:pt x="4251" y="882"/>
                    <a:pt x="4239" y="870"/>
                    <a:pt x="4215" y="846"/>
                  </a:cubicBezTo>
                  <a:cubicBezTo>
                    <a:pt x="4120" y="1013"/>
                    <a:pt x="4025" y="1168"/>
                    <a:pt x="3930" y="1322"/>
                  </a:cubicBezTo>
                  <a:cubicBezTo>
                    <a:pt x="3792" y="1344"/>
                    <a:pt x="3648" y="1353"/>
                    <a:pt x="3503" y="1353"/>
                  </a:cubicBezTo>
                  <a:cubicBezTo>
                    <a:pt x="3247" y="1353"/>
                    <a:pt x="2987" y="1325"/>
                    <a:pt x="2751" y="1287"/>
                  </a:cubicBezTo>
                  <a:lnTo>
                    <a:pt x="3989" y="596"/>
                  </a:lnTo>
                  <a:cubicBezTo>
                    <a:pt x="3965" y="584"/>
                    <a:pt x="3942" y="560"/>
                    <a:pt x="3930" y="549"/>
                  </a:cubicBezTo>
                  <a:lnTo>
                    <a:pt x="2644" y="1263"/>
                  </a:lnTo>
                  <a:cubicBezTo>
                    <a:pt x="2334" y="1203"/>
                    <a:pt x="2096" y="1132"/>
                    <a:pt x="1977" y="1096"/>
                  </a:cubicBezTo>
                  <a:cubicBezTo>
                    <a:pt x="2168" y="965"/>
                    <a:pt x="2787" y="549"/>
                    <a:pt x="3549" y="287"/>
                  </a:cubicBezTo>
                  <a:cubicBezTo>
                    <a:pt x="3525" y="263"/>
                    <a:pt x="3489" y="251"/>
                    <a:pt x="3465" y="239"/>
                  </a:cubicBezTo>
                  <a:cubicBezTo>
                    <a:pt x="2727" y="513"/>
                    <a:pt x="2120" y="906"/>
                    <a:pt x="1941" y="1037"/>
                  </a:cubicBezTo>
                  <a:cubicBezTo>
                    <a:pt x="1965" y="906"/>
                    <a:pt x="1989" y="763"/>
                    <a:pt x="2001" y="632"/>
                  </a:cubicBezTo>
                  <a:lnTo>
                    <a:pt x="2013" y="644"/>
                  </a:lnTo>
                  <a:cubicBezTo>
                    <a:pt x="2013" y="644"/>
                    <a:pt x="2358" y="322"/>
                    <a:pt x="2787" y="13"/>
                  </a:cubicBezTo>
                  <a:cubicBezTo>
                    <a:pt x="2751" y="13"/>
                    <a:pt x="2715" y="1"/>
                    <a:pt x="268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41"/>
            <p:cNvSpPr/>
            <p:nvPr/>
          </p:nvSpPr>
          <p:spPr>
            <a:xfrm>
              <a:off x="3230150" y="2109625"/>
              <a:ext cx="90525" cy="75025"/>
            </a:xfrm>
            <a:custGeom>
              <a:avLst/>
              <a:gdLst/>
              <a:ahLst/>
              <a:cxnLst/>
              <a:rect l="l" t="t" r="r" b="b"/>
              <a:pathLst>
                <a:path w="3621" h="3001" extrusionOk="0">
                  <a:moveTo>
                    <a:pt x="2560" y="1357"/>
                  </a:moveTo>
                  <a:lnTo>
                    <a:pt x="2501" y="1393"/>
                  </a:lnTo>
                  <a:cubicBezTo>
                    <a:pt x="2501" y="1405"/>
                    <a:pt x="2715" y="1738"/>
                    <a:pt x="3108" y="2096"/>
                  </a:cubicBezTo>
                  <a:cubicBezTo>
                    <a:pt x="3120" y="2084"/>
                    <a:pt x="3132" y="2060"/>
                    <a:pt x="3144" y="2036"/>
                  </a:cubicBezTo>
                  <a:cubicBezTo>
                    <a:pt x="2763" y="1679"/>
                    <a:pt x="2560" y="1357"/>
                    <a:pt x="2560" y="1357"/>
                  </a:cubicBezTo>
                  <a:close/>
                  <a:moveTo>
                    <a:pt x="1822" y="1929"/>
                  </a:moveTo>
                  <a:cubicBezTo>
                    <a:pt x="1822" y="1941"/>
                    <a:pt x="1894" y="2060"/>
                    <a:pt x="2037" y="2215"/>
                  </a:cubicBezTo>
                  <a:cubicBezTo>
                    <a:pt x="2018" y="2216"/>
                    <a:pt x="1999" y="2216"/>
                    <a:pt x="1980" y="2216"/>
                  </a:cubicBezTo>
                  <a:cubicBezTo>
                    <a:pt x="1755" y="2216"/>
                    <a:pt x="1567" y="2153"/>
                    <a:pt x="1501" y="2131"/>
                  </a:cubicBezTo>
                  <a:cubicBezTo>
                    <a:pt x="1608" y="2072"/>
                    <a:pt x="1715" y="2000"/>
                    <a:pt x="1822" y="1929"/>
                  </a:cubicBezTo>
                  <a:close/>
                  <a:moveTo>
                    <a:pt x="1465" y="2143"/>
                  </a:moveTo>
                  <a:lnTo>
                    <a:pt x="1453" y="2191"/>
                  </a:lnTo>
                  <a:cubicBezTo>
                    <a:pt x="1465" y="2191"/>
                    <a:pt x="1691" y="2298"/>
                    <a:pt x="2001" y="2298"/>
                  </a:cubicBezTo>
                  <a:lnTo>
                    <a:pt x="2084" y="2298"/>
                  </a:lnTo>
                  <a:lnTo>
                    <a:pt x="2084" y="2274"/>
                  </a:lnTo>
                  <a:cubicBezTo>
                    <a:pt x="2156" y="2358"/>
                    <a:pt x="2239" y="2453"/>
                    <a:pt x="2322" y="2536"/>
                  </a:cubicBezTo>
                  <a:cubicBezTo>
                    <a:pt x="2203" y="2561"/>
                    <a:pt x="2077" y="2571"/>
                    <a:pt x="1951" y="2571"/>
                  </a:cubicBezTo>
                  <a:cubicBezTo>
                    <a:pt x="1537" y="2571"/>
                    <a:pt x="1124" y="2463"/>
                    <a:pt x="941" y="2417"/>
                  </a:cubicBezTo>
                  <a:cubicBezTo>
                    <a:pt x="1120" y="2334"/>
                    <a:pt x="1287" y="2250"/>
                    <a:pt x="1465" y="2143"/>
                  </a:cubicBezTo>
                  <a:close/>
                  <a:moveTo>
                    <a:pt x="3537" y="0"/>
                  </a:moveTo>
                  <a:cubicBezTo>
                    <a:pt x="2489" y="1727"/>
                    <a:pt x="1001" y="2405"/>
                    <a:pt x="1" y="2667"/>
                  </a:cubicBezTo>
                  <a:cubicBezTo>
                    <a:pt x="36" y="2679"/>
                    <a:pt x="60" y="2703"/>
                    <a:pt x="84" y="2715"/>
                  </a:cubicBezTo>
                  <a:cubicBezTo>
                    <a:pt x="155" y="2703"/>
                    <a:pt x="215" y="2679"/>
                    <a:pt x="274" y="2667"/>
                  </a:cubicBezTo>
                  <a:cubicBezTo>
                    <a:pt x="286" y="2679"/>
                    <a:pt x="727" y="2905"/>
                    <a:pt x="1322" y="3000"/>
                  </a:cubicBezTo>
                  <a:cubicBezTo>
                    <a:pt x="1429" y="3000"/>
                    <a:pt x="1548" y="2989"/>
                    <a:pt x="1656" y="2965"/>
                  </a:cubicBezTo>
                  <a:cubicBezTo>
                    <a:pt x="1048" y="2929"/>
                    <a:pt x="525" y="2715"/>
                    <a:pt x="370" y="2631"/>
                  </a:cubicBezTo>
                  <a:cubicBezTo>
                    <a:pt x="513" y="2584"/>
                    <a:pt x="679" y="2524"/>
                    <a:pt x="834" y="2453"/>
                  </a:cubicBezTo>
                  <a:cubicBezTo>
                    <a:pt x="929" y="2489"/>
                    <a:pt x="1441" y="2643"/>
                    <a:pt x="1965" y="2643"/>
                  </a:cubicBezTo>
                  <a:cubicBezTo>
                    <a:pt x="2108" y="2643"/>
                    <a:pt x="2251" y="2631"/>
                    <a:pt x="2382" y="2608"/>
                  </a:cubicBezTo>
                  <a:lnTo>
                    <a:pt x="2382" y="2596"/>
                  </a:lnTo>
                  <a:cubicBezTo>
                    <a:pt x="2406" y="2619"/>
                    <a:pt x="2441" y="2643"/>
                    <a:pt x="2465" y="2667"/>
                  </a:cubicBezTo>
                  <a:cubicBezTo>
                    <a:pt x="2477" y="2655"/>
                    <a:pt x="2501" y="2643"/>
                    <a:pt x="2525" y="2631"/>
                  </a:cubicBezTo>
                  <a:cubicBezTo>
                    <a:pt x="2108" y="2250"/>
                    <a:pt x="1882" y="1893"/>
                    <a:pt x="1882" y="1893"/>
                  </a:cubicBezTo>
                  <a:lnTo>
                    <a:pt x="1870" y="1893"/>
                  </a:lnTo>
                  <a:cubicBezTo>
                    <a:pt x="1953" y="1834"/>
                    <a:pt x="2049" y="1762"/>
                    <a:pt x="2132" y="1703"/>
                  </a:cubicBezTo>
                  <a:cubicBezTo>
                    <a:pt x="2191" y="1798"/>
                    <a:pt x="2418" y="2108"/>
                    <a:pt x="2787" y="2429"/>
                  </a:cubicBezTo>
                  <a:lnTo>
                    <a:pt x="2834" y="2381"/>
                  </a:lnTo>
                  <a:cubicBezTo>
                    <a:pt x="2465" y="2060"/>
                    <a:pt x="2251" y="1738"/>
                    <a:pt x="2191" y="1655"/>
                  </a:cubicBezTo>
                  <a:cubicBezTo>
                    <a:pt x="2299" y="1572"/>
                    <a:pt x="2394" y="1488"/>
                    <a:pt x="2501" y="1393"/>
                  </a:cubicBezTo>
                  <a:cubicBezTo>
                    <a:pt x="2608" y="1286"/>
                    <a:pt x="2727" y="1179"/>
                    <a:pt x="2834" y="1060"/>
                  </a:cubicBezTo>
                  <a:cubicBezTo>
                    <a:pt x="2858" y="1119"/>
                    <a:pt x="3049" y="1393"/>
                    <a:pt x="3358" y="1703"/>
                  </a:cubicBezTo>
                  <a:cubicBezTo>
                    <a:pt x="3370" y="1679"/>
                    <a:pt x="3382" y="1655"/>
                    <a:pt x="3394" y="1631"/>
                  </a:cubicBezTo>
                  <a:cubicBezTo>
                    <a:pt x="3072" y="1310"/>
                    <a:pt x="2894" y="1024"/>
                    <a:pt x="2894" y="1024"/>
                  </a:cubicBezTo>
                  <a:lnTo>
                    <a:pt x="2858" y="1036"/>
                  </a:lnTo>
                  <a:cubicBezTo>
                    <a:pt x="2941" y="941"/>
                    <a:pt x="3025" y="857"/>
                    <a:pt x="3108" y="762"/>
                  </a:cubicBezTo>
                  <a:cubicBezTo>
                    <a:pt x="3156" y="834"/>
                    <a:pt x="3299" y="1036"/>
                    <a:pt x="3537" y="1274"/>
                  </a:cubicBezTo>
                  <a:cubicBezTo>
                    <a:pt x="3537" y="1250"/>
                    <a:pt x="3549" y="1226"/>
                    <a:pt x="3549" y="1191"/>
                  </a:cubicBezTo>
                  <a:cubicBezTo>
                    <a:pt x="3322" y="953"/>
                    <a:pt x="3192" y="750"/>
                    <a:pt x="3156" y="703"/>
                  </a:cubicBezTo>
                  <a:cubicBezTo>
                    <a:pt x="3239" y="595"/>
                    <a:pt x="3322" y="476"/>
                    <a:pt x="3394" y="369"/>
                  </a:cubicBezTo>
                  <a:cubicBezTo>
                    <a:pt x="3430" y="417"/>
                    <a:pt x="3501" y="524"/>
                    <a:pt x="3620" y="667"/>
                  </a:cubicBezTo>
                  <a:cubicBezTo>
                    <a:pt x="3620" y="643"/>
                    <a:pt x="3620" y="631"/>
                    <a:pt x="3620" y="619"/>
                  </a:cubicBezTo>
                  <a:cubicBezTo>
                    <a:pt x="3620" y="595"/>
                    <a:pt x="3620" y="572"/>
                    <a:pt x="3620" y="548"/>
                  </a:cubicBezTo>
                  <a:cubicBezTo>
                    <a:pt x="3501" y="405"/>
                    <a:pt x="3442" y="298"/>
                    <a:pt x="3442" y="298"/>
                  </a:cubicBezTo>
                  <a:cubicBezTo>
                    <a:pt x="3477" y="238"/>
                    <a:pt x="3525" y="167"/>
                    <a:pt x="3561" y="107"/>
                  </a:cubicBezTo>
                  <a:cubicBezTo>
                    <a:pt x="3561" y="72"/>
                    <a:pt x="3549" y="36"/>
                    <a:pt x="353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41"/>
            <p:cNvSpPr/>
            <p:nvPr/>
          </p:nvSpPr>
          <p:spPr>
            <a:xfrm>
              <a:off x="3252475" y="2141250"/>
              <a:ext cx="159275" cy="123150"/>
            </a:xfrm>
            <a:custGeom>
              <a:avLst/>
              <a:gdLst/>
              <a:ahLst/>
              <a:cxnLst/>
              <a:rect l="l" t="t" r="r" b="b"/>
              <a:pathLst>
                <a:path w="6371" h="4926" extrusionOk="0">
                  <a:moveTo>
                    <a:pt x="988" y="1"/>
                  </a:moveTo>
                  <a:cubicBezTo>
                    <a:pt x="957" y="1"/>
                    <a:pt x="933" y="11"/>
                    <a:pt x="917" y="33"/>
                  </a:cubicBezTo>
                  <a:cubicBezTo>
                    <a:pt x="763" y="259"/>
                    <a:pt x="1691" y="1140"/>
                    <a:pt x="1691" y="1140"/>
                  </a:cubicBezTo>
                  <a:cubicBezTo>
                    <a:pt x="1691" y="1140"/>
                    <a:pt x="791" y="476"/>
                    <a:pt x="427" y="476"/>
                  </a:cubicBezTo>
                  <a:cubicBezTo>
                    <a:pt x="357" y="476"/>
                    <a:pt x="307" y="500"/>
                    <a:pt x="286" y="557"/>
                  </a:cubicBezTo>
                  <a:cubicBezTo>
                    <a:pt x="215" y="783"/>
                    <a:pt x="1382" y="1462"/>
                    <a:pt x="1382" y="1462"/>
                  </a:cubicBezTo>
                  <a:cubicBezTo>
                    <a:pt x="1382" y="1462"/>
                    <a:pt x="524" y="1041"/>
                    <a:pt x="201" y="1041"/>
                  </a:cubicBezTo>
                  <a:cubicBezTo>
                    <a:pt x="139" y="1041"/>
                    <a:pt x="97" y="1056"/>
                    <a:pt x="84" y="1093"/>
                  </a:cubicBezTo>
                  <a:cubicBezTo>
                    <a:pt x="1" y="1319"/>
                    <a:pt x="1191" y="1843"/>
                    <a:pt x="1191" y="1843"/>
                  </a:cubicBezTo>
                  <a:cubicBezTo>
                    <a:pt x="1191" y="1843"/>
                    <a:pt x="615" y="1642"/>
                    <a:pt x="297" y="1642"/>
                  </a:cubicBezTo>
                  <a:cubicBezTo>
                    <a:pt x="191" y="1642"/>
                    <a:pt x="114" y="1664"/>
                    <a:pt x="96" y="1724"/>
                  </a:cubicBezTo>
                  <a:cubicBezTo>
                    <a:pt x="24" y="1962"/>
                    <a:pt x="1441" y="2617"/>
                    <a:pt x="2120" y="2890"/>
                  </a:cubicBezTo>
                  <a:cubicBezTo>
                    <a:pt x="3013" y="3664"/>
                    <a:pt x="3430" y="4010"/>
                    <a:pt x="4465" y="4724"/>
                  </a:cubicBezTo>
                  <a:cubicBezTo>
                    <a:pt x="4657" y="4860"/>
                    <a:pt x="4877" y="4925"/>
                    <a:pt x="5093" y="4925"/>
                  </a:cubicBezTo>
                  <a:cubicBezTo>
                    <a:pt x="5481" y="4925"/>
                    <a:pt x="5858" y="4717"/>
                    <a:pt x="6049" y="4343"/>
                  </a:cubicBezTo>
                  <a:cubicBezTo>
                    <a:pt x="6061" y="4331"/>
                    <a:pt x="6061" y="4331"/>
                    <a:pt x="6061" y="4319"/>
                  </a:cubicBezTo>
                  <a:cubicBezTo>
                    <a:pt x="6370" y="3712"/>
                    <a:pt x="6156" y="2986"/>
                    <a:pt x="5549" y="2664"/>
                  </a:cubicBezTo>
                  <a:cubicBezTo>
                    <a:pt x="3918" y="1795"/>
                    <a:pt x="3168" y="1497"/>
                    <a:pt x="3168" y="1497"/>
                  </a:cubicBezTo>
                  <a:cubicBezTo>
                    <a:pt x="3168" y="1497"/>
                    <a:pt x="2620" y="331"/>
                    <a:pt x="2275" y="319"/>
                  </a:cubicBezTo>
                  <a:cubicBezTo>
                    <a:pt x="2272" y="319"/>
                    <a:pt x="2269" y="318"/>
                    <a:pt x="2266" y="318"/>
                  </a:cubicBezTo>
                  <a:cubicBezTo>
                    <a:pt x="1936" y="318"/>
                    <a:pt x="2275" y="962"/>
                    <a:pt x="2275" y="962"/>
                  </a:cubicBezTo>
                  <a:cubicBezTo>
                    <a:pt x="2275" y="962"/>
                    <a:pt x="1294" y="1"/>
                    <a:pt x="988" y="1"/>
                  </a:cubicBezTo>
                  <a:close/>
                </a:path>
              </a:pathLst>
            </a:custGeom>
            <a:solidFill>
              <a:srgbClr val="BC7B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41"/>
            <p:cNvSpPr/>
            <p:nvPr/>
          </p:nvSpPr>
          <p:spPr>
            <a:xfrm>
              <a:off x="3164075" y="2088425"/>
              <a:ext cx="103300" cy="166925"/>
            </a:xfrm>
            <a:custGeom>
              <a:avLst/>
              <a:gdLst/>
              <a:ahLst/>
              <a:cxnLst/>
              <a:rect l="l" t="t" r="r" b="b"/>
              <a:pathLst>
                <a:path w="4132" h="6677" extrusionOk="0">
                  <a:moveTo>
                    <a:pt x="2210" y="1"/>
                  </a:moveTo>
                  <a:cubicBezTo>
                    <a:pt x="1945" y="1"/>
                    <a:pt x="1751" y="1586"/>
                    <a:pt x="1751" y="1586"/>
                  </a:cubicBezTo>
                  <a:cubicBezTo>
                    <a:pt x="1751" y="1586"/>
                    <a:pt x="1652" y="1031"/>
                    <a:pt x="1455" y="1031"/>
                  </a:cubicBezTo>
                  <a:cubicBezTo>
                    <a:pt x="1425" y="1031"/>
                    <a:pt x="1393" y="1044"/>
                    <a:pt x="1358" y="1074"/>
                  </a:cubicBezTo>
                  <a:cubicBezTo>
                    <a:pt x="1096" y="1301"/>
                    <a:pt x="1393" y="2563"/>
                    <a:pt x="1393" y="2563"/>
                  </a:cubicBezTo>
                  <a:cubicBezTo>
                    <a:pt x="1393" y="2563"/>
                    <a:pt x="1001" y="3253"/>
                    <a:pt x="262" y="4956"/>
                  </a:cubicBezTo>
                  <a:cubicBezTo>
                    <a:pt x="0" y="5587"/>
                    <a:pt x="286" y="6301"/>
                    <a:pt x="905" y="6575"/>
                  </a:cubicBezTo>
                  <a:cubicBezTo>
                    <a:pt x="917" y="6575"/>
                    <a:pt x="917" y="6575"/>
                    <a:pt x="929" y="6587"/>
                  </a:cubicBezTo>
                  <a:cubicBezTo>
                    <a:pt x="1071" y="6648"/>
                    <a:pt x="1218" y="6677"/>
                    <a:pt x="1362" y="6677"/>
                  </a:cubicBezTo>
                  <a:cubicBezTo>
                    <a:pt x="1836" y="6677"/>
                    <a:pt x="2281" y="6368"/>
                    <a:pt x="2417" y="5884"/>
                  </a:cubicBezTo>
                  <a:cubicBezTo>
                    <a:pt x="2763" y="4682"/>
                    <a:pt x="2882" y="4146"/>
                    <a:pt x="3084" y="2979"/>
                  </a:cubicBezTo>
                  <a:cubicBezTo>
                    <a:pt x="3441" y="2348"/>
                    <a:pt x="4132" y="955"/>
                    <a:pt x="3930" y="812"/>
                  </a:cubicBezTo>
                  <a:cubicBezTo>
                    <a:pt x="3915" y="802"/>
                    <a:pt x="3899" y="797"/>
                    <a:pt x="3881" y="797"/>
                  </a:cubicBezTo>
                  <a:cubicBezTo>
                    <a:pt x="3648" y="797"/>
                    <a:pt x="3156" y="1598"/>
                    <a:pt x="3156" y="1598"/>
                  </a:cubicBezTo>
                  <a:cubicBezTo>
                    <a:pt x="3156" y="1598"/>
                    <a:pt x="3751" y="431"/>
                    <a:pt x="3549" y="300"/>
                  </a:cubicBezTo>
                  <a:cubicBezTo>
                    <a:pt x="3539" y="295"/>
                    <a:pt x="3528" y="292"/>
                    <a:pt x="3517" y="292"/>
                  </a:cubicBezTo>
                  <a:cubicBezTo>
                    <a:pt x="3283" y="292"/>
                    <a:pt x="2763" y="1420"/>
                    <a:pt x="2763" y="1420"/>
                  </a:cubicBezTo>
                  <a:cubicBezTo>
                    <a:pt x="2763" y="1420"/>
                    <a:pt x="3251" y="146"/>
                    <a:pt x="3060" y="27"/>
                  </a:cubicBezTo>
                  <a:cubicBezTo>
                    <a:pt x="3039" y="13"/>
                    <a:pt x="3017" y="6"/>
                    <a:pt x="2995" y="6"/>
                  </a:cubicBezTo>
                  <a:cubicBezTo>
                    <a:pt x="2676" y="6"/>
                    <a:pt x="2322" y="1360"/>
                    <a:pt x="2322" y="1360"/>
                  </a:cubicBezTo>
                  <a:cubicBezTo>
                    <a:pt x="2322" y="1360"/>
                    <a:pt x="2501" y="86"/>
                    <a:pt x="2227" y="3"/>
                  </a:cubicBezTo>
                  <a:cubicBezTo>
                    <a:pt x="2221" y="1"/>
                    <a:pt x="2215" y="1"/>
                    <a:pt x="2210" y="1"/>
                  </a:cubicBezTo>
                  <a:close/>
                </a:path>
              </a:pathLst>
            </a:custGeom>
            <a:solidFill>
              <a:srgbClr val="BC7B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41"/>
            <p:cNvSpPr/>
            <p:nvPr/>
          </p:nvSpPr>
          <p:spPr>
            <a:xfrm>
              <a:off x="2931900" y="1834875"/>
              <a:ext cx="39325" cy="122950"/>
            </a:xfrm>
            <a:custGeom>
              <a:avLst/>
              <a:gdLst/>
              <a:ahLst/>
              <a:cxnLst/>
              <a:rect l="l" t="t" r="r" b="b"/>
              <a:pathLst>
                <a:path w="1573" h="4918" extrusionOk="0">
                  <a:moveTo>
                    <a:pt x="72" y="1"/>
                  </a:moveTo>
                  <a:lnTo>
                    <a:pt x="1" y="13"/>
                  </a:lnTo>
                  <a:cubicBezTo>
                    <a:pt x="179" y="1156"/>
                    <a:pt x="608" y="3203"/>
                    <a:pt x="1036" y="4108"/>
                  </a:cubicBezTo>
                  <a:cubicBezTo>
                    <a:pt x="1179" y="4394"/>
                    <a:pt x="1334" y="4668"/>
                    <a:pt x="1501" y="4918"/>
                  </a:cubicBezTo>
                  <a:lnTo>
                    <a:pt x="1572" y="4870"/>
                  </a:lnTo>
                  <a:cubicBezTo>
                    <a:pt x="1394" y="4620"/>
                    <a:pt x="1239" y="4358"/>
                    <a:pt x="1108" y="4073"/>
                  </a:cubicBezTo>
                  <a:cubicBezTo>
                    <a:pt x="679" y="3180"/>
                    <a:pt x="251" y="1144"/>
                    <a:pt x="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41"/>
            <p:cNvSpPr/>
            <p:nvPr/>
          </p:nvSpPr>
          <p:spPr>
            <a:xfrm>
              <a:off x="2925650" y="1840225"/>
              <a:ext cx="39325" cy="121775"/>
            </a:xfrm>
            <a:custGeom>
              <a:avLst/>
              <a:gdLst/>
              <a:ahLst/>
              <a:cxnLst/>
              <a:rect l="l" t="t" r="r" b="b"/>
              <a:pathLst>
                <a:path w="1573" h="4871" extrusionOk="0">
                  <a:moveTo>
                    <a:pt x="72" y="1"/>
                  </a:moveTo>
                  <a:lnTo>
                    <a:pt x="1" y="13"/>
                  </a:lnTo>
                  <a:cubicBezTo>
                    <a:pt x="203" y="1299"/>
                    <a:pt x="596" y="3132"/>
                    <a:pt x="1024" y="4025"/>
                  </a:cubicBezTo>
                  <a:cubicBezTo>
                    <a:pt x="1167" y="4323"/>
                    <a:pt x="1334" y="4597"/>
                    <a:pt x="1513" y="4871"/>
                  </a:cubicBezTo>
                  <a:lnTo>
                    <a:pt x="1572" y="4823"/>
                  </a:lnTo>
                  <a:cubicBezTo>
                    <a:pt x="1394" y="4561"/>
                    <a:pt x="1239" y="4287"/>
                    <a:pt x="1096" y="3990"/>
                  </a:cubicBezTo>
                  <a:cubicBezTo>
                    <a:pt x="667" y="3097"/>
                    <a:pt x="274" y="1287"/>
                    <a:pt x="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6" name="Google Shape;846;p41"/>
          <p:cNvGrpSpPr/>
          <p:nvPr/>
        </p:nvGrpSpPr>
        <p:grpSpPr>
          <a:xfrm>
            <a:off x="-394005" y="3593703"/>
            <a:ext cx="1602688" cy="1583118"/>
            <a:chOff x="-2708900" y="3174350"/>
            <a:chExt cx="350100" cy="345825"/>
          </a:xfrm>
        </p:grpSpPr>
        <p:sp>
          <p:nvSpPr>
            <p:cNvPr id="847" name="Google Shape;847;p41"/>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41"/>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41"/>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41"/>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41"/>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41"/>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3" name="Google Shape;853;p41"/>
          <p:cNvGrpSpPr/>
          <p:nvPr/>
        </p:nvGrpSpPr>
        <p:grpSpPr>
          <a:xfrm>
            <a:off x="3458451" y="3807305"/>
            <a:ext cx="855154" cy="844712"/>
            <a:chOff x="3458451" y="3807305"/>
            <a:chExt cx="855154" cy="844712"/>
          </a:xfrm>
        </p:grpSpPr>
        <p:grpSp>
          <p:nvGrpSpPr>
            <p:cNvPr id="854" name="Google Shape;854;p41"/>
            <p:cNvGrpSpPr/>
            <p:nvPr/>
          </p:nvGrpSpPr>
          <p:grpSpPr>
            <a:xfrm flipH="1">
              <a:off x="3458451" y="3807305"/>
              <a:ext cx="855154" cy="844712"/>
              <a:chOff x="-2708900" y="3174350"/>
              <a:chExt cx="350100" cy="345825"/>
            </a:xfrm>
          </p:grpSpPr>
          <p:sp>
            <p:nvSpPr>
              <p:cNvPr id="855" name="Google Shape;855;p41"/>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41"/>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41"/>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41"/>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41"/>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41"/>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861" name="Google Shape;861;p41"/>
            <p:cNvCxnSpPr/>
            <p:nvPr/>
          </p:nvCxnSpPr>
          <p:spPr>
            <a:xfrm>
              <a:off x="3513675" y="4647509"/>
              <a:ext cx="656100" cy="0"/>
            </a:xfrm>
            <a:prstGeom prst="straightConnector1">
              <a:avLst/>
            </a:prstGeom>
            <a:noFill/>
            <a:ln w="9525" cap="flat" cmpd="sng">
              <a:solidFill>
                <a:schemeClr val="dk1"/>
              </a:solidFill>
              <a:prstDash val="solid"/>
              <a:round/>
              <a:headEnd type="none" w="med" len="med"/>
              <a:tailEnd type="none" w="med" len="med"/>
            </a:ln>
          </p:spPr>
        </p:cxnSp>
      </p:grpSp>
      <p:sp>
        <p:nvSpPr>
          <p:cNvPr id="3" name="Subtitle 2">
            <a:extLst>
              <a:ext uri="{FF2B5EF4-FFF2-40B4-BE49-F238E27FC236}">
                <a16:creationId xmlns:a16="http://schemas.microsoft.com/office/drawing/2014/main" id="{FDAEA055-C8AC-B969-FD1F-1C307BED12D2}"/>
              </a:ext>
            </a:extLst>
          </p:cNvPr>
          <p:cNvSpPr>
            <a:spLocks noGrp="1"/>
          </p:cNvSpPr>
          <p:nvPr>
            <p:ph type="subTitle" idx="1"/>
          </p:nvPr>
        </p:nvSpPr>
        <p:spPr>
          <a:xfrm>
            <a:off x="3543799" y="1518608"/>
            <a:ext cx="4573794" cy="1882871"/>
          </a:xfrm>
        </p:spPr>
        <p:txBody>
          <a:bodyPr/>
          <a:lstStyle/>
          <a:p>
            <a:pPr algn="l"/>
            <a:r>
              <a:rPr lang="en-GB" b="1" dirty="0"/>
              <a:t>Demographics and Interests:</a:t>
            </a:r>
            <a:endParaRPr lang="en-GB" dirty="0"/>
          </a:p>
          <a:p>
            <a:pPr algn="l">
              <a:buSzPts val="1000"/>
              <a:buFont typeface="Quicksand SemiBold"/>
              <a:buChar char="•"/>
            </a:pPr>
            <a:r>
              <a:rPr lang="en-GB" sz="1400" dirty="0">
                <a:solidFill>
                  <a:srgbClr val="434343"/>
                </a:solidFill>
              </a:rPr>
              <a:t>Conduct surveys and research to gain insights into the preferences, interests, and behaviours of the  target audience – the elderly people.</a:t>
            </a:r>
          </a:p>
          <a:p>
            <a:pPr algn="l">
              <a:buSzPts val="1000"/>
              <a:buFont typeface="Quicksand SemiBold"/>
              <a:buChar char="•"/>
            </a:pPr>
            <a:r>
              <a:rPr lang="en-GB" sz="1400" dirty="0">
                <a:solidFill>
                  <a:srgbClr val="434343"/>
                </a:solidFill>
              </a:rPr>
              <a:t>Understanding what appeals to grandparents can help tailor your advertising strategies.</a:t>
            </a:r>
          </a:p>
          <a:p>
            <a:endParaRPr lang="en-GB" dirty="0"/>
          </a:p>
        </p:txBody>
      </p:sp>
      <p:sp>
        <p:nvSpPr>
          <p:cNvPr id="4" name="Google Shape;1117;p44">
            <a:extLst>
              <a:ext uri="{FF2B5EF4-FFF2-40B4-BE49-F238E27FC236}">
                <a16:creationId xmlns:a16="http://schemas.microsoft.com/office/drawing/2014/main" id="{B8E44228-6B58-CF3A-20C8-12E1FF5CA27C}"/>
              </a:ext>
            </a:extLst>
          </p:cNvPr>
          <p:cNvSpPr txBox="1">
            <a:spLocks noGrp="1"/>
          </p:cNvSpPr>
          <p:nvPr>
            <p:ph type="title"/>
          </p:nvPr>
        </p:nvSpPr>
        <p:spPr>
          <a:xfrm>
            <a:off x="1795295" y="956173"/>
            <a:ext cx="7940921" cy="524121"/>
          </a:xfrm>
          <a:prstGeom prst="rect">
            <a:avLst/>
          </a:prstGeom>
        </p:spPr>
        <p:txBody>
          <a:bodyPr spcFirstLastPara="1" wrap="square" lIns="91425" tIns="91425" rIns="91425" bIns="91425" anchor="t" anchorCtr="0">
            <a:noAutofit/>
          </a:bodyPr>
          <a:lstStyle/>
          <a:p>
            <a:r>
              <a:rPr lang="en-GB" sz="3200" dirty="0"/>
              <a:t>Understand the Audience</a:t>
            </a:r>
            <a:br>
              <a:rPr lang="en-GB" sz="2400" b="1" i="0" dirty="0">
                <a:solidFill>
                  <a:srgbClr val="0D0D0D"/>
                </a:solidFill>
                <a:effectLst/>
                <a:highlight>
                  <a:srgbClr val="FFFFFF"/>
                </a:highlight>
                <a:latin typeface="ui-sans-serif"/>
              </a:rPr>
            </a:br>
            <a:endParaRPr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grpSp>
        <p:nvGrpSpPr>
          <p:cNvPr id="1114" name="Google Shape;1114;p44"/>
          <p:cNvGrpSpPr/>
          <p:nvPr/>
        </p:nvGrpSpPr>
        <p:grpSpPr>
          <a:xfrm>
            <a:off x="742979" y="-358481"/>
            <a:ext cx="7425250" cy="5200500"/>
            <a:chOff x="684000" y="-310300"/>
            <a:chExt cx="7425250" cy="5200500"/>
          </a:xfrm>
        </p:grpSpPr>
        <p:sp>
          <p:nvSpPr>
            <p:cNvPr id="1115" name="Google Shape;1115;p44"/>
            <p:cNvSpPr/>
            <p:nvPr/>
          </p:nvSpPr>
          <p:spPr>
            <a:xfrm>
              <a:off x="2908750" y="-310300"/>
              <a:ext cx="5200500" cy="52005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4"/>
            <p:cNvSpPr/>
            <p:nvPr/>
          </p:nvSpPr>
          <p:spPr>
            <a:xfrm>
              <a:off x="684000" y="278550"/>
              <a:ext cx="4233300" cy="4233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7" name="Google Shape;1117;p44"/>
          <p:cNvSpPr txBox="1">
            <a:spLocks noGrp="1"/>
          </p:cNvSpPr>
          <p:nvPr>
            <p:ph type="title"/>
          </p:nvPr>
        </p:nvSpPr>
        <p:spPr>
          <a:xfrm>
            <a:off x="1054064" y="682654"/>
            <a:ext cx="7940921" cy="717144"/>
          </a:xfrm>
          <a:prstGeom prst="rect">
            <a:avLst/>
          </a:prstGeom>
        </p:spPr>
        <p:txBody>
          <a:bodyPr spcFirstLastPara="1" wrap="square" lIns="91425" tIns="91425" rIns="91425" bIns="91425" anchor="t" anchorCtr="0">
            <a:noAutofit/>
          </a:bodyPr>
          <a:lstStyle/>
          <a:p>
            <a:pPr algn="ctr"/>
            <a:r>
              <a:rPr lang="en-GB" dirty="0"/>
              <a:t>Content and Engagement</a:t>
            </a:r>
            <a:br>
              <a:rPr lang="en-GB" b="1" i="0" dirty="0">
                <a:solidFill>
                  <a:srgbClr val="0D0D0D"/>
                </a:solidFill>
                <a:effectLst/>
                <a:highlight>
                  <a:srgbClr val="FFFFFF"/>
                </a:highlight>
                <a:latin typeface="ui-sans-serif"/>
              </a:rPr>
            </a:br>
            <a:endParaRPr dirty="0"/>
          </a:p>
        </p:txBody>
      </p:sp>
      <p:sp>
        <p:nvSpPr>
          <p:cNvPr id="1118" name="Google Shape;1118;p44"/>
          <p:cNvSpPr txBox="1">
            <a:spLocks noGrp="1"/>
          </p:cNvSpPr>
          <p:nvPr>
            <p:ph type="body" idx="1"/>
          </p:nvPr>
        </p:nvSpPr>
        <p:spPr>
          <a:xfrm>
            <a:off x="1715717" y="1370207"/>
            <a:ext cx="5901334" cy="3192845"/>
          </a:xfrm>
          <a:prstGeom prst="rect">
            <a:avLst/>
          </a:prstGeom>
        </p:spPr>
        <p:txBody>
          <a:bodyPr spcFirstLastPara="1" wrap="square" lIns="91425" tIns="91425" rIns="91425" bIns="91425" anchor="t" anchorCtr="0">
            <a:noAutofit/>
          </a:bodyPr>
          <a:lstStyle/>
          <a:p>
            <a:pPr marL="165100" indent="0">
              <a:buNone/>
            </a:pPr>
            <a:r>
              <a:rPr lang="en-GB" b="1" dirty="0"/>
              <a:t>Quality Content:</a:t>
            </a:r>
            <a:endParaRPr lang="en-GB" dirty="0"/>
          </a:p>
          <a:p>
            <a:r>
              <a:rPr lang="en-GB" dirty="0"/>
              <a:t>Create and share content that resonates with grandparents, such as articles on health, hobbies, family activities, and technology tips. Engaging content attracts more users, which can be monetized through ads.</a:t>
            </a:r>
          </a:p>
          <a:p>
            <a:endParaRPr lang="en-GB" dirty="0"/>
          </a:p>
          <a:p>
            <a:pPr marL="165100" indent="0">
              <a:buNone/>
            </a:pPr>
            <a:r>
              <a:rPr lang="en-GB" b="1" dirty="0"/>
              <a:t>User-Generated Content:</a:t>
            </a:r>
            <a:endParaRPr lang="en-GB" dirty="0"/>
          </a:p>
          <a:p>
            <a:r>
              <a:rPr lang="en-GB" dirty="0"/>
              <a:t>Encourage grandparents to share their stories, photos, and experiences. User-generated content increases engagement and attracts advertisers looking to target a specific demographic.</a:t>
            </a:r>
          </a:p>
          <a:p>
            <a:pPr marL="165100" indent="0">
              <a:buNone/>
            </a:pPr>
            <a:endParaRPr lang="en-GB" dirty="0"/>
          </a:p>
        </p:txBody>
      </p:sp>
      <p:sp>
        <p:nvSpPr>
          <p:cNvPr id="1119" name="Google Shape;1119;p44"/>
          <p:cNvSpPr/>
          <p:nvPr/>
        </p:nvSpPr>
        <p:spPr>
          <a:xfrm>
            <a:off x="765188" y="3898850"/>
            <a:ext cx="231195" cy="248348"/>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4"/>
          <p:cNvSpPr/>
          <p:nvPr/>
        </p:nvSpPr>
        <p:spPr>
          <a:xfrm rot="1436664">
            <a:off x="8147896" y="1870741"/>
            <a:ext cx="235986" cy="240421"/>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4"/>
          <p:cNvSpPr/>
          <p:nvPr/>
        </p:nvSpPr>
        <p:spPr>
          <a:xfrm rot="3698333">
            <a:off x="1389461" y="4484400"/>
            <a:ext cx="295353" cy="30094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4"/>
          <p:cNvSpPr/>
          <p:nvPr/>
        </p:nvSpPr>
        <p:spPr>
          <a:xfrm>
            <a:off x="5874461" y="3962975"/>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4"/>
          <p:cNvSpPr/>
          <p:nvPr/>
        </p:nvSpPr>
        <p:spPr>
          <a:xfrm>
            <a:off x="6054210" y="-5190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4"/>
          <p:cNvSpPr/>
          <p:nvPr/>
        </p:nvSpPr>
        <p:spPr>
          <a:xfrm>
            <a:off x="1163725" y="253807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5" name="Google Shape;1125;p44"/>
          <p:cNvGrpSpPr/>
          <p:nvPr/>
        </p:nvGrpSpPr>
        <p:grpSpPr>
          <a:xfrm>
            <a:off x="7425021" y="2662257"/>
            <a:ext cx="1255142" cy="1141009"/>
            <a:chOff x="6494019" y="-137261"/>
            <a:chExt cx="2116596" cy="1924130"/>
          </a:xfrm>
        </p:grpSpPr>
        <p:sp>
          <p:nvSpPr>
            <p:cNvPr id="1126" name="Google Shape;1126;p44"/>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4"/>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0490027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grpSp>
        <p:nvGrpSpPr>
          <p:cNvPr id="1114" name="Google Shape;1114;p44"/>
          <p:cNvGrpSpPr/>
          <p:nvPr/>
        </p:nvGrpSpPr>
        <p:grpSpPr>
          <a:xfrm>
            <a:off x="742979" y="-358481"/>
            <a:ext cx="7425250" cy="5200500"/>
            <a:chOff x="684000" y="-310300"/>
            <a:chExt cx="7425250" cy="5200500"/>
          </a:xfrm>
        </p:grpSpPr>
        <p:sp>
          <p:nvSpPr>
            <p:cNvPr id="1115" name="Google Shape;1115;p44"/>
            <p:cNvSpPr/>
            <p:nvPr/>
          </p:nvSpPr>
          <p:spPr>
            <a:xfrm>
              <a:off x="2908750" y="-310300"/>
              <a:ext cx="5200500" cy="52005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4"/>
            <p:cNvSpPr/>
            <p:nvPr/>
          </p:nvSpPr>
          <p:spPr>
            <a:xfrm>
              <a:off x="684000" y="278550"/>
              <a:ext cx="4233300" cy="4233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7" name="Google Shape;1117;p44"/>
          <p:cNvSpPr txBox="1">
            <a:spLocks noGrp="1"/>
          </p:cNvSpPr>
          <p:nvPr>
            <p:ph type="title"/>
          </p:nvPr>
        </p:nvSpPr>
        <p:spPr>
          <a:xfrm>
            <a:off x="1054064" y="682654"/>
            <a:ext cx="7940921" cy="717144"/>
          </a:xfrm>
          <a:prstGeom prst="rect">
            <a:avLst/>
          </a:prstGeom>
        </p:spPr>
        <p:txBody>
          <a:bodyPr spcFirstLastPara="1" wrap="square" lIns="91425" tIns="91425" rIns="91425" bIns="91425" anchor="t" anchorCtr="0">
            <a:noAutofit/>
          </a:bodyPr>
          <a:lstStyle/>
          <a:p>
            <a:pPr algn="ctr"/>
            <a:r>
              <a:rPr lang="en-GB" dirty="0"/>
              <a:t>Targeted Advertising</a:t>
            </a:r>
            <a:br>
              <a:rPr lang="en-GB" b="1" i="0" dirty="0">
                <a:solidFill>
                  <a:srgbClr val="0D0D0D"/>
                </a:solidFill>
                <a:effectLst/>
                <a:highlight>
                  <a:srgbClr val="FFFFFF"/>
                </a:highlight>
                <a:latin typeface="ui-sans-serif"/>
              </a:rPr>
            </a:br>
            <a:endParaRPr dirty="0"/>
          </a:p>
        </p:txBody>
      </p:sp>
      <p:sp>
        <p:nvSpPr>
          <p:cNvPr id="1118" name="Google Shape;1118;p44"/>
          <p:cNvSpPr txBox="1">
            <a:spLocks noGrp="1"/>
          </p:cNvSpPr>
          <p:nvPr>
            <p:ph type="body" idx="1"/>
          </p:nvPr>
        </p:nvSpPr>
        <p:spPr>
          <a:xfrm>
            <a:off x="1715717" y="1370207"/>
            <a:ext cx="5901334" cy="3192845"/>
          </a:xfrm>
          <a:prstGeom prst="rect">
            <a:avLst/>
          </a:prstGeom>
        </p:spPr>
        <p:txBody>
          <a:bodyPr spcFirstLastPara="1" wrap="square" lIns="91425" tIns="91425" rIns="91425" bIns="91425" anchor="t" anchorCtr="0">
            <a:noAutofit/>
          </a:bodyPr>
          <a:lstStyle/>
          <a:p>
            <a:r>
              <a:rPr lang="en-GB" b="1" dirty="0"/>
              <a:t>Data Analytics:</a:t>
            </a:r>
            <a:endParaRPr lang="en-GB" dirty="0"/>
          </a:p>
          <a:p>
            <a:pPr marL="165100" indent="0">
              <a:buNone/>
            </a:pPr>
            <a:r>
              <a:rPr lang="en-GB" dirty="0"/>
              <a:t>Use data analytics to understand user behaviour and preferences. This data can help create targeted advertising campaigns that are more likely to resonate with your audience.</a:t>
            </a:r>
          </a:p>
          <a:p>
            <a:pPr marL="165100" indent="0">
              <a:buNone/>
            </a:pPr>
            <a:endParaRPr lang="en-GB" dirty="0"/>
          </a:p>
          <a:p>
            <a:r>
              <a:rPr lang="en-GB" b="1" dirty="0"/>
              <a:t>Personalized Ads:</a:t>
            </a:r>
            <a:endParaRPr lang="en-GB" dirty="0"/>
          </a:p>
          <a:p>
            <a:pPr marL="165100" indent="0">
              <a:buNone/>
            </a:pPr>
            <a:r>
              <a:rPr lang="en-GB" dirty="0"/>
              <a:t>Implement personalized advertising based on user behaviour and interests. Personalized ads tend to have higher engagement and conversion rates.</a:t>
            </a:r>
          </a:p>
          <a:p>
            <a:pPr marL="165100" indent="0">
              <a:buNone/>
            </a:pPr>
            <a:endParaRPr lang="en-GB" dirty="0"/>
          </a:p>
        </p:txBody>
      </p:sp>
      <p:sp>
        <p:nvSpPr>
          <p:cNvPr id="1119" name="Google Shape;1119;p44"/>
          <p:cNvSpPr/>
          <p:nvPr/>
        </p:nvSpPr>
        <p:spPr>
          <a:xfrm>
            <a:off x="765188" y="3898850"/>
            <a:ext cx="231195" cy="248348"/>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4"/>
          <p:cNvSpPr/>
          <p:nvPr/>
        </p:nvSpPr>
        <p:spPr>
          <a:xfrm rot="1436664">
            <a:off x="8147896" y="1870741"/>
            <a:ext cx="235986" cy="240421"/>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4"/>
          <p:cNvSpPr/>
          <p:nvPr/>
        </p:nvSpPr>
        <p:spPr>
          <a:xfrm rot="3698333">
            <a:off x="1389461" y="4484400"/>
            <a:ext cx="295353" cy="30094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4"/>
          <p:cNvSpPr/>
          <p:nvPr/>
        </p:nvSpPr>
        <p:spPr>
          <a:xfrm>
            <a:off x="5874461" y="3962975"/>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4"/>
          <p:cNvSpPr/>
          <p:nvPr/>
        </p:nvSpPr>
        <p:spPr>
          <a:xfrm>
            <a:off x="6054210" y="-5190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4"/>
          <p:cNvSpPr/>
          <p:nvPr/>
        </p:nvSpPr>
        <p:spPr>
          <a:xfrm>
            <a:off x="1163725" y="253807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5" name="Google Shape;1125;p44"/>
          <p:cNvGrpSpPr/>
          <p:nvPr/>
        </p:nvGrpSpPr>
        <p:grpSpPr>
          <a:xfrm>
            <a:off x="7425021" y="2662257"/>
            <a:ext cx="1255142" cy="1141009"/>
            <a:chOff x="6494019" y="-137261"/>
            <a:chExt cx="2116596" cy="1924130"/>
          </a:xfrm>
        </p:grpSpPr>
        <p:sp>
          <p:nvSpPr>
            <p:cNvPr id="1126" name="Google Shape;1126;p44"/>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4"/>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0522746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grpSp>
        <p:nvGrpSpPr>
          <p:cNvPr id="1114" name="Google Shape;1114;p44"/>
          <p:cNvGrpSpPr/>
          <p:nvPr/>
        </p:nvGrpSpPr>
        <p:grpSpPr>
          <a:xfrm>
            <a:off x="742979" y="-358481"/>
            <a:ext cx="7425250" cy="5200500"/>
            <a:chOff x="684000" y="-310300"/>
            <a:chExt cx="7425250" cy="5200500"/>
          </a:xfrm>
        </p:grpSpPr>
        <p:sp>
          <p:nvSpPr>
            <p:cNvPr id="1115" name="Google Shape;1115;p44"/>
            <p:cNvSpPr/>
            <p:nvPr/>
          </p:nvSpPr>
          <p:spPr>
            <a:xfrm>
              <a:off x="2908750" y="-310300"/>
              <a:ext cx="5200500" cy="52005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4"/>
            <p:cNvSpPr/>
            <p:nvPr/>
          </p:nvSpPr>
          <p:spPr>
            <a:xfrm>
              <a:off x="684000" y="278550"/>
              <a:ext cx="4233300" cy="4233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7" name="Google Shape;1117;p44"/>
          <p:cNvSpPr txBox="1">
            <a:spLocks noGrp="1"/>
          </p:cNvSpPr>
          <p:nvPr>
            <p:ph type="title"/>
          </p:nvPr>
        </p:nvSpPr>
        <p:spPr>
          <a:xfrm>
            <a:off x="1054064" y="682654"/>
            <a:ext cx="7940921" cy="717144"/>
          </a:xfrm>
          <a:prstGeom prst="rect">
            <a:avLst/>
          </a:prstGeom>
        </p:spPr>
        <p:txBody>
          <a:bodyPr spcFirstLastPara="1" wrap="square" lIns="91425" tIns="91425" rIns="91425" bIns="91425" anchor="t" anchorCtr="0">
            <a:noAutofit/>
          </a:bodyPr>
          <a:lstStyle/>
          <a:p>
            <a:pPr algn="ctr"/>
            <a:r>
              <a:rPr lang="en-GB" dirty="0"/>
              <a:t>Partnerships and Collaborations</a:t>
            </a:r>
            <a:br>
              <a:rPr lang="en-GB" b="1" i="0" dirty="0">
                <a:solidFill>
                  <a:srgbClr val="0D0D0D"/>
                </a:solidFill>
                <a:effectLst/>
                <a:highlight>
                  <a:srgbClr val="FFFFFF"/>
                </a:highlight>
                <a:latin typeface="ui-sans-serif"/>
              </a:rPr>
            </a:br>
            <a:endParaRPr dirty="0"/>
          </a:p>
        </p:txBody>
      </p:sp>
      <p:sp>
        <p:nvSpPr>
          <p:cNvPr id="1118" name="Google Shape;1118;p44"/>
          <p:cNvSpPr txBox="1">
            <a:spLocks noGrp="1"/>
          </p:cNvSpPr>
          <p:nvPr>
            <p:ph type="body" idx="1"/>
          </p:nvPr>
        </p:nvSpPr>
        <p:spPr>
          <a:xfrm>
            <a:off x="1715717" y="1370207"/>
            <a:ext cx="5901334" cy="3192845"/>
          </a:xfrm>
          <a:prstGeom prst="rect">
            <a:avLst/>
          </a:prstGeom>
        </p:spPr>
        <p:txBody>
          <a:bodyPr spcFirstLastPara="1" wrap="square" lIns="91425" tIns="91425" rIns="91425" bIns="91425" anchor="t" anchorCtr="0">
            <a:noAutofit/>
          </a:bodyPr>
          <a:lstStyle/>
          <a:p>
            <a:pPr marL="165100" indent="0">
              <a:buNone/>
            </a:pPr>
            <a:r>
              <a:rPr lang="en-GB" b="1" dirty="0"/>
              <a:t>Brand Partnerships:</a:t>
            </a:r>
            <a:endParaRPr lang="en-GB" dirty="0"/>
          </a:p>
          <a:p>
            <a:r>
              <a:rPr lang="en-GB" dirty="0"/>
              <a:t>Collaborate with brands that cater to the interests and needs of grandparents, such as health products, travel services, and hobby supplies. These partnerships can include sponsored content, affiliate marketing, and joint promotions.</a:t>
            </a:r>
          </a:p>
          <a:p>
            <a:endParaRPr lang="en-GB" dirty="0"/>
          </a:p>
          <a:p>
            <a:pPr marL="165100" indent="0">
              <a:buNone/>
            </a:pPr>
            <a:r>
              <a:rPr lang="en-GB" b="1" dirty="0"/>
              <a:t>Influencer Marketing:</a:t>
            </a:r>
            <a:endParaRPr lang="en-GB" dirty="0"/>
          </a:p>
          <a:p>
            <a:r>
              <a:rPr lang="en-GB" dirty="0"/>
              <a:t>Work with influencers who have a strong following among older adults. Influencers can help promote your platform and the products advertised on it.</a:t>
            </a:r>
          </a:p>
        </p:txBody>
      </p:sp>
      <p:sp>
        <p:nvSpPr>
          <p:cNvPr id="1119" name="Google Shape;1119;p44"/>
          <p:cNvSpPr/>
          <p:nvPr/>
        </p:nvSpPr>
        <p:spPr>
          <a:xfrm>
            <a:off x="765188" y="3898850"/>
            <a:ext cx="231195" cy="248348"/>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4"/>
          <p:cNvSpPr/>
          <p:nvPr/>
        </p:nvSpPr>
        <p:spPr>
          <a:xfrm rot="1436664">
            <a:off x="8147896" y="1870741"/>
            <a:ext cx="235986" cy="240421"/>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4"/>
          <p:cNvSpPr/>
          <p:nvPr/>
        </p:nvSpPr>
        <p:spPr>
          <a:xfrm rot="3698333">
            <a:off x="1389461" y="4484400"/>
            <a:ext cx="295353" cy="30094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4"/>
          <p:cNvSpPr/>
          <p:nvPr/>
        </p:nvSpPr>
        <p:spPr>
          <a:xfrm>
            <a:off x="5874461" y="3962975"/>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4"/>
          <p:cNvSpPr/>
          <p:nvPr/>
        </p:nvSpPr>
        <p:spPr>
          <a:xfrm>
            <a:off x="6054210" y="-5190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4"/>
          <p:cNvSpPr/>
          <p:nvPr/>
        </p:nvSpPr>
        <p:spPr>
          <a:xfrm>
            <a:off x="1163725" y="253807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5" name="Google Shape;1125;p44"/>
          <p:cNvGrpSpPr/>
          <p:nvPr/>
        </p:nvGrpSpPr>
        <p:grpSpPr>
          <a:xfrm>
            <a:off x="7425021" y="2662257"/>
            <a:ext cx="1255142" cy="1141009"/>
            <a:chOff x="6494019" y="-137261"/>
            <a:chExt cx="2116596" cy="1924130"/>
          </a:xfrm>
        </p:grpSpPr>
        <p:sp>
          <p:nvSpPr>
            <p:cNvPr id="1126" name="Google Shape;1126;p44"/>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4"/>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462296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grpSp>
        <p:nvGrpSpPr>
          <p:cNvPr id="1114" name="Google Shape;1114;p44"/>
          <p:cNvGrpSpPr/>
          <p:nvPr/>
        </p:nvGrpSpPr>
        <p:grpSpPr>
          <a:xfrm>
            <a:off x="742979" y="-358481"/>
            <a:ext cx="7425250" cy="5200500"/>
            <a:chOff x="684000" y="-310300"/>
            <a:chExt cx="7425250" cy="5200500"/>
          </a:xfrm>
        </p:grpSpPr>
        <p:sp>
          <p:nvSpPr>
            <p:cNvPr id="1115" name="Google Shape;1115;p44"/>
            <p:cNvSpPr/>
            <p:nvPr/>
          </p:nvSpPr>
          <p:spPr>
            <a:xfrm>
              <a:off x="2908750" y="-310300"/>
              <a:ext cx="5200500" cy="52005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4"/>
            <p:cNvSpPr/>
            <p:nvPr/>
          </p:nvSpPr>
          <p:spPr>
            <a:xfrm>
              <a:off x="684000" y="278550"/>
              <a:ext cx="4233300" cy="4233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7" name="Google Shape;1117;p44"/>
          <p:cNvSpPr txBox="1">
            <a:spLocks noGrp="1"/>
          </p:cNvSpPr>
          <p:nvPr>
            <p:ph type="title"/>
          </p:nvPr>
        </p:nvSpPr>
        <p:spPr>
          <a:xfrm>
            <a:off x="1054064" y="682654"/>
            <a:ext cx="7940921" cy="717144"/>
          </a:xfrm>
          <a:prstGeom prst="rect">
            <a:avLst/>
          </a:prstGeom>
        </p:spPr>
        <p:txBody>
          <a:bodyPr spcFirstLastPara="1" wrap="square" lIns="91425" tIns="91425" rIns="91425" bIns="91425" anchor="t" anchorCtr="0">
            <a:noAutofit/>
          </a:bodyPr>
          <a:lstStyle/>
          <a:p>
            <a:pPr algn="ctr"/>
            <a:r>
              <a:rPr lang="en-GB" dirty="0"/>
              <a:t>Monetization Strategies</a:t>
            </a:r>
            <a:endParaRPr dirty="0"/>
          </a:p>
        </p:txBody>
      </p:sp>
      <p:sp>
        <p:nvSpPr>
          <p:cNvPr id="1118" name="Google Shape;1118;p44"/>
          <p:cNvSpPr txBox="1">
            <a:spLocks noGrp="1"/>
          </p:cNvSpPr>
          <p:nvPr>
            <p:ph type="body" idx="1"/>
          </p:nvPr>
        </p:nvSpPr>
        <p:spPr>
          <a:xfrm>
            <a:off x="1715717" y="1370207"/>
            <a:ext cx="5901334" cy="3192845"/>
          </a:xfrm>
          <a:prstGeom prst="rect">
            <a:avLst/>
          </a:prstGeom>
        </p:spPr>
        <p:txBody>
          <a:bodyPr spcFirstLastPara="1" wrap="square" lIns="91425" tIns="91425" rIns="91425" bIns="91425" anchor="t" anchorCtr="0">
            <a:noAutofit/>
          </a:bodyPr>
          <a:lstStyle/>
          <a:p>
            <a:pPr marL="165100" indent="0">
              <a:buNone/>
            </a:pPr>
            <a:r>
              <a:rPr lang="en-GB" b="1" dirty="0"/>
              <a:t>Ad Networks:</a:t>
            </a:r>
            <a:endParaRPr lang="en-GB" dirty="0"/>
          </a:p>
          <a:p>
            <a:r>
              <a:rPr lang="en-GB" dirty="0"/>
              <a:t>Join ad networks that specialize in targeting older demographics. These networks can help place relevant ads on your platform and increase ad revenue.</a:t>
            </a:r>
          </a:p>
          <a:p>
            <a:pPr marL="165100" indent="0">
              <a:buNone/>
            </a:pPr>
            <a:r>
              <a:rPr lang="en-GB" b="1" dirty="0"/>
              <a:t>Native Advertising:</a:t>
            </a:r>
            <a:endParaRPr lang="en-GB" dirty="0"/>
          </a:p>
          <a:p>
            <a:r>
              <a:rPr lang="en-GB" dirty="0"/>
              <a:t>Use native advertising that blends seamlessly with the platform's content. This type of advertising tends to be less intrusive and more effective.</a:t>
            </a:r>
          </a:p>
          <a:p>
            <a:pPr marL="165100" indent="0">
              <a:buNone/>
            </a:pPr>
            <a:r>
              <a:rPr lang="en-GB" b="1" dirty="0"/>
              <a:t>Subscription Models:</a:t>
            </a:r>
            <a:endParaRPr lang="en-GB" dirty="0"/>
          </a:p>
          <a:p>
            <a:r>
              <a:rPr lang="en-GB" dirty="0"/>
              <a:t>Offer premium subscriptions that provide an ad-free experience or access to exclusive content. This can be an additional revenue stream alongside advertising.</a:t>
            </a:r>
          </a:p>
          <a:p>
            <a:pPr marL="165100" indent="0">
              <a:buNone/>
            </a:pPr>
            <a:endParaRPr lang="en-GB" dirty="0"/>
          </a:p>
        </p:txBody>
      </p:sp>
      <p:sp>
        <p:nvSpPr>
          <p:cNvPr id="1119" name="Google Shape;1119;p44"/>
          <p:cNvSpPr/>
          <p:nvPr/>
        </p:nvSpPr>
        <p:spPr>
          <a:xfrm>
            <a:off x="765188" y="3898850"/>
            <a:ext cx="231195" cy="248348"/>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4"/>
          <p:cNvSpPr/>
          <p:nvPr/>
        </p:nvSpPr>
        <p:spPr>
          <a:xfrm rot="1436664">
            <a:off x="8147896" y="1870741"/>
            <a:ext cx="235986" cy="240421"/>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4"/>
          <p:cNvSpPr/>
          <p:nvPr/>
        </p:nvSpPr>
        <p:spPr>
          <a:xfrm rot="3698333">
            <a:off x="1389461" y="4484400"/>
            <a:ext cx="295353" cy="30094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4"/>
          <p:cNvSpPr/>
          <p:nvPr/>
        </p:nvSpPr>
        <p:spPr>
          <a:xfrm>
            <a:off x="5874461" y="3962975"/>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4"/>
          <p:cNvSpPr/>
          <p:nvPr/>
        </p:nvSpPr>
        <p:spPr>
          <a:xfrm>
            <a:off x="6054210" y="-5190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4"/>
          <p:cNvSpPr/>
          <p:nvPr/>
        </p:nvSpPr>
        <p:spPr>
          <a:xfrm>
            <a:off x="1163725" y="253807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5" name="Google Shape;1125;p44"/>
          <p:cNvGrpSpPr/>
          <p:nvPr/>
        </p:nvGrpSpPr>
        <p:grpSpPr>
          <a:xfrm>
            <a:off x="7425021" y="2662257"/>
            <a:ext cx="1255142" cy="1141009"/>
            <a:chOff x="6494019" y="-137261"/>
            <a:chExt cx="2116596" cy="1924130"/>
          </a:xfrm>
        </p:grpSpPr>
        <p:sp>
          <p:nvSpPr>
            <p:cNvPr id="1126" name="Google Shape;1126;p44"/>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4"/>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7518000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grpSp>
        <p:nvGrpSpPr>
          <p:cNvPr id="1114" name="Google Shape;1114;p44"/>
          <p:cNvGrpSpPr/>
          <p:nvPr/>
        </p:nvGrpSpPr>
        <p:grpSpPr>
          <a:xfrm>
            <a:off x="742979" y="-358481"/>
            <a:ext cx="7425250" cy="5200500"/>
            <a:chOff x="684000" y="-310300"/>
            <a:chExt cx="7425250" cy="5200500"/>
          </a:xfrm>
        </p:grpSpPr>
        <p:sp>
          <p:nvSpPr>
            <p:cNvPr id="1115" name="Google Shape;1115;p44"/>
            <p:cNvSpPr/>
            <p:nvPr/>
          </p:nvSpPr>
          <p:spPr>
            <a:xfrm>
              <a:off x="2908750" y="-310300"/>
              <a:ext cx="5200500" cy="52005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4"/>
            <p:cNvSpPr/>
            <p:nvPr/>
          </p:nvSpPr>
          <p:spPr>
            <a:xfrm>
              <a:off x="684000" y="278550"/>
              <a:ext cx="4233300" cy="4233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7" name="Google Shape;1117;p44"/>
          <p:cNvSpPr txBox="1">
            <a:spLocks noGrp="1"/>
          </p:cNvSpPr>
          <p:nvPr>
            <p:ph type="title"/>
          </p:nvPr>
        </p:nvSpPr>
        <p:spPr>
          <a:xfrm>
            <a:off x="695923" y="648729"/>
            <a:ext cx="7940921" cy="717144"/>
          </a:xfrm>
          <a:prstGeom prst="rect">
            <a:avLst/>
          </a:prstGeom>
        </p:spPr>
        <p:txBody>
          <a:bodyPr spcFirstLastPara="1" wrap="square" lIns="91425" tIns="91425" rIns="91425" bIns="91425" anchor="t" anchorCtr="0">
            <a:noAutofit/>
          </a:bodyPr>
          <a:lstStyle/>
          <a:p>
            <a:pPr algn="ctr"/>
            <a:r>
              <a:rPr lang="en-GB" dirty="0"/>
              <a:t>Optimize for Mobile and Desktop</a:t>
            </a:r>
            <a:br>
              <a:rPr lang="en-GB" b="1" i="0" dirty="0">
                <a:solidFill>
                  <a:srgbClr val="0D0D0D"/>
                </a:solidFill>
                <a:effectLst/>
                <a:highlight>
                  <a:srgbClr val="FFFFFF"/>
                </a:highlight>
                <a:latin typeface="ui-sans-serif"/>
              </a:rPr>
            </a:br>
            <a:endParaRPr dirty="0"/>
          </a:p>
        </p:txBody>
      </p:sp>
      <p:sp>
        <p:nvSpPr>
          <p:cNvPr id="1118" name="Google Shape;1118;p44"/>
          <p:cNvSpPr txBox="1">
            <a:spLocks noGrp="1"/>
          </p:cNvSpPr>
          <p:nvPr>
            <p:ph type="body" idx="1"/>
          </p:nvPr>
        </p:nvSpPr>
        <p:spPr>
          <a:xfrm>
            <a:off x="1715717" y="1370207"/>
            <a:ext cx="5901334" cy="3192845"/>
          </a:xfrm>
          <a:prstGeom prst="rect">
            <a:avLst/>
          </a:prstGeom>
        </p:spPr>
        <p:txBody>
          <a:bodyPr spcFirstLastPara="1" wrap="square" lIns="91425" tIns="91425" rIns="91425" bIns="91425" anchor="t" anchorCtr="0">
            <a:noAutofit/>
          </a:bodyPr>
          <a:lstStyle/>
          <a:p>
            <a:pPr marL="165100" indent="0">
              <a:buNone/>
            </a:pPr>
            <a:r>
              <a:rPr lang="en-GB" b="1" dirty="0"/>
              <a:t>Responsive Design:</a:t>
            </a:r>
            <a:endParaRPr lang="en-GB" dirty="0"/>
          </a:p>
          <a:p>
            <a:r>
              <a:rPr lang="en-GB" dirty="0"/>
              <a:t>Ensure your platform is optimized for both mobile and desktop users. A seamless experience across devices can increase user engagement and ad views.</a:t>
            </a:r>
          </a:p>
          <a:p>
            <a:endParaRPr lang="en-GB" dirty="0"/>
          </a:p>
          <a:p>
            <a:pPr marL="165100" indent="0">
              <a:buNone/>
            </a:pPr>
            <a:r>
              <a:rPr lang="en-GB" b="1" dirty="0"/>
              <a:t>Ad Placement:</a:t>
            </a:r>
            <a:endParaRPr lang="en-GB" dirty="0"/>
          </a:p>
          <a:p>
            <a:r>
              <a:rPr lang="en-GB" dirty="0"/>
              <a:t>Strategically place ads where they are most likely to be seen without disrupting the user experience. Experiment with different ad formats, such as banner ads, interstitials, and video ads.</a:t>
            </a:r>
          </a:p>
          <a:p>
            <a:pPr marL="165100" indent="0">
              <a:buNone/>
            </a:pPr>
            <a:endParaRPr lang="en-GB" dirty="0"/>
          </a:p>
        </p:txBody>
      </p:sp>
      <p:sp>
        <p:nvSpPr>
          <p:cNvPr id="1119" name="Google Shape;1119;p44"/>
          <p:cNvSpPr/>
          <p:nvPr/>
        </p:nvSpPr>
        <p:spPr>
          <a:xfrm>
            <a:off x="765188" y="3898850"/>
            <a:ext cx="231195" cy="248348"/>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4"/>
          <p:cNvSpPr/>
          <p:nvPr/>
        </p:nvSpPr>
        <p:spPr>
          <a:xfrm rot="1436664">
            <a:off x="8147896" y="1870741"/>
            <a:ext cx="235986" cy="240421"/>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4"/>
          <p:cNvSpPr/>
          <p:nvPr/>
        </p:nvSpPr>
        <p:spPr>
          <a:xfrm rot="3698333">
            <a:off x="1389461" y="4484400"/>
            <a:ext cx="295353" cy="30094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4"/>
          <p:cNvSpPr/>
          <p:nvPr/>
        </p:nvSpPr>
        <p:spPr>
          <a:xfrm>
            <a:off x="5874461" y="3962975"/>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4"/>
          <p:cNvSpPr/>
          <p:nvPr/>
        </p:nvSpPr>
        <p:spPr>
          <a:xfrm>
            <a:off x="6054210" y="-5190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4"/>
          <p:cNvSpPr/>
          <p:nvPr/>
        </p:nvSpPr>
        <p:spPr>
          <a:xfrm>
            <a:off x="1163725" y="253807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5" name="Google Shape;1125;p44"/>
          <p:cNvGrpSpPr/>
          <p:nvPr/>
        </p:nvGrpSpPr>
        <p:grpSpPr>
          <a:xfrm>
            <a:off x="7425021" y="2662257"/>
            <a:ext cx="1255142" cy="1141009"/>
            <a:chOff x="6494019" y="-137261"/>
            <a:chExt cx="2116596" cy="1924130"/>
          </a:xfrm>
        </p:grpSpPr>
        <p:sp>
          <p:nvSpPr>
            <p:cNvPr id="1126" name="Google Shape;1126;p44"/>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4"/>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6308118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grpSp>
        <p:nvGrpSpPr>
          <p:cNvPr id="1114" name="Google Shape;1114;p44"/>
          <p:cNvGrpSpPr/>
          <p:nvPr/>
        </p:nvGrpSpPr>
        <p:grpSpPr>
          <a:xfrm>
            <a:off x="742979" y="-358481"/>
            <a:ext cx="7425250" cy="5200500"/>
            <a:chOff x="684000" y="-310300"/>
            <a:chExt cx="7425250" cy="5200500"/>
          </a:xfrm>
        </p:grpSpPr>
        <p:sp>
          <p:nvSpPr>
            <p:cNvPr id="1115" name="Google Shape;1115;p44"/>
            <p:cNvSpPr/>
            <p:nvPr/>
          </p:nvSpPr>
          <p:spPr>
            <a:xfrm>
              <a:off x="2908750" y="-310300"/>
              <a:ext cx="5200500" cy="52005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4"/>
            <p:cNvSpPr/>
            <p:nvPr/>
          </p:nvSpPr>
          <p:spPr>
            <a:xfrm>
              <a:off x="684000" y="278550"/>
              <a:ext cx="4233300" cy="4233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7" name="Google Shape;1117;p44"/>
          <p:cNvSpPr txBox="1">
            <a:spLocks noGrp="1"/>
          </p:cNvSpPr>
          <p:nvPr>
            <p:ph type="title"/>
          </p:nvPr>
        </p:nvSpPr>
        <p:spPr>
          <a:xfrm>
            <a:off x="695923" y="648729"/>
            <a:ext cx="7940921" cy="717144"/>
          </a:xfrm>
          <a:prstGeom prst="rect">
            <a:avLst/>
          </a:prstGeom>
        </p:spPr>
        <p:txBody>
          <a:bodyPr spcFirstLastPara="1" wrap="square" lIns="91425" tIns="91425" rIns="91425" bIns="91425" anchor="t" anchorCtr="0">
            <a:noAutofit/>
          </a:bodyPr>
          <a:lstStyle/>
          <a:p>
            <a:pPr algn="ctr"/>
            <a:r>
              <a:rPr lang="en-GB" dirty="0"/>
              <a:t>Leverage Social Media</a:t>
            </a:r>
            <a:br>
              <a:rPr lang="en-GB" b="1" i="0" dirty="0">
                <a:solidFill>
                  <a:srgbClr val="0D0D0D"/>
                </a:solidFill>
                <a:effectLst/>
                <a:highlight>
                  <a:srgbClr val="FFFFFF"/>
                </a:highlight>
                <a:latin typeface="ui-sans-serif"/>
              </a:rPr>
            </a:br>
            <a:endParaRPr dirty="0"/>
          </a:p>
        </p:txBody>
      </p:sp>
      <p:sp>
        <p:nvSpPr>
          <p:cNvPr id="1118" name="Google Shape;1118;p44"/>
          <p:cNvSpPr txBox="1">
            <a:spLocks noGrp="1"/>
          </p:cNvSpPr>
          <p:nvPr>
            <p:ph type="body" idx="1"/>
          </p:nvPr>
        </p:nvSpPr>
        <p:spPr>
          <a:xfrm>
            <a:off x="1715717" y="1370207"/>
            <a:ext cx="5901334" cy="3192845"/>
          </a:xfrm>
          <a:prstGeom prst="rect">
            <a:avLst/>
          </a:prstGeom>
        </p:spPr>
        <p:txBody>
          <a:bodyPr spcFirstLastPara="1" wrap="square" lIns="91425" tIns="91425" rIns="91425" bIns="91425" anchor="t" anchorCtr="0">
            <a:noAutofit/>
          </a:bodyPr>
          <a:lstStyle/>
          <a:p>
            <a:pPr marL="165100" indent="0">
              <a:buNone/>
            </a:pPr>
            <a:r>
              <a:rPr lang="en-GB" b="1" dirty="0"/>
              <a:t>Social Media Advertising:</a:t>
            </a:r>
            <a:endParaRPr lang="en-GB" dirty="0"/>
          </a:p>
          <a:p>
            <a:r>
              <a:rPr lang="en-GB" dirty="0"/>
              <a:t>Use social media platforms to promote your content and attract more users. Platforms like Facebook and Instagram offer powerful targeting options to reach older adults.</a:t>
            </a:r>
          </a:p>
          <a:p>
            <a:pPr marL="165100" indent="0">
              <a:buNone/>
            </a:pPr>
            <a:endParaRPr lang="en-GB" dirty="0"/>
          </a:p>
          <a:p>
            <a:pPr marL="165100" indent="0">
              <a:buNone/>
            </a:pPr>
            <a:r>
              <a:rPr lang="en-GB" b="1" dirty="0"/>
              <a:t>Community Building:</a:t>
            </a:r>
            <a:endParaRPr lang="en-GB" dirty="0"/>
          </a:p>
          <a:p>
            <a:r>
              <a:rPr lang="en-GB" dirty="0"/>
              <a:t>Build active communities on social media where grandparents can connect and share. A strong social media presence can drive traffic to your platform and increase ad impressions.</a:t>
            </a:r>
          </a:p>
          <a:p>
            <a:pPr marL="165100" indent="0">
              <a:buNone/>
            </a:pPr>
            <a:endParaRPr lang="en-GB" dirty="0"/>
          </a:p>
        </p:txBody>
      </p:sp>
      <p:sp>
        <p:nvSpPr>
          <p:cNvPr id="1119" name="Google Shape;1119;p44"/>
          <p:cNvSpPr/>
          <p:nvPr/>
        </p:nvSpPr>
        <p:spPr>
          <a:xfrm>
            <a:off x="765188" y="3898850"/>
            <a:ext cx="231195" cy="248348"/>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4"/>
          <p:cNvSpPr/>
          <p:nvPr/>
        </p:nvSpPr>
        <p:spPr>
          <a:xfrm rot="1436664">
            <a:off x="8147896" y="1870741"/>
            <a:ext cx="235986" cy="240421"/>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4"/>
          <p:cNvSpPr/>
          <p:nvPr/>
        </p:nvSpPr>
        <p:spPr>
          <a:xfrm rot="3698333">
            <a:off x="1389461" y="4484400"/>
            <a:ext cx="295353" cy="30094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4"/>
          <p:cNvSpPr/>
          <p:nvPr/>
        </p:nvSpPr>
        <p:spPr>
          <a:xfrm>
            <a:off x="5874461" y="3962975"/>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4"/>
          <p:cNvSpPr/>
          <p:nvPr/>
        </p:nvSpPr>
        <p:spPr>
          <a:xfrm>
            <a:off x="6054210" y="-5190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4"/>
          <p:cNvSpPr/>
          <p:nvPr/>
        </p:nvSpPr>
        <p:spPr>
          <a:xfrm>
            <a:off x="1163725" y="253807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5" name="Google Shape;1125;p44"/>
          <p:cNvGrpSpPr/>
          <p:nvPr/>
        </p:nvGrpSpPr>
        <p:grpSpPr>
          <a:xfrm>
            <a:off x="7425021" y="2662257"/>
            <a:ext cx="1255142" cy="1141009"/>
            <a:chOff x="6494019" y="-137261"/>
            <a:chExt cx="2116596" cy="1924130"/>
          </a:xfrm>
        </p:grpSpPr>
        <p:sp>
          <p:nvSpPr>
            <p:cNvPr id="1126" name="Google Shape;1126;p44"/>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4"/>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5658252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grpSp>
        <p:nvGrpSpPr>
          <p:cNvPr id="1114" name="Google Shape;1114;p44"/>
          <p:cNvGrpSpPr/>
          <p:nvPr/>
        </p:nvGrpSpPr>
        <p:grpSpPr>
          <a:xfrm>
            <a:off x="742979" y="-358481"/>
            <a:ext cx="7425250" cy="5200500"/>
            <a:chOff x="684000" y="-310300"/>
            <a:chExt cx="7425250" cy="5200500"/>
          </a:xfrm>
        </p:grpSpPr>
        <p:sp>
          <p:nvSpPr>
            <p:cNvPr id="1115" name="Google Shape;1115;p44"/>
            <p:cNvSpPr/>
            <p:nvPr/>
          </p:nvSpPr>
          <p:spPr>
            <a:xfrm>
              <a:off x="2908750" y="-310300"/>
              <a:ext cx="5200500" cy="52005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4"/>
            <p:cNvSpPr/>
            <p:nvPr/>
          </p:nvSpPr>
          <p:spPr>
            <a:xfrm>
              <a:off x="684000" y="278550"/>
              <a:ext cx="4233300" cy="4233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7" name="Google Shape;1117;p44"/>
          <p:cNvSpPr txBox="1">
            <a:spLocks noGrp="1"/>
          </p:cNvSpPr>
          <p:nvPr>
            <p:ph type="title"/>
          </p:nvPr>
        </p:nvSpPr>
        <p:spPr>
          <a:xfrm>
            <a:off x="695923" y="648729"/>
            <a:ext cx="7940921" cy="717144"/>
          </a:xfrm>
          <a:prstGeom prst="rect">
            <a:avLst/>
          </a:prstGeom>
        </p:spPr>
        <p:txBody>
          <a:bodyPr spcFirstLastPara="1" wrap="square" lIns="91425" tIns="91425" rIns="91425" bIns="91425" anchor="t" anchorCtr="0">
            <a:noAutofit/>
          </a:bodyPr>
          <a:lstStyle/>
          <a:p>
            <a:pPr algn="ctr"/>
            <a:r>
              <a:rPr lang="en-GB" dirty="0"/>
              <a:t>Email Marketing</a:t>
            </a:r>
            <a:br>
              <a:rPr lang="en-GB" b="1" i="0" dirty="0">
                <a:solidFill>
                  <a:srgbClr val="0D0D0D"/>
                </a:solidFill>
                <a:effectLst/>
                <a:highlight>
                  <a:srgbClr val="FFFFFF"/>
                </a:highlight>
                <a:latin typeface="ui-sans-serif"/>
              </a:rPr>
            </a:br>
            <a:endParaRPr dirty="0"/>
          </a:p>
        </p:txBody>
      </p:sp>
      <p:sp>
        <p:nvSpPr>
          <p:cNvPr id="1118" name="Google Shape;1118;p44"/>
          <p:cNvSpPr txBox="1">
            <a:spLocks noGrp="1"/>
          </p:cNvSpPr>
          <p:nvPr>
            <p:ph type="body" idx="1"/>
          </p:nvPr>
        </p:nvSpPr>
        <p:spPr>
          <a:xfrm>
            <a:off x="1715717" y="1370207"/>
            <a:ext cx="5901334" cy="3192845"/>
          </a:xfrm>
          <a:prstGeom prst="rect">
            <a:avLst/>
          </a:prstGeom>
        </p:spPr>
        <p:txBody>
          <a:bodyPr spcFirstLastPara="1" wrap="square" lIns="91425" tIns="91425" rIns="91425" bIns="91425" anchor="t" anchorCtr="0">
            <a:noAutofit/>
          </a:bodyPr>
          <a:lstStyle/>
          <a:p>
            <a:pPr marL="165100" indent="0">
              <a:buNone/>
            </a:pPr>
            <a:r>
              <a:rPr lang="en-GB" b="1" dirty="0"/>
              <a:t>Newsletter Campaigns:</a:t>
            </a:r>
            <a:endParaRPr lang="en-GB" dirty="0"/>
          </a:p>
          <a:p>
            <a:r>
              <a:rPr lang="en-GB" dirty="0"/>
              <a:t>Send regular newsletters with engaging content and advertisements. Segment your email list to provide personalized content that encourages higher engagement rates.</a:t>
            </a:r>
          </a:p>
          <a:p>
            <a:pPr marL="165100" indent="0">
              <a:buNone/>
            </a:pPr>
            <a:endParaRPr lang="en-GB" dirty="0"/>
          </a:p>
          <a:p>
            <a:pPr marL="165100" indent="0">
              <a:buNone/>
            </a:pPr>
            <a:r>
              <a:rPr lang="en-GB" b="1" dirty="0"/>
              <a:t>Retargeting:</a:t>
            </a:r>
            <a:endParaRPr lang="en-GB" dirty="0"/>
          </a:p>
          <a:p>
            <a:r>
              <a:rPr lang="en-GB" dirty="0"/>
              <a:t>Use email retargeting to remind users of products or content they viewed on your platform but did not engage with fully.</a:t>
            </a:r>
          </a:p>
          <a:p>
            <a:pPr marL="165100" indent="0">
              <a:buNone/>
            </a:pPr>
            <a:endParaRPr lang="en-GB" dirty="0"/>
          </a:p>
        </p:txBody>
      </p:sp>
      <p:sp>
        <p:nvSpPr>
          <p:cNvPr id="1119" name="Google Shape;1119;p44"/>
          <p:cNvSpPr/>
          <p:nvPr/>
        </p:nvSpPr>
        <p:spPr>
          <a:xfrm>
            <a:off x="765188" y="3898850"/>
            <a:ext cx="231195" cy="248348"/>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4"/>
          <p:cNvSpPr/>
          <p:nvPr/>
        </p:nvSpPr>
        <p:spPr>
          <a:xfrm rot="1436664">
            <a:off x="8147896" y="1870741"/>
            <a:ext cx="235986" cy="240421"/>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4"/>
          <p:cNvSpPr/>
          <p:nvPr/>
        </p:nvSpPr>
        <p:spPr>
          <a:xfrm rot="3698333">
            <a:off x="1389461" y="4484400"/>
            <a:ext cx="295353" cy="30094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4"/>
          <p:cNvSpPr/>
          <p:nvPr/>
        </p:nvSpPr>
        <p:spPr>
          <a:xfrm>
            <a:off x="5874461" y="3962975"/>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4"/>
          <p:cNvSpPr/>
          <p:nvPr/>
        </p:nvSpPr>
        <p:spPr>
          <a:xfrm>
            <a:off x="6054210" y="-5190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4"/>
          <p:cNvSpPr/>
          <p:nvPr/>
        </p:nvSpPr>
        <p:spPr>
          <a:xfrm>
            <a:off x="1163725" y="253807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5" name="Google Shape;1125;p44"/>
          <p:cNvGrpSpPr/>
          <p:nvPr/>
        </p:nvGrpSpPr>
        <p:grpSpPr>
          <a:xfrm>
            <a:off x="7425021" y="2662257"/>
            <a:ext cx="1255142" cy="1141009"/>
            <a:chOff x="6494019" y="-137261"/>
            <a:chExt cx="2116596" cy="1924130"/>
          </a:xfrm>
        </p:grpSpPr>
        <p:sp>
          <p:nvSpPr>
            <p:cNvPr id="1126" name="Google Shape;1126;p44"/>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4"/>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942869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grpSp>
        <p:nvGrpSpPr>
          <p:cNvPr id="1114" name="Google Shape;1114;p44"/>
          <p:cNvGrpSpPr/>
          <p:nvPr/>
        </p:nvGrpSpPr>
        <p:grpSpPr>
          <a:xfrm>
            <a:off x="742979" y="-358481"/>
            <a:ext cx="7425250" cy="5200500"/>
            <a:chOff x="684000" y="-310300"/>
            <a:chExt cx="7425250" cy="5200500"/>
          </a:xfrm>
        </p:grpSpPr>
        <p:sp>
          <p:nvSpPr>
            <p:cNvPr id="1115" name="Google Shape;1115;p44"/>
            <p:cNvSpPr/>
            <p:nvPr/>
          </p:nvSpPr>
          <p:spPr>
            <a:xfrm>
              <a:off x="2908750" y="-310300"/>
              <a:ext cx="5200500" cy="52005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4"/>
            <p:cNvSpPr/>
            <p:nvPr/>
          </p:nvSpPr>
          <p:spPr>
            <a:xfrm>
              <a:off x="684000" y="278550"/>
              <a:ext cx="4233300" cy="4233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7" name="Google Shape;1117;p44"/>
          <p:cNvSpPr txBox="1">
            <a:spLocks noGrp="1"/>
          </p:cNvSpPr>
          <p:nvPr>
            <p:ph type="title"/>
          </p:nvPr>
        </p:nvSpPr>
        <p:spPr>
          <a:xfrm>
            <a:off x="695923" y="648729"/>
            <a:ext cx="7940921" cy="717144"/>
          </a:xfrm>
          <a:prstGeom prst="rect">
            <a:avLst/>
          </a:prstGeom>
        </p:spPr>
        <p:txBody>
          <a:bodyPr spcFirstLastPara="1" wrap="square" lIns="91425" tIns="91425" rIns="91425" bIns="91425" anchor="t" anchorCtr="0">
            <a:noAutofit/>
          </a:bodyPr>
          <a:lstStyle/>
          <a:p>
            <a:pPr algn="ctr"/>
            <a:r>
              <a:rPr lang="en-GB" dirty="0"/>
              <a:t>SEO and SEM</a:t>
            </a:r>
            <a:br>
              <a:rPr lang="en-GB" b="1" i="0" dirty="0">
                <a:solidFill>
                  <a:srgbClr val="0D0D0D"/>
                </a:solidFill>
                <a:effectLst/>
                <a:highlight>
                  <a:srgbClr val="FFFFFF"/>
                </a:highlight>
                <a:latin typeface="ui-sans-serif"/>
              </a:rPr>
            </a:br>
            <a:endParaRPr dirty="0"/>
          </a:p>
        </p:txBody>
      </p:sp>
      <p:sp>
        <p:nvSpPr>
          <p:cNvPr id="1118" name="Google Shape;1118;p44"/>
          <p:cNvSpPr txBox="1">
            <a:spLocks noGrp="1"/>
          </p:cNvSpPr>
          <p:nvPr>
            <p:ph type="body" idx="1"/>
          </p:nvPr>
        </p:nvSpPr>
        <p:spPr>
          <a:xfrm>
            <a:off x="1715717" y="1370207"/>
            <a:ext cx="5901334" cy="3192845"/>
          </a:xfrm>
          <a:prstGeom prst="rect">
            <a:avLst/>
          </a:prstGeom>
        </p:spPr>
        <p:txBody>
          <a:bodyPr spcFirstLastPara="1" wrap="square" lIns="91425" tIns="91425" rIns="91425" bIns="91425" anchor="t" anchorCtr="0">
            <a:noAutofit/>
          </a:bodyPr>
          <a:lstStyle/>
          <a:p>
            <a:pPr marL="165100" indent="0">
              <a:buNone/>
            </a:pPr>
            <a:r>
              <a:rPr lang="en-GB" b="1" dirty="0"/>
              <a:t>Search Engine Optimization (SEO):</a:t>
            </a:r>
            <a:endParaRPr lang="en-GB" dirty="0"/>
          </a:p>
          <a:p>
            <a:r>
              <a:rPr lang="en-GB" dirty="0"/>
              <a:t>Optimize your platform for search engines to attract organic traffic. Higher traffic can lead to more ad views and higher revenue.</a:t>
            </a:r>
          </a:p>
          <a:p>
            <a:pPr marL="165100" indent="0">
              <a:buNone/>
            </a:pPr>
            <a:endParaRPr lang="en-GB" dirty="0"/>
          </a:p>
          <a:p>
            <a:pPr marL="165100" indent="0">
              <a:buNone/>
            </a:pPr>
            <a:r>
              <a:rPr lang="en-GB" b="1" dirty="0"/>
              <a:t>Search Engine Marketing (SEM):</a:t>
            </a:r>
            <a:endParaRPr lang="en-GB" dirty="0"/>
          </a:p>
          <a:p>
            <a:r>
              <a:rPr lang="en-GB" dirty="0"/>
              <a:t>Invest in SEM to drive targeted traffic to your platform. Use paid search ads to reach older adults searching for relevant content and services.</a:t>
            </a:r>
          </a:p>
          <a:p>
            <a:pPr marL="165100" indent="0">
              <a:buNone/>
            </a:pPr>
            <a:endParaRPr lang="en-GB" dirty="0"/>
          </a:p>
        </p:txBody>
      </p:sp>
      <p:sp>
        <p:nvSpPr>
          <p:cNvPr id="1119" name="Google Shape;1119;p44"/>
          <p:cNvSpPr/>
          <p:nvPr/>
        </p:nvSpPr>
        <p:spPr>
          <a:xfrm>
            <a:off x="765188" y="3898850"/>
            <a:ext cx="231195" cy="248348"/>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4"/>
          <p:cNvSpPr/>
          <p:nvPr/>
        </p:nvSpPr>
        <p:spPr>
          <a:xfrm rot="1436664">
            <a:off x="8147896" y="1870741"/>
            <a:ext cx="235986" cy="240421"/>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4"/>
          <p:cNvSpPr/>
          <p:nvPr/>
        </p:nvSpPr>
        <p:spPr>
          <a:xfrm rot="3698333">
            <a:off x="1389461" y="4484400"/>
            <a:ext cx="295353" cy="30094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4"/>
          <p:cNvSpPr/>
          <p:nvPr/>
        </p:nvSpPr>
        <p:spPr>
          <a:xfrm>
            <a:off x="5874461" y="3962975"/>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4"/>
          <p:cNvSpPr/>
          <p:nvPr/>
        </p:nvSpPr>
        <p:spPr>
          <a:xfrm>
            <a:off x="6054210" y="-5190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4"/>
          <p:cNvSpPr/>
          <p:nvPr/>
        </p:nvSpPr>
        <p:spPr>
          <a:xfrm>
            <a:off x="1163725" y="253807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5" name="Google Shape;1125;p44"/>
          <p:cNvGrpSpPr/>
          <p:nvPr/>
        </p:nvGrpSpPr>
        <p:grpSpPr>
          <a:xfrm>
            <a:off x="7425021" y="2662257"/>
            <a:ext cx="1255142" cy="1141009"/>
            <a:chOff x="6494019" y="-137261"/>
            <a:chExt cx="2116596" cy="1924130"/>
          </a:xfrm>
        </p:grpSpPr>
        <p:sp>
          <p:nvSpPr>
            <p:cNvPr id="1126" name="Google Shape;1126;p44"/>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4"/>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7886339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65"/>
        <p:cNvGrpSpPr/>
        <p:nvPr/>
      </p:nvGrpSpPr>
      <p:grpSpPr>
        <a:xfrm>
          <a:off x="0" y="0"/>
          <a:ext cx="0" cy="0"/>
          <a:chOff x="0" y="0"/>
          <a:chExt cx="0" cy="0"/>
        </a:xfrm>
      </p:grpSpPr>
      <p:sp>
        <p:nvSpPr>
          <p:cNvPr id="866" name="Google Shape;866;p42"/>
          <p:cNvSpPr/>
          <p:nvPr/>
        </p:nvSpPr>
        <p:spPr>
          <a:xfrm>
            <a:off x="747490" y="1106219"/>
            <a:ext cx="1260906" cy="1231726"/>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42"/>
          <p:cNvSpPr txBox="1">
            <a:spLocks noGrp="1"/>
          </p:cNvSpPr>
          <p:nvPr>
            <p:ph type="title" idx="2"/>
          </p:nvPr>
        </p:nvSpPr>
        <p:spPr>
          <a:xfrm>
            <a:off x="753800" y="1263388"/>
            <a:ext cx="1248300" cy="91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
        <p:nvSpPr>
          <p:cNvPr id="868" name="Google Shape;868;p42"/>
          <p:cNvSpPr txBox="1">
            <a:spLocks noGrp="1"/>
          </p:cNvSpPr>
          <p:nvPr>
            <p:ph type="title"/>
          </p:nvPr>
        </p:nvSpPr>
        <p:spPr>
          <a:xfrm>
            <a:off x="713100" y="2427950"/>
            <a:ext cx="3858900" cy="1477500"/>
          </a:xfrm>
          <a:prstGeom prst="rect">
            <a:avLst/>
          </a:prstGeom>
        </p:spPr>
        <p:txBody>
          <a:bodyPr spcFirstLastPara="1" wrap="square" lIns="91425" tIns="91425" rIns="91425" bIns="91425" anchor="t" anchorCtr="0">
            <a:noAutofit/>
          </a:bodyPr>
          <a:lstStyle/>
          <a:p>
            <a:r>
              <a:rPr lang="en-GB" dirty="0"/>
              <a:t>E-Commerce</a:t>
            </a:r>
            <a:endParaRPr dirty="0"/>
          </a:p>
        </p:txBody>
      </p:sp>
      <p:sp>
        <p:nvSpPr>
          <p:cNvPr id="869" name="Google Shape;869;p42"/>
          <p:cNvSpPr txBox="1">
            <a:spLocks noGrp="1"/>
          </p:cNvSpPr>
          <p:nvPr>
            <p:ph type="subTitle" idx="1"/>
          </p:nvPr>
        </p:nvSpPr>
        <p:spPr>
          <a:xfrm>
            <a:off x="713100" y="3862475"/>
            <a:ext cx="3418757" cy="73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Attract more advertising aimed at growing revenue</a:t>
            </a:r>
          </a:p>
        </p:txBody>
      </p:sp>
      <p:grpSp>
        <p:nvGrpSpPr>
          <p:cNvPr id="870" name="Google Shape;870;p42"/>
          <p:cNvGrpSpPr/>
          <p:nvPr/>
        </p:nvGrpSpPr>
        <p:grpSpPr>
          <a:xfrm>
            <a:off x="4157157" y="403696"/>
            <a:ext cx="4833538" cy="4333495"/>
            <a:chOff x="4157157" y="403696"/>
            <a:chExt cx="4833538" cy="4333495"/>
          </a:xfrm>
        </p:grpSpPr>
        <p:sp>
          <p:nvSpPr>
            <p:cNvPr id="871" name="Google Shape;871;p42"/>
            <p:cNvSpPr/>
            <p:nvPr/>
          </p:nvSpPr>
          <p:spPr>
            <a:xfrm>
              <a:off x="4422034" y="1110130"/>
              <a:ext cx="4568661" cy="3324380"/>
            </a:xfrm>
            <a:custGeom>
              <a:avLst/>
              <a:gdLst/>
              <a:ahLst/>
              <a:cxnLst/>
              <a:rect l="l" t="t" r="r" b="b"/>
              <a:pathLst>
                <a:path w="67938" h="49435" extrusionOk="0">
                  <a:moveTo>
                    <a:pt x="19861" y="0"/>
                  </a:moveTo>
                  <a:cubicBezTo>
                    <a:pt x="10467" y="0"/>
                    <a:pt x="2847" y="7608"/>
                    <a:pt x="2847" y="17014"/>
                  </a:cubicBezTo>
                  <a:cubicBezTo>
                    <a:pt x="2847" y="20848"/>
                    <a:pt x="4109" y="24384"/>
                    <a:pt x="6252" y="27230"/>
                  </a:cubicBezTo>
                  <a:cubicBezTo>
                    <a:pt x="2394" y="31135"/>
                    <a:pt x="1" y="36505"/>
                    <a:pt x="1" y="42434"/>
                  </a:cubicBezTo>
                  <a:cubicBezTo>
                    <a:pt x="1" y="44887"/>
                    <a:pt x="418" y="47244"/>
                    <a:pt x="1168" y="49435"/>
                  </a:cubicBezTo>
                  <a:lnTo>
                    <a:pt x="66628" y="49435"/>
                  </a:lnTo>
                  <a:cubicBezTo>
                    <a:pt x="67474" y="47399"/>
                    <a:pt x="67938" y="45160"/>
                    <a:pt x="67938" y="42815"/>
                  </a:cubicBezTo>
                  <a:cubicBezTo>
                    <a:pt x="67938" y="37826"/>
                    <a:pt x="65831" y="33326"/>
                    <a:pt x="62461" y="30171"/>
                  </a:cubicBezTo>
                  <a:cubicBezTo>
                    <a:pt x="63283" y="27873"/>
                    <a:pt x="63747" y="25396"/>
                    <a:pt x="63747" y="22801"/>
                  </a:cubicBezTo>
                  <a:cubicBezTo>
                    <a:pt x="63747" y="10835"/>
                    <a:pt x="54032" y="1119"/>
                    <a:pt x="42054" y="1119"/>
                  </a:cubicBezTo>
                  <a:cubicBezTo>
                    <a:pt x="38018" y="1119"/>
                    <a:pt x="34243" y="2227"/>
                    <a:pt x="31005" y="4155"/>
                  </a:cubicBezTo>
                  <a:cubicBezTo>
                    <a:pt x="28016" y="1560"/>
                    <a:pt x="24123" y="0"/>
                    <a:pt x="1986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72" name="Google Shape;872;p42"/>
            <p:cNvGrpSpPr/>
            <p:nvPr/>
          </p:nvGrpSpPr>
          <p:grpSpPr>
            <a:xfrm>
              <a:off x="4711468" y="3532318"/>
              <a:ext cx="941734" cy="930235"/>
              <a:chOff x="5044343" y="3532318"/>
              <a:chExt cx="941734" cy="930235"/>
            </a:xfrm>
          </p:grpSpPr>
          <p:sp>
            <p:nvSpPr>
              <p:cNvPr id="873" name="Google Shape;873;p42"/>
              <p:cNvSpPr/>
              <p:nvPr/>
            </p:nvSpPr>
            <p:spPr>
              <a:xfrm>
                <a:off x="5044343" y="3861427"/>
                <a:ext cx="466698" cy="594737"/>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42"/>
              <p:cNvSpPr/>
              <p:nvPr/>
            </p:nvSpPr>
            <p:spPr>
              <a:xfrm>
                <a:off x="5125040" y="3875616"/>
                <a:ext cx="307523" cy="577320"/>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42"/>
              <p:cNvSpPr/>
              <p:nvPr/>
            </p:nvSpPr>
            <p:spPr>
              <a:xfrm>
                <a:off x="5540562" y="3532318"/>
                <a:ext cx="445515" cy="922232"/>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42"/>
              <p:cNvSpPr/>
              <p:nvPr/>
            </p:nvSpPr>
            <p:spPr>
              <a:xfrm>
                <a:off x="5675931" y="3539311"/>
                <a:ext cx="183384" cy="923241"/>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42"/>
              <p:cNvSpPr/>
              <p:nvPr/>
            </p:nvSpPr>
            <p:spPr>
              <a:xfrm>
                <a:off x="5283609" y="3596943"/>
                <a:ext cx="368315" cy="863996"/>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42"/>
              <p:cNvSpPr/>
              <p:nvPr/>
            </p:nvSpPr>
            <p:spPr>
              <a:xfrm>
                <a:off x="5406874" y="3597749"/>
                <a:ext cx="166639" cy="851219"/>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9" name="Google Shape;879;p42"/>
            <p:cNvGrpSpPr/>
            <p:nvPr/>
          </p:nvGrpSpPr>
          <p:grpSpPr>
            <a:xfrm>
              <a:off x="7884941" y="3532318"/>
              <a:ext cx="941734" cy="930235"/>
              <a:chOff x="7429141" y="3532318"/>
              <a:chExt cx="941734" cy="930235"/>
            </a:xfrm>
          </p:grpSpPr>
          <p:sp>
            <p:nvSpPr>
              <p:cNvPr id="880" name="Google Shape;880;p42"/>
              <p:cNvSpPr/>
              <p:nvPr/>
            </p:nvSpPr>
            <p:spPr>
              <a:xfrm>
                <a:off x="7904177" y="3861427"/>
                <a:ext cx="466698" cy="594737"/>
              </a:xfrm>
              <a:custGeom>
                <a:avLst/>
                <a:gdLst/>
                <a:ahLst/>
                <a:cxnLst/>
                <a:rect l="l" t="t" r="r" b="b"/>
                <a:pathLst>
                  <a:path w="6940" h="8844" extrusionOk="0">
                    <a:moveTo>
                      <a:pt x="5003" y="1"/>
                    </a:moveTo>
                    <a:cubicBezTo>
                      <a:pt x="4850" y="1"/>
                      <a:pt x="4689" y="27"/>
                      <a:pt x="4525" y="80"/>
                    </a:cubicBezTo>
                    <a:cubicBezTo>
                      <a:pt x="3179" y="509"/>
                      <a:pt x="893" y="4390"/>
                      <a:pt x="0" y="8796"/>
                    </a:cubicBezTo>
                    <a:lnTo>
                      <a:pt x="2596" y="8843"/>
                    </a:lnTo>
                    <a:cubicBezTo>
                      <a:pt x="3072" y="7700"/>
                      <a:pt x="3858" y="6057"/>
                      <a:pt x="5037" y="4367"/>
                    </a:cubicBezTo>
                    <a:cubicBezTo>
                      <a:pt x="6939" y="1639"/>
                      <a:pt x="6214" y="1"/>
                      <a:pt x="500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42"/>
              <p:cNvSpPr/>
              <p:nvPr/>
            </p:nvSpPr>
            <p:spPr>
              <a:xfrm>
                <a:off x="7982655" y="3875616"/>
                <a:ext cx="307523" cy="577320"/>
              </a:xfrm>
              <a:custGeom>
                <a:avLst/>
                <a:gdLst/>
                <a:ahLst/>
                <a:cxnLst/>
                <a:rect l="l" t="t" r="r" b="b"/>
                <a:pathLst>
                  <a:path w="4573" h="8585" extrusionOk="0">
                    <a:moveTo>
                      <a:pt x="4477" y="0"/>
                    </a:moveTo>
                    <a:cubicBezTo>
                      <a:pt x="4453" y="24"/>
                      <a:pt x="3834" y="548"/>
                      <a:pt x="2965" y="1858"/>
                    </a:cubicBezTo>
                    <a:cubicBezTo>
                      <a:pt x="2167" y="3072"/>
                      <a:pt x="1000" y="5215"/>
                      <a:pt x="0" y="8537"/>
                    </a:cubicBezTo>
                    <a:lnTo>
                      <a:pt x="143" y="8585"/>
                    </a:lnTo>
                    <a:cubicBezTo>
                      <a:pt x="2060" y="2274"/>
                      <a:pt x="4548" y="131"/>
                      <a:pt x="4572" y="119"/>
                    </a:cubicBezTo>
                    <a:lnTo>
                      <a:pt x="44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42"/>
              <p:cNvSpPr/>
              <p:nvPr/>
            </p:nvSpPr>
            <p:spPr>
              <a:xfrm>
                <a:off x="7429141" y="3532318"/>
                <a:ext cx="445447" cy="922232"/>
              </a:xfrm>
              <a:custGeom>
                <a:avLst/>
                <a:gdLst/>
                <a:ahLst/>
                <a:cxnLst/>
                <a:rect l="l" t="t" r="r" b="b"/>
                <a:pathLst>
                  <a:path w="6624" h="13714" extrusionOk="0">
                    <a:moveTo>
                      <a:pt x="2474" y="1"/>
                    </a:moveTo>
                    <a:cubicBezTo>
                      <a:pt x="1112" y="1"/>
                      <a:pt x="0" y="1847"/>
                      <a:pt x="1278" y="5593"/>
                    </a:cubicBezTo>
                    <a:cubicBezTo>
                      <a:pt x="2516" y="9213"/>
                      <a:pt x="2790" y="12440"/>
                      <a:pt x="2861" y="13713"/>
                    </a:cubicBezTo>
                    <a:lnTo>
                      <a:pt x="5993" y="13666"/>
                    </a:lnTo>
                    <a:cubicBezTo>
                      <a:pt x="6624" y="7546"/>
                      <a:pt x="5100" y="1414"/>
                      <a:pt x="3504" y="343"/>
                    </a:cubicBezTo>
                    <a:cubicBezTo>
                      <a:pt x="3167" y="115"/>
                      <a:pt x="2813" y="1"/>
                      <a:pt x="247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42"/>
              <p:cNvSpPr/>
              <p:nvPr/>
            </p:nvSpPr>
            <p:spPr>
              <a:xfrm>
                <a:off x="7555902" y="3539311"/>
                <a:ext cx="187419" cy="923241"/>
              </a:xfrm>
              <a:custGeom>
                <a:avLst/>
                <a:gdLst/>
                <a:ahLst/>
                <a:cxnLst/>
                <a:rect l="l" t="t" r="r" b="b"/>
                <a:pathLst>
                  <a:path w="2787" h="13729" extrusionOk="0">
                    <a:moveTo>
                      <a:pt x="131" y="1"/>
                    </a:moveTo>
                    <a:lnTo>
                      <a:pt x="0" y="84"/>
                    </a:lnTo>
                    <a:cubicBezTo>
                      <a:pt x="12" y="96"/>
                      <a:pt x="667" y="1084"/>
                      <a:pt x="1310" y="3251"/>
                    </a:cubicBezTo>
                    <a:cubicBezTo>
                      <a:pt x="1893" y="5251"/>
                      <a:pt x="2584" y="8692"/>
                      <a:pt x="2524" y="13729"/>
                    </a:cubicBezTo>
                    <a:lnTo>
                      <a:pt x="2679" y="13729"/>
                    </a:lnTo>
                    <a:cubicBezTo>
                      <a:pt x="2786" y="4049"/>
                      <a:pt x="155" y="48"/>
                      <a:pt x="1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42"/>
              <p:cNvSpPr/>
              <p:nvPr/>
            </p:nvSpPr>
            <p:spPr>
              <a:xfrm>
                <a:off x="7763227" y="3596943"/>
                <a:ext cx="369189" cy="863996"/>
              </a:xfrm>
              <a:custGeom>
                <a:avLst/>
                <a:gdLst/>
                <a:ahLst/>
                <a:cxnLst/>
                <a:rect l="l" t="t" r="r" b="b"/>
                <a:pathLst>
                  <a:path w="5490" h="12848" extrusionOk="0">
                    <a:moveTo>
                      <a:pt x="3151" y="1"/>
                    </a:moveTo>
                    <a:cubicBezTo>
                      <a:pt x="2185" y="1"/>
                      <a:pt x="1553" y="665"/>
                      <a:pt x="810" y="2882"/>
                    </a:cubicBezTo>
                    <a:cubicBezTo>
                      <a:pt x="120" y="4966"/>
                      <a:pt x="13" y="10717"/>
                      <a:pt x="1" y="12848"/>
                    </a:cubicBezTo>
                    <a:lnTo>
                      <a:pt x="2584" y="12824"/>
                    </a:lnTo>
                    <a:cubicBezTo>
                      <a:pt x="2918" y="11752"/>
                      <a:pt x="3454" y="9943"/>
                      <a:pt x="4132" y="7347"/>
                    </a:cubicBezTo>
                    <a:cubicBezTo>
                      <a:pt x="5490" y="2251"/>
                      <a:pt x="4775" y="227"/>
                      <a:pt x="3573" y="37"/>
                    </a:cubicBezTo>
                    <a:cubicBezTo>
                      <a:pt x="3425" y="13"/>
                      <a:pt x="3284" y="1"/>
                      <a:pt x="31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42"/>
              <p:cNvSpPr/>
              <p:nvPr/>
            </p:nvSpPr>
            <p:spPr>
              <a:xfrm>
                <a:off x="7842511" y="3597749"/>
                <a:ext cx="165832" cy="851219"/>
              </a:xfrm>
              <a:custGeom>
                <a:avLst/>
                <a:gdLst/>
                <a:ahLst/>
                <a:cxnLst/>
                <a:rect l="l" t="t" r="r" b="b"/>
                <a:pathLst>
                  <a:path w="2466" h="12658" extrusionOk="0">
                    <a:moveTo>
                      <a:pt x="2322" y="1"/>
                    </a:moveTo>
                    <a:cubicBezTo>
                      <a:pt x="2298" y="72"/>
                      <a:pt x="774" y="6835"/>
                      <a:pt x="0" y="12633"/>
                    </a:cubicBezTo>
                    <a:lnTo>
                      <a:pt x="143" y="12657"/>
                    </a:lnTo>
                    <a:cubicBezTo>
                      <a:pt x="917" y="6859"/>
                      <a:pt x="2441" y="108"/>
                      <a:pt x="2465" y="37"/>
                    </a:cubicBezTo>
                    <a:lnTo>
                      <a:pt x="23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6" name="Google Shape;886;p42"/>
            <p:cNvSpPr/>
            <p:nvPr/>
          </p:nvSpPr>
          <p:spPr>
            <a:xfrm>
              <a:off x="6667160" y="2188578"/>
              <a:ext cx="614171" cy="793655"/>
            </a:xfrm>
            <a:custGeom>
              <a:avLst/>
              <a:gdLst/>
              <a:ahLst/>
              <a:cxnLst/>
              <a:rect l="l" t="t" r="r" b="b"/>
              <a:pathLst>
                <a:path w="9133" h="11802" extrusionOk="0">
                  <a:moveTo>
                    <a:pt x="798" y="1"/>
                  </a:moveTo>
                  <a:lnTo>
                    <a:pt x="0" y="10478"/>
                  </a:lnTo>
                  <a:cubicBezTo>
                    <a:pt x="659" y="11194"/>
                    <a:pt x="1880" y="11802"/>
                    <a:pt x="3204" y="11802"/>
                  </a:cubicBezTo>
                  <a:cubicBezTo>
                    <a:pt x="4368" y="11802"/>
                    <a:pt x="5611" y="11331"/>
                    <a:pt x="6620" y="10050"/>
                  </a:cubicBezTo>
                  <a:cubicBezTo>
                    <a:pt x="8203" y="8038"/>
                    <a:pt x="9132" y="3358"/>
                    <a:pt x="9073" y="1989"/>
                  </a:cubicBezTo>
                  <a:cubicBezTo>
                    <a:pt x="8192" y="1501"/>
                    <a:pt x="7049" y="1227"/>
                    <a:pt x="6108" y="953"/>
                  </a:cubicBezTo>
                  <a:cubicBezTo>
                    <a:pt x="4810" y="2465"/>
                    <a:pt x="4120" y="4704"/>
                    <a:pt x="4120" y="4704"/>
                  </a:cubicBezTo>
                  <a:cubicBezTo>
                    <a:pt x="3179" y="2727"/>
                    <a:pt x="2203" y="1370"/>
                    <a:pt x="1274" y="441"/>
                  </a:cubicBezTo>
                  <a:cubicBezTo>
                    <a:pt x="1107" y="287"/>
                    <a:pt x="953" y="132"/>
                    <a:pt x="7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42"/>
            <p:cNvSpPr/>
            <p:nvPr/>
          </p:nvSpPr>
          <p:spPr>
            <a:xfrm>
              <a:off x="7025858" y="2211039"/>
              <a:ext cx="256280" cy="179416"/>
            </a:xfrm>
            <a:custGeom>
              <a:avLst/>
              <a:gdLst/>
              <a:ahLst/>
              <a:cxnLst/>
              <a:rect l="l" t="t" r="r" b="b"/>
              <a:pathLst>
                <a:path w="3811" h="2668" extrusionOk="0">
                  <a:moveTo>
                    <a:pt x="845" y="0"/>
                  </a:moveTo>
                  <a:cubicBezTo>
                    <a:pt x="500" y="298"/>
                    <a:pt x="0" y="1631"/>
                    <a:pt x="0" y="1631"/>
                  </a:cubicBezTo>
                  <a:lnTo>
                    <a:pt x="3667" y="2667"/>
                  </a:lnTo>
                  <a:lnTo>
                    <a:pt x="3810" y="1084"/>
                  </a:lnTo>
                  <a:lnTo>
                    <a:pt x="845" y="0"/>
                  </a:lnTo>
                  <a:close/>
                </a:path>
              </a:pathLst>
            </a:custGeom>
            <a:solidFill>
              <a:srgbClr val="E24E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42"/>
            <p:cNvSpPr/>
            <p:nvPr/>
          </p:nvSpPr>
          <p:spPr>
            <a:xfrm>
              <a:off x="6522981" y="2762670"/>
              <a:ext cx="44114" cy="185805"/>
            </a:xfrm>
            <a:custGeom>
              <a:avLst/>
              <a:gdLst/>
              <a:ahLst/>
              <a:cxnLst/>
              <a:rect l="l" t="t" r="r" b="b"/>
              <a:pathLst>
                <a:path w="656" h="2763" extrusionOk="0">
                  <a:moveTo>
                    <a:pt x="1" y="1"/>
                  </a:moveTo>
                  <a:cubicBezTo>
                    <a:pt x="120" y="596"/>
                    <a:pt x="275" y="1417"/>
                    <a:pt x="656" y="2763"/>
                  </a:cubicBezTo>
                  <a:lnTo>
                    <a:pt x="1" y="1"/>
                  </a:ln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42"/>
            <p:cNvSpPr/>
            <p:nvPr/>
          </p:nvSpPr>
          <p:spPr>
            <a:xfrm>
              <a:off x="5204325" y="1902978"/>
              <a:ext cx="996070" cy="947585"/>
            </a:xfrm>
            <a:custGeom>
              <a:avLst/>
              <a:gdLst/>
              <a:ahLst/>
              <a:cxnLst/>
              <a:rect l="l" t="t" r="r" b="b"/>
              <a:pathLst>
                <a:path w="14812" h="14091" extrusionOk="0">
                  <a:moveTo>
                    <a:pt x="1832" y="1"/>
                  </a:moveTo>
                  <a:cubicBezTo>
                    <a:pt x="1805" y="1"/>
                    <a:pt x="1778" y="7"/>
                    <a:pt x="1751" y="21"/>
                  </a:cubicBezTo>
                  <a:cubicBezTo>
                    <a:pt x="1453" y="176"/>
                    <a:pt x="1965" y="2152"/>
                    <a:pt x="1965" y="2152"/>
                  </a:cubicBezTo>
                  <a:cubicBezTo>
                    <a:pt x="1965" y="2152"/>
                    <a:pt x="1359" y="358"/>
                    <a:pt x="1016" y="358"/>
                  </a:cubicBezTo>
                  <a:cubicBezTo>
                    <a:pt x="1003" y="358"/>
                    <a:pt x="989" y="360"/>
                    <a:pt x="977" y="366"/>
                  </a:cubicBezTo>
                  <a:cubicBezTo>
                    <a:pt x="643" y="521"/>
                    <a:pt x="1358" y="2343"/>
                    <a:pt x="1358" y="2343"/>
                  </a:cubicBezTo>
                  <a:cubicBezTo>
                    <a:pt x="1358" y="2343"/>
                    <a:pt x="734" y="1042"/>
                    <a:pt x="393" y="1042"/>
                  </a:cubicBezTo>
                  <a:cubicBezTo>
                    <a:pt x="372" y="1042"/>
                    <a:pt x="352" y="1047"/>
                    <a:pt x="334" y="1057"/>
                  </a:cubicBezTo>
                  <a:cubicBezTo>
                    <a:pt x="0" y="1247"/>
                    <a:pt x="846" y="3772"/>
                    <a:pt x="1262" y="4510"/>
                  </a:cubicBezTo>
                  <a:cubicBezTo>
                    <a:pt x="1262" y="4510"/>
                    <a:pt x="1596" y="12332"/>
                    <a:pt x="4739" y="13880"/>
                  </a:cubicBezTo>
                  <a:cubicBezTo>
                    <a:pt x="5032" y="14025"/>
                    <a:pt x="5327" y="14090"/>
                    <a:pt x="5619" y="14090"/>
                  </a:cubicBezTo>
                  <a:cubicBezTo>
                    <a:pt x="8043" y="14090"/>
                    <a:pt x="10339" y="9576"/>
                    <a:pt x="10966" y="8248"/>
                  </a:cubicBezTo>
                  <a:lnTo>
                    <a:pt x="11764" y="8856"/>
                  </a:lnTo>
                  <a:cubicBezTo>
                    <a:pt x="12633" y="6832"/>
                    <a:pt x="13752" y="5391"/>
                    <a:pt x="14812" y="3498"/>
                  </a:cubicBezTo>
                  <a:cubicBezTo>
                    <a:pt x="14670" y="3462"/>
                    <a:pt x="13966" y="2724"/>
                    <a:pt x="13943" y="2724"/>
                  </a:cubicBezTo>
                  <a:cubicBezTo>
                    <a:pt x="13943" y="2724"/>
                    <a:pt x="13943" y="2724"/>
                    <a:pt x="13943" y="2724"/>
                  </a:cubicBezTo>
                  <a:cubicBezTo>
                    <a:pt x="13943" y="2724"/>
                    <a:pt x="13510" y="2556"/>
                    <a:pt x="12832" y="2556"/>
                  </a:cubicBezTo>
                  <a:cubicBezTo>
                    <a:pt x="11815" y="2556"/>
                    <a:pt x="10244" y="2933"/>
                    <a:pt x="8751" y="4819"/>
                  </a:cubicBezTo>
                  <a:cubicBezTo>
                    <a:pt x="7323" y="7046"/>
                    <a:pt x="5989" y="8701"/>
                    <a:pt x="5989" y="8701"/>
                  </a:cubicBezTo>
                  <a:lnTo>
                    <a:pt x="3501" y="4688"/>
                  </a:lnTo>
                  <a:cubicBezTo>
                    <a:pt x="3501" y="4688"/>
                    <a:pt x="4477" y="2236"/>
                    <a:pt x="4120" y="1855"/>
                  </a:cubicBezTo>
                  <a:cubicBezTo>
                    <a:pt x="4068" y="1798"/>
                    <a:pt x="4017" y="1774"/>
                    <a:pt x="3967" y="1774"/>
                  </a:cubicBezTo>
                  <a:cubicBezTo>
                    <a:pt x="3682" y="1774"/>
                    <a:pt x="3441" y="2557"/>
                    <a:pt x="3441" y="2557"/>
                  </a:cubicBezTo>
                  <a:cubicBezTo>
                    <a:pt x="3441" y="2557"/>
                    <a:pt x="3418" y="127"/>
                    <a:pt x="3007" y="127"/>
                  </a:cubicBezTo>
                  <a:cubicBezTo>
                    <a:pt x="3001" y="127"/>
                    <a:pt x="2995" y="127"/>
                    <a:pt x="2989" y="128"/>
                  </a:cubicBezTo>
                  <a:cubicBezTo>
                    <a:pt x="2572" y="200"/>
                    <a:pt x="2644" y="2129"/>
                    <a:pt x="2644" y="2129"/>
                  </a:cubicBezTo>
                  <a:cubicBezTo>
                    <a:pt x="2644" y="2129"/>
                    <a:pt x="2312" y="1"/>
                    <a:pt x="1832" y="1"/>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42"/>
            <p:cNvSpPr/>
            <p:nvPr/>
          </p:nvSpPr>
          <p:spPr>
            <a:xfrm>
              <a:off x="5286770" y="2059261"/>
              <a:ext cx="136983" cy="53327"/>
            </a:xfrm>
            <a:custGeom>
              <a:avLst/>
              <a:gdLst/>
              <a:ahLst/>
              <a:cxnLst/>
              <a:rect l="l" t="t" r="r" b="b"/>
              <a:pathLst>
                <a:path w="2037" h="793" extrusionOk="0">
                  <a:moveTo>
                    <a:pt x="1496" y="1"/>
                  </a:moveTo>
                  <a:cubicBezTo>
                    <a:pt x="1017" y="1"/>
                    <a:pt x="325" y="117"/>
                    <a:pt x="13" y="733"/>
                  </a:cubicBezTo>
                  <a:cubicBezTo>
                    <a:pt x="1" y="757"/>
                    <a:pt x="13" y="781"/>
                    <a:pt x="25" y="793"/>
                  </a:cubicBezTo>
                  <a:lnTo>
                    <a:pt x="48" y="793"/>
                  </a:lnTo>
                  <a:cubicBezTo>
                    <a:pt x="72" y="793"/>
                    <a:pt x="84" y="793"/>
                    <a:pt x="96" y="769"/>
                  </a:cubicBezTo>
                  <a:cubicBezTo>
                    <a:pt x="391" y="194"/>
                    <a:pt x="1037" y="85"/>
                    <a:pt x="1489" y="85"/>
                  </a:cubicBezTo>
                  <a:cubicBezTo>
                    <a:pt x="1768" y="85"/>
                    <a:pt x="1973" y="126"/>
                    <a:pt x="1977" y="126"/>
                  </a:cubicBezTo>
                  <a:cubicBezTo>
                    <a:pt x="1984" y="129"/>
                    <a:pt x="1990" y="131"/>
                    <a:pt x="1996" y="131"/>
                  </a:cubicBezTo>
                  <a:cubicBezTo>
                    <a:pt x="2013" y="131"/>
                    <a:pt x="2028" y="120"/>
                    <a:pt x="2037" y="102"/>
                  </a:cubicBezTo>
                  <a:cubicBezTo>
                    <a:pt x="2037" y="78"/>
                    <a:pt x="2025" y="55"/>
                    <a:pt x="2001" y="43"/>
                  </a:cubicBezTo>
                  <a:cubicBezTo>
                    <a:pt x="1996" y="43"/>
                    <a:pt x="1785" y="1"/>
                    <a:pt x="1496" y="1"/>
                  </a:cubicBezTo>
                  <a:close/>
                </a:path>
              </a:pathLst>
            </a:custGeom>
            <a:solidFill>
              <a:srgbClr val="6C48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42"/>
            <p:cNvSpPr/>
            <p:nvPr/>
          </p:nvSpPr>
          <p:spPr>
            <a:xfrm>
              <a:off x="6061058" y="2035254"/>
              <a:ext cx="374770" cy="140615"/>
            </a:xfrm>
            <a:custGeom>
              <a:avLst/>
              <a:gdLst/>
              <a:ahLst/>
              <a:cxnLst/>
              <a:rect l="l" t="t" r="r" b="b"/>
              <a:pathLst>
                <a:path w="5573" h="2091" extrusionOk="0">
                  <a:moveTo>
                    <a:pt x="2741" y="0"/>
                  </a:moveTo>
                  <a:cubicBezTo>
                    <a:pt x="1090" y="0"/>
                    <a:pt x="0" y="138"/>
                    <a:pt x="0" y="138"/>
                  </a:cubicBezTo>
                  <a:cubicBezTo>
                    <a:pt x="0" y="221"/>
                    <a:pt x="71" y="2090"/>
                    <a:pt x="71" y="2090"/>
                  </a:cubicBezTo>
                  <a:lnTo>
                    <a:pt x="5572" y="2090"/>
                  </a:lnTo>
                  <a:lnTo>
                    <a:pt x="5572" y="138"/>
                  </a:lnTo>
                  <a:cubicBezTo>
                    <a:pt x="4532" y="35"/>
                    <a:pt x="3567" y="0"/>
                    <a:pt x="27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42"/>
            <p:cNvSpPr/>
            <p:nvPr/>
          </p:nvSpPr>
          <p:spPr>
            <a:xfrm>
              <a:off x="5998585" y="2078897"/>
              <a:ext cx="474835" cy="206517"/>
            </a:xfrm>
            <a:custGeom>
              <a:avLst/>
              <a:gdLst/>
              <a:ahLst/>
              <a:cxnLst/>
              <a:rect l="l" t="t" r="r" b="b"/>
              <a:pathLst>
                <a:path w="7061" h="3071" extrusionOk="0">
                  <a:moveTo>
                    <a:pt x="3283" y="0"/>
                  </a:moveTo>
                  <a:cubicBezTo>
                    <a:pt x="1799" y="0"/>
                    <a:pt x="74" y="205"/>
                    <a:pt x="0" y="215"/>
                  </a:cubicBezTo>
                  <a:cubicBezTo>
                    <a:pt x="0" y="215"/>
                    <a:pt x="1312" y="3071"/>
                    <a:pt x="3443" y="3071"/>
                  </a:cubicBezTo>
                  <a:cubicBezTo>
                    <a:pt x="3671" y="3071"/>
                    <a:pt x="3909" y="3038"/>
                    <a:pt x="4156" y="2965"/>
                  </a:cubicBezTo>
                  <a:cubicBezTo>
                    <a:pt x="6715" y="2215"/>
                    <a:pt x="7061" y="310"/>
                    <a:pt x="7061" y="310"/>
                  </a:cubicBezTo>
                  <a:cubicBezTo>
                    <a:pt x="7061" y="310"/>
                    <a:pt x="5549" y="96"/>
                    <a:pt x="3870" y="13"/>
                  </a:cubicBezTo>
                  <a:cubicBezTo>
                    <a:pt x="3682" y="4"/>
                    <a:pt x="3485" y="0"/>
                    <a:pt x="3283" y="0"/>
                  </a:cubicBezTo>
                  <a:close/>
                </a:path>
              </a:pathLst>
            </a:custGeom>
            <a:solidFill>
              <a:srgbClr val="B893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42"/>
            <p:cNvSpPr/>
            <p:nvPr/>
          </p:nvSpPr>
          <p:spPr>
            <a:xfrm>
              <a:off x="6129112" y="1896388"/>
              <a:ext cx="250631" cy="121583"/>
            </a:xfrm>
            <a:custGeom>
              <a:avLst/>
              <a:gdLst/>
              <a:ahLst/>
              <a:cxnLst/>
              <a:rect l="l" t="t" r="r" b="b"/>
              <a:pathLst>
                <a:path w="3727" h="1808" extrusionOk="0">
                  <a:moveTo>
                    <a:pt x="3727" y="0"/>
                  </a:moveTo>
                  <a:lnTo>
                    <a:pt x="0" y="393"/>
                  </a:lnTo>
                  <a:lnTo>
                    <a:pt x="95" y="1536"/>
                  </a:lnTo>
                  <a:cubicBezTo>
                    <a:pt x="772" y="1717"/>
                    <a:pt x="1463" y="1807"/>
                    <a:pt x="2144" y="1807"/>
                  </a:cubicBezTo>
                  <a:cubicBezTo>
                    <a:pt x="2674" y="1807"/>
                    <a:pt x="3198" y="1753"/>
                    <a:pt x="3703" y="1643"/>
                  </a:cubicBezTo>
                  <a:lnTo>
                    <a:pt x="3727" y="0"/>
                  </a:lnTo>
                  <a:close/>
                </a:path>
              </a:pathLst>
            </a:custGeom>
            <a:solidFill>
              <a:srgbClr val="EAA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42"/>
            <p:cNvSpPr/>
            <p:nvPr/>
          </p:nvSpPr>
          <p:spPr>
            <a:xfrm>
              <a:off x="6089840" y="2015685"/>
              <a:ext cx="319560" cy="71148"/>
            </a:xfrm>
            <a:custGeom>
              <a:avLst/>
              <a:gdLst/>
              <a:ahLst/>
              <a:cxnLst/>
              <a:rect l="l" t="t" r="r" b="b"/>
              <a:pathLst>
                <a:path w="4752" h="1058" extrusionOk="0">
                  <a:moveTo>
                    <a:pt x="1" y="0"/>
                  </a:moveTo>
                  <a:lnTo>
                    <a:pt x="84" y="774"/>
                  </a:lnTo>
                  <a:cubicBezTo>
                    <a:pt x="862" y="972"/>
                    <a:pt x="1659" y="1057"/>
                    <a:pt x="2467" y="1057"/>
                  </a:cubicBezTo>
                  <a:cubicBezTo>
                    <a:pt x="3218" y="1057"/>
                    <a:pt x="3977" y="983"/>
                    <a:pt x="4739" y="857"/>
                  </a:cubicBezTo>
                  <a:lnTo>
                    <a:pt x="4751" y="95"/>
                  </a:lnTo>
                  <a:lnTo>
                    <a:pt x="4751" y="95"/>
                  </a:lnTo>
                  <a:cubicBezTo>
                    <a:pt x="4089" y="210"/>
                    <a:pt x="3402" y="265"/>
                    <a:pt x="2705" y="265"/>
                  </a:cubicBezTo>
                  <a:cubicBezTo>
                    <a:pt x="1810" y="265"/>
                    <a:pt x="898" y="174"/>
                    <a:pt x="1" y="0"/>
                  </a:cubicBezTo>
                  <a:close/>
                </a:path>
              </a:pathLst>
            </a:custGeom>
            <a:solidFill>
              <a:srgbClr val="EAA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42"/>
            <p:cNvSpPr/>
            <p:nvPr/>
          </p:nvSpPr>
          <p:spPr>
            <a:xfrm>
              <a:off x="6095489" y="2067734"/>
              <a:ext cx="313104" cy="289097"/>
            </a:xfrm>
            <a:custGeom>
              <a:avLst/>
              <a:gdLst/>
              <a:ahLst/>
              <a:cxnLst/>
              <a:rect l="l" t="t" r="r" b="b"/>
              <a:pathLst>
                <a:path w="4656" h="4299" extrusionOk="0">
                  <a:moveTo>
                    <a:pt x="0" y="0"/>
                  </a:moveTo>
                  <a:lnTo>
                    <a:pt x="107" y="964"/>
                  </a:lnTo>
                  <a:cubicBezTo>
                    <a:pt x="107" y="964"/>
                    <a:pt x="405" y="4298"/>
                    <a:pt x="2274" y="4298"/>
                  </a:cubicBezTo>
                  <a:cubicBezTo>
                    <a:pt x="4370" y="4298"/>
                    <a:pt x="4643" y="964"/>
                    <a:pt x="4643" y="964"/>
                  </a:cubicBezTo>
                  <a:lnTo>
                    <a:pt x="4655" y="83"/>
                  </a:lnTo>
                  <a:lnTo>
                    <a:pt x="4655" y="83"/>
                  </a:lnTo>
                  <a:cubicBezTo>
                    <a:pt x="3893" y="209"/>
                    <a:pt x="3134" y="283"/>
                    <a:pt x="2383" y="283"/>
                  </a:cubicBezTo>
                  <a:cubicBezTo>
                    <a:pt x="1575" y="283"/>
                    <a:pt x="778" y="198"/>
                    <a:pt x="0" y="0"/>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42"/>
            <p:cNvSpPr/>
            <p:nvPr/>
          </p:nvSpPr>
          <p:spPr>
            <a:xfrm>
              <a:off x="5772768" y="1042344"/>
              <a:ext cx="892038" cy="921022"/>
            </a:xfrm>
            <a:custGeom>
              <a:avLst/>
              <a:gdLst/>
              <a:ahLst/>
              <a:cxnLst/>
              <a:rect l="l" t="t" r="r" b="b"/>
              <a:pathLst>
                <a:path w="13265" h="13696" extrusionOk="0">
                  <a:moveTo>
                    <a:pt x="6941" y="0"/>
                  </a:moveTo>
                  <a:cubicBezTo>
                    <a:pt x="6280" y="0"/>
                    <a:pt x="5583" y="81"/>
                    <a:pt x="4859" y="258"/>
                  </a:cubicBezTo>
                  <a:cubicBezTo>
                    <a:pt x="1001" y="1211"/>
                    <a:pt x="1" y="4794"/>
                    <a:pt x="608" y="8414"/>
                  </a:cubicBezTo>
                  <a:cubicBezTo>
                    <a:pt x="1297" y="12412"/>
                    <a:pt x="4264" y="13696"/>
                    <a:pt x="7114" y="13696"/>
                  </a:cubicBezTo>
                  <a:cubicBezTo>
                    <a:pt x="7320" y="13696"/>
                    <a:pt x="7525" y="13689"/>
                    <a:pt x="7728" y="13676"/>
                  </a:cubicBezTo>
                  <a:cubicBezTo>
                    <a:pt x="10943" y="13462"/>
                    <a:pt x="12860" y="10878"/>
                    <a:pt x="13050" y="8247"/>
                  </a:cubicBezTo>
                  <a:cubicBezTo>
                    <a:pt x="13264" y="5402"/>
                    <a:pt x="13074" y="4675"/>
                    <a:pt x="12633" y="3437"/>
                  </a:cubicBezTo>
                  <a:cubicBezTo>
                    <a:pt x="11966" y="1522"/>
                    <a:pt x="9798" y="0"/>
                    <a:pt x="6941" y="0"/>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42"/>
            <p:cNvSpPr/>
            <p:nvPr/>
          </p:nvSpPr>
          <p:spPr>
            <a:xfrm>
              <a:off x="5772768" y="1325524"/>
              <a:ext cx="189840" cy="336305"/>
            </a:xfrm>
            <a:custGeom>
              <a:avLst/>
              <a:gdLst/>
              <a:ahLst/>
              <a:cxnLst/>
              <a:rect l="l" t="t" r="r" b="b"/>
              <a:pathLst>
                <a:path w="2823" h="5001" extrusionOk="0">
                  <a:moveTo>
                    <a:pt x="1451" y="1"/>
                  </a:moveTo>
                  <a:cubicBezTo>
                    <a:pt x="1116" y="1"/>
                    <a:pt x="790" y="67"/>
                    <a:pt x="632" y="250"/>
                  </a:cubicBezTo>
                  <a:cubicBezTo>
                    <a:pt x="96" y="893"/>
                    <a:pt x="120" y="2084"/>
                    <a:pt x="60" y="2929"/>
                  </a:cubicBezTo>
                  <a:cubicBezTo>
                    <a:pt x="1" y="3774"/>
                    <a:pt x="418" y="4691"/>
                    <a:pt x="1203" y="5001"/>
                  </a:cubicBezTo>
                  <a:lnTo>
                    <a:pt x="858" y="4548"/>
                  </a:lnTo>
                  <a:cubicBezTo>
                    <a:pt x="1489" y="4143"/>
                    <a:pt x="1787" y="3274"/>
                    <a:pt x="1525" y="2560"/>
                  </a:cubicBezTo>
                  <a:lnTo>
                    <a:pt x="1525" y="2560"/>
                  </a:lnTo>
                  <a:cubicBezTo>
                    <a:pt x="1606" y="2749"/>
                    <a:pt x="1816" y="2856"/>
                    <a:pt x="2022" y="2856"/>
                  </a:cubicBezTo>
                  <a:cubicBezTo>
                    <a:pt x="2088" y="2856"/>
                    <a:pt x="2154" y="2845"/>
                    <a:pt x="2215" y="2822"/>
                  </a:cubicBezTo>
                  <a:cubicBezTo>
                    <a:pt x="2465" y="2726"/>
                    <a:pt x="2644" y="2488"/>
                    <a:pt x="2727" y="2226"/>
                  </a:cubicBezTo>
                  <a:cubicBezTo>
                    <a:pt x="2811" y="1964"/>
                    <a:pt x="2811" y="1691"/>
                    <a:pt x="2823" y="1417"/>
                  </a:cubicBezTo>
                  <a:cubicBezTo>
                    <a:pt x="2823" y="1167"/>
                    <a:pt x="2823" y="905"/>
                    <a:pt x="2739" y="667"/>
                  </a:cubicBezTo>
                  <a:cubicBezTo>
                    <a:pt x="2668" y="429"/>
                    <a:pt x="2489" y="202"/>
                    <a:pt x="2251" y="119"/>
                  </a:cubicBezTo>
                  <a:cubicBezTo>
                    <a:pt x="2050" y="52"/>
                    <a:pt x="1747" y="1"/>
                    <a:pt x="14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42"/>
            <p:cNvSpPr/>
            <p:nvPr/>
          </p:nvSpPr>
          <p:spPr>
            <a:xfrm>
              <a:off x="6521434" y="1331307"/>
              <a:ext cx="168993" cy="330521"/>
            </a:xfrm>
            <a:custGeom>
              <a:avLst/>
              <a:gdLst/>
              <a:ahLst/>
              <a:cxnLst/>
              <a:rect l="l" t="t" r="r" b="b"/>
              <a:pathLst>
                <a:path w="2513" h="4915" extrusionOk="0">
                  <a:moveTo>
                    <a:pt x="758" y="1"/>
                  </a:moveTo>
                  <a:cubicBezTo>
                    <a:pt x="692" y="1"/>
                    <a:pt x="626" y="11"/>
                    <a:pt x="560" y="33"/>
                  </a:cubicBezTo>
                  <a:cubicBezTo>
                    <a:pt x="322" y="116"/>
                    <a:pt x="155" y="343"/>
                    <a:pt x="72" y="581"/>
                  </a:cubicBezTo>
                  <a:cubicBezTo>
                    <a:pt x="0" y="819"/>
                    <a:pt x="0" y="1081"/>
                    <a:pt x="0" y="1331"/>
                  </a:cubicBezTo>
                  <a:cubicBezTo>
                    <a:pt x="0" y="1605"/>
                    <a:pt x="0" y="1878"/>
                    <a:pt x="83" y="2140"/>
                  </a:cubicBezTo>
                  <a:cubicBezTo>
                    <a:pt x="167" y="2402"/>
                    <a:pt x="345" y="2640"/>
                    <a:pt x="595" y="2736"/>
                  </a:cubicBezTo>
                  <a:cubicBezTo>
                    <a:pt x="659" y="2759"/>
                    <a:pt x="728" y="2770"/>
                    <a:pt x="795" y="2770"/>
                  </a:cubicBezTo>
                  <a:cubicBezTo>
                    <a:pt x="1006" y="2770"/>
                    <a:pt x="1214" y="2663"/>
                    <a:pt x="1286" y="2474"/>
                  </a:cubicBezTo>
                  <a:lnTo>
                    <a:pt x="1286" y="2474"/>
                  </a:lnTo>
                  <a:cubicBezTo>
                    <a:pt x="1036" y="3188"/>
                    <a:pt x="1322" y="4057"/>
                    <a:pt x="1953" y="4462"/>
                  </a:cubicBezTo>
                  <a:lnTo>
                    <a:pt x="1607" y="4915"/>
                  </a:lnTo>
                  <a:cubicBezTo>
                    <a:pt x="2393" y="4605"/>
                    <a:pt x="2512" y="3831"/>
                    <a:pt x="2453" y="2986"/>
                  </a:cubicBezTo>
                  <a:cubicBezTo>
                    <a:pt x="2393" y="2140"/>
                    <a:pt x="2239" y="1236"/>
                    <a:pt x="1703" y="593"/>
                  </a:cubicBezTo>
                  <a:cubicBezTo>
                    <a:pt x="1451" y="301"/>
                    <a:pt x="1115" y="1"/>
                    <a:pt x="7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42"/>
            <p:cNvSpPr/>
            <p:nvPr/>
          </p:nvSpPr>
          <p:spPr>
            <a:xfrm>
              <a:off x="6492585" y="1547373"/>
              <a:ext cx="217680" cy="246462"/>
            </a:xfrm>
            <a:custGeom>
              <a:avLst/>
              <a:gdLst/>
              <a:ahLst/>
              <a:cxnLst/>
              <a:rect l="l" t="t" r="r" b="b"/>
              <a:pathLst>
                <a:path w="3237" h="3665" extrusionOk="0">
                  <a:moveTo>
                    <a:pt x="1631" y="1"/>
                  </a:moveTo>
                  <a:cubicBezTo>
                    <a:pt x="1165" y="1"/>
                    <a:pt x="774" y="142"/>
                    <a:pt x="774" y="142"/>
                  </a:cubicBezTo>
                  <a:cubicBezTo>
                    <a:pt x="774" y="142"/>
                    <a:pt x="1" y="1975"/>
                    <a:pt x="72" y="2618"/>
                  </a:cubicBezTo>
                  <a:cubicBezTo>
                    <a:pt x="142" y="3313"/>
                    <a:pt x="720" y="3664"/>
                    <a:pt x="1359" y="3664"/>
                  </a:cubicBezTo>
                  <a:cubicBezTo>
                    <a:pt x="2240" y="3664"/>
                    <a:pt x="3237" y="2995"/>
                    <a:pt x="3168" y="1642"/>
                  </a:cubicBezTo>
                  <a:cubicBezTo>
                    <a:pt x="3098" y="282"/>
                    <a:pt x="2289" y="1"/>
                    <a:pt x="1631" y="1"/>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42"/>
            <p:cNvSpPr/>
            <p:nvPr/>
          </p:nvSpPr>
          <p:spPr>
            <a:xfrm>
              <a:off x="6511818" y="1596329"/>
              <a:ext cx="169800" cy="135974"/>
            </a:xfrm>
            <a:custGeom>
              <a:avLst/>
              <a:gdLst/>
              <a:ahLst/>
              <a:cxnLst/>
              <a:rect l="l" t="t" r="r" b="b"/>
              <a:pathLst>
                <a:path w="2525" h="2022" extrusionOk="0">
                  <a:moveTo>
                    <a:pt x="1528" y="1"/>
                  </a:moveTo>
                  <a:cubicBezTo>
                    <a:pt x="1304" y="1"/>
                    <a:pt x="1075" y="77"/>
                    <a:pt x="846" y="223"/>
                  </a:cubicBezTo>
                  <a:cubicBezTo>
                    <a:pt x="0" y="795"/>
                    <a:pt x="536" y="1986"/>
                    <a:pt x="536" y="1998"/>
                  </a:cubicBezTo>
                  <a:cubicBezTo>
                    <a:pt x="548" y="2009"/>
                    <a:pt x="560" y="2021"/>
                    <a:pt x="584" y="2021"/>
                  </a:cubicBezTo>
                  <a:lnTo>
                    <a:pt x="596" y="2021"/>
                  </a:lnTo>
                  <a:cubicBezTo>
                    <a:pt x="619" y="2009"/>
                    <a:pt x="631" y="1986"/>
                    <a:pt x="619" y="1962"/>
                  </a:cubicBezTo>
                  <a:cubicBezTo>
                    <a:pt x="619" y="1950"/>
                    <a:pt x="119" y="831"/>
                    <a:pt x="905" y="307"/>
                  </a:cubicBezTo>
                  <a:cubicBezTo>
                    <a:pt x="1115" y="170"/>
                    <a:pt x="1319" y="96"/>
                    <a:pt x="1520" y="96"/>
                  </a:cubicBezTo>
                  <a:cubicBezTo>
                    <a:pt x="1581" y="96"/>
                    <a:pt x="1642" y="102"/>
                    <a:pt x="1703" y="116"/>
                  </a:cubicBezTo>
                  <a:cubicBezTo>
                    <a:pt x="2155" y="212"/>
                    <a:pt x="2429" y="640"/>
                    <a:pt x="2429" y="640"/>
                  </a:cubicBezTo>
                  <a:cubicBezTo>
                    <a:pt x="2438" y="658"/>
                    <a:pt x="2453" y="669"/>
                    <a:pt x="2470" y="669"/>
                  </a:cubicBezTo>
                  <a:cubicBezTo>
                    <a:pt x="2476" y="669"/>
                    <a:pt x="2482" y="667"/>
                    <a:pt x="2489" y="664"/>
                  </a:cubicBezTo>
                  <a:cubicBezTo>
                    <a:pt x="2512" y="652"/>
                    <a:pt x="2524" y="616"/>
                    <a:pt x="2501" y="593"/>
                  </a:cubicBezTo>
                  <a:cubicBezTo>
                    <a:pt x="2489" y="581"/>
                    <a:pt x="2215" y="128"/>
                    <a:pt x="1727" y="21"/>
                  </a:cubicBezTo>
                  <a:cubicBezTo>
                    <a:pt x="1661" y="7"/>
                    <a:pt x="1595" y="1"/>
                    <a:pt x="1528"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42"/>
            <p:cNvSpPr/>
            <p:nvPr/>
          </p:nvSpPr>
          <p:spPr>
            <a:xfrm>
              <a:off x="6536632" y="1648110"/>
              <a:ext cx="95357" cy="23335"/>
            </a:xfrm>
            <a:custGeom>
              <a:avLst/>
              <a:gdLst/>
              <a:ahLst/>
              <a:cxnLst/>
              <a:rect l="l" t="t" r="r" b="b"/>
              <a:pathLst>
                <a:path w="1418" h="347" extrusionOk="0">
                  <a:moveTo>
                    <a:pt x="635" y="1"/>
                  </a:moveTo>
                  <a:cubicBezTo>
                    <a:pt x="430" y="1"/>
                    <a:pt x="209" y="66"/>
                    <a:pt x="12" y="263"/>
                  </a:cubicBezTo>
                  <a:cubicBezTo>
                    <a:pt x="0" y="275"/>
                    <a:pt x="0" y="311"/>
                    <a:pt x="12" y="323"/>
                  </a:cubicBezTo>
                  <a:cubicBezTo>
                    <a:pt x="24" y="335"/>
                    <a:pt x="36" y="340"/>
                    <a:pt x="48" y="340"/>
                  </a:cubicBezTo>
                  <a:cubicBezTo>
                    <a:pt x="60" y="340"/>
                    <a:pt x="72" y="335"/>
                    <a:pt x="84" y="323"/>
                  </a:cubicBezTo>
                  <a:cubicBezTo>
                    <a:pt x="258" y="149"/>
                    <a:pt x="453" y="90"/>
                    <a:pt x="636" y="90"/>
                  </a:cubicBezTo>
                  <a:cubicBezTo>
                    <a:pt x="1005" y="90"/>
                    <a:pt x="1326" y="327"/>
                    <a:pt x="1334" y="335"/>
                  </a:cubicBezTo>
                  <a:cubicBezTo>
                    <a:pt x="1346" y="335"/>
                    <a:pt x="1346" y="346"/>
                    <a:pt x="1358" y="346"/>
                  </a:cubicBezTo>
                  <a:cubicBezTo>
                    <a:pt x="1370" y="346"/>
                    <a:pt x="1393" y="335"/>
                    <a:pt x="1393" y="323"/>
                  </a:cubicBezTo>
                  <a:cubicBezTo>
                    <a:pt x="1417" y="299"/>
                    <a:pt x="1405" y="275"/>
                    <a:pt x="1393" y="251"/>
                  </a:cubicBezTo>
                  <a:cubicBezTo>
                    <a:pt x="1386" y="251"/>
                    <a:pt x="1038" y="1"/>
                    <a:pt x="635"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42"/>
            <p:cNvSpPr/>
            <p:nvPr/>
          </p:nvSpPr>
          <p:spPr>
            <a:xfrm>
              <a:off x="5805585" y="1532041"/>
              <a:ext cx="926469" cy="541342"/>
            </a:xfrm>
            <a:custGeom>
              <a:avLst/>
              <a:gdLst/>
              <a:ahLst/>
              <a:cxnLst/>
              <a:rect l="l" t="t" r="r" b="b"/>
              <a:pathLst>
                <a:path w="13777" h="8050" extrusionOk="0">
                  <a:moveTo>
                    <a:pt x="11788" y="1"/>
                  </a:moveTo>
                  <a:cubicBezTo>
                    <a:pt x="11788" y="1"/>
                    <a:pt x="11669" y="453"/>
                    <a:pt x="10026" y="2275"/>
                  </a:cubicBezTo>
                  <a:cubicBezTo>
                    <a:pt x="9729" y="2604"/>
                    <a:pt x="9418" y="2711"/>
                    <a:pt x="9091" y="2711"/>
                  </a:cubicBezTo>
                  <a:cubicBezTo>
                    <a:pt x="8477" y="2711"/>
                    <a:pt x="7811" y="2332"/>
                    <a:pt x="7093" y="2332"/>
                  </a:cubicBezTo>
                  <a:cubicBezTo>
                    <a:pt x="7058" y="2332"/>
                    <a:pt x="7024" y="2333"/>
                    <a:pt x="6990" y="2334"/>
                  </a:cubicBezTo>
                  <a:cubicBezTo>
                    <a:pt x="5835" y="2394"/>
                    <a:pt x="5335" y="2620"/>
                    <a:pt x="4073" y="2656"/>
                  </a:cubicBezTo>
                  <a:cubicBezTo>
                    <a:pt x="4066" y="2656"/>
                    <a:pt x="4060" y="2656"/>
                    <a:pt x="4053" y="2656"/>
                  </a:cubicBezTo>
                  <a:cubicBezTo>
                    <a:pt x="2805" y="2656"/>
                    <a:pt x="2450" y="405"/>
                    <a:pt x="697" y="405"/>
                  </a:cubicBezTo>
                  <a:cubicBezTo>
                    <a:pt x="683" y="405"/>
                    <a:pt x="670" y="405"/>
                    <a:pt x="656" y="406"/>
                  </a:cubicBezTo>
                  <a:cubicBezTo>
                    <a:pt x="656" y="406"/>
                    <a:pt x="1" y="8049"/>
                    <a:pt x="6752" y="8049"/>
                  </a:cubicBezTo>
                  <a:cubicBezTo>
                    <a:pt x="13776" y="8049"/>
                    <a:pt x="11788" y="1"/>
                    <a:pt x="117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42"/>
            <p:cNvSpPr/>
            <p:nvPr/>
          </p:nvSpPr>
          <p:spPr>
            <a:xfrm>
              <a:off x="6254798" y="1751200"/>
              <a:ext cx="65701" cy="43509"/>
            </a:xfrm>
            <a:custGeom>
              <a:avLst/>
              <a:gdLst/>
              <a:ahLst/>
              <a:cxnLst/>
              <a:rect l="l" t="t" r="r" b="b"/>
              <a:pathLst>
                <a:path w="977" h="647" extrusionOk="0">
                  <a:moveTo>
                    <a:pt x="50" y="1"/>
                  </a:moveTo>
                  <a:cubicBezTo>
                    <a:pt x="45" y="1"/>
                    <a:pt x="40" y="2"/>
                    <a:pt x="36" y="4"/>
                  </a:cubicBezTo>
                  <a:cubicBezTo>
                    <a:pt x="12" y="4"/>
                    <a:pt x="0" y="28"/>
                    <a:pt x="0" y="52"/>
                  </a:cubicBezTo>
                  <a:cubicBezTo>
                    <a:pt x="0" y="52"/>
                    <a:pt x="84" y="647"/>
                    <a:pt x="798" y="647"/>
                  </a:cubicBezTo>
                  <a:cubicBezTo>
                    <a:pt x="846" y="647"/>
                    <a:pt x="893" y="647"/>
                    <a:pt x="941" y="635"/>
                  </a:cubicBezTo>
                  <a:cubicBezTo>
                    <a:pt x="965" y="635"/>
                    <a:pt x="977" y="611"/>
                    <a:pt x="977" y="587"/>
                  </a:cubicBezTo>
                  <a:cubicBezTo>
                    <a:pt x="977" y="564"/>
                    <a:pt x="953" y="552"/>
                    <a:pt x="929" y="552"/>
                  </a:cubicBezTo>
                  <a:cubicBezTo>
                    <a:pt x="884" y="556"/>
                    <a:pt x="842" y="558"/>
                    <a:pt x="801" y="558"/>
                  </a:cubicBezTo>
                  <a:cubicBezTo>
                    <a:pt x="169" y="558"/>
                    <a:pt x="96" y="62"/>
                    <a:pt x="96" y="40"/>
                  </a:cubicBezTo>
                  <a:cubicBezTo>
                    <a:pt x="96" y="20"/>
                    <a:pt x="72" y="1"/>
                    <a:pt x="50"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42"/>
            <p:cNvSpPr/>
            <p:nvPr/>
          </p:nvSpPr>
          <p:spPr>
            <a:xfrm>
              <a:off x="5989775" y="1420477"/>
              <a:ext cx="176188" cy="95491"/>
            </a:xfrm>
            <a:custGeom>
              <a:avLst/>
              <a:gdLst/>
              <a:ahLst/>
              <a:cxnLst/>
              <a:rect l="l" t="t" r="r" b="b"/>
              <a:pathLst>
                <a:path w="2620" h="1420" extrusionOk="0">
                  <a:moveTo>
                    <a:pt x="2051" y="0"/>
                  </a:moveTo>
                  <a:cubicBezTo>
                    <a:pt x="1822" y="0"/>
                    <a:pt x="1488" y="100"/>
                    <a:pt x="989" y="362"/>
                  </a:cubicBezTo>
                  <a:cubicBezTo>
                    <a:pt x="0" y="874"/>
                    <a:pt x="465" y="1291"/>
                    <a:pt x="465" y="1291"/>
                  </a:cubicBezTo>
                  <a:cubicBezTo>
                    <a:pt x="557" y="1378"/>
                    <a:pt x="676" y="1419"/>
                    <a:pt x="824" y="1419"/>
                  </a:cubicBezTo>
                  <a:cubicBezTo>
                    <a:pt x="1077" y="1419"/>
                    <a:pt x="1413" y="1299"/>
                    <a:pt x="1834" y="1088"/>
                  </a:cubicBezTo>
                  <a:cubicBezTo>
                    <a:pt x="2394" y="803"/>
                    <a:pt x="2620" y="457"/>
                    <a:pt x="2465" y="219"/>
                  </a:cubicBezTo>
                  <a:cubicBezTo>
                    <a:pt x="2389" y="91"/>
                    <a:pt x="2268" y="0"/>
                    <a:pt x="20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42"/>
            <p:cNvSpPr/>
            <p:nvPr/>
          </p:nvSpPr>
          <p:spPr>
            <a:xfrm>
              <a:off x="6105845" y="1568892"/>
              <a:ext cx="64154" cy="76931"/>
            </a:xfrm>
            <a:custGeom>
              <a:avLst/>
              <a:gdLst/>
              <a:ahLst/>
              <a:cxnLst/>
              <a:rect l="l" t="t" r="r" b="b"/>
              <a:pathLst>
                <a:path w="954" h="1144" extrusionOk="0">
                  <a:moveTo>
                    <a:pt x="477" y="0"/>
                  </a:moveTo>
                  <a:cubicBezTo>
                    <a:pt x="215" y="0"/>
                    <a:pt x="1" y="250"/>
                    <a:pt x="1" y="572"/>
                  </a:cubicBezTo>
                  <a:cubicBezTo>
                    <a:pt x="1" y="893"/>
                    <a:pt x="215" y="1143"/>
                    <a:pt x="477" y="1143"/>
                  </a:cubicBezTo>
                  <a:cubicBezTo>
                    <a:pt x="739" y="1143"/>
                    <a:pt x="953" y="893"/>
                    <a:pt x="953" y="572"/>
                  </a:cubicBezTo>
                  <a:cubicBezTo>
                    <a:pt x="953" y="250"/>
                    <a:pt x="739" y="0"/>
                    <a:pt x="4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42"/>
            <p:cNvSpPr/>
            <p:nvPr/>
          </p:nvSpPr>
          <p:spPr>
            <a:xfrm>
              <a:off x="6415721" y="1420477"/>
              <a:ext cx="176188" cy="95491"/>
            </a:xfrm>
            <a:custGeom>
              <a:avLst/>
              <a:gdLst/>
              <a:ahLst/>
              <a:cxnLst/>
              <a:rect l="l" t="t" r="r" b="b"/>
              <a:pathLst>
                <a:path w="2620" h="1420" extrusionOk="0">
                  <a:moveTo>
                    <a:pt x="568" y="0"/>
                  </a:moveTo>
                  <a:cubicBezTo>
                    <a:pt x="349" y="0"/>
                    <a:pt x="225" y="91"/>
                    <a:pt x="143" y="219"/>
                  </a:cubicBezTo>
                  <a:cubicBezTo>
                    <a:pt x="1" y="457"/>
                    <a:pt x="227" y="803"/>
                    <a:pt x="786" y="1088"/>
                  </a:cubicBezTo>
                  <a:cubicBezTo>
                    <a:pt x="1208" y="1299"/>
                    <a:pt x="1539" y="1419"/>
                    <a:pt x="1791" y="1419"/>
                  </a:cubicBezTo>
                  <a:cubicBezTo>
                    <a:pt x="1938" y="1419"/>
                    <a:pt x="2059" y="1378"/>
                    <a:pt x="2156" y="1291"/>
                  </a:cubicBezTo>
                  <a:cubicBezTo>
                    <a:pt x="2156" y="1291"/>
                    <a:pt x="2620" y="874"/>
                    <a:pt x="1632" y="362"/>
                  </a:cubicBezTo>
                  <a:cubicBezTo>
                    <a:pt x="1132" y="100"/>
                    <a:pt x="798" y="0"/>
                    <a:pt x="5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42"/>
            <p:cNvSpPr/>
            <p:nvPr/>
          </p:nvSpPr>
          <p:spPr>
            <a:xfrm>
              <a:off x="6418949" y="1580123"/>
              <a:ext cx="63280" cy="76931"/>
            </a:xfrm>
            <a:custGeom>
              <a:avLst/>
              <a:gdLst/>
              <a:ahLst/>
              <a:cxnLst/>
              <a:rect l="l" t="t" r="r" b="b"/>
              <a:pathLst>
                <a:path w="941" h="1144" extrusionOk="0">
                  <a:moveTo>
                    <a:pt x="464" y="0"/>
                  </a:moveTo>
                  <a:cubicBezTo>
                    <a:pt x="214" y="0"/>
                    <a:pt x="0" y="250"/>
                    <a:pt x="0" y="572"/>
                  </a:cubicBezTo>
                  <a:cubicBezTo>
                    <a:pt x="0" y="893"/>
                    <a:pt x="214" y="1143"/>
                    <a:pt x="464" y="1143"/>
                  </a:cubicBezTo>
                  <a:cubicBezTo>
                    <a:pt x="726" y="1143"/>
                    <a:pt x="941" y="893"/>
                    <a:pt x="941" y="572"/>
                  </a:cubicBezTo>
                  <a:cubicBezTo>
                    <a:pt x="941" y="250"/>
                    <a:pt x="726" y="0"/>
                    <a:pt x="4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42"/>
            <p:cNvSpPr/>
            <p:nvPr/>
          </p:nvSpPr>
          <p:spPr>
            <a:xfrm>
              <a:off x="5751316" y="1580795"/>
              <a:ext cx="216873" cy="246664"/>
            </a:xfrm>
            <a:custGeom>
              <a:avLst/>
              <a:gdLst/>
              <a:ahLst/>
              <a:cxnLst/>
              <a:rect l="l" t="t" r="r" b="b"/>
              <a:pathLst>
                <a:path w="3225" h="3668" extrusionOk="0">
                  <a:moveTo>
                    <a:pt x="1588" y="0"/>
                  </a:moveTo>
                  <a:cubicBezTo>
                    <a:pt x="932" y="0"/>
                    <a:pt x="132" y="284"/>
                    <a:pt x="70" y="1645"/>
                  </a:cubicBezTo>
                  <a:cubicBezTo>
                    <a:pt x="1" y="2999"/>
                    <a:pt x="993" y="3667"/>
                    <a:pt x="1871" y="3667"/>
                  </a:cubicBezTo>
                  <a:cubicBezTo>
                    <a:pt x="2507" y="3667"/>
                    <a:pt x="3083" y="3317"/>
                    <a:pt x="3153" y="2621"/>
                  </a:cubicBezTo>
                  <a:cubicBezTo>
                    <a:pt x="3225" y="1978"/>
                    <a:pt x="2451" y="145"/>
                    <a:pt x="2451" y="145"/>
                  </a:cubicBezTo>
                  <a:cubicBezTo>
                    <a:pt x="2451" y="145"/>
                    <a:pt x="2056" y="0"/>
                    <a:pt x="1588" y="0"/>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42"/>
            <p:cNvSpPr/>
            <p:nvPr/>
          </p:nvSpPr>
          <p:spPr>
            <a:xfrm>
              <a:off x="5779963" y="1629953"/>
              <a:ext cx="169060" cy="135974"/>
            </a:xfrm>
            <a:custGeom>
              <a:avLst/>
              <a:gdLst/>
              <a:ahLst/>
              <a:cxnLst/>
              <a:rect l="l" t="t" r="r" b="b"/>
              <a:pathLst>
                <a:path w="2514" h="2022" extrusionOk="0">
                  <a:moveTo>
                    <a:pt x="985" y="1"/>
                  </a:moveTo>
                  <a:cubicBezTo>
                    <a:pt x="919" y="1"/>
                    <a:pt x="852" y="7"/>
                    <a:pt x="787" y="21"/>
                  </a:cubicBezTo>
                  <a:cubicBezTo>
                    <a:pt x="299" y="128"/>
                    <a:pt x="25" y="569"/>
                    <a:pt x="13" y="593"/>
                  </a:cubicBezTo>
                  <a:cubicBezTo>
                    <a:pt x="1" y="616"/>
                    <a:pt x="1" y="640"/>
                    <a:pt x="25" y="652"/>
                  </a:cubicBezTo>
                  <a:cubicBezTo>
                    <a:pt x="34" y="661"/>
                    <a:pt x="43" y="665"/>
                    <a:pt x="51" y="665"/>
                  </a:cubicBezTo>
                  <a:cubicBezTo>
                    <a:pt x="65" y="665"/>
                    <a:pt x="77" y="655"/>
                    <a:pt x="84" y="640"/>
                  </a:cubicBezTo>
                  <a:cubicBezTo>
                    <a:pt x="96" y="640"/>
                    <a:pt x="358" y="212"/>
                    <a:pt x="811" y="116"/>
                  </a:cubicBezTo>
                  <a:cubicBezTo>
                    <a:pt x="875" y="102"/>
                    <a:pt x="941" y="94"/>
                    <a:pt x="1007" y="94"/>
                  </a:cubicBezTo>
                  <a:cubicBezTo>
                    <a:pt x="1208" y="94"/>
                    <a:pt x="1414" y="163"/>
                    <a:pt x="1620" y="307"/>
                  </a:cubicBezTo>
                  <a:cubicBezTo>
                    <a:pt x="2394" y="819"/>
                    <a:pt x="1894" y="1938"/>
                    <a:pt x="1894" y="1950"/>
                  </a:cubicBezTo>
                  <a:cubicBezTo>
                    <a:pt x="1882" y="1974"/>
                    <a:pt x="1894" y="2009"/>
                    <a:pt x="1918" y="2021"/>
                  </a:cubicBezTo>
                  <a:lnTo>
                    <a:pt x="1942" y="2021"/>
                  </a:lnTo>
                  <a:cubicBezTo>
                    <a:pt x="1954" y="2021"/>
                    <a:pt x="1965" y="2009"/>
                    <a:pt x="1977" y="1998"/>
                  </a:cubicBezTo>
                  <a:cubicBezTo>
                    <a:pt x="1989" y="1986"/>
                    <a:pt x="2513" y="795"/>
                    <a:pt x="1668" y="224"/>
                  </a:cubicBezTo>
                  <a:cubicBezTo>
                    <a:pt x="1439" y="77"/>
                    <a:pt x="1209" y="1"/>
                    <a:pt x="985"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42"/>
            <p:cNvSpPr/>
            <p:nvPr/>
          </p:nvSpPr>
          <p:spPr>
            <a:xfrm>
              <a:off x="5829659" y="1681734"/>
              <a:ext cx="94550" cy="22931"/>
            </a:xfrm>
            <a:custGeom>
              <a:avLst/>
              <a:gdLst/>
              <a:ahLst/>
              <a:cxnLst/>
              <a:rect l="l" t="t" r="r" b="b"/>
              <a:pathLst>
                <a:path w="1406" h="341" extrusionOk="0">
                  <a:moveTo>
                    <a:pt x="771" y="1"/>
                  </a:moveTo>
                  <a:cubicBezTo>
                    <a:pt x="368" y="1"/>
                    <a:pt x="24" y="251"/>
                    <a:pt x="24" y="251"/>
                  </a:cubicBezTo>
                  <a:cubicBezTo>
                    <a:pt x="0" y="275"/>
                    <a:pt x="0" y="299"/>
                    <a:pt x="12" y="323"/>
                  </a:cubicBezTo>
                  <a:cubicBezTo>
                    <a:pt x="24" y="335"/>
                    <a:pt x="36" y="335"/>
                    <a:pt x="48" y="335"/>
                  </a:cubicBezTo>
                  <a:cubicBezTo>
                    <a:pt x="60" y="335"/>
                    <a:pt x="72" y="335"/>
                    <a:pt x="72" y="323"/>
                  </a:cubicBezTo>
                  <a:cubicBezTo>
                    <a:pt x="80" y="323"/>
                    <a:pt x="400" y="90"/>
                    <a:pt x="767" y="90"/>
                  </a:cubicBezTo>
                  <a:cubicBezTo>
                    <a:pt x="951" y="90"/>
                    <a:pt x="1147" y="148"/>
                    <a:pt x="1322" y="323"/>
                  </a:cubicBezTo>
                  <a:cubicBezTo>
                    <a:pt x="1334" y="335"/>
                    <a:pt x="1346" y="341"/>
                    <a:pt x="1357" y="341"/>
                  </a:cubicBezTo>
                  <a:cubicBezTo>
                    <a:pt x="1369" y="341"/>
                    <a:pt x="1381" y="335"/>
                    <a:pt x="1393" y="323"/>
                  </a:cubicBezTo>
                  <a:cubicBezTo>
                    <a:pt x="1405" y="311"/>
                    <a:pt x="1405" y="275"/>
                    <a:pt x="1393" y="263"/>
                  </a:cubicBezTo>
                  <a:cubicBezTo>
                    <a:pt x="1196" y="66"/>
                    <a:pt x="976" y="1"/>
                    <a:pt x="771"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42"/>
            <p:cNvSpPr/>
            <p:nvPr/>
          </p:nvSpPr>
          <p:spPr>
            <a:xfrm>
              <a:off x="6241147" y="1367890"/>
              <a:ext cx="128981" cy="322788"/>
            </a:xfrm>
            <a:custGeom>
              <a:avLst/>
              <a:gdLst/>
              <a:ahLst/>
              <a:cxnLst/>
              <a:rect l="l" t="t" r="r" b="b"/>
              <a:pathLst>
                <a:path w="1918" h="4800" extrusionOk="0">
                  <a:moveTo>
                    <a:pt x="263" y="1"/>
                  </a:moveTo>
                  <a:cubicBezTo>
                    <a:pt x="227" y="1"/>
                    <a:pt x="203" y="13"/>
                    <a:pt x="203" y="49"/>
                  </a:cubicBezTo>
                  <a:cubicBezTo>
                    <a:pt x="191" y="346"/>
                    <a:pt x="1" y="3025"/>
                    <a:pt x="215" y="3359"/>
                  </a:cubicBezTo>
                  <a:cubicBezTo>
                    <a:pt x="282" y="3466"/>
                    <a:pt x="392" y="3559"/>
                    <a:pt x="579" y="3559"/>
                  </a:cubicBezTo>
                  <a:cubicBezTo>
                    <a:pt x="723" y="3559"/>
                    <a:pt x="914" y="3504"/>
                    <a:pt x="1168" y="3359"/>
                  </a:cubicBezTo>
                  <a:cubicBezTo>
                    <a:pt x="1168" y="3359"/>
                    <a:pt x="1180" y="3347"/>
                    <a:pt x="1192" y="3347"/>
                  </a:cubicBezTo>
                  <a:cubicBezTo>
                    <a:pt x="1261" y="3309"/>
                    <a:pt x="1329" y="3291"/>
                    <a:pt x="1391" y="3291"/>
                  </a:cubicBezTo>
                  <a:cubicBezTo>
                    <a:pt x="1468" y="3291"/>
                    <a:pt x="1537" y="3318"/>
                    <a:pt x="1596" y="3370"/>
                  </a:cubicBezTo>
                  <a:cubicBezTo>
                    <a:pt x="1775" y="3549"/>
                    <a:pt x="1811" y="3942"/>
                    <a:pt x="1680" y="4204"/>
                  </a:cubicBezTo>
                  <a:cubicBezTo>
                    <a:pt x="1513" y="4537"/>
                    <a:pt x="1144" y="4704"/>
                    <a:pt x="1144" y="4716"/>
                  </a:cubicBezTo>
                  <a:cubicBezTo>
                    <a:pt x="1120" y="4728"/>
                    <a:pt x="1108" y="4752"/>
                    <a:pt x="1120" y="4775"/>
                  </a:cubicBezTo>
                  <a:cubicBezTo>
                    <a:pt x="1120" y="4787"/>
                    <a:pt x="1144" y="4799"/>
                    <a:pt x="1156" y="4799"/>
                  </a:cubicBezTo>
                  <a:lnTo>
                    <a:pt x="1180" y="4799"/>
                  </a:lnTo>
                  <a:cubicBezTo>
                    <a:pt x="1192" y="4787"/>
                    <a:pt x="1584" y="4609"/>
                    <a:pt x="1763" y="4240"/>
                  </a:cubicBezTo>
                  <a:cubicBezTo>
                    <a:pt x="1918" y="3942"/>
                    <a:pt x="1870" y="3501"/>
                    <a:pt x="1668" y="3311"/>
                  </a:cubicBezTo>
                  <a:cubicBezTo>
                    <a:pt x="1593" y="3236"/>
                    <a:pt x="1498" y="3196"/>
                    <a:pt x="1392" y="3196"/>
                  </a:cubicBezTo>
                  <a:cubicBezTo>
                    <a:pt x="1314" y="3196"/>
                    <a:pt x="1230" y="3218"/>
                    <a:pt x="1144" y="3263"/>
                  </a:cubicBezTo>
                  <a:cubicBezTo>
                    <a:pt x="1144" y="3263"/>
                    <a:pt x="1132" y="3275"/>
                    <a:pt x="1120" y="3287"/>
                  </a:cubicBezTo>
                  <a:cubicBezTo>
                    <a:pt x="906" y="3409"/>
                    <a:pt x="730" y="3469"/>
                    <a:pt x="591" y="3469"/>
                  </a:cubicBezTo>
                  <a:cubicBezTo>
                    <a:pt x="460" y="3469"/>
                    <a:pt x="362" y="3415"/>
                    <a:pt x="299" y="3311"/>
                  </a:cubicBezTo>
                  <a:cubicBezTo>
                    <a:pt x="132" y="3049"/>
                    <a:pt x="239" y="870"/>
                    <a:pt x="299" y="49"/>
                  </a:cubicBezTo>
                  <a:cubicBezTo>
                    <a:pt x="299" y="25"/>
                    <a:pt x="287" y="1"/>
                    <a:pt x="263"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42"/>
            <p:cNvSpPr/>
            <p:nvPr/>
          </p:nvSpPr>
          <p:spPr>
            <a:xfrm>
              <a:off x="5747146" y="1451949"/>
              <a:ext cx="913625" cy="303622"/>
            </a:xfrm>
            <a:custGeom>
              <a:avLst/>
              <a:gdLst/>
              <a:ahLst/>
              <a:cxnLst/>
              <a:rect l="l" t="t" r="r" b="b"/>
              <a:pathLst>
                <a:path w="13586" h="4515" extrusionOk="0">
                  <a:moveTo>
                    <a:pt x="5412" y="119"/>
                  </a:moveTo>
                  <a:cubicBezTo>
                    <a:pt x="5434" y="119"/>
                    <a:pt x="5456" y="120"/>
                    <a:pt x="5478" y="120"/>
                  </a:cubicBezTo>
                  <a:cubicBezTo>
                    <a:pt x="6609" y="144"/>
                    <a:pt x="7514" y="1097"/>
                    <a:pt x="7478" y="2228"/>
                  </a:cubicBezTo>
                  <a:cubicBezTo>
                    <a:pt x="7455" y="3349"/>
                    <a:pt x="6538" y="4241"/>
                    <a:pt x="5435" y="4241"/>
                  </a:cubicBezTo>
                  <a:cubicBezTo>
                    <a:pt x="5414" y="4241"/>
                    <a:pt x="5392" y="4240"/>
                    <a:pt x="5371" y="4240"/>
                  </a:cubicBezTo>
                  <a:cubicBezTo>
                    <a:pt x="4228" y="4204"/>
                    <a:pt x="3323" y="3263"/>
                    <a:pt x="3358" y="2120"/>
                  </a:cubicBezTo>
                  <a:cubicBezTo>
                    <a:pt x="3382" y="1011"/>
                    <a:pt x="4299" y="119"/>
                    <a:pt x="5412" y="119"/>
                  </a:cubicBezTo>
                  <a:close/>
                  <a:moveTo>
                    <a:pt x="11387" y="263"/>
                  </a:moveTo>
                  <a:cubicBezTo>
                    <a:pt x="11401" y="263"/>
                    <a:pt x="11416" y="263"/>
                    <a:pt x="11431" y="263"/>
                  </a:cubicBezTo>
                  <a:cubicBezTo>
                    <a:pt x="12562" y="299"/>
                    <a:pt x="13467" y="1251"/>
                    <a:pt x="13443" y="2382"/>
                  </a:cubicBezTo>
                  <a:cubicBezTo>
                    <a:pt x="13408" y="3504"/>
                    <a:pt x="12491" y="4396"/>
                    <a:pt x="11388" y="4396"/>
                  </a:cubicBezTo>
                  <a:cubicBezTo>
                    <a:pt x="11367" y="4396"/>
                    <a:pt x="11345" y="4395"/>
                    <a:pt x="11324" y="4395"/>
                  </a:cubicBezTo>
                  <a:cubicBezTo>
                    <a:pt x="10181" y="4359"/>
                    <a:pt x="9276" y="3418"/>
                    <a:pt x="9311" y="2275"/>
                  </a:cubicBezTo>
                  <a:cubicBezTo>
                    <a:pt x="9347" y="1159"/>
                    <a:pt x="10264" y="263"/>
                    <a:pt x="11387" y="263"/>
                  </a:cubicBezTo>
                  <a:close/>
                  <a:moveTo>
                    <a:pt x="5411" y="0"/>
                  </a:moveTo>
                  <a:cubicBezTo>
                    <a:pt x="4250" y="0"/>
                    <a:pt x="3298" y="916"/>
                    <a:pt x="3239" y="2061"/>
                  </a:cubicBezTo>
                  <a:lnTo>
                    <a:pt x="632" y="2001"/>
                  </a:lnTo>
                  <a:cubicBezTo>
                    <a:pt x="620" y="2001"/>
                    <a:pt x="620" y="2001"/>
                    <a:pt x="608" y="2013"/>
                  </a:cubicBezTo>
                  <a:cubicBezTo>
                    <a:pt x="584" y="2013"/>
                    <a:pt x="37" y="2216"/>
                    <a:pt x="1" y="2740"/>
                  </a:cubicBezTo>
                  <a:cubicBezTo>
                    <a:pt x="1" y="2763"/>
                    <a:pt x="25" y="2799"/>
                    <a:pt x="48" y="2799"/>
                  </a:cubicBezTo>
                  <a:lnTo>
                    <a:pt x="60" y="2799"/>
                  </a:lnTo>
                  <a:cubicBezTo>
                    <a:pt x="84" y="2799"/>
                    <a:pt x="108" y="2775"/>
                    <a:pt x="120" y="2740"/>
                  </a:cubicBezTo>
                  <a:cubicBezTo>
                    <a:pt x="144" y="2335"/>
                    <a:pt x="572" y="2144"/>
                    <a:pt x="632" y="2120"/>
                  </a:cubicBezTo>
                  <a:lnTo>
                    <a:pt x="3239" y="2180"/>
                  </a:lnTo>
                  <a:cubicBezTo>
                    <a:pt x="3239" y="3359"/>
                    <a:pt x="4180" y="4323"/>
                    <a:pt x="5359" y="4359"/>
                  </a:cubicBezTo>
                  <a:cubicBezTo>
                    <a:pt x="5373" y="4359"/>
                    <a:pt x="5388" y="4359"/>
                    <a:pt x="5403" y="4359"/>
                  </a:cubicBezTo>
                  <a:cubicBezTo>
                    <a:pt x="6585" y="4359"/>
                    <a:pt x="7562" y="3415"/>
                    <a:pt x="7597" y="2228"/>
                  </a:cubicBezTo>
                  <a:cubicBezTo>
                    <a:pt x="7597" y="2144"/>
                    <a:pt x="7597" y="2049"/>
                    <a:pt x="7585" y="1966"/>
                  </a:cubicBezTo>
                  <a:cubicBezTo>
                    <a:pt x="7679" y="1915"/>
                    <a:pt x="7990" y="1782"/>
                    <a:pt x="8382" y="1782"/>
                  </a:cubicBezTo>
                  <a:cubicBezTo>
                    <a:pt x="8638" y="1782"/>
                    <a:pt x="8929" y="1839"/>
                    <a:pt x="9216" y="2013"/>
                  </a:cubicBezTo>
                  <a:cubicBezTo>
                    <a:pt x="9204" y="2097"/>
                    <a:pt x="9192" y="2180"/>
                    <a:pt x="9192" y="2275"/>
                  </a:cubicBezTo>
                  <a:cubicBezTo>
                    <a:pt x="9157" y="3478"/>
                    <a:pt x="10121" y="4478"/>
                    <a:pt x="11312" y="4514"/>
                  </a:cubicBezTo>
                  <a:cubicBezTo>
                    <a:pt x="11326" y="4514"/>
                    <a:pt x="11341" y="4514"/>
                    <a:pt x="11356" y="4514"/>
                  </a:cubicBezTo>
                  <a:cubicBezTo>
                    <a:pt x="12539" y="4514"/>
                    <a:pt x="13515" y="3570"/>
                    <a:pt x="13550" y="2382"/>
                  </a:cubicBezTo>
                  <a:cubicBezTo>
                    <a:pt x="13586" y="1192"/>
                    <a:pt x="12633" y="180"/>
                    <a:pt x="11431" y="156"/>
                  </a:cubicBezTo>
                  <a:cubicBezTo>
                    <a:pt x="11407" y="155"/>
                    <a:pt x="11383" y="155"/>
                    <a:pt x="11359" y="155"/>
                  </a:cubicBezTo>
                  <a:cubicBezTo>
                    <a:pt x="10319" y="155"/>
                    <a:pt x="9450" y="905"/>
                    <a:pt x="9240" y="1894"/>
                  </a:cubicBezTo>
                  <a:cubicBezTo>
                    <a:pt x="8945" y="1727"/>
                    <a:pt x="8648" y="1672"/>
                    <a:pt x="8385" y="1672"/>
                  </a:cubicBezTo>
                  <a:cubicBezTo>
                    <a:pt x="8011" y="1672"/>
                    <a:pt x="7706" y="1784"/>
                    <a:pt x="7573" y="1847"/>
                  </a:cubicBezTo>
                  <a:cubicBezTo>
                    <a:pt x="7418" y="823"/>
                    <a:pt x="6549" y="25"/>
                    <a:pt x="5478" y="1"/>
                  </a:cubicBezTo>
                  <a:cubicBezTo>
                    <a:pt x="5455" y="0"/>
                    <a:pt x="5433" y="0"/>
                    <a:pt x="54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42"/>
            <p:cNvSpPr/>
            <p:nvPr/>
          </p:nvSpPr>
          <p:spPr>
            <a:xfrm>
              <a:off x="6081837" y="1265472"/>
              <a:ext cx="418010" cy="30463"/>
            </a:xfrm>
            <a:custGeom>
              <a:avLst/>
              <a:gdLst/>
              <a:ahLst/>
              <a:cxnLst/>
              <a:rect l="l" t="t" r="r" b="b"/>
              <a:pathLst>
                <a:path w="6216" h="453" extrusionOk="0">
                  <a:moveTo>
                    <a:pt x="2978" y="1"/>
                  </a:moveTo>
                  <a:cubicBezTo>
                    <a:pt x="1986" y="1"/>
                    <a:pt x="993" y="111"/>
                    <a:pt x="24" y="333"/>
                  </a:cubicBezTo>
                  <a:cubicBezTo>
                    <a:pt x="1" y="333"/>
                    <a:pt x="1" y="345"/>
                    <a:pt x="1" y="369"/>
                  </a:cubicBezTo>
                  <a:cubicBezTo>
                    <a:pt x="1" y="381"/>
                    <a:pt x="24" y="393"/>
                    <a:pt x="36" y="393"/>
                  </a:cubicBezTo>
                  <a:cubicBezTo>
                    <a:pt x="999" y="171"/>
                    <a:pt x="1986" y="60"/>
                    <a:pt x="2974" y="60"/>
                  </a:cubicBezTo>
                  <a:cubicBezTo>
                    <a:pt x="4052" y="60"/>
                    <a:pt x="5130" y="192"/>
                    <a:pt x="6180" y="452"/>
                  </a:cubicBezTo>
                  <a:cubicBezTo>
                    <a:pt x="6192" y="452"/>
                    <a:pt x="6204" y="441"/>
                    <a:pt x="6204" y="429"/>
                  </a:cubicBezTo>
                  <a:cubicBezTo>
                    <a:pt x="6216" y="417"/>
                    <a:pt x="6204" y="393"/>
                    <a:pt x="6192" y="393"/>
                  </a:cubicBezTo>
                  <a:cubicBezTo>
                    <a:pt x="5142" y="132"/>
                    <a:pt x="4060" y="1"/>
                    <a:pt x="2978" y="1"/>
                  </a:cubicBezTo>
                  <a:close/>
                </a:path>
              </a:pathLst>
            </a:custGeom>
            <a:solidFill>
              <a:srgbClr val="EAA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42"/>
            <p:cNvSpPr/>
            <p:nvPr/>
          </p:nvSpPr>
          <p:spPr>
            <a:xfrm>
              <a:off x="6118689" y="1163659"/>
              <a:ext cx="343567" cy="44989"/>
            </a:xfrm>
            <a:custGeom>
              <a:avLst/>
              <a:gdLst/>
              <a:ahLst/>
              <a:cxnLst/>
              <a:rect l="l" t="t" r="r" b="b"/>
              <a:pathLst>
                <a:path w="5109" h="669" extrusionOk="0">
                  <a:moveTo>
                    <a:pt x="2030" y="0"/>
                  </a:moveTo>
                  <a:cubicBezTo>
                    <a:pt x="1356" y="0"/>
                    <a:pt x="681" y="84"/>
                    <a:pt x="24" y="252"/>
                  </a:cubicBezTo>
                  <a:cubicBezTo>
                    <a:pt x="12" y="252"/>
                    <a:pt x="0" y="276"/>
                    <a:pt x="12" y="288"/>
                  </a:cubicBezTo>
                  <a:cubicBezTo>
                    <a:pt x="12" y="300"/>
                    <a:pt x="24" y="311"/>
                    <a:pt x="48" y="311"/>
                  </a:cubicBezTo>
                  <a:cubicBezTo>
                    <a:pt x="698" y="143"/>
                    <a:pt x="1369" y="59"/>
                    <a:pt x="2039" y="59"/>
                  </a:cubicBezTo>
                  <a:cubicBezTo>
                    <a:pt x="3075" y="59"/>
                    <a:pt x="4111" y="259"/>
                    <a:pt x="5072" y="657"/>
                  </a:cubicBezTo>
                  <a:cubicBezTo>
                    <a:pt x="5072" y="669"/>
                    <a:pt x="5072" y="669"/>
                    <a:pt x="5084" y="669"/>
                  </a:cubicBezTo>
                  <a:cubicBezTo>
                    <a:pt x="5096" y="669"/>
                    <a:pt x="5108" y="657"/>
                    <a:pt x="5108" y="645"/>
                  </a:cubicBezTo>
                  <a:cubicBezTo>
                    <a:pt x="5108" y="633"/>
                    <a:pt x="5108" y="609"/>
                    <a:pt x="5096" y="609"/>
                  </a:cubicBezTo>
                  <a:cubicBezTo>
                    <a:pt x="4125" y="203"/>
                    <a:pt x="3079" y="0"/>
                    <a:pt x="2030" y="0"/>
                  </a:cubicBezTo>
                  <a:close/>
                </a:path>
              </a:pathLst>
            </a:custGeom>
            <a:solidFill>
              <a:srgbClr val="EAA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42"/>
            <p:cNvSpPr/>
            <p:nvPr/>
          </p:nvSpPr>
          <p:spPr>
            <a:xfrm>
              <a:off x="6357283" y="4131829"/>
              <a:ext cx="582162" cy="463739"/>
            </a:xfrm>
            <a:custGeom>
              <a:avLst/>
              <a:gdLst/>
              <a:ahLst/>
              <a:cxnLst/>
              <a:rect l="l" t="t" r="r" b="b"/>
              <a:pathLst>
                <a:path w="8657" h="6896" extrusionOk="0">
                  <a:moveTo>
                    <a:pt x="4965" y="0"/>
                  </a:moveTo>
                  <a:cubicBezTo>
                    <a:pt x="4965" y="0"/>
                    <a:pt x="3765" y="410"/>
                    <a:pt x="2197" y="410"/>
                  </a:cubicBezTo>
                  <a:cubicBezTo>
                    <a:pt x="1512" y="410"/>
                    <a:pt x="757" y="332"/>
                    <a:pt x="0" y="107"/>
                  </a:cubicBezTo>
                  <a:lnTo>
                    <a:pt x="0" y="107"/>
                  </a:lnTo>
                  <a:cubicBezTo>
                    <a:pt x="0" y="108"/>
                    <a:pt x="286" y="5287"/>
                    <a:pt x="584" y="6001"/>
                  </a:cubicBezTo>
                  <a:cubicBezTo>
                    <a:pt x="584" y="6001"/>
                    <a:pt x="2084" y="6692"/>
                    <a:pt x="5918" y="6882"/>
                  </a:cubicBezTo>
                  <a:cubicBezTo>
                    <a:pt x="6119" y="6892"/>
                    <a:pt x="6307" y="6896"/>
                    <a:pt x="6483" y="6896"/>
                  </a:cubicBezTo>
                  <a:cubicBezTo>
                    <a:pt x="8068" y="6896"/>
                    <a:pt x="8656" y="6549"/>
                    <a:pt x="8656" y="6549"/>
                  </a:cubicBezTo>
                  <a:cubicBezTo>
                    <a:pt x="8656" y="6549"/>
                    <a:pt x="8632" y="5775"/>
                    <a:pt x="7251" y="5001"/>
                  </a:cubicBezTo>
                  <a:cubicBezTo>
                    <a:pt x="6763" y="4727"/>
                    <a:pt x="5025" y="4215"/>
                    <a:pt x="5025" y="4215"/>
                  </a:cubicBezTo>
                  <a:lnTo>
                    <a:pt x="49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42"/>
            <p:cNvSpPr/>
            <p:nvPr/>
          </p:nvSpPr>
          <p:spPr>
            <a:xfrm>
              <a:off x="5575800" y="4126987"/>
              <a:ext cx="586196" cy="468581"/>
            </a:xfrm>
            <a:custGeom>
              <a:avLst/>
              <a:gdLst/>
              <a:ahLst/>
              <a:cxnLst/>
              <a:rect l="l" t="t" r="r" b="b"/>
              <a:pathLst>
                <a:path w="8717" h="6968" extrusionOk="0">
                  <a:moveTo>
                    <a:pt x="3382" y="1"/>
                  </a:moveTo>
                  <a:lnTo>
                    <a:pt x="3358" y="4251"/>
                  </a:lnTo>
                  <a:cubicBezTo>
                    <a:pt x="3358" y="4251"/>
                    <a:pt x="1894" y="4799"/>
                    <a:pt x="1406" y="5073"/>
                  </a:cubicBezTo>
                  <a:cubicBezTo>
                    <a:pt x="25" y="5847"/>
                    <a:pt x="1" y="6609"/>
                    <a:pt x="1" y="6609"/>
                  </a:cubicBezTo>
                  <a:cubicBezTo>
                    <a:pt x="1" y="6609"/>
                    <a:pt x="592" y="6968"/>
                    <a:pt x="2187" y="6968"/>
                  </a:cubicBezTo>
                  <a:cubicBezTo>
                    <a:pt x="2359" y="6968"/>
                    <a:pt x="2543" y="6963"/>
                    <a:pt x="2739" y="6954"/>
                  </a:cubicBezTo>
                  <a:cubicBezTo>
                    <a:pt x="6573" y="6764"/>
                    <a:pt x="8061" y="6073"/>
                    <a:pt x="8061" y="6073"/>
                  </a:cubicBezTo>
                  <a:cubicBezTo>
                    <a:pt x="8371" y="5359"/>
                    <a:pt x="8716" y="168"/>
                    <a:pt x="8716" y="168"/>
                  </a:cubicBezTo>
                  <a:lnTo>
                    <a:pt x="8716" y="168"/>
                  </a:lnTo>
                  <a:cubicBezTo>
                    <a:pt x="7990" y="385"/>
                    <a:pt x="7236" y="463"/>
                    <a:pt x="6532" y="463"/>
                  </a:cubicBezTo>
                  <a:cubicBezTo>
                    <a:pt x="4809" y="463"/>
                    <a:pt x="3382" y="1"/>
                    <a:pt x="33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42"/>
            <p:cNvSpPr/>
            <p:nvPr/>
          </p:nvSpPr>
          <p:spPr>
            <a:xfrm>
              <a:off x="5795228" y="2978871"/>
              <a:ext cx="910397" cy="1447637"/>
            </a:xfrm>
            <a:custGeom>
              <a:avLst/>
              <a:gdLst/>
              <a:ahLst/>
              <a:cxnLst/>
              <a:rect l="l" t="t" r="r" b="b"/>
              <a:pathLst>
                <a:path w="13538" h="21527" extrusionOk="0">
                  <a:moveTo>
                    <a:pt x="167" y="0"/>
                  </a:moveTo>
                  <a:cubicBezTo>
                    <a:pt x="0" y="6382"/>
                    <a:pt x="12" y="16371"/>
                    <a:pt x="72" y="21324"/>
                  </a:cubicBezTo>
                  <a:lnTo>
                    <a:pt x="5048" y="21467"/>
                  </a:lnTo>
                  <a:lnTo>
                    <a:pt x="7096" y="6025"/>
                  </a:lnTo>
                  <a:lnTo>
                    <a:pt x="8680" y="21527"/>
                  </a:lnTo>
                  <a:lnTo>
                    <a:pt x="13395" y="21396"/>
                  </a:lnTo>
                  <a:lnTo>
                    <a:pt x="13538" y="119"/>
                  </a:lnTo>
                  <a:lnTo>
                    <a:pt x="1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42"/>
            <p:cNvSpPr/>
            <p:nvPr/>
          </p:nvSpPr>
          <p:spPr>
            <a:xfrm>
              <a:off x="5832013" y="3110138"/>
              <a:ext cx="24142" cy="1291555"/>
            </a:xfrm>
            <a:custGeom>
              <a:avLst/>
              <a:gdLst/>
              <a:ahLst/>
              <a:cxnLst/>
              <a:rect l="l" t="t" r="r" b="b"/>
              <a:pathLst>
                <a:path w="359" h="19206" extrusionOk="0">
                  <a:moveTo>
                    <a:pt x="310" y="1"/>
                  </a:moveTo>
                  <a:cubicBezTo>
                    <a:pt x="287" y="1"/>
                    <a:pt x="263" y="25"/>
                    <a:pt x="263" y="49"/>
                  </a:cubicBezTo>
                  <a:lnTo>
                    <a:pt x="1" y="19206"/>
                  </a:lnTo>
                  <a:lnTo>
                    <a:pt x="96" y="19206"/>
                  </a:lnTo>
                  <a:lnTo>
                    <a:pt x="358" y="49"/>
                  </a:lnTo>
                  <a:cubicBezTo>
                    <a:pt x="358" y="13"/>
                    <a:pt x="334" y="1"/>
                    <a:pt x="3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42"/>
            <p:cNvSpPr/>
            <p:nvPr/>
          </p:nvSpPr>
          <p:spPr>
            <a:xfrm>
              <a:off x="6334083" y="3385584"/>
              <a:ext cx="92129" cy="1026533"/>
            </a:xfrm>
            <a:custGeom>
              <a:avLst/>
              <a:gdLst/>
              <a:ahLst/>
              <a:cxnLst/>
              <a:rect l="l" t="t" r="r" b="b"/>
              <a:pathLst>
                <a:path w="1370" h="15265" extrusionOk="0">
                  <a:moveTo>
                    <a:pt x="36" y="1"/>
                  </a:moveTo>
                  <a:cubicBezTo>
                    <a:pt x="12" y="1"/>
                    <a:pt x="0" y="24"/>
                    <a:pt x="0" y="48"/>
                  </a:cubicBezTo>
                  <a:lnTo>
                    <a:pt x="1286" y="15264"/>
                  </a:lnTo>
                  <a:lnTo>
                    <a:pt x="1369" y="15264"/>
                  </a:lnTo>
                  <a:lnTo>
                    <a:pt x="83" y="48"/>
                  </a:lnTo>
                  <a:cubicBezTo>
                    <a:pt x="83" y="24"/>
                    <a:pt x="60" y="1"/>
                    <a:pt x="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42"/>
            <p:cNvSpPr/>
            <p:nvPr/>
          </p:nvSpPr>
          <p:spPr>
            <a:xfrm>
              <a:off x="6098649" y="3356465"/>
              <a:ext cx="341954" cy="64423"/>
            </a:xfrm>
            <a:custGeom>
              <a:avLst/>
              <a:gdLst/>
              <a:ahLst/>
              <a:cxnLst/>
              <a:rect l="l" t="t" r="r" b="b"/>
              <a:pathLst>
                <a:path w="5085" h="958" extrusionOk="0">
                  <a:moveTo>
                    <a:pt x="5043" y="1"/>
                  </a:moveTo>
                  <a:cubicBezTo>
                    <a:pt x="5037" y="1"/>
                    <a:pt x="5031" y="2"/>
                    <a:pt x="5025" y="5"/>
                  </a:cubicBezTo>
                  <a:cubicBezTo>
                    <a:pt x="5001" y="5"/>
                    <a:pt x="2096" y="743"/>
                    <a:pt x="36" y="862"/>
                  </a:cubicBezTo>
                  <a:cubicBezTo>
                    <a:pt x="13" y="862"/>
                    <a:pt x="1" y="886"/>
                    <a:pt x="1" y="910"/>
                  </a:cubicBezTo>
                  <a:cubicBezTo>
                    <a:pt x="1" y="946"/>
                    <a:pt x="24" y="958"/>
                    <a:pt x="48" y="958"/>
                  </a:cubicBezTo>
                  <a:cubicBezTo>
                    <a:pt x="2108" y="838"/>
                    <a:pt x="5013" y="100"/>
                    <a:pt x="5049" y="100"/>
                  </a:cubicBezTo>
                  <a:cubicBezTo>
                    <a:pt x="5073" y="88"/>
                    <a:pt x="5085" y="65"/>
                    <a:pt x="5073" y="41"/>
                  </a:cubicBezTo>
                  <a:cubicBezTo>
                    <a:pt x="5073" y="14"/>
                    <a:pt x="5059" y="1"/>
                    <a:pt x="5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42"/>
            <p:cNvSpPr/>
            <p:nvPr/>
          </p:nvSpPr>
          <p:spPr>
            <a:xfrm>
              <a:off x="6296424" y="3075707"/>
              <a:ext cx="5649" cy="249892"/>
            </a:xfrm>
            <a:custGeom>
              <a:avLst/>
              <a:gdLst/>
              <a:ahLst/>
              <a:cxnLst/>
              <a:rect l="l" t="t" r="r" b="b"/>
              <a:pathLst>
                <a:path w="84" h="3716" extrusionOk="0">
                  <a:moveTo>
                    <a:pt x="36" y="1"/>
                  </a:moveTo>
                  <a:cubicBezTo>
                    <a:pt x="12" y="1"/>
                    <a:pt x="0" y="25"/>
                    <a:pt x="0" y="49"/>
                  </a:cubicBezTo>
                  <a:lnTo>
                    <a:pt x="0" y="3668"/>
                  </a:lnTo>
                  <a:cubicBezTo>
                    <a:pt x="0" y="3692"/>
                    <a:pt x="12" y="3716"/>
                    <a:pt x="36" y="3716"/>
                  </a:cubicBezTo>
                  <a:cubicBezTo>
                    <a:pt x="60" y="3716"/>
                    <a:pt x="84" y="3692"/>
                    <a:pt x="84" y="3668"/>
                  </a:cubicBezTo>
                  <a:lnTo>
                    <a:pt x="84" y="49"/>
                  </a:lnTo>
                  <a:cubicBezTo>
                    <a:pt x="84" y="25"/>
                    <a:pt x="60" y="1"/>
                    <a:pt x="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42"/>
            <p:cNvSpPr/>
            <p:nvPr/>
          </p:nvSpPr>
          <p:spPr>
            <a:xfrm>
              <a:off x="5862476" y="3079742"/>
              <a:ext cx="116136" cy="253052"/>
            </a:xfrm>
            <a:custGeom>
              <a:avLst/>
              <a:gdLst/>
              <a:ahLst/>
              <a:cxnLst/>
              <a:rect l="l" t="t" r="r" b="b"/>
              <a:pathLst>
                <a:path w="1727" h="3763" extrusionOk="0">
                  <a:moveTo>
                    <a:pt x="1655" y="0"/>
                  </a:moveTo>
                  <a:cubicBezTo>
                    <a:pt x="1453" y="1370"/>
                    <a:pt x="881" y="2679"/>
                    <a:pt x="12" y="3680"/>
                  </a:cubicBezTo>
                  <a:cubicBezTo>
                    <a:pt x="0" y="3703"/>
                    <a:pt x="0" y="3727"/>
                    <a:pt x="12" y="3751"/>
                  </a:cubicBezTo>
                  <a:cubicBezTo>
                    <a:pt x="24" y="3751"/>
                    <a:pt x="36" y="3763"/>
                    <a:pt x="48" y="3763"/>
                  </a:cubicBezTo>
                  <a:cubicBezTo>
                    <a:pt x="60" y="3763"/>
                    <a:pt x="72" y="3751"/>
                    <a:pt x="72" y="3751"/>
                  </a:cubicBezTo>
                  <a:cubicBezTo>
                    <a:pt x="941" y="2751"/>
                    <a:pt x="1524" y="1453"/>
                    <a:pt x="1727" y="84"/>
                  </a:cubicBezTo>
                  <a:cubicBezTo>
                    <a:pt x="1703" y="72"/>
                    <a:pt x="1691" y="48"/>
                    <a:pt x="1679" y="24"/>
                  </a:cubicBezTo>
                  <a:cubicBezTo>
                    <a:pt x="1667" y="24"/>
                    <a:pt x="1655" y="12"/>
                    <a:pt x="16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42"/>
            <p:cNvSpPr/>
            <p:nvPr/>
          </p:nvSpPr>
          <p:spPr>
            <a:xfrm>
              <a:off x="6591035" y="2999448"/>
              <a:ext cx="97778" cy="286138"/>
            </a:xfrm>
            <a:custGeom>
              <a:avLst/>
              <a:gdLst/>
              <a:ahLst/>
              <a:cxnLst/>
              <a:rect l="l" t="t" r="r" b="b"/>
              <a:pathLst>
                <a:path w="1454" h="4255" extrusionOk="0">
                  <a:moveTo>
                    <a:pt x="202" y="1"/>
                  </a:moveTo>
                  <a:cubicBezTo>
                    <a:pt x="184" y="1"/>
                    <a:pt x="168" y="20"/>
                    <a:pt x="168" y="40"/>
                  </a:cubicBezTo>
                  <a:cubicBezTo>
                    <a:pt x="84" y="706"/>
                    <a:pt x="1" y="1695"/>
                    <a:pt x="275" y="2611"/>
                  </a:cubicBezTo>
                  <a:cubicBezTo>
                    <a:pt x="489" y="3338"/>
                    <a:pt x="906" y="3921"/>
                    <a:pt x="1418" y="4254"/>
                  </a:cubicBezTo>
                  <a:cubicBezTo>
                    <a:pt x="1430" y="4231"/>
                    <a:pt x="1442" y="4195"/>
                    <a:pt x="1454" y="4171"/>
                  </a:cubicBezTo>
                  <a:cubicBezTo>
                    <a:pt x="965" y="3850"/>
                    <a:pt x="561" y="3278"/>
                    <a:pt x="358" y="2588"/>
                  </a:cubicBezTo>
                  <a:cubicBezTo>
                    <a:pt x="96" y="1695"/>
                    <a:pt x="168" y="706"/>
                    <a:pt x="251" y="51"/>
                  </a:cubicBezTo>
                  <a:cubicBezTo>
                    <a:pt x="251" y="28"/>
                    <a:pt x="239" y="4"/>
                    <a:pt x="215" y="4"/>
                  </a:cubicBezTo>
                  <a:cubicBezTo>
                    <a:pt x="211" y="2"/>
                    <a:pt x="207" y="1"/>
                    <a:pt x="2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42"/>
            <p:cNvSpPr/>
            <p:nvPr/>
          </p:nvSpPr>
          <p:spPr>
            <a:xfrm>
              <a:off x="6237986" y="3022111"/>
              <a:ext cx="64087" cy="291518"/>
            </a:xfrm>
            <a:custGeom>
              <a:avLst/>
              <a:gdLst/>
              <a:ahLst/>
              <a:cxnLst/>
              <a:rect l="l" t="t" r="r" b="b"/>
              <a:pathLst>
                <a:path w="953" h="4335" extrusionOk="0">
                  <a:moveTo>
                    <a:pt x="36" y="0"/>
                  </a:moveTo>
                  <a:cubicBezTo>
                    <a:pt x="12" y="0"/>
                    <a:pt x="0" y="24"/>
                    <a:pt x="0" y="48"/>
                  </a:cubicBezTo>
                  <a:cubicBezTo>
                    <a:pt x="0" y="72"/>
                    <a:pt x="24" y="1762"/>
                    <a:pt x="167" y="3024"/>
                  </a:cubicBezTo>
                  <a:cubicBezTo>
                    <a:pt x="310" y="4310"/>
                    <a:pt x="881" y="4334"/>
                    <a:pt x="905" y="4334"/>
                  </a:cubicBezTo>
                  <a:cubicBezTo>
                    <a:pt x="929" y="4334"/>
                    <a:pt x="953" y="4310"/>
                    <a:pt x="953" y="4275"/>
                  </a:cubicBezTo>
                  <a:cubicBezTo>
                    <a:pt x="953" y="4251"/>
                    <a:pt x="941" y="4227"/>
                    <a:pt x="917" y="4227"/>
                  </a:cubicBezTo>
                  <a:cubicBezTo>
                    <a:pt x="905" y="4227"/>
                    <a:pt x="381" y="4203"/>
                    <a:pt x="250" y="3013"/>
                  </a:cubicBezTo>
                  <a:cubicBezTo>
                    <a:pt x="119" y="1762"/>
                    <a:pt x="84" y="72"/>
                    <a:pt x="84" y="48"/>
                  </a:cubicBezTo>
                  <a:cubicBezTo>
                    <a:pt x="84" y="24"/>
                    <a:pt x="72" y="0"/>
                    <a:pt x="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42"/>
            <p:cNvSpPr/>
            <p:nvPr/>
          </p:nvSpPr>
          <p:spPr>
            <a:xfrm>
              <a:off x="6392521" y="4514535"/>
              <a:ext cx="550085" cy="99661"/>
            </a:xfrm>
            <a:custGeom>
              <a:avLst/>
              <a:gdLst/>
              <a:ahLst/>
              <a:cxnLst/>
              <a:rect l="l" t="t" r="r" b="b"/>
              <a:pathLst>
                <a:path w="8180" h="1482" extrusionOk="0">
                  <a:moveTo>
                    <a:pt x="36" y="0"/>
                  </a:moveTo>
                  <a:cubicBezTo>
                    <a:pt x="36" y="191"/>
                    <a:pt x="0" y="393"/>
                    <a:pt x="12" y="620"/>
                  </a:cubicBezTo>
                  <a:cubicBezTo>
                    <a:pt x="12" y="620"/>
                    <a:pt x="1155" y="1108"/>
                    <a:pt x="4227" y="1370"/>
                  </a:cubicBezTo>
                  <a:cubicBezTo>
                    <a:pt x="5172" y="1451"/>
                    <a:pt x="5896" y="1481"/>
                    <a:pt x="6450" y="1481"/>
                  </a:cubicBezTo>
                  <a:cubicBezTo>
                    <a:pt x="7911" y="1481"/>
                    <a:pt x="8180" y="1274"/>
                    <a:pt x="8180" y="1274"/>
                  </a:cubicBezTo>
                  <a:cubicBezTo>
                    <a:pt x="8180" y="1274"/>
                    <a:pt x="8180" y="1108"/>
                    <a:pt x="8132" y="846"/>
                  </a:cubicBezTo>
                  <a:cubicBezTo>
                    <a:pt x="7387" y="925"/>
                    <a:pt x="6676" y="959"/>
                    <a:pt x="6002" y="959"/>
                  </a:cubicBezTo>
                  <a:cubicBezTo>
                    <a:pt x="3326" y="959"/>
                    <a:pt x="1244" y="419"/>
                    <a:pt x="3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42"/>
            <p:cNvSpPr/>
            <p:nvPr/>
          </p:nvSpPr>
          <p:spPr>
            <a:xfrm>
              <a:off x="5571832" y="4514535"/>
              <a:ext cx="550892" cy="99661"/>
            </a:xfrm>
            <a:custGeom>
              <a:avLst/>
              <a:gdLst/>
              <a:ahLst/>
              <a:cxnLst/>
              <a:rect l="l" t="t" r="r" b="b"/>
              <a:pathLst>
                <a:path w="8192" h="1482" extrusionOk="0">
                  <a:moveTo>
                    <a:pt x="8156" y="0"/>
                  </a:moveTo>
                  <a:cubicBezTo>
                    <a:pt x="6948" y="419"/>
                    <a:pt x="4866" y="959"/>
                    <a:pt x="2190" y="959"/>
                  </a:cubicBezTo>
                  <a:cubicBezTo>
                    <a:pt x="1516" y="959"/>
                    <a:pt x="805" y="925"/>
                    <a:pt x="60" y="846"/>
                  </a:cubicBezTo>
                  <a:cubicBezTo>
                    <a:pt x="12" y="1108"/>
                    <a:pt x="0" y="1274"/>
                    <a:pt x="0" y="1274"/>
                  </a:cubicBezTo>
                  <a:cubicBezTo>
                    <a:pt x="0" y="1274"/>
                    <a:pt x="276" y="1481"/>
                    <a:pt x="1736" y="1481"/>
                  </a:cubicBezTo>
                  <a:cubicBezTo>
                    <a:pt x="2288" y="1481"/>
                    <a:pt x="3011" y="1451"/>
                    <a:pt x="3953" y="1370"/>
                  </a:cubicBezTo>
                  <a:cubicBezTo>
                    <a:pt x="7037" y="1108"/>
                    <a:pt x="8168" y="620"/>
                    <a:pt x="8168" y="620"/>
                  </a:cubicBezTo>
                  <a:cubicBezTo>
                    <a:pt x="8192" y="393"/>
                    <a:pt x="8156" y="191"/>
                    <a:pt x="815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42"/>
            <p:cNvSpPr/>
            <p:nvPr/>
          </p:nvSpPr>
          <p:spPr>
            <a:xfrm>
              <a:off x="5269958" y="2073518"/>
              <a:ext cx="1482135" cy="1138702"/>
            </a:xfrm>
            <a:custGeom>
              <a:avLst/>
              <a:gdLst/>
              <a:ahLst/>
              <a:cxnLst/>
              <a:rect l="l" t="t" r="r" b="b"/>
              <a:pathLst>
                <a:path w="22040" h="16933" extrusionOk="0">
                  <a:moveTo>
                    <a:pt x="11826" y="0"/>
                  </a:moveTo>
                  <a:cubicBezTo>
                    <a:pt x="10877" y="0"/>
                    <a:pt x="9432" y="336"/>
                    <a:pt x="7859" y="1902"/>
                  </a:cubicBezTo>
                  <a:cubicBezTo>
                    <a:pt x="6930" y="2831"/>
                    <a:pt x="5954" y="4188"/>
                    <a:pt x="5013" y="6165"/>
                  </a:cubicBezTo>
                  <a:cubicBezTo>
                    <a:pt x="5013" y="6165"/>
                    <a:pt x="4323" y="3926"/>
                    <a:pt x="3025" y="2414"/>
                  </a:cubicBezTo>
                  <a:cubicBezTo>
                    <a:pt x="2084" y="2688"/>
                    <a:pt x="941" y="2962"/>
                    <a:pt x="60" y="3450"/>
                  </a:cubicBezTo>
                  <a:cubicBezTo>
                    <a:pt x="1" y="4819"/>
                    <a:pt x="929" y="9499"/>
                    <a:pt x="2513" y="11511"/>
                  </a:cubicBezTo>
                  <a:cubicBezTo>
                    <a:pt x="3492" y="12755"/>
                    <a:pt x="4312" y="13210"/>
                    <a:pt x="5032" y="13210"/>
                  </a:cubicBezTo>
                  <a:cubicBezTo>
                    <a:pt x="5896" y="13210"/>
                    <a:pt x="6617" y="12554"/>
                    <a:pt x="7299" y="11820"/>
                  </a:cubicBezTo>
                  <a:lnTo>
                    <a:pt x="7299" y="11820"/>
                  </a:lnTo>
                  <a:cubicBezTo>
                    <a:pt x="7240" y="12499"/>
                    <a:pt x="7180" y="13225"/>
                    <a:pt x="7109" y="13999"/>
                  </a:cubicBezTo>
                  <a:cubicBezTo>
                    <a:pt x="7002" y="15297"/>
                    <a:pt x="7299" y="16261"/>
                    <a:pt x="8073" y="16523"/>
                  </a:cubicBezTo>
                  <a:cubicBezTo>
                    <a:pt x="8483" y="16656"/>
                    <a:pt x="13698" y="16933"/>
                    <a:pt x="14458" y="16933"/>
                  </a:cubicBezTo>
                  <a:cubicBezTo>
                    <a:pt x="14516" y="16933"/>
                    <a:pt x="14548" y="16931"/>
                    <a:pt x="14550" y="16928"/>
                  </a:cubicBezTo>
                  <a:cubicBezTo>
                    <a:pt x="14555" y="16924"/>
                    <a:pt x="14605" y="16923"/>
                    <a:pt x="14691" y="16923"/>
                  </a:cubicBezTo>
                  <a:cubicBezTo>
                    <a:pt x="14917" y="16923"/>
                    <a:pt x="15395" y="16932"/>
                    <a:pt x="15995" y="16932"/>
                  </a:cubicBezTo>
                  <a:cubicBezTo>
                    <a:pt x="17870" y="16932"/>
                    <a:pt x="20940" y="16835"/>
                    <a:pt x="21253" y="16035"/>
                  </a:cubicBezTo>
                  <a:cubicBezTo>
                    <a:pt x="21265" y="16023"/>
                    <a:pt x="22039" y="14999"/>
                    <a:pt x="21503" y="12808"/>
                  </a:cubicBezTo>
                  <a:cubicBezTo>
                    <a:pt x="21456" y="12582"/>
                    <a:pt x="21456" y="12356"/>
                    <a:pt x="21432" y="12130"/>
                  </a:cubicBezTo>
                  <a:lnTo>
                    <a:pt x="21861" y="2093"/>
                  </a:lnTo>
                  <a:cubicBezTo>
                    <a:pt x="21039" y="1057"/>
                    <a:pt x="19979" y="676"/>
                    <a:pt x="17896" y="319"/>
                  </a:cubicBezTo>
                  <a:cubicBezTo>
                    <a:pt x="17896" y="319"/>
                    <a:pt x="15800" y="795"/>
                    <a:pt x="15288" y="819"/>
                  </a:cubicBezTo>
                  <a:lnTo>
                    <a:pt x="13812" y="819"/>
                  </a:lnTo>
                  <a:cubicBezTo>
                    <a:pt x="13742" y="829"/>
                    <a:pt x="13670" y="834"/>
                    <a:pt x="13597" y="834"/>
                  </a:cubicBezTo>
                  <a:cubicBezTo>
                    <a:pt x="13324" y="834"/>
                    <a:pt x="13037" y="767"/>
                    <a:pt x="12764" y="664"/>
                  </a:cubicBezTo>
                  <a:cubicBezTo>
                    <a:pt x="12895" y="366"/>
                    <a:pt x="12967" y="188"/>
                    <a:pt x="12967" y="188"/>
                  </a:cubicBezTo>
                  <a:cubicBezTo>
                    <a:pt x="12967" y="188"/>
                    <a:pt x="12535" y="0"/>
                    <a:pt x="118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42"/>
            <p:cNvSpPr/>
            <p:nvPr/>
          </p:nvSpPr>
          <p:spPr>
            <a:xfrm>
              <a:off x="6148278" y="2189385"/>
              <a:ext cx="211493" cy="46535"/>
            </a:xfrm>
            <a:custGeom>
              <a:avLst/>
              <a:gdLst/>
              <a:ahLst/>
              <a:cxnLst/>
              <a:rect l="l" t="t" r="r" b="b"/>
              <a:pathLst>
                <a:path w="3145" h="692" extrusionOk="0">
                  <a:moveTo>
                    <a:pt x="3077" y="0"/>
                  </a:moveTo>
                  <a:cubicBezTo>
                    <a:pt x="3067" y="0"/>
                    <a:pt x="3057" y="4"/>
                    <a:pt x="3049" y="13"/>
                  </a:cubicBezTo>
                  <a:cubicBezTo>
                    <a:pt x="2185" y="447"/>
                    <a:pt x="1503" y="567"/>
                    <a:pt x="1013" y="567"/>
                  </a:cubicBezTo>
                  <a:cubicBezTo>
                    <a:pt x="415" y="567"/>
                    <a:pt x="103" y="388"/>
                    <a:pt x="96" y="382"/>
                  </a:cubicBezTo>
                  <a:cubicBezTo>
                    <a:pt x="87" y="377"/>
                    <a:pt x="77" y="375"/>
                    <a:pt x="66" y="375"/>
                  </a:cubicBezTo>
                  <a:cubicBezTo>
                    <a:pt x="48" y="375"/>
                    <a:pt x="28" y="383"/>
                    <a:pt x="13" y="406"/>
                  </a:cubicBezTo>
                  <a:cubicBezTo>
                    <a:pt x="1" y="429"/>
                    <a:pt x="1" y="465"/>
                    <a:pt x="37" y="477"/>
                  </a:cubicBezTo>
                  <a:cubicBezTo>
                    <a:pt x="60" y="501"/>
                    <a:pt x="394" y="691"/>
                    <a:pt x="1013" y="691"/>
                  </a:cubicBezTo>
                  <a:cubicBezTo>
                    <a:pt x="1513" y="691"/>
                    <a:pt x="2215" y="560"/>
                    <a:pt x="3096" y="108"/>
                  </a:cubicBezTo>
                  <a:cubicBezTo>
                    <a:pt x="3132" y="96"/>
                    <a:pt x="3144" y="60"/>
                    <a:pt x="3120" y="36"/>
                  </a:cubicBezTo>
                  <a:cubicBezTo>
                    <a:pt x="3113" y="13"/>
                    <a:pt x="3095" y="0"/>
                    <a:pt x="307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42"/>
            <p:cNvSpPr/>
            <p:nvPr/>
          </p:nvSpPr>
          <p:spPr>
            <a:xfrm>
              <a:off x="6240407" y="2126979"/>
              <a:ext cx="12037" cy="1089746"/>
            </a:xfrm>
            <a:custGeom>
              <a:avLst/>
              <a:gdLst/>
              <a:ahLst/>
              <a:cxnLst/>
              <a:rect l="l" t="t" r="r" b="b"/>
              <a:pathLst>
                <a:path w="179" h="16205" extrusionOk="0">
                  <a:moveTo>
                    <a:pt x="60" y="0"/>
                  </a:moveTo>
                  <a:cubicBezTo>
                    <a:pt x="24" y="0"/>
                    <a:pt x="0" y="24"/>
                    <a:pt x="0" y="60"/>
                  </a:cubicBezTo>
                  <a:lnTo>
                    <a:pt x="60" y="16145"/>
                  </a:lnTo>
                  <a:cubicBezTo>
                    <a:pt x="60" y="16169"/>
                    <a:pt x="83" y="16204"/>
                    <a:pt x="119" y="16204"/>
                  </a:cubicBezTo>
                  <a:cubicBezTo>
                    <a:pt x="155" y="16204"/>
                    <a:pt x="179" y="16169"/>
                    <a:pt x="179" y="16145"/>
                  </a:cubicBezTo>
                  <a:lnTo>
                    <a:pt x="119" y="60"/>
                  </a:lnTo>
                  <a:cubicBezTo>
                    <a:pt x="107" y="24"/>
                    <a:pt x="83" y="0"/>
                    <a:pt x="6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42"/>
            <p:cNvSpPr/>
            <p:nvPr/>
          </p:nvSpPr>
          <p:spPr>
            <a:xfrm>
              <a:off x="5998585" y="2044467"/>
              <a:ext cx="252245" cy="213376"/>
            </a:xfrm>
            <a:custGeom>
              <a:avLst/>
              <a:gdLst/>
              <a:ahLst/>
              <a:cxnLst/>
              <a:rect l="l" t="t" r="r" b="b"/>
              <a:pathLst>
                <a:path w="3751" h="3173" extrusionOk="0">
                  <a:moveTo>
                    <a:pt x="953" y="1"/>
                  </a:moveTo>
                  <a:cubicBezTo>
                    <a:pt x="953" y="1"/>
                    <a:pt x="524" y="632"/>
                    <a:pt x="262" y="1215"/>
                  </a:cubicBezTo>
                  <a:cubicBezTo>
                    <a:pt x="0" y="1799"/>
                    <a:pt x="1917" y="2858"/>
                    <a:pt x="2798" y="3168"/>
                  </a:cubicBezTo>
                  <a:cubicBezTo>
                    <a:pt x="2811" y="3171"/>
                    <a:pt x="2824" y="3173"/>
                    <a:pt x="2837" y="3173"/>
                  </a:cubicBezTo>
                  <a:cubicBezTo>
                    <a:pt x="3279" y="3173"/>
                    <a:pt x="3751" y="1263"/>
                    <a:pt x="3751" y="1263"/>
                  </a:cubicBezTo>
                  <a:cubicBezTo>
                    <a:pt x="3751" y="1263"/>
                    <a:pt x="2024" y="810"/>
                    <a:pt x="9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42"/>
            <p:cNvSpPr/>
            <p:nvPr/>
          </p:nvSpPr>
          <p:spPr>
            <a:xfrm>
              <a:off x="6244374" y="2044467"/>
              <a:ext cx="252313" cy="210216"/>
            </a:xfrm>
            <a:custGeom>
              <a:avLst/>
              <a:gdLst/>
              <a:ahLst/>
              <a:cxnLst/>
              <a:rect l="l" t="t" r="r" b="b"/>
              <a:pathLst>
                <a:path w="3752" h="3126" extrusionOk="0">
                  <a:moveTo>
                    <a:pt x="2822" y="1"/>
                  </a:moveTo>
                  <a:cubicBezTo>
                    <a:pt x="1834" y="858"/>
                    <a:pt x="1" y="1287"/>
                    <a:pt x="1" y="1287"/>
                  </a:cubicBezTo>
                  <a:cubicBezTo>
                    <a:pt x="1" y="1287"/>
                    <a:pt x="662" y="3125"/>
                    <a:pt x="1126" y="3125"/>
                  </a:cubicBezTo>
                  <a:cubicBezTo>
                    <a:pt x="1140" y="3125"/>
                    <a:pt x="1154" y="3124"/>
                    <a:pt x="1167" y="3120"/>
                  </a:cubicBezTo>
                  <a:cubicBezTo>
                    <a:pt x="2060" y="2811"/>
                    <a:pt x="3751" y="1834"/>
                    <a:pt x="3489" y="1251"/>
                  </a:cubicBezTo>
                  <a:cubicBezTo>
                    <a:pt x="3215" y="667"/>
                    <a:pt x="2822" y="1"/>
                    <a:pt x="282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42"/>
            <p:cNvSpPr/>
            <p:nvPr/>
          </p:nvSpPr>
          <p:spPr>
            <a:xfrm>
              <a:off x="5269151" y="2194227"/>
              <a:ext cx="256280" cy="180223"/>
            </a:xfrm>
            <a:custGeom>
              <a:avLst/>
              <a:gdLst/>
              <a:ahLst/>
              <a:cxnLst/>
              <a:rect l="l" t="t" r="r" b="b"/>
              <a:pathLst>
                <a:path w="3811" h="2680" extrusionOk="0">
                  <a:moveTo>
                    <a:pt x="2965" y="0"/>
                  </a:moveTo>
                  <a:lnTo>
                    <a:pt x="1" y="1096"/>
                  </a:lnTo>
                  <a:lnTo>
                    <a:pt x="144" y="2679"/>
                  </a:lnTo>
                  <a:lnTo>
                    <a:pt x="3811" y="1631"/>
                  </a:lnTo>
                  <a:cubicBezTo>
                    <a:pt x="3811" y="1631"/>
                    <a:pt x="3311" y="298"/>
                    <a:pt x="296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42"/>
            <p:cNvSpPr/>
            <p:nvPr/>
          </p:nvSpPr>
          <p:spPr>
            <a:xfrm>
              <a:off x="6595877" y="2463217"/>
              <a:ext cx="120171" cy="430048"/>
            </a:xfrm>
            <a:custGeom>
              <a:avLst/>
              <a:gdLst/>
              <a:ahLst/>
              <a:cxnLst/>
              <a:rect l="l" t="t" r="r" b="b"/>
              <a:pathLst>
                <a:path w="1787" h="6395" extrusionOk="0">
                  <a:moveTo>
                    <a:pt x="60" y="1"/>
                  </a:moveTo>
                  <a:cubicBezTo>
                    <a:pt x="24" y="1"/>
                    <a:pt x="0" y="36"/>
                    <a:pt x="12" y="72"/>
                  </a:cubicBezTo>
                  <a:cubicBezTo>
                    <a:pt x="203" y="1977"/>
                    <a:pt x="1655" y="6311"/>
                    <a:pt x="1667" y="6359"/>
                  </a:cubicBezTo>
                  <a:cubicBezTo>
                    <a:pt x="1667" y="6382"/>
                    <a:pt x="1691" y="6394"/>
                    <a:pt x="1715" y="6394"/>
                  </a:cubicBezTo>
                  <a:lnTo>
                    <a:pt x="1739" y="6394"/>
                  </a:lnTo>
                  <a:cubicBezTo>
                    <a:pt x="1774" y="6382"/>
                    <a:pt x="1786" y="6347"/>
                    <a:pt x="1774" y="6323"/>
                  </a:cubicBezTo>
                  <a:cubicBezTo>
                    <a:pt x="1763" y="6275"/>
                    <a:pt x="322" y="1953"/>
                    <a:pt x="119" y="60"/>
                  </a:cubicBezTo>
                  <a:cubicBezTo>
                    <a:pt x="119" y="25"/>
                    <a:pt x="96" y="1"/>
                    <a:pt x="6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42"/>
            <p:cNvSpPr/>
            <p:nvPr/>
          </p:nvSpPr>
          <p:spPr>
            <a:xfrm>
              <a:off x="5751181" y="2293215"/>
              <a:ext cx="104973" cy="569586"/>
            </a:xfrm>
            <a:custGeom>
              <a:avLst/>
              <a:gdLst/>
              <a:ahLst/>
              <a:cxnLst/>
              <a:rect l="l" t="t" r="r" b="b"/>
              <a:pathLst>
                <a:path w="1561" h="8470" extrusionOk="0">
                  <a:moveTo>
                    <a:pt x="1493" y="0"/>
                  </a:moveTo>
                  <a:cubicBezTo>
                    <a:pt x="1472" y="0"/>
                    <a:pt x="1450" y="14"/>
                    <a:pt x="1441" y="40"/>
                  </a:cubicBezTo>
                  <a:cubicBezTo>
                    <a:pt x="1429" y="40"/>
                    <a:pt x="989" y="957"/>
                    <a:pt x="488" y="3124"/>
                  </a:cubicBezTo>
                  <a:cubicBezTo>
                    <a:pt x="0" y="5279"/>
                    <a:pt x="215" y="8375"/>
                    <a:pt x="227" y="8410"/>
                  </a:cubicBezTo>
                  <a:cubicBezTo>
                    <a:pt x="227" y="8446"/>
                    <a:pt x="250" y="8470"/>
                    <a:pt x="274" y="8470"/>
                  </a:cubicBezTo>
                  <a:cubicBezTo>
                    <a:pt x="286" y="8470"/>
                    <a:pt x="286" y="8470"/>
                    <a:pt x="286" y="8458"/>
                  </a:cubicBezTo>
                  <a:cubicBezTo>
                    <a:pt x="322" y="8458"/>
                    <a:pt x="346" y="8434"/>
                    <a:pt x="334" y="8398"/>
                  </a:cubicBezTo>
                  <a:cubicBezTo>
                    <a:pt x="334" y="8375"/>
                    <a:pt x="119" y="5291"/>
                    <a:pt x="608" y="3148"/>
                  </a:cubicBezTo>
                  <a:cubicBezTo>
                    <a:pt x="1096" y="1005"/>
                    <a:pt x="1536" y="100"/>
                    <a:pt x="1548" y="88"/>
                  </a:cubicBezTo>
                  <a:cubicBezTo>
                    <a:pt x="1560" y="64"/>
                    <a:pt x="1548" y="28"/>
                    <a:pt x="1512" y="5"/>
                  </a:cubicBezTo>
                  <a:cubicBezTo>
                    <a:pt x="1506" y="2"/>
                    <a:pt x="1500" y="0"/>
                    <a:pt x="149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42"/>
            <p:cNvSpPr/>
            <p:nvPr/>
          </p:nvSpPr>
          <p:spPr>
            <a:xfrm>
              <a:off x="6073028" y="2660118"/>
              <a:ext cx="543696" cy="373224"/>
            </a:xfrm>
            <a:custGeom>
              <a:avLst/>
              <a:gdLst/>
              <a:ahLst/>
              <a:cxnLst/>
              <a:rect l="l" t="t" r="r" b="b"/>
              <a:pathLst>
                <a:path w="8085" h="5550" extrusionOk="0">
                  <a:moveTo>
                    <a:pt x="8018" y="1"/>
                  </a:moveTo>
                  <a:cubicBezTo>
                    <a:pt x="8000" y="1"/>
                    <a:pt x="7981" y="11"/>
                    <a:pt x="7966" y="25"/>
                  </a:cubicBezTo>
                  <a:cubicBezTo>
                    <a:pt x="7073" y="1430"/>
                    <a:pt x="5525" y="2252"/>
                    <a:pt x="4156" y="2907"/>
                  </a:cubicBezTo>
                  <a:cubicBezTo>
                    <a:pt x="4013" y="2978"/>
                    <a:pt x="3870" y="3050"/>
                    <a:pt x="3715" y="3121"/>
                  </a:cubicBezTo>
                  <a:cubicBezTo>
                    <a:pt x="2406" y="3752"/>
                    <a:pt x="1036" y="4395"/>
                    <a:pt x="24" y="5455"/>
                  </a:cubicBezTo>
                  <a:cubicBezTo>
                    <a:pt x="1" y="5478"/>
                    <a:pt x="1" y="5514"/>
                    <a:pt x="24" y="5538"/>
                  </a:cubicBezTo>
                  <a:cubicBezTo>
                    <a:pt x="36" y="5550"/>
                    <a:pt x="48" y="5550"/>
                    <a:pt x="60" y="5550"/>
                  </a:cubicBezTo>
                  <a:cubicBezTo>
                    <a:pt x="72" y="5550"/>
                    <a:pt x="96" y="5550"/>
                    <a:pt x="108" y="5538"/>
                  </a:cubicBezTo>
                  <a:cubicBezTo>
                    <a:pt x="1108" y="4490"/>
                    <a:pt x="2465" y="3847"/>
                    <a:pt x="3775" y="3228"/>
                  </a:cubicBezTo>
                  <a:cubicBezTo>
                    <a:pt x="3918" y="3157"/>
                    <a:pt x="4061" y="3085"/>
                    <a:pt x="4215" y="3014"/>
                  </a:cubicBezTo>
                  <a:cubicBezTo>
                    <a:pt x="5597" y="2347"/>
                    <a:pt x="7144" y="1514"/>
                    <a:pt x="8073" y="85"/>
                  </a:cubicBezTo>
                  <a:cubicBezTo>
                    <a:pt x="8085" y="61"/>
                    <a:pt x="8073" y="25"/>
                    <a:pt x="8049" y="14"/>
                  </a:cubicBezTo>
                  <a:cubicBezTo>
                    <a:pt x="8040" y="4"/>
                    <a:pt x="8029" y="1"/>
                    <a:pt x="80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42"/>
            <p:cNvSpPr/>
            <p:nvPr/>
          </p:nvSpPr>
          <p:spPr>
            <a:xfrm>
              <a:off x="6089840" y="2842762"/>
              <a:ext cx="492453" cy="273899"/>
            </a:xfrm>
            <a:custGeom>
              <a:avLst/>
              <a:gdLst/>
              <a:ahLst/>
              <a:cxnLst/>
              <a:rect l="l" t="t" r="r" b="b"/>
              <a:pathLst>
                <a:path w="7323" h="4073" extrusionOk="0">
                  <a:moveTo>
                    <a:pt x="7275" y="0"/>
                  </a:moveTo>
                  <a:cubicBezTo>
                    <a:pt x="7240" y="0"/>
                    <a:pt x="7216" y="24"/>
                    <a:pt x="7204" y="48"/>
                  </a:cubicBezTo>
                  <a:cubicBezTo>
                    <a:pt x="7168" y="250"/>
                    <a:pt x="6978" y="393"/>
                    <a:pt x="6811" y="512"/>
                  </a:cubicBezTo>
                  <a:cubicBezTo>
                    <a:pt x="4704" y="1929"/>
                    <a:pt x="2430" y="3084"/>
                    <a:pt x="48" y="3953"/>
                  </a:cubicBezTo>
                  <a:cubicBezTo>
                    <a:pt x="13" y="3965"/>
                    <a:pt x="1" y="4001"/>
                    <a:pt x="13" y="4036"/>
                  </a:cubicBezTo>
                  <a:cubicBezTo>
                    <a:pt x="24" y="4060"/>
                    <a:pt x="36" y="4072"/>
                    <a:pt x="60" y="4072"/>
                  </a:cubicBezTo>
                  <a:lnTo>
                    <a:pt x="84" y="4072"/>
                  </a:lnTo>
                  <a:cubicBezTo>
                    <a:pt x="2477" y="3203"/>
                    <a:pt x="4763" y="2036"/>
                    <a:pt x="6871" y="607"/>
                  </a:cubicBezTo>
                  <a:cubicBezTo>
                    <a:pt x="7073" y="477"/>
                    <a:pt x="7275" y="322"/>
                    <a:pt x="7323" y="72"/>
                  </a:cubicBezTo>
                  <a:cubicBezTo>
                    <a:pt x="7323" y="36"/>
                    <a:pt x="7311" y="12"/>
                    <a:pt x="727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42"/>
            <p:cNvSpPr/>
            <p:nvPr/>
          </p:nvSpPr>
          <p:spPr>
            <a:xfrm>
              <a:off x="6290036" y="2157375"/>
              <a:ext cx="17686" cy="1049733"/>
            </a:xfrm>
            <a:custGeom>
              <a:avLst/>
              <a:gdLst/>
              <a:ahLst/>
              <a:cxnLst/>
              <a:rect l="l" t="t" r="r" b="b"/>
              <a:pathLst>
                <a:path w="263" h="15610" extrusionOk="0">
                  <a:moveTo>
                    <a:pt x="60" y="1"/>
                  </a:moveTo>
                  <a:cubicBezTo>
                    <a:pt x="24" y="1"/>
                    <a:pt x="0" y="24"/>
                    <a:pt x="0" y="60"/>
                  </a:cubicBezTo>
                  <a:lnTo>
                    <a:pt x="155" y="15550"/>
                  </a:lnTo>
                  <a:cubicBezTo>
                    <a:pt x="155" y="15586"/>
                    <a:pt x="179" y="15610"/>
                    <a:pt x="215" y="15610"/>
                  </a:cubicBezTo>
                  <a:cubicBezTo>
                    <a:pt x="238" y="15610"/>
                    <a:pt x="262" y="15574"/>
                    <a:pt x="262" y="15550"/>
                  </a:cubicBezTo>
                  <a:lnTo>
                    <a:pt x="119" y="48"/>
                  </a:lnTo>
                  <a:cubicBezTo>
                    <a:pt x="119" y="24"/>
                    <a:pt x="95" y="1"/>
                    <a:pt x="6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42"/>
            <p:cNvSpPr/>
            <p:nvPr/>
          </p:nvSpPr>
          <p:spPr>
            <a:xfrm>
              <a:off x="7541444" y="2682646"/>
              <a:ext cx="36919" cy="155342"/>
            </a:xfrm>
            <a:custGeom>
              <a:avLst/>
              <a:gdLst/>
              <a:ahLst/>
              <a:cxnLst/>
              <a:rect l="l" t="t" r="r" b="b"/>
              <a:pathLst>
                <a:path w="549" h="2310" extrusionOk="0">
                  <a:moveTo>
                    <a:pt x="1" y="0"/>
                  </a:moveTo>
                  <a:lnTo>
                    <a:pt x="1" y="0"/>
                  </a:lnTo>
                  <a:cubicBezTo>
                    <a:pt x="96" y="500"/>
                    <a:pt x="227" y="1191"/>
                    <a:pt x="548" y="2310"/>
                  </a:cubicBezTo>
                  <a:lnTo>
                    <a:pt x="1" y="0"/>
                  </a:ln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42"/>
            <p:cNvSpPr/>
            <p:nvPr/>
          </p:nvSpPr>
          <p:spPr>
            <a:xfrm>
              <a:off x="7053833" y="2029269"/>
              <a:ext cx="229852" cy="92936"/>
            </a:xfrm>
            <a:custGeom>
              <a:avLst/>
              <a:gdLst/>
              <a:ahLst/>
              <a:cxnLst/>
              <a:rect l="l" t="t" r="r" b="b"/>
              <a:pathLst>
                <a:path w="3418" h="1382" extrusionOk="0">
                  <a:moveTo>
                    <a:pt x="3418" y="1"/>
                  </a:moveTo>
                  <a:lnTo>
                    <a:pt x="72" y="167"/>
                  </a:lnTo>
                  <a:lnTo>
                    <a:pt x="1" y="1382"/>
                  </a:lnTo>
                  <a:cubicBezTo>
                    <a:pt x="1132" y="1298"/>
                    <a:pt x="2311" y="1274"/>
                    <a:pt x="3394" y="1048"/>
                  </a:cubicBezTo>
                  <a:lnTo>
                    <a:pt x="3418" y="1"/>
                  </a:ln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42"/>
            <p:cNvSpPr/>
            <p:nvPr/>
          </p:nvSpPr>
          <p:spPr>
            <a:xfrm>
              <a:off x="6917724" y="2099744"/>
              <a:ext cx="860028" cy="915844"/>
            </a:xfrm>
            <a:custGeom>
              <a:avLst/>
              <a:gdLst/>
              <a:ahLst/>
              <a:cxnLst/>
              <a:rect l="l" t="t" r="r" b="b"/>
              <a:pathLst>
                <a:path w="12789" h="13619" extrusionOk="0">
                  <a:moveTo>
                    <a:pt x="9038" y="7680"/>
                  </a:moveTo>
                  <a:cubicBezTo>
                    <a:pt x="9145" y="7966"/>
                    <a:pt x="9192" y="8251"/>
                    <a:pt x="9276" y="8668"/>
                  </a:cubicBezTo>
                  <a:lnTo>
                    <a:pt x="9038" y="7680"/>
                  </a:lnTo>
                  <a:close/>
                  <a:moveTo>
                    <a:pt x="5418" y="0"/>
                  </a:moveTo>
                  <a:lnTo>
                    <a:pt x="5418" y="0"/>
                  </a:lnTo>
                  <a:cubicBezTo>
                    <a:pt x="4335" y="226"/>
                    <a:pt x="3156" y="250"/>
                    <a:pt x="2025" y="334"/>
                  </a:cubicBezTo>
                  <a:lnTo>
                    <a:pt x="2001" y="869"/>
                  </a:lnTo>
                  <a:cubicBezTo>
                    <a:pt x="2001" y="869"/>
                    <a:pt x="1144" y="1036"/>
                    <a:pt x="739" y="1143"/>
                  </a:cubicBezTo>
                  <a:cubicBezTo>
                    <a:pt x="751" y="2953"/>
                    <a:pt x="1" y="9811"/>
                    <a:pt x="215" y="11633"/>
                  </a:cubicBezTo>
                  <a:lnTo>
                    <a:pt x="5585" y="12145"/>
                  </a:lnTo>
                  <a:lnTo>
                    <a:pt x="9811" y="10978"/>
                  </a:lnTo>
                  <a:cubicBezTo>
                    <a:pt x="9502" y="9859"/>
                    <a:pt x="9371" y="9168"/>
                    <a:pt x="9276" y="8668"/>
                  </a:cubicBezTo>
                  <a:lnTo>
                    <a:pt x="9276" y="8668"/>
                  </a:lnTo>
                  <a:lnTo>
                    <a:pt x="9811" y="10978"/>
                  </a:lnTo>
                  <a:cubicBezTo>
                    <a:pt x="9839" y="10973"/>
                    <a:pt x="9865" y="10971"/>
                    <a:pt x="9891" y="10971"/>
                  </a:cubicBezTo>
                  <a:cubicBezTo>
                    <a:pt x="10790" y="10971"/>
                    <a:pt x="10991" y="13619"/>
                    <a:pt x="11851" y="13619"/>
                  </a:cubicBezTo>
                  <a:cubicBezTo>
                    <a:pt x="11881" y="13619"/>
                    <a:pt x="11911" y="13616"/>
                    <a:pt x="11943" y="13609"/>
                  </a:cubicBezTo>
                  <a:cubicBezTo>
                    <a:pt x="12645" y="12776"/>
                    <a:pt x="12788" y="9216"/>
                    <a:pt x="12431" y="8251"/>
                  </a:cubicBezTo>
                  <a:cubicBezTo>
                    <a:pt x="11347" y="4179"/>
                    <a:pt x="10228" y="2870"/>
                    <a:pt x="9633" y="2286"/>
                  </a:cubicBezTo>
                  <a:cubicBezTo>
                    <a:pt x="8752" y="1393"/>
                    <a:pt x="6859" y="1000"/>
                    <a:pt x="6859" y="1000"/>
                  </a:cubicBezTo>
                  <a:lnTo>
                    <a:pt x="5406" y="869"/>
                  </a:lnTo>
                  <a:lnTo>
                    <a:pt x="5418" y="0"/>
                  </a:ln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42"/>
            <p:cNvSpPr/>
            <p:nvPr/>
          </p:nvSpPr>
          <p:spPr>
            <a:xfrm>
              <a:off x="6267575" y="2170152"/>
              <a:ext cx="787132" cy="801052"/>
            </a:xfrm>
            <a:custGeom>
              <a:avLst/>
              <a:gdLst/>
              <a:ahLst/>
              <a:cxnLst/>
              <a:rect l="l" t="t" r="r" b="b"/>
              <a:pathLst>
                <a:path w="11705" h="11912" extrusionOk="0">
                  <a:moveTo>
                    <a:pt x="10742" y="1"/>
                  </a:moveTo>
                  <a:cubicBezTo>
                    <a:pt x="10741" y="1"/>
                    <a:pt x="10740" y="1"/>
                    <a:pt x="10740" y="1"/>
                  </a:cubicBezTo>
                  <a:cubicBezTo>
                    <a:pt x="10740" y="1"/>
                    <a:pt x="8347" y="358"/>
                    <a:pt x="7835" y="3668"/>
                  </a:cubicBezTo>
                  <a:cubicBezTo>
                    <a:pt x="7728" y="5883"/>
                    <a:pt x="7442" y="7621"/>
                    <a:pt x="7442" y="7621"/>
                  </a:cubicBezTo>
                  <a:lnTo>
                    <a:pt x="3966" y="5752"/>
                  </a:lnTo>
                  <a:cubicBezTo>
                    <a:pt x="3966" y="5752"/>
                    <a:pt x="3668" y="3573"/>
                    <a:pt x="3251" y="3442"/>
                  </a:cubicBezTo>
                  <a:cubicBezTo>
                    <a:pt x="3224" y="3433"/>
                    <a:pt x="3200" y="3429"/>
                    <a:pt x="3178" y="3429"/>
                  </a:cubicBezTo>
                  <a:cubicBezTo>
                    <a:pt x="2873" y="3429"/>
                    <a:pt x="3049" y="4228"/>
                    <a:pt x="3049" y="4228"/>
                  </a:cubicBezTo>
                  <a:cubicBezTo>
                    <a:pt x="3049" y="4228"/>
                    <a:pt x="2110" y="2625"/>
                    <a:pt x="1771" y="2625"/>
                  </a:cubicBezTo>
                  <a:cubicBezTo>
                    <a:pt x="1750" y="2625"/>
                    <a:pt x="1731" y="2631"/>
                    <a:pt x="1715" y="2644"/>
                  </a:cubicBezTo>
                  <a:cubicBezTo>
                    <a:pt x="1442" y="2870"/>
                    <a:pt x="2287" y="4240"/>
                    <a:pt x="2287" y="4240"/>
                  </a:cubicBezTo>
                  <a:cubicBezTo>
                    <a:pt x="2287" y="4240"/>
                    <a:pt x="1317" y="3018"/>
                    <a:pt x="904" y="3018"/>
                  </a:cubicBezTo>
                  <a:cubicBezTo>
                    <a:pt x="850" y="3018"/>
                    <a:pt x="806" y="3038"/>
                    <a:pt x="775" y="3085"/>
                  </a:cubicBezTo>
                  <a:cubicBezTo>
                    <a:pt x="620" y="3323"/>
                    <a:pt x="1811" y="4537"/>
                    <a:pt x="1811" y="4537"/>
                  </a:cubicBezTo>
                  <a:cubicBezTo>
                    <a:pt x="1811" y="4537"/>
                    <a:pt x="778" y="3620"/>
                    <a:pt x="442" y="3620"/>
                  </a:cubicBezTo>
                  <a:cubicBezTo>
                    <a:pt x="404" y="3620"/>
                    <a:pt x="376" y="3631"/>
                    <a:pt x="358" y="3656"/>
                  </a:cubicBezTo>
                  <a:cubicBezTo>
                    <a:pt x="179" y="3906"/>
                    <a:pt x="1453" y="4942"/>
                    <a:pt x="1453" y="4942"/>
                  </a:cubicBezTo>
                  <a:cubicBezTo>
                    <a:pt x="1453" y="4942"/>
                    <a:pt x="642" y="4372"/>
                    <a:pt x="298" y="4372"/>
                  </a:cubicBezTo>
                  <a:cubicBezTo>
                    <a:pt x="238" y="4372"/>
                    <a:pt x="192" y="4390"/>
                    <a:pt x="168" y="4430"/>
                  </a:cubicBezTo>
                  <a:cubicBezTo>
                    <a:pt x="1" y="4692"/>
                    <a:pt x="1668" y="6180"/>
                    <a:pt x="2275" y="6549"/>
                  </a:cubicBezTo>
                  <a:cubicBezTo>
                    <a:pt x="2275" y="6549"/>
                    <a:pt x="5642" y="11911"/>
                    <a:pt x="8541" y="11911"/>
                  </a:cubicBezTo>
                  <a:cubicBezTo>
                    <a:pt x="8587" y="11911"/>
                    <a:pt x="8634" y="11910"/>
                    <a:pt x="8681" y="11907"/>
                  </a:cubicBezTo>
                  <a:cubicBezTo>
                    <a:pt x="11217" y="11752"/>
                    <a:pt x="10978" y="6609"/>
                    <a:pt x="10859" y="5240"/>
                  </a:cubicBezTo>
                  <a:lnTo>
                    <a:pt x="10859" y="5240"/>
                  </a:lnTo>
                  <a:lnTo>
                    <a:pt x="11693" y="5359"/>
                  </a:lnTo>
                  <a:cubicBezTo>
                    <a:pt x="11490" y="3525"/>
                    <a:pt x="11705" y="2013"/>
                    <a:pt x="11693" y="203"/>
                  </a:cubicBezTo>
                  <a:lnTo>
                    <a:pt x="11693" y="203"/>
                  </a:lnTo>
                  <a:cubicBezTo>
                    <a:pt x="11685" y="206"/>
                    <a:pt x="11674" y="207"/>
                    <a:pt x="11660" y="207"/>
                  </a:cubicBezTo>
                  <a:cubicBezTo>
                    <a:pt x="11471" y="207"/>
                    <a:pt x="10776" y="1"/>
                    <a:pt x="10742"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42"/>
            <p:cNvSpPr/>
            <p:nvPr/>
          </p:nvSpPr>
          <p:spPr>
            <a:xfrm>
              <a:off x="6453380" y="2563281"/>
              <a:ext cx="124139" cy="141825"/>
            </a:xfrm>
            <a:custGeom>
              <a:avLst/>
              <a:gdLst/>
              <a:ahLst/>
              <a:cxnLst/>
              <a:rect l="l" t="t" r="r" b="b"/>
              <a:pathLst>
                <a:path w="1846" h="2109" extrusionOk="0">
                  <a:moveTo>
                    <a:pt x="1393" y="1"/>
                  </a:moveTo>
                  <a:cubicBezTo>
                    <a:pt x="1393" y="1"/>
                    <a:pt x="310" y="632"/>
                    <a:pt x="0" y="1418"/>
                  </a:cubicBezTo>
                  <a:cubicBezTo>
                    <a:pt x="0" y="1418"/>
                    <a:pt x="107" y="1692"/>
                    <a:pt x="322" y="2108"/>
                  </a:cubicBezTo>
                  <a:cubicBezTo>
                    <a:pt x="750" y="1382"/>
                    <a:pt x="1274" y="739"/>
                    <a:pt x="1846" y="144"/>
                  </a:cubicBezTo>
                  <a:cubicBezTo>
                    <a:pt x="1703" y="96"/>
                    <a:pt x="1548" y="49"/>
                    <a:pt x="139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42"/>
            <p:cNvSpPr/>
            <p:nvPr/>
          </p:nvSpPr>
          <p:spPr>
            <a:xfrm>
              <a:off x="6474966" y="2170220"/>
              <a:ext cx="514914" cy="829431"/>
            </a:xfrm>
            <a:custGeom>
              <a:avLst/>
              <a:gdLst/>
              <a:ahLst/>
              <a:cxnLst/>
              <a:rect l="l" t="t" r="r" b="b"/>
              <a:pathLst>
                <a:path w="7657" h="12334" extrusionOk="0">
                  <a:moveTo>
                    <a:pt x="7656" y="0"/>
                  </a:moveTo>
                  <a:cubicBezTo>
                    <a:pt x="7656" y="0"/>
                    <a:pt x="5525" y="226"/>
                    <a:pt x="4656" y="3358"/>
                  </a:cubicBezTo>
                  <a:cubicBezTo>
                    <a:pt x="4370" y="4417"/>
                    <a:pt x="4227" y="5798"/>
                    <a:pt x="4358" y="7620"/>
                  </a:cubicBezTo>
                  <a:cubicBezTo>
                    <a:pt x="4358" y="7620"/>
                    <a:pt x="3096" y="6560"/>
                    <a:pt x="1525" y="5989"/>
                  </a:cubicBezTo>
                  <a:cubicBezTo>
                    <a:pt x="953" y="6584"/>
                    <a:pt x="429" y="7227"/>
                    <a:pt x="1" y="7953"/>
                  </a:cubicBezTo>
                  <a:cubicBezTo>
                    <a:pt x="524" y="8977"/>
                    <a:pt x="1715" y="10859"/>
                    <a:pt x="3703" y="11668"/>
                  </a:cubicBezTo>
                  <a:cubicBezTo>
                    <a:pt x="4814" y="12117"/>
                    <a:pt x="5522" y="12334"/>
                    <a:pt x="5992" y="12334"/>
                  </a:cubicBezTo>
                  <a:cubicBezTo>
                    <a:pt x="6707" y="12334"/>
                    <a:pt x="6877" y="11835"/>
                    <a:pt x="7085" y="10894"/>
                  </a:cubicBezTo>
                  <a:cubicBezTo>
                    <a:pt x="7418" y="9346"/>
                    <a:pt x="7656" y="0"/>
                    <a:pt x="7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42"/>
            <p:cNvSpPr/>
            <p:nvPr/>
          </p:nvSpPr>
          <p:spPr>
            <a:xfrm>
              <a:off x="6700783" y="4315953"/>
              <a:ext cx="505298" cy="350359"/>
            </a:xfrm>
            <a:custGeom>
              <a:avLst/>
              <a:gdLst/>
              <a:ahLst/>
              <a:cxnLst/>
              <a:rect l="l" t="t" r="r" b="b"/>
              <a:pathLst>
                <a:path w="7514" h="5210" extrusionOk="0">
                  <a:moveTo>
                    <a:pt x="7025" y="1"/>
                  </a:moveTo>
                  <a:cubicBezTo>
                    <a:pt x="5989" y="36"/>
                    <a:pt x="4953" y="84"/>
                    <a:pt x="3905" y="191"/>
                  </a:cubicBezTo>
                  <a:cubicBezTo>
                    <a:pt x="3989" y="1048"/>
                    <a:pt x="4084" y="1810"/>
                    <a:pt x="4191" y="2465"/>
                  </a:cubicBezTo>
                  <a:cubicBezTo>
                    <a:pt x="4191" y="2465"/>
                    <a:pt x="0" y="4025"/>
                    <a:pt x="24" y="4823"/>
                  </a:cubicBezTo>
                  <a:cubicBezTo>
                    <a:pt x="33" y="5117"/>
                    <a:pt x="718" y="5209"/>
                    <a:pt x="1571" y="5209"/>
                  </a:cubicBezTo>
                  <a:cubicBezTo>
                    <a:pt x="2993" y="5209"/>
                    <a:pt x="4882" y="4954"/>
                    <a:pt x="4882" y="4954"/>
                  </a:cubicBezTo>
                  <a:cubicBezTo>
                    <a:pt x="4882" y="4954"/>
                    <a:pt x="5254" y="5042"/>
                    <a:pt x="5693" y="5042"/>
                  </a:cubicBezTo>
                  <a:cubicBezTo>
                    <a:pt x="6492" y="5042"/>
                    <a:pt x="7513" y="4749"/>
                    <a:pt x="6906" y="3096"/>
                  </a:cubicBezTo>
                  <a:lnTo>
                    <a:pt x="7025" y="1"/>
                  </a:ln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42"/>
            <p:cNvSpPr/>
            <p:nvPr/>
          </p:nvSpPr>
          <p:spPr>
            <a:xfrm>
              <a:off x="6920952" y="3173418"/>
              <a:ext cx="293132" cy="1155447"/>
            </a:xfrm>
            <a:custGeom>
              <a:avLst/>
              <a:gdLst/>
              <a:ahLst/>
              <a:cxnLst/>
              <a:rect l="l" t="t" r="r" b="b"/>
              <a:pathLst>
                <a:path w="4359" h="17182" extrusionOk="0">
                  <a:moveTo>
                    <a:pt x="0" y="1"/>
                  </a:moveTo>
                  <a:cubicBezTo>
                    <a:pt x="0" y="1"/>
                    <a:pt x="48" y="10895"/>
                    <a:pt x="643" y="17181"/>
                  </a:cubicBezTo>
                  <a:cubicBezTo>
                    <a:pt x="1679" y="17074"/>
                    <a:pt x="2715" y="17026"/>
                    <a:pt x="3751" y="16991"/>
                  </a:cubicBezTo>
                  <a:lnTo>
                    <a:pt x="4358" y="1274"/>
                  </a:lnTo>
                  <a:lnTo>
                    <a:pt x="0" y="1"/>
                  </a:ln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42"/>
            <p:cNvSpPr/>
            <p:nvPr/>
          </p:nvSpPr>
          <p:spPr>
            <a:xfrm>
              <a:off x="7282810" y="3163801"/>
              <a:ext cx="394272" cy="1137828"/>
            </a:xfrm>
            <a:custGeom>
              <a:avLst/>
              <a:gdLst/>
              <a:ahLst/>
              <a:cxnLst/>
              <a:rect l="l" t="t" r="r" b="b"/>
              <a:pathLst>
                <a:path w="5863" h="16920" extrusionOk="0">
                  <a:moveTo>
                    <a:pt x="4222" y="1"/>
                  </a:moveTo>
                  <a:cubicBezTo>
                    <a:pt x="2489" y="1"/>
                    <a:pt x="1" y="632"/>
                    <a:pt x="1" y="632"/>
                  </a:cubicBezTo>
                  <a:cubicBezTo>
                    <a:pt x="1" y="632"/>
                    <a:pt x="1204" y="10561"/>
                    <a:pt x="2096" y="16919"/>
                  </a:cubicBezTo>
                  <a:cubicBezTo>
                    <a:pt x="2227" y="16907"/>
                    <a:pt x="2370" y="16896"/>
                    <a:pt x="2513" y="16872"/>
                  </a:cubicBezTo>
                  <a:cubicBezTo>
                    <a:pt x="3537" y="16812"/>
                    <a:pt x="4513" y="16646"/>
                    <a:pt x="5466" y="16407"/>
                  </a:cubicBezTo>
                  <a:cubicBezTo>
                    <a:pt x="5609" y="12693"/>
                    <a:pt x="5799" y="6942"/>
                    <a:pt x="5859" y="739"/>
                  </a:cubicBezTo>
                  <a:cubicBezTo>
                    <a:pt x="5863" y="182"/>
                    <a:pt x="5151" y="1"/>
                    <a:pt x="4222" y="1"/>
                  </a:cubicBez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42"/>
            <p:cNvSpPr/>
            <p:nvPr/>
          </p:nvSpPr>
          <p:spPr>
            <a:xfrm>
              <a:off x="7182746" y="4267131"/>
              <a:ext cx="495749" cy="430182"/>
            </a:xfrm>
            <a:custGeom>
              <a:avLst/>
              <a:gdLst/>
              <a:ahLst/>
              <a:cxnLst/>
              <a:rect l="l" t="t" r="r" b="b"/>
              <a:pathLst>
                <a:path w="7372" h="6397" extrusionOk="0">
                  <a:moveTo>
                    <a:pt x="6954" y="0"/>
                  </a:moveTo>
                  <a:lnTo>
                    <a:pt x="6954" y="0"/>
                  </a:lnTo>
                  <a:cubicBezTo>
                    <a:pt x="6001" y="239"/>
                    <a:pt x="5025" y="405"/>
                    <a:pt x="4001" y="465"/>
                  </a:cubicBezTo>
                  <a:cubicBezTo>
                    <a:pt x="3858" y="489"/>
                    <a:pt x="3727" y="500"/>
                    <a:pt x="3584" y="512"/>
                  </a:cubicBezTo>
                  <a:cubicBezTo>
                    <a:pt x="3751" y="1727"/>
                    <a:pt x="3906" y="2810"/>
                    <a:pt x="4049" y="3668"/>
                  </a:cubicBezTo>
                  <a:cubicBezTo>
                    <a:pt x="4049" y="3668"/>
                    <a:pt x="1" y="5203"/>
                    <a:pt x="25" y="5989"/>
                  </a:cubicBezTo>
                  <a:cubicBezTo>
                    <a:pt x="34" y="6302"/>
                    <a:pt x="760" y="6397"/>
                    <a:pt x="1639" y="6397"/>
                  </a:cubicBezTo>
                  <a:cubicBezTo>
                    <a:pt x="3004" y="6397"/>
                    <a:pt x="4739" y="6168"/>
                    <a:pt x="4739" y="6168"/>
                  </a:cubicBezTo>
                  <a:cubicBezTo>
                    <a:pt x="4739" y="6168"/>
                    <a:pt x="5109" y="6256"/>
                    <a:pt x="5547" y="6256"/>
                  </a:cubicBezTo>
                  <a:cubicBezTo>
                    <a:pt x="6347" y="6256"/>
                    <a:pt x="7372" y="5962"/>
                    <a:pt x="6763" y="4299"/>
                  </a:cubicBezTo>
                  <a:cubicBezTo>
                    <a:pt x="6763" y="4299"/>
                    <a:pt x="6847" y="2679"/>
                    <a:pt x="6954" y="0"/>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42"/>
            <p:cNvSpPr/>
            <p:nvPr/>
          </p:nvSpPr>
          <p:spPr>
            <a:xfrm>
              <a:off x="6721563" y="2832338"/>
              <a:ext cx="1147444" cy="1383550"/>
            </a:xfrm>
            <a:custGeom>
              <a:avLst/>
              <a:gdLst/>
              <a:ahLst/>
              <a:cxnLst/>
              <a:rect l="l" t="t" r="r" b="b"/>
              <a:pathLst>
                <a:path w="17063" h="20574" extrusionOk="0">
                  <a:moveTo>
                    <a:pt x="12740" y="0"/>
                  </a:moveTo>
                  <a:cubicBezTo>
                    <a:pt x="10655" y="581"/>
                    <a:pt x="8453" y="753"/>
                    <a:pt x="6294" y="753"/>
                  </a:cubicBezTo>
                  <a:cubicBezTo>
                    <a:pt x="5223" y="753"/>
                    <a:pt x="4163" y="711"/>
                    <a:pt x="3132" y="655"/>
                  </a:cubicBezTo>
                  <a:cubicBezTo>
                    <a:pt x="2953" y="1179"/>
                    <a:pt x="1" y="5073"/>
                    <a:pt x="989" y="19812"/>
                  </a:cubicBezTo>
                  <a:cubicBezTo>
                    <a:pt x="989" y="19812"/>
                    <a:pt x="4303" y="20574"/>
                    <a:pt x="8105" y="20574"/>
                  </a:cubicBezTo>
                  <a:cubicBezTo>
                    <a:pt x="10647" y="20574"/>
                    <a:pt x="13406" y="20233"/>
                    <a:pt x="15538" y="19098"/>
                  </a:cubicBezTo>
                  <a:cubicBezTo>
                    <a:pt x="17062" y="2060"/>
                    <a:pt x="12943" y="334"/>
                    <a:pt x="1274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42"/>
            <p:cNvSpPr/>
            <p:nvPr/>
          </p:nvSpPr>
          <p:spPr>
            <a:xfrm>
              <a:off x="6375709" y="2450911"/>
              <a:ext cx="84934" cy="91658"/>
            </a:xfrm>
            <a:custGeom>
              <a:avLst/>
              <a:gdLst/>
              <a:ahLst/>
              <a:cxnLst/>
              <a:rect l="l" t="t" r="r" b="b"/>
              <a:pathLst>
                <a:path w="1263" h="1363" extrusionOk="0">
                  <a:moveTo>
                    <a:pt x="1221" y="0"/>
                  </a:moveTo>
                  <a:cubicBezTo>
                    <a:pt x="1215" y="0"/>
                    <a:pt x="1209" y="2"/>
                    <a:pt x="1203" y="5"/>
                  </a:cubicBezTo>
                  <a:cubicBezTo>
                    <a:pt x="1191" y="5"/>
                    <a:pt x="0" y="398"/>
                    <a:pt x="48" y="1327"/>
                  </a:cubicBezTo>
                  <a:cubicBezTo>
                    <a:pt x="48" y="1351"/>
                    <a:pt x="60" y="1362"/>
                    <a:pt x="84" y="1362"/>
                  </a:cubicBezTo>
                  <a:cubicBezTo>
                    <a:pt x="107" y="1362"/>
                    <a:pt x="119" y="1339"/>
                    <a:pt x="119" y="1315"/>
                  </a:cubicBezTo>
                  <a:cubicBezTo>
                    <a:pt x="84" y="446"/>
                    <a:pt x="1215" y="77"/>
                    <a:pt x="1227" y="77"/>
                  </a:cubicBezTo>
                  <a:cubicBezTo>
                    <a:pt x="1250" y="65"/>
                    <a:pt x="1262" y="41"/>
                    <a:pt x="1250" y="29"/>
                  </a:cubicBezTo>
                  <a:cubicBezTo>
                    <a:pt x="1250" y="11"/>
                    <a:pt x="1238" y="0"/>
                    <a:pt x="122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42"/>
            <p:cNvSpPr/>
            <p:nvPr/>
          </p:nvSpPr>
          <p:spPr>
            <a:xfrm>
              <a:off x="6754380" y="2680225"/>
              <a:ext cx="16072" cy="191386"/>
            </a:xfrm>
            <a:custGeom>
              <a:avLst/>
              <a:gdLst/>
              <a:ahLst/>
              <a:cxnLst/>
              <a:rect l="l" t="t" r="r" b="b"/>
              <a:pathLst>
                <a:path w="239" h="2846" extrusionOk="0">
                  <a:moveTo>
                    <a:pt x="203" y="0"/>
                  </a:moveTo>
                  <a:cubicBezTo>
                    <a:pt x="179" y="0"/>
                    <a:pt x="168" y="12"/>
                    <a:pt x="168" y="36"/>
                  </a:cubicBezTo>
                  <a:cubicBezTo>
                    <a:pt x="168" y="48"/>
                    <a:pt x="1" y="1715"/>
                    <a:pt x="1" y="2810"/>
                  </a:cubicBezTo>
                  <a:cubicBezTo>
                    <a:pt x="1" y="2822"/>
                    <a:pt x="13" y="2846"/>
                    <a:pt x="37" y="2846"/>
                  </a:cubicBezTo>
                  <a:cubicBezTo>
                    <a:pt x="60" y="2846"/>
                    <a:pt x="72" y="2822"/>
                    <a:pt x="72" y="2810"/>
                  </a:cubicBezTo>
                  <a:cubicBezTo>
                    <a:pt x="72" y="1715"/>
                    <a:pt x="239" y="60"/>
                    <a:pt x="239" y="48"/>
                  </a:cubicBezTo>
                  <a:cubicBezTo>
                    <a:pt x="239" y="24"/>
                    <a:pt x="227" y="0"/>
                    <a:pt x="20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42"/>
            <p:cNvSpPr/>
            <p:nvPr/>
          </p:nvSpPr>
          <p:spPr>
            <a:xfrm>
              <a:off x="7183553" y="4643448"/>
              <a:ext cx="461251" cy="60119"/>
            </a:xfrm>
            <a:custGeom>
              <a:avLst/>
              <a:gdLst/>
              <a:ahLst/>
              <a:cxnLst/>
              <a:rect l="l" t="t" r="r" b="b"/>
              <a:pathLst>
                <a:path w="6859" h="894" extrusionOk="0">
                  <a:moveTo>
                    <a:pt x="6859" y="0"/>
                  </a:moveTo>
                  <a:cubicBezTo>
                    <a:pt x="6050" y="215"/>
                    <a:pt x="4798" y="458"/>
                    <a:pt x="3229" y="458"/>
                  </a:cubicBezTo>
                  <a:cubicBezTo>
                    <a:pt x="2280" y="458"/>
                    <a:pt x="1214" y="369"/>
                    <a:pt x="60" y="131"/>
                  </a:cubicBezTo>
                  <a:cubicBezTo>
                    <a:pt x="1" y="358"/>
                    <a:pt x="13" y="500"/>
                    <a:pt x="13" y="500"/>
                  </a:cubicBezTo>
                  <a:cubicBezTo>
                    <a:pt x="13" y="500"/>
                    <a:pt x="382" y="893"/>
                    <a:pt x="3263" y="893"/>
                  </a:cubicBezTo>
                  <a:cubicBezTo>
                    <a:pt x="5847" y="893"/>
                    <a:pt x="6799" y="548"/>
                    <a:pt x="6799" y="548"/>
                  </a:cubicBezTo>
                  <a:cubicBezTo>
                    <a:pt x="6823" y="358"/>
                    <a:pt x="6847" y="179"/>
                    <a:pt x="68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42"/>
            <p:cNvSpPr/>
            <p:nvPr/>
          </p:nvSpPr>
          <p:spPr>
            <a:xfrm>
              <a:off x="7187588" y="4529733"/>
              <a:ext cx="301067" cy="160116"/>
            </a:xfrm>
            <a:custGeom>
              <a:avLst/>
              <a:gdLst/>
              <a:ahLst/>
              <a:cxnLst/>
              <a:rect l="l" t="t" r="r" b="b"/>
              <a:pathLst>
                <a:path w="4477" h="2381" extrusionOk="0">
                  <a:moveTo>
                    <a:pt x="3382" y="1"/>
                  </a:moveTo>
                  <a:cubicBezTo>
                    <a:pt x="3382" y="1"/>
                    <a:pt x="0" y="870"/>
                    <a:pt x="0" y="1822"/>
                  </a:cubicBezTo>
                  <a:cubicBezTo>
                    <a:pt x="0" y="2211"/>
                    <a:pt x="533" y="2380"/>
                    <a:pt x="1785" y="2380"/>
                  </a:cubicBezTo>
                  <a:cubicBezTo>
                    <a:pt x="2259" y="2380"/>
                    <a:pt x="2835" y="2356"/>
                    <a:pt x="3524" y="2310"/>
                  </a:cubicBezTo>
                  <a:lnTo>
                    <a:pt x="4477" y="2287"/>
                  </a:lnTo>
                  <a:cubicBezTo>
                    <a:pt x="4477" y="2287"/>
                    <a:pt x="4013" y="620"/>
                    <a:pt x="33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42"/>
            <p:cNvSpPr/>
            <p:nvPr/>
          </p:nvSpPr>
          <p:spPr>
            <a:xfrm>
              <a:off x="6701590" y="4608210"/>
              <a:ext cx="474028" cy="64894"/>
            </a:xfrm>
            <a:custGeom>
              <a:avLst/>
              <a:gdLst/>
              <a:ahLst/>
              <a:cxnLst/>
              <a:rect l="l" t="t" r="r" b="b"/>
              <a:pathLst>
                <a:path w="7049" h="965" extrusionOk="0">
                  <a:moveTo>
                    <a:pt x="7049" y="0"/>
                  </a:moveTo>
                  <a:lnTo>
                    <a:pt x="7049" y="0"/>
                  </a:lnTo>
                  <a:cubicBezTo>
                    <a:pt x="6202" y="226"/>
                    <a:pt x="4789" y="512"/>
                    <a:pt x="3059" y="512"/>
                  </a:cubicBezTo>
                  <a:cubicBezTo>
                    <a:pt x="2137" y="512"/>
                    <a:pt x="1124" y="430"/>
                    <a:pt x="60" y="215"/>
                  </a:cubicBezTo>
                  <a:cubicBezTo>
                    <a:pt x="0" y="429"/>
                    <a:pt x="12" y="572"/>
                    <a:pt x="12" y="572"/>
                  </a:cubicBezTo>
                  <a:cubicBezTo>
                    <a:pt x="12" y="572"/>
                    <a:pt x="381" y="965"/>
                    <a:pt x="3274" y="965"/>
                  </a:cubicBezTo>
                  <a:cubicBezTo>
                    <a:pt x="5846" y="965"/>
                    <a:pt x="6989" y="548"/>
                    <a:pt x="6989" y="548"/>
                  </a:cubicBezTo>
                  <a:cubicBezTo>
                    <a:pt x="7025" y="358"/>
                    <a:pt x="7037" y="179"/>
                    <a:pt x="70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42"/>
            <p:cNvSpPr/>
            <p:nvPr/>
          </p:nvSpPr>
          <p:spPr>
            <a:xfrm>
              <a:off x="6705558" y="4499337"/>
              <a:ext cx="301134" cy="160385"/>
            </a:xfrm>
            <a:custGeom>
              <a:avLst/>
              <a:gdLst/>
              <a:ahLst/>
              <a:cxnLst/>
              <a:rect l="l" t="t" r="r" b="b"/>
              <a:pathLst>
                <a:path w="4478" h="2385" extrusionOk="0">
                  <a:moveTo>
                    <a:pt x="3382" y="0"/>
                  </a:moveTo>
                  <a:cubicBezTo>
                    <a:pt x="3382" y="0"/>
                    <a:pt x="1" y="869"/>
                    <a:pt x="1" y="1834"/>
                  </a:cubicBezTo>
                  <a:cubicBezTo>
                    <a:pt x="1" y="2218"/>
                    <a:pt x="546" y="2385"/>
                    <a:pt x="1831" y="2385"/>
                  </a:cubicBezTo>
                  <a:cubicBezTo>
                    <a:pt x="2296" y="2385"/>
                    <a:pt x="2857" y="2363"/>
                    <a:pt x="3525" y="2322"/>
                  </a:cubicBezTo>
                  <a:lnTo>
                    <a:pt x="4477" y="2286"/>
                  </a:lnTo>
                  <a:cubicBezTo>
                    <a:pt x="4477" y="2286"/>
                    <a:pt x="4013" y="631"/>
                    <a:pt x="33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42"/>
            <p:cNvSpPr/>
            <p:nvPr/>
          </p:nvSpPr>
          <p:spPr>
            <a:xfrm>
              <a:off x="6948994" y="3223517"/>
              <a:ext cx="489226" cy="1513674"/>
            </a:xfrm>
            <a:custGeom>
              <a:avLst/>
              <a:gdLst/>
              <a:ahLst/>
              <a:cxnLst/>
              <a:rect l="l" t="t" r="r" b="b"/>
              <a:pathLst>
                <a:path w="7275" h="22509" extrusionOk="0">
                  <a:moveTo>
                    <a:pt x="3049" y="0"/>
                  </a:moveTo>
                  <a:cubicBezTo>
                    <a:pt x="2982" y="0"/>
                    <a:pt x="2915" y="2"/>
                    <a:pt x="2846" y="6"/>
                  </a:cubicBezTo>
                  <a:cubicBezTo>
                    <a:pt x="2024" y="41"/>
                    <a:pt x="1381" y="351"/>
                    <a:pt x="929" y="910"/>
                  </a:cubicBezTo>
                  <a:cubicBezTo>
                    <a:pt x="0" y="2089"/>
                    <a:pt x="322" y="3958"/>
                    <a:pt x="345" y="4030"/>
                  </a:cubicBezTo>
                  <a:cubicBezTo>
                    <a:pt x="388" y="4274"/>
                    <a:pt x="601" y="4442"/>
                    <a:pt x="832" y="4442"/>
                  </a:cubicBezTo>
                  <a:cubicBezTo>
                    <a:pt x="860" y="4442"/>
                    <a:pt x="888" y="4440"/>
                    <a:pt x="917" y="4435"/>
                  </a:cubicBezTo>
                  <a:cubicBezTo>
                    <a:pt x="1191" y="4387"/>
                    <a:pt x="1381" y="4125"/>
                    <a:pt x="1322" y="3851"/>
                  </a:cubicBezTo>
                  <a:cubicBezTo>
                    <a:pt x="1322" y="3839"/>
                    <a:pt x="1072" y="2351"/>
                    <a:pt x="1715" y="1530"/>
                  </a:cubicBezTo>
                  <a:cubicBezTo>
                    <a:pt x="1988" y="1196"/>
                    <a:pt x="2369" y="1030"/>
                    <a:pt x="2893" y="1006"/>
                  </a:cubicBezTo>
                  <a:cubicBezTo>
                    <a:pt x="2950" y="1002"/>
                    <a:pt x="3006" y="1001"/>
                    <a:pt x="3060" y="1001"/>
                  </a:cubicBezTo>
                  <a:cubicBezTo>
                    <a:pt x="3586" y="1001"/>
                    <a:pt x="3996" y="1157"/>
                    <a:pt x="4298" y="1470"/>
                  </a:cubicBezTo>
                  <a:cubicBezTo>
                    <a:pt x="5060" y="2232"/>
                    <a:pt x="4989" y="3673"/>
                    <a:pt x="4989" y="3685"/>
                  </a:cubicBezTo>
                  <a:cubicBezTo>
                    <a:pt x="4989" y="3708"/>
                    <a:pt x="4989" y="3732"/>
                    <a:pt x="4989" y="3756"/>
                  </a:cubicBezTo>
                  <a:lnTo>
                    <a:pt x="6251" y="22044"/>
                  </a:lnTo>
                  <a:cubicBezTo>
                    <a:pt x="6275" y="22306"/>
                    <a:pt x="6489" y="22508"/>
                    <a:pt x="6751" y="22508"/>
                  </a:cubicBezTo>
                  <a:lnTo>
                    <a:pt x="6787" y="22508"/>
                  </a:lnTo>
                  <a:cubicBezTo>
                    <a:pt x="7060" y="22496"/>
                    <a:pt x="7275" y="22258"/>
                    <a:pt x="7251" y="21973"/>
                  </a:cubicBezTo>
                  <a:lnTo>
                    <a:pt x="6001" y="3708"/>
                  </a:lnTo>
                  <a:cubicBezTo>
                    <a:pt x="6001" y="3447"/>
                    <a:pt x="6025" y="1780"/>
                    <a:pt x="5013" y="768"/>
                  </a:cubicBezTo>
                  <a:cubicBezTo>
                    <a:pt x="4507" y="262"/>
                    <a:pt x="3850" y="0"/>
                    <a:pt x="304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42"/>
            <p:cNvSpPr/>
            <p:nvPr/>
          </p:nvSpPr>
          <p:spPr>
            <a:xfrm>
              <a:off x="7111531" y="2823798"/>
              <a:ext cx="640465" cy="553581"/>
            </a:xfrm>
            <a:custGeom>
              <a:avLst/>
              <a:gdLst/>
              <a:ahLst/>
              <a:cxnLst/>
              <a:rect l="l" t="t" r="r" b="b"/>
              <a:pathLst>
                <a:path w="9524" h="8232" extrusionOk="0">
                  <a:moveTo>
                    <a:pt x="7622" y="1"/>
                  </a:moveTo>
                  <a:cubicBezTo>
                    <a:pt x="7398" y="1"/>
                    <a:pt x="7164" y="43"/>
                    <a:pt x="6929" y="127"/>
                  </a:cubicBezTo>
                  <a:cubicBezTo>
                    <a:pt x="4751" y="2032"/>
                    <a:pt x="2191" y="5176"/>
                    <a:pt x="2191" y="5176"/>
                  </a:cubicBezTo>
                  <a:cubicBezTo>
                    <a:pt x="2191" y="5176"/>
                    <a:pt x="583" y="5319"/>
                    <a:pt x="405" y="5723"/>
                  </a:cubicBezTo>
                  <a:cubicBezTo>
                    <a:pt x="301" y="5968"/>
                    <a:pt x="627" y="6014"/>
                    <a:pt x="887" y="6014"/>
                  </a:cubicBezTo>
                  <a:cubicBezTo>
                    <a:pt x="1045" y="6014"/>
                    <a:pt x="1179" y="5997"/>
                    <a:pt x="1179" y="5997"/>
                  </a:cubicBezTo>
                  <a:lnTo>
                    <a:pt x="1179" y="5997"/>
                  </a:lnTo>
                  <a:cubicBezTo>
                    <a:pt x="1179" y="5997"/>
                    <a:pt x="0" y="6581"/>
                    <a:pt x="191" y="6878"/>
                  </a:cubicBezTo>
                  <a:cubicBezTo>
                    <a:pt x="283" y="7014"/>
                    <a:pt x="416" y="7050"/>
                    <a:pt x="535" y="7050"/>
                  </a:cubicBezTo>
                  <a:cubicBezTo>
                    <a:pt x="677" y="7050"/>
                    <a:pt x="798" y="6997"/>
                    <a:pt x="798" y="6997"/>
                  </a:cubicBezTo>
                  <a:lnTo>
                    <a:pt x="798" y="6997"/>
                  </a:lnTo>
                  <a:cubicBezTo>
                    <a:pt x="797" y="6998"/>
                    <a:pt x="322" y="7224"/>
                    <a:pt x="703" y="7545"/>
                  </a:cubicBezTo>
                  <a:cubicBezTo>
                    <a:pt x="763" y="7590"/>
                    <a:pt x="819" y="7606"/>
                    <a:pt x="868" y="7606"/>
                  </a:cubicBezTo>
                  <a:cubicBezTo>
                    <a:pt x="970" y="7606"/>
                    <a:pt x="1043" y="7535"/>
                    <a:pt x="1071" y="7502"/>
                  </a:cubicBezTo>
                  <a:lnTo>
                    <a:pt x="1071" y="7502"/>
                  </a:lnTo>
                  <a:cubicBezTo>
                    <a:pt x="1026" y="7562"/>
                    <a:pt x="891" y="7776"/>
                    <a:pt x="1084" y="7938"/>
                  </a:cubicBezTo>
                  <a:cubicBezTo>
                    <a:pt x="1143" y="7991"/>
                    <a:pt x="1201" y="8010"/>
                    <a:pt x="1255" y="8010"/>
                  </a:cubicBezTo>
                  <a:cubicBezTo>
                    <a:pt x="1395" y="8010"/>
                    <a:pt x="1506" y="7878"/>
                    <a:pt x="1522" y="7857"/>
                  </a:cubicBezTo>
                  <a:lnTo>
                    <a:pt x="1522" y="7857"/>
                  </a:lnTo>
                  <a:cubicBezTo>
                    <a:pt x="1506" y="7879"/>
                    <a:pt x="1412" y="8024"/>
                    <a:pt x="1643" y="8200"/>
                  </a:cubicBezTo>
                  <a:cubicBezTo>
                    <a:pt x="1673" y="8222"/>
                    <a:pt x="1711" y="8232"/>
                    <a:pt x="1755" y="8232"/>
                  </a:cubicBezTo>
                  <a:cubicBezTo>
                    <a:pt x="2096" y="8232"/>
                    <a:pt x="2820" y="7621"/>
                    <a:pt x="3358" y="7009"/>
                  </a:cubicBezTo>
                  <a:cubicBezTo>
                    <a:pt x="3358" y="7009"/>
                    <a:pt x="6620" y="4628"/>
                    <a:pt x="9061" y="2842"/>
                  </a:cubicBezTo>
                  <a:cubicBezTo>
                    <a:pt x="9523" y="961"/>
                    <a:pt x="8692" y="1"/>
                    <a:pt x="7622"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42"/>
            <p:cNvSpPr/>
            <p:nvPr/>
          </p:nvSpPr>
          <p:spPr>
            <a:xfrm>
              <a:off x="7316501" y="1829544"/>
              <a:ext cx="353991" cy="270469"/>
            </a:xfrm>
            <a:custGeom>
              <a:avLst/>
              <a:gdLst/>
              <a:ahLst/>
              <a:cxnLst/>
              <a:rect l="l" t="t" r="r" b="b"/>
              <a:pathLst>
                <a:path w="5264" h="4022" extrusionOk="0">
                  <a:moveTo>
                    <a:pt x="4268" y="0"/>
                  </a:moveTo>
                  <a:cubicBezTo>
                    <a:pt x="4243" y="0"/>
                    <a:pt x="4217" y="2"/>
                    <a:pt x="4191" y="6"/>
                  </a:cubicBezTo>
                  <a:cubicBezTo>
                    <a:pt x="3453" y="113"/>
                    <a:pt x="786" y="1196"/>
                    <a:pt x="857" y="1732"/>
                  </a:cubicBezTo>
                  <a:cubicBezTo>
                    <a:pt x="857" y="1732"/>
                    <a:pt x="0" y="3173"/>
                    <a:pt x="1345" y="3792"/>
                  </a:cubicBezTo>
                  <a:cubicBezTo>
                    <a:pt x="1691" y="3950"/>
                    <a:pt x="2078" y="4022"/>
                    <a:pt x="2467" y="4022"/>
                  </a:cubicBezTo>
                  <a:cubicBezTo>
                    <a:pt x="3605" y="4022"/>
                    <a:pt x="4764" y="3405"/>
                    <a:pt x="4977" y="2518"/>
                  </a:cubicBezTo>
                  <a:cubicBezTo>
                    <a:pt x="5264" y="1370"/>
                    <a:pt x="4953" y="0"/>
                    <a:pt x="4268"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42"/>
            <p:cNvSpPr/>
            <p:nvPr/>
          </p:nvSpPr>
          <p:spPr>
            <a:xfrm>
              <a:off x="6699976" y="1326263"/>
              <a:ext cx="1020077" cy="735620"/>
            </a:xfrm>
            <a:custGeom>
              <a:avLst/>
              <a:gdLst/>
              <a:ahLst/>
              <a:cxnLst/>
              <a:rect l="l" t="t" r="r" b="b"/>
              <a:pathLst>
                <a:path w="15169" h="10939" extrusionOk="0">
                  <a:moveTo>
                    <a:pt x="6717" y="1"/>
                  </a:moveTo>
                  <a:cubicBezTo>
                    <a:pt x="4563" y="1"/>
                    <a:pt x="2535" y="259"/>
                    <a:pt x="1465" y="858"/>
                  </a:cubicBezTo>
                  <a:cubicBezTo>
                    <a:pt x="1465" y="858"/>
                    <a:pt x="774" y="2870"/>
                    <a:pt x="393" y="4263"/>
                  </a:cubicBezTo>
                  <a:cubicBezTo>
                    <a:pt x="0" y="5668"/>
                    <a:pt x="2084" y="8680"/>
                    <a:pt x="2810" y="9240"/>
                  </a:cubicBezTo>
                  <a:cubicBezTo>
                    <a:pt x="3361" y="9663"/>
                    <a:pt x="6113" y="10938"/>
                    <a:pt x="8852" y="10938"/>
                  </a:cubicBezTo>
                  <a:cubicBezTo>
                    <a:pt x="11440" y="10938"/>
                    <a:pt x="14016" y="9800"/>
                    <a:pt x="14716" y="5728"/>
                  </a:cubicBezTo>
                  <a:cubicBezTo>
                    <a:pt x="14966" y="4275"/>
                    <a:pt x="15169" y="3477"/>
                    <a:pt x="14728" y="1846"/>
                  </a:cubicBezTo>
                  <a:cubicBezTo>
                    <a:pt x="14428" y="751"/>
                    <a:pt x="10389" y="1"/>
                    <a:pt x="6717"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42"/>
            <p:cNvSpPr/>
            <p:nvPr/>
          </p:nvSpPr>
          <p:spPr>
            <a:xfrm>
              <a:off x="7444608" y="1747636"/>
              <a:ext cx="187284" cy="212031"/>
            </a:xfrm>
            <a:custGeom>
              <a:avLst/>
              <a:gdLst/>
              <a:ahLst/>
              <a:cxnLst/>
              <a:rect l="l" t="t" r="r" b="b"/>
              <a:pathLst>
                <a:path w="2785" h="3153" extrusionOk="0">
                  <a:moveTo>
                    <a:pt x="1383" y="0"/>
                  </a:moveTo>
                  <a:cubicBezTo>
                    <a:pt x="1037" y="0"/>
                    <a:pt x="762" y="81"/>
                    <a:pt x="762" y="81"/>
                  </a:cubicBezTo>
                  <a:lnTo>
                    <a:pt x="0" y="2212"/>
                  </a:lnTo>
                  <a:cubicBezTo>
                    <a:pt x="264" y="2815"/>
                    <a:pt x="848" y="3152"/>
                    <a:pt x="1412" y="3152"/>
                  </a:cubicBezTo>
                  <a:cubicBezTo>
                    <a:pt x="2096" y="3152"/>
                    <a:pt x="2749" y="2656"/>
                    <a:pt x="2762" y="1533"/>
                  </a:cubicBezTo>
                  <a:cubicBezTo>
                    <a:pt x="2785" y="238"/>
                    <a:pt x="1979" y="0"/>
                    <a:pt x="1383" y="0"/>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42"/>
            <p:cNvSpPr/>
            <p:nvPr/>
          </p:nvSpPr>
          <p:spPr>
            <a:xfrm>
              <a:off x="6789617" y="1225123"/>
              <a:ext cx="815174" cy="858616"/>
            </a:xfrm>
            <a:custGeom>
              <a:avLst/>
              <a:gdLst/>
              <a:ahLst/>
              <a:cxnLst/>
              <a:rect l="l" t="t" r="r" b="b"/>
              <a:pathLst>
                <a:path w="12122" h="12768" extrusionOk="0">
                  <a:moveTo>
                    <a:pt x="4638" y="0"/>
                  </a:moveTo>
                  <a:cubicBezTo>
                    <a:pt x="2804" y="0"/>
                    <a:pt x="1287" y="638"/>
                    <a:pt x="620" y="2350"/>
                  </a:cubicBezTo>
                  <a:cubicBezTo>
                    <a:pt x="620" y="2350"/>
                    <a:pt x="346" y="4755"/>
                    <a:pt x="156" y="7613"/>
                  </a:cubicBezTo>
                  <a:cubicBezTo>
                    <a:pt x="1" y="9923"/>
                    <a:pt x="1060" y="12268"/>
                    <a:pt x="4513" y="12673"/>
                  </a:cubicBezTo>
                  <a:cubicBezTo>
                    <a:pt x="5023" y="12735"/>
                    <a:pt x="5499" y="12767"/>
                    <a:pt x="5944" y="12767"/>
                  </a:cubicBezTo>
                  <a:cubicBezTo>
                    <a:pt x="8587" y="12767"/>
                    <a:pt x="10133" y="11609"/>
                    <a:pt x="11050" y="8470"/>
                  </a:cubicBezTo>
                  <a:cubicBezTo>
                    <a:pt x="12121" y="4803"/>
                    <a:pt x="11740" y="1719"/>
                    <a:pt x="8418" y="671"/>
                  </a:cubicBezTo>
                  <a:cubicBezTo>
                    <a:pt x="7121" y="262"/>
                    <a:pt x="5814" y="0"/>
                    <a:pt x="4638" y="0"/>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42"/>
            <p:cNvSpPr/>
            <p:nvPr/>
          </p:nvSpPr>
          <p:spPr>
            <a:xfrm>
              <a:off x="7084296" y="1817372"/>
              <a:ext cx="88901" cy="39004"/>
            </a:xfrm>
            <a:custGeom>
              <a:avLst/>
              <a:gdLst/>
              <a:ahLst/>
              <a:cxnLst/>
              <a:rect l="l" t="t" r="r" b="b"/>
              <a:pathLst>
                <a:path w="1322" h="580" extrusionOk="0">
                  <a:moveTo>
                    <a:pt x="1269" y="0"/>
                  </a:moveTo>
                  <a:cubicBezTo>
                    <a:pt x="1257" y="0"/>
                    <a:pt x="1245" y="6"/>
                    <a:pt x="1238" y="20"/>
                  </a:cubicBezTo>
                  <a:cubicBezTo>
                    <a:pt x="1020" y="407"/>
                    <a:pt x="719" y="503"/>
                    <a:pt x="478" y="503"/>
                  </a:cubicBezTo>
                  <a:cubicBezTo>
                    <a:pt x="259" y="503"/>
                    <a:pt x="89" y="424"/>
                    <a:pt x="72" y="413"/>
                  </a:cubicBezTo>
                  <a:cubicBezTo>
                    <a:pt x="68" y="410"/>
                    <a:pt x="64" y="408"/>
                    <a:pt x="58" y="408"/>
                  </a:cubicBezTo>
                  <a:cubicBezTo>
                    <a:pt x="42" y="408"/>
                    <a:pt x="21" y="419"/>
                    <a:pt x="12" y="437"/>
                  </a:cubicBezTo>
                  <a:cubicBezTo>
                    <a:pt x="0" y="461"/>
                    <a:pt x="12" y="485"/>
                    <a:pt x="36" y="496"/>
                  </a:cubicBezTo>
                  <a:cubicBezTo>
                    <a:pt x="36" y="496"/>
                    <a:pt x="238" y="580"/>
                    <a:pt x="476" y="580"/>
                  </a:cubicBezTo>
                  <a:cubicBezTo>
                    <a:pt x="750" y="580"/>
                    <a:pt x="1084" y="485"/>
                    <a:pt x="1310" y="68"/>
                  </a:cubicBezTo>
                  <a:cubicBezTo>
                    <a:pt x="1322" y="44"/>
                    <a:pt x="1310" y="20"/>
                    <a:pt x="1298" y="8"/>
                  </a:cubicBezTo>
                  <a:cubicBezTo>
                    <a:pt x="1288" y="3"/>
                    <a:pt x="1278" y="0"/>
                    <a:pt x="126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42"/>
            <p:cNvSpPr/>
            <p:nvPr/>
          </p:nvSpPr>
          <p:spPr>
            <a:xfrm>
              <a:off x="7097880" y="1345496"/>
              <a:ext cx="1681" cy="2488"/>
            </a:xfrm>
            <a:custGeom>
              <a:avLst/>
              <a:gdLst/>
              <a:ahLst/>
              <a:cxnLst/>
              <a:rect l="l" t="t" r="r" b="b"/>
              <a:pathLst>
                <a:path w="25" h="37" extrusionOk="0">
                  <a:moveTo>
                    <a:pt x="1" y="36"/>
                  </a:moveTo>
                  <a:cubicBezTo>
                    <a:pt x="13" y="13"/>
                    <a:pt x="24" y="1"/>
                    <a:pt x="24" y="1"/>
                  </a:cubicBezTo>
                  <a:cubicBezTo>
                    <a:pt x="24" y="1"/>
                    <a:pt x="13" y="13"/>
                    <a:pt x="1" y="36"/>
                  </a:cubicBez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42"/>
            <p:cNvSpPr/>
            <p:nvPr/>
          </p:nvSpPr>
          <p:spPr>
            <a:xfrm>
              <a:off x="7274808" y="1541388"/>
              <a:ext cx="169060" cy="125080"/>
            </a:xfrm>
            <a:custGeom>
              <a:avLst/>
              <a:gdLst/>
              <a:ahLst/>
              <a:cxnLst/>
              <a:rect l="l" t="t" r="r" b="b"/>
              <a:pathLst>
                <a:path w="2514" h="1860" extrusionOk="0">
                  <a:moveTo>
                    <a:pt x="550" y="1"/>
                  </a:moveTo>
                  <a:cubicBezTo>
                    <a:pt x="356" y="1"/>
                    <a:pt x="238" y="106"/>
                    <a:pt x="156" y="255"/>
                  </a:cubicBezTo>
                  <a:cubicBezTo>
                    <a:pt x="1" y="540"/>
                    <a:pt x="191" y="993"/>
                    <a:pt x="703" y="1374"/>
                  </a:cubicBezTo>
                  <a:cubicBezTo>
                    <a:pt x="1123" y="1683"/>
                    <a:pt x="1448" y="1860"/>
                    <a:pt x="1699" y="1860"/>
                  </a:cubicBezTo>
                  <a:cubicBezTo>
                    <a:pt x="1825" y="1860"/>
                    <a:pt x="1933" y="1815"/>
                    <a:pt x="2025" y="1719"/>
                  </a:cubicBezTo>
                  <a:cubicBezTo>
                    <a:pt x="2025" y="1719"/>
                    <a:pt x="2513" y="1231"/>
                    <a:pt x="1596" y="529"/>
                  </a:cubicBezTo>
                  <a:cubicBezTo>
                    <a:pt x="1103" y="144"/>
                    <a:pt x="775" y="1"/>
                    <a:pt x="550"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42"/>
            <p:cNvSpPr/>
            <p:nvPr/>
          </p:nvSpPr>
          <p:spPr>
            <a:xfrm>
              <a:off x="6864127" y="1500703"/>
              <a:ext cx="175381" cy="98249"/>
            </a:xfrm>
            <a:custGeom>
              <a:avLst/>
              <a:gdLst/>
              <a:ahLst/>
              <a:cxnLst/>
              <a:rect l="l" t="t" r="r" b="b"/>
              <a:pathLst>
                <a:path w="2608" h="1461" extrusionOk="0">
                  <a:moveTo>
                    <a:pt x="2004" y="1"/>
                  </a:moveTo>
                  <a:cubicBezTo>
                    <a:pt x="1791" y="1"/>
                    <a:pt x="1498" y="57"/>
                    <a:pt x="1095" y="193"/>
                  </a:cubicBezTo>
                  <a:cubicBezTo>
                    <a:pt x="0" y="574"/>
                    <a:pt x="310" y="1193"/>
                    <a:pt x="310" y="1193"/>
                  </a:cubicBezTo>
                  <a:cubicBezTo>
                    <a:pt x="393" y="1378"/>
                    <a:pt x="564" y="1461"/>
                    <a:pt x="820" y="1461"/>
                  </a:cubicBezTo>
                  <a:cubicBezTo>
                    <a:pt x="1041" y="1461"/>
                    <a:pt x="1324" y="1399"/>
                    <a:pt x="1667" y="1288"/>
                  </a:cubicBezTo>
                  <a:cubicBezTo>
                    <a:pt x="2274" y="1086"/>
                    <a:pt x="2607" y="717"/>
                    <a:pt x="2548" y="395"/>
                  </a:cubicBezTo>
                  <a:cubicBezTo>
                    <a:pt x="2503" y="169"/>
                    <a:pt x="2372" y="1"/>
                    <a:pt x="2004" y="1"/>
                  </a:cubicBezTo>
                  <a:close/>
                </a:path>
              </a:pathLst>
            </a:custGeom>
            <a:solidFill>
              <a:srgbClr val="EED9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42"/>
            <p:cNvSpPr/>
            <p:nvPr/>
          </p:nvSpPr>
          <p:spPr>
            <a:xfrm>
              <a:off x="7461420" y="1787514"/>
              <a:ext cx="149760" cy="115329"/>
            </a:xfrm>
            <a:custGeom>
              <a:avLst/>
              <a:gdLst/>
              <a:ahLst/>
              <a:cxnLst/>
              <a:rect l="l" t="t" r="r" b="b"/>
              <a:pathLst>
                <a:path w="2227" h="1715" extrusionOk="0">
                  <a:moveTo>
                    <a:pt x="1315" y="1"/>
                  </a:moveTo>
                  <a:cubicBezTo>
                    <a:pt x="1140" y="1"/>
                    <a:pt x="960" y="53"/>
                    <a:pt x="774" y="167"/>
                  </a:cubicBezTo>
                  <a:cubicBezTo>
                    <a:pt x="0" y="607"/>
                    <a:pt x="405" y="1679"/>
                    <a:pt x="405" y="1691"/>
                  </a:cubicBezTo>
                  <a:cubicBezTo>
                    <a:pt x="417" y="1714"/>
                    <a:pt x="429" y="1714"/>
                    <a:pt x="441" y="1714"/>
                  </a:cubicBezTo>
                  <a:lnTo>
                    <a:pt x="464" y="1714"/>
                  </a:lnTo>
                  <a:cubicBezTo>
                    <a:pt x="476" y="1714"/>
                    <a:pt x="488" y="1691"/>
                    <a:pt x="488" y="1667"/>
                  </a:cubicBezTo>
                  <a:cubicBezTo>
                    <a:pt x="476" y="1655"/>
                    <a:pt x="107" y="643"/>
                    <a:pt x="822" y="238"/>
                  </a:cubicBezTo>
                  <a:cubicBezTo>
                    <a:pt x="996" y="130"/>
                    <a:pt x="1165" y="80"/>
                    <a:pt x="1328" y="80"/>
                  </a:cubicBezTo>
                  <a:cubicBezTo>
                    <a:pt x="1399" y="80"/>
                    <a:pt x="1468" y="89"/>
                    <a:pt x="1536" y="107"/>
                  </a:cubicBezTo>
                  <a:cubicBezTo>
                    <a:pt x="1929" y="226"/>
                    <a:pt x="2143" y="619"/>
                    <a:pt x="2143" y="619"/>
                  </a:cubicBezTo>
                  <a:cubicBezTo>
                    <a:pt x="2150" y="633"/>
                    <a:pt x="2161" y="639"/>
                    <a:pt x="2172" y="639"/>
                  </a:cubicBezTo>
                  <a:cubicBezTo>
                    <a:pt x="2179" y="639"/>
                    <a:pt x="2186" y="636"/>
                    <a:pt x="2191" y="631"/>
                  </a:cubicBezTo>
                  <a:cubicBezTo>
                    <a:pt x="2215" y="619"/>
                    <a:pt x="2227" y="595"/>
                    <a:pt x="2215" y="583"/>
                  </a:cubicBezTo>
                  <a:cubicBezTo>
                    <a:pt x="2203" y="559"/>
                    <a:pt x="1988" y="155"/>
                    <a:pt x="1560" y="36"/>
                  </a:cubicBezTo>
                  <a:cubicBezTo>
                    <a:pt x="1479" y="13"/>
                    <a:pt x="1398" y="1"/>
                    <a:pt x="131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42"/>
            <p:cNvSpPr/>
            <p:nvPr/>
          </p:nvSpPr>
          <p:spPr>
            <a:xfrm>
              <a:off x="7482199" y="1830418"/>
              <a:ext cx="83320" cy="23604"/>
            </a:xfrm>
            <a:custGeom>
              <a:avLst/>
              <a:gdLst/>
              <a:ahLst/>
              <a:cxnLst/>
              <a:rect l="l" t="t" r="r" b="b"/>
              <a:pathLst>
                <a:path w="1239" h="351" extrusionOk="0">
                  <a:moveTo>
                    <a:pt x="522" y="1"/>
                  </a:moveTo>
                  <a:cubicBezTo>
                    <a:pt x="359" y="1"/>
                    <a:pt x="186" y="51"/>
                    <a:pt x="24" y="195"/>
                  </a:cubicBezTo>
                  <a:cubicBezTo>
                    <a:pt x="1" y="219"/>
                    <a:pt x="1" y="243"/>
                    <a:pt x="13" y="255"/>
                  </a:cubicBezTo>
                  <a:cubicBezTo>
                    <a:pt x="24" y="267"/>
                    <a:pt x="36" y="273"/>
                    <a:pt x="47" y="273"/>
                  </a:cubicBezTo>
                  <a:cubicBezTo>
                    <a:pt x="57" y="273"/>
                    <a:pt x="66" y="267"/>
                    <a:pt x="72" y="255"/>
                  </a:cubicBezTo>
                  <a:cubicBezTo>
                    <a:pt x="218" y="127"/>
                    <a:pt x="375" y="82"/>
                    <a:pt x="522" y="82"/>
                  </a:cubicBezTo>
                  <a:cubicBezTo>
                    <a:pt x="869" y="82"/>
                    <a:pt x="1167" y="330"/>
                    <a:pt x="1167" y="338"/>
                  </a:cubicBezTo>
                  <a:cubicBezTo>
                    <a:pt x="1179" y="350"/>
                    <a:pt x="1191" y="350"/>
                    <a:pt x="1191" y="350"/>
                  </a:cubicBezTo>
                  <a:cubicBezTo>
                    <a:pt x="1203" y="350"/>
                    <a:pt x="1215" y="338"/>
                    <a:pt x="1227" y="326"/>
                  </a:cubicBezTo>
                  <a:cubicBezTo>
                    <a:pt x="1239" y="314"/>
                    <a:pt x="1239" y="291"/>
                    <a:pt x="1227" y="279"/>
                  </a:cubicBezTo>
                  <a:cubicBezTo>
                    <a:pt x="1219" y="270"/>
                    <a:pt x="897" y="1"/>
                    <a:pt x="52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42"/>
            <p:cNvSpPr/>
            <p:nvPr/>
          </p:nvSpPr>
          <p:spPr>
            <a:xfrm>
              <a:off x="7060288" y="1508033"/>
              <a:ext cx="116136" cy="279481"/>
            </a:xfrm>
            <a:custGeom>
              <a:avLst/>
              <a:gdLst/>
              <a:ahLst/>
              <a:cxnLst/>
              <a:rect l="l" t="t" r="r" b="b"/>
              <a:pathLst>
                <a:path w="1727" h="4156" extrusionOk="0">
                  <a:moveTo>
                    <a:pt x="1679" y="1"/>
                  </a:moveTo>
                  <a:cubicBezTo>
                    <a:pt x="1655" y="1"/>
                    <a:pt x="1631" y="24"/>
                    <a:pt x="1631" y="48"/>
                  </a:cubicBezTo>
                  <a:cubicBezTo>
                    <a:pt x="1643" y="763"/>
                    <a:pt x="1619" y="2679"/>
                    <a:pt x="1453" y="2906"/>
                  </a:cubicBezTo>
                  <a:cubicBezTo>
                    <a:pt x="1396" y="2983"/>
                    <a:pt x="1318" y="3023"/>
                    <a:pt x="1220" y="3023"/>
                  </a:cubicBezTo>
                  <a:cubicBezTo>
                    <a:pt x="1094" y="3023"/>
                    <a:pt x="933" y="2957"/>
                    <a:pt x="738" y="2822"/>
                  </a:cubicBezTo>
                  <a:cubicBezTo>
                    <a:pt x="726" y="2822"/>
                    <a:pt x="714" y="2810"/>
                    <a:pt x="714" y="2810"/>
                  </a:cubicBezTo>
                  <a:cubicBezTo>
                    <a:pt x="630" y="2760"/>
                    <a:pt x="551" y="2736"/>
                    <a:pt x="477" y="2736"/>
                  </a:cubicBezTo>
                  <a:cubicBezTo>
                    <a:pt x="395" y="2736"/>
                    <a:pt x="319" y="2766"/>
                    <a:pt x="250" y="2822"/>
                  </a:cubicBezTo>
                  <a:cubicBezTo>
                    <a:pt x="60" y="2977"/>
                    <a:pt x="0" y="3358"/>
                    <a:pt x="107" y="3632"/>
                  </a:cubicBezTo>
                  <a:cubicBezTo>
                    <a:pt x="250" y="3965"/>
                    <a:pt x="572" y="4144"/>
                    <a:pt x="595" y="4156"/>
                  </a:cubicBezTo>
                  <a:lnTo>
                    <a:pt x="607" y="4156"/>
                  </a:lnTo>
                  <a:cubicBezTo>
                    <a:pt x="619" y="4156"/>
                    <a:pt x="643" y="4144"/>
                    <a:pt x="643" y="4132"/>
                  </a:cubicBezTo>
                  <a:cubicBezTo>
                    <a:pt x="655" y="4120"/>
                    <a:pt x="655" y="4084"/>
                    <a:pt x="631" y="4084"/>
                  </a:cubicBezTo>
                  <a:cubicBezTo>
                    <a:pt x="631" y="4073"/>
                    <a:pt x="310" y="3906"/>
                    <a:pt x="179" y="3596"/>
                  </a:cubicBezTo>
                  <a:cubicBezTo>
                    <a:pt x="83" y="3358"/>
                    <a:pt x="143" y="3025"/>
                    <a:pt x="310" y="2882"/>
                  </a:cubicBezTo>
                  <a:cubicBezTo>
                    <a:pt x="357" y="2840"/>
                    <a:pt x="411" y="2819"/>
                    <a:pt x="470" y="2819"/>
                  </a:cubicBezTo>
                  <a:cubicBezTo>
                    <a:pt x="530" y="2819"/>
                    <a:pt x="595" y="2840"/>
                    <a:pt x="667" y="2882"/>
                  </a:cubicBezTo>
                  <a:cubicBezTo>
                    <a:pt x="667" y="2882"/>
                    <a:pt x="679" y="2894"/>
                    <a:pt x="691" y="2894"/>
                  </a:cubicBezTo>
                  <a:cubicBezTo>
                    <a:pt x="915" y="3051"/>
                    <a:pt x="1086" y="3107"/>
                    <a:pt x="1217" y="3107"/>
                  </a:cubicBezTo>
                  <a:cubicBezTo>
                    <a:pt x="1364" y="3107"/>
                    <a:pt x="1461" y="3035"/>
                    <a:pt x="1524" y="2953"/>
                  </a:cubicBezTo>
                  <a:cubicBezTo>
                    <a:pt x="1726" y="2668"/>
                    <a:pt x="1715" y="310"/>
                    <a:pt x="1715" y="48"/>
                  </a:cubicBezTo>
                  <a:cubicBezTo>
                    <a:pt x="1715" y="24"/>
                    <a:pt x="1703" y="1"/>
                    <a:pt x="167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42"/>
            <p:cNvSpPr/>
            <p:nvPr/>
          </p:nvSpPr>
          <p:spPr>
            <a:xfrm>
              <a:off x="7241991" y="1811656"/>
              <a:ext cx="186612" cy="98181"/>
            </a:xfrm>
            <a:custGeom>
              <a:avLst/>
              <a:gdLst/>
              <a:ahLst/>
              <a:cxnLst/>
              <a:rect l="l" t="t" r="r" b="b"/>
              <a:pathLst>
                <a:path w="2775" h="1460" extrusionOk="0">
                  <a:moveTo>
                    <a:pt x="1608" y="1"/>
                  </a:moveTo>
                  <a:cubicBezTo>
                    <a:pt x="1504" y="1"/>
                    <a:pt x="1396" y="8"/>
                    <a:pt x="1287" y="22"/>
                  </a:cubicBezTo>
                  <a:cubicBezTo>
                    <a:pt x="548" y="117"/>
                    <a:pt x="1" y="510"/>
                    <a:pt x="48" y="903"/>
                  </a:cubicBezTo>
                  <a:cubicBezTo>
                    <a:pt x="89" y="1237"/>
                    <a:pt x="561" y="1460"/>
                    <a:pt x="1156" y="1460"/>
                  </a:cubicBezTo>
                  <a:cubicBezTo>
                    <a:pt x="1260" y="1460"/>
                    <a:pt x="1367" y="1453"/>
                    <a:pt x="1477" y="1439"/>
                  </a:cubicBezTo>
                  <a:cubicBezTo>
                    <a:pt x="2215" y="1343"/>
                    <a:pt x="2775" y="951"/>
                    <a:pt x="2715" y="558"/>
                  </a:cubicBezTo>
                  <a:cubicBezTo>
                    <a:pt x="2675" y="223"/>
                    <a:pt x="2203" y="1"/>
                    <a:pt x="1608" y="1"/>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42"/>
            <p:cNvSpPr/>
            <p:nvPr/>
          </p:nvSpPr>
          <p:spPr>
            <a:xfrm>
              <a:off x="6840053" y="1771778"/>
              <a:ext cx="189033" cy="107327"/>
            </a:xfrm>
            <a:custGeom>
              <a:avLst/>
              <a:gdLst/>
              <a:ahLst/>
              <a:cxnLst/>
              <a:rect l="l" t="t" r="r" b="b"/>
              <a:pathLst>
                <a:path w="2811" h="1596" extrusionOk="0">
                  <a:moveTo>
                    <a:pt x="930" y="1"/>
                  </a:moveTo>
                  <a:cubicBezTo>
                    <a:pt x="519" y="1"/>
                    <a:pt x="198" y="138"/>
                    <a:pt x="120" y="389"/>
                  </a:cubicBezTo>
                  <a:cubicBezTo>
                    <a:pt x="1" y="770"/>
                    <a:pt x="477" y="1258"/>
                    <a:pt x="1191" y="1484"/>
                  </a:cubicBezTo>
                  <a:cubicBezTo>
                    <a:pt x="1426" y="1559"/>
                    <a:pt x="1657" y="1595"/>
                    <a:pt x="1866" y="1595"/>
                  </a:cubicBezTo>
                  <a:cubicBezTo>
                    <a:pt x="2284" y="1595"/>
                    <a:pt x="2612" y="1452"/>
                    <a:pt x="2692" y="1198"/>
                  </a:cubicBezTo>
                  <a:cubicBezTo>
                    <a:pt x="2811" y="829"/>
                    <a:pt x="2334" y="341"/>
                    <a:pt x="1620" y="115"/>
                  </a:cubicBezTo>
                  <a:cubicBezTo>
                    <a:pt x="1380" y="37"/>
                    <a:pt x="1143" y="1"/>
                    <a:pt x="930" y="1"/>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42"/>
            <p:cNvSpPr/>
            <p:nvPr/>
          </p:nvSpPr>
          <p:spPr>
            <a:xfrm>
              <a:off x="6723984" y="1180605"/>
              <a:ext cx="976904" cy="570730"/>
            </a:xfrm>
            <a:custGeom>
              <a:avLst/>
              <a:gdLst/>
              <a:ahLst/>
              <a:cxnLst/>
              <a:rect l="l" t="t" r="r" b="b"/>
              <a:pathLst>
                <a:path w="14527" h="8487" extrusionOk="0">
                  <a:moveTo>
                    <a:pt x="6743" y="0"/>
                  </a:moveTo>
                  <a:cubicBezTo>
                    <a:pt x="4581" y="0"/>
                    <a:pt x="2696" y="877"/>
                    <a:pt x="1822" y="1774"/>
                  </a:cubicBezTo>
                  <a:cubicBezTo>
                    <a:pt x="512" y="3119"/>
                    <a:pt x="0" y="7382"/>
                    <a:pt x="620" y="7763"/>
                  </a:cubicBezTo>
                  <a:cubicBezTo>
                    <a:pt x="643" y="7777"/>
                    <a:pt x="677" y="7784"/>
                    <a:pt x="721" y="7784"/>
                  </a:cubicBezTo>
                  <a:cubicBezTo>
                    <a:pt x="1618" y="7784"/>
                    <a:pt x="6619" y="4902"/>
                    <a:pt x="8775" y="3858"/>
                  </a:cubicBezTo>
                  <a:cubicBezTo>
                    <a:pt x="8886" y="3804"/>
                    <a:pt x="9003" y="3778"/>
                    <a:pt x="9117" y="3778"/>
                  </a:cubicBezTo>
                  <a:cubicBezTo>
                    <a:pt x="9456" y="3778"/>
                    <a:pt x="9779" y="4001"/>
                    <a:pt x="9895" y="4358"/>
                  </a:cubicBezTo>
                  <a:cubicBezTo>
                    <a:pt x="10561" y="6477"/>
                    <a:pt x="11514" y="7656"/>
                    <a:pt x="12192" y="8275"/>
                  </a:cubicBezTo>
                  <a:cubicBezTo>
                    <a:pt x="12351" y="8419"/>
                    <a:pt x="12543" y="8487"/>
                    <a:pt x="12734" y="8487"/>
                  </a:cubicBezTo>
                  <a:cubicBezTo>
                    <a:pt x="13031" y="8487"/>
                    <a:pt x="13321" y="8322"/>
                    <a:pt x="13466" y="8025"/>
                  </a:cubicBezTo>
                  <a:cubicBezTo>
                    <a:pt x="13919" y="7048"/>
                    <a:pt x="14526" y="5393"/>
                    <a:pt x="14312" y="3905"/>
                  </a:cubicBezTo>
                  <a:cubicBezTo>
                    <a:pt x="14026" y="1810"/>
                    <a:pt x="10787" y="952"/>
                    <a:pt x="10252" y="821"/>
                  </a:cubicBezTo>
                  <a:cubicBezTo>
                    <a:pt x="10192" y="810"/>
                    <a:pt x="10145" y="786"/>
                    <a:pt x="10097" y="762"/>
                  </a:cubicBezTo>
                  <a:cubicBezTo>
                    <a:pt x="8971" y="219"/>
                    <a:pt x="7822" y="0"/>
                    <a:pt x="6743"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42"/>
            <p:cNvSpPr/>
            <p:nvPr/>
          </p:nvSpPr>
          <p:spPr>
            <a:xfrm>
              <a:off x="7378100" y="1137500"/>
              <a:ext cx="164218" cy="154400"/>
            </a:xfrm>
            <a:custGeom>
              <a:avLst/>
              <a:gdLst/>
              <a:ahLst/>
              <a:cxnLst/>
              <a:rect l="l" t="t" r="r" b="b"/>
              <a:pathLst>
                <a:path w="2442" h="2296" extrusionOk="0">
                  <a:moveTo>
                    <a:pt x="825" y="1"/>
                  </a:moveTo>
                  <a:cubicBezTo>
                    <a:pt x="792" y="1"/>
                    <a:pt x="756" y="8"/>
                    <a:pt x="715" y="22"/>
                  </a:cubicBezTo>
                  <a:cubicBezTo>
                    <a:pt x="1" y="260"/>
                    <a:pt x="48" y="1832"/>
                    <a:pt x="560" y="2177"/>
                  </a:cubicBezTo>
                  <a:lnTo>
                    <a:pt x="1168" y="2296"/>
                  </a:lnTo>
                  <a:cubicBezTo>
                    <a:pt x="1168" y="2296"/>
                    <a:pt x="2442" y="1153"/>
                    <a:pt x="1942" y="939"/>
                  </a:cubicBezTo>
                  <a:cubicBezTo>
                    <a:pt x="1899" y="920"/>
                    <a:pt x="1857" y="912"/>
                    <a:pt x="1815" y="912"/>
                  </a:cubicBezTo>
                  <a:cubicBezTo>
                    <a:pt x="1371" y="912"/>
                    <a:pt x="953" y="1855"/>
                    <a:pt x="953" y="1855"/>
                  </a:cubicBezTo>
                  <a:cubicBezTo>
                    <a:pt x="953" y="1855"/>
                    <a:pt x="1377" y="1"/>
                    <a:pt x="825"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42"/>
            <p:cNvSpPr/>
            <p:nvPr/>
          </p:nvSpPr>
          <p:spPr>
            <a:xfrm>
              <a:off x="6949734" y="1698546"/>
              <a:ext cx="50570" cy="60187"/>
            </a:xfrm>
            <a:custGeom>
              <a:avLst/>
              <a:gdLst/>
              <a:ahLst/>
              <a:cxnLst/>
              <a:rect l="l" t="t" r="r" b="b"/>
              <a:pathLst>
                <a:path w="752" h="895" extrusionOk="0">
                  <a:moveTo>
                    <a:pt x="376" y="1"/>
                  </a:moveTo>
                  <a:cubicBezTo>
                    <a:pt x="181" y="1"/>
                    <a:pt x="13" y="187"/>
                    <a:pt x="1" y="430"/>
                  </a:cubicBezTo>
                  <a:cubicBezTo>
                    <a:pt x="1" y="680"/>
                    <a:pt x="156" y="882"/>
                    <a:pt x="358" y="894"/>
                  </a:cubicBezTo>
                  <a:cubicBezTo>
                    <a:pt x="561" y="894"/>
                    <a:pt x="727" y="704"/>
                    <a:pt x="739" y="454"/>
                  </a:cubicBezTo>
                  <a:cubicBezTo>
                    <a:pt x="751" y="204"/>
                    <a:pt x="596" y="1"/>
                    <a:pt x="394" y="1"/>
                  </a:cubicBezTo>
                  <a:cubicBezTo>
                    <a:pt x="388" y="1"/>
                    <a:pt x="382" y="1"/>
                    <a:pt x="3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42"/>
            <p:cNvSpPr/>
            <p:nvPr/>
          </p:nvSpPr>
          <p:spPr>
            <a:xfrm>
              <a:off x="7252415" y="1726588"/>
              <a:ext cx="50503" cy="60119"/>
            </a:xfrm>
            <a:custGeom>
              <a:avLst/>
              <a:gdLst/>
              <a:ahLst/>
              <a:cxnLst/>
              <a:rect l="l" t="t" r="r" b="b"/>
              <a:pathLst>
                <a:path w="751" h="894" extrusionOk="0">
                  <a:moveTo>
                    <a:pt x="375" y="0"/>
                  </a:moveTo>
                  <a:cubicBezTo>
                    <a:pt x="181" y="0"/>
                    <a:pt x="12" y="187"/>
                    <a:pt x="1" y="430"/>
                  </a:cubicBezTo>
                  <a:cubicBezTo>
                    <a:pt x="1" y="680"/>
                    <a:pt x="155" y="882"/>
                    <a:pt x="358" y="894"/>
                  </a:cubicBezTo>
                  <a:cubicBezTo>
                    <a:pt x="560" y="894"/>
                    <a:pt x="727" y="703"/>
                    <a:pt x="739" y="453"/>
                  </a:cubicBezTo>
                  <a:cubicBezTo>
                    <a:pt x="751" y="203"/>
                    <a:pt x="596" y="1"/>
                    <a:pt x="393" y="1"/>
                  </a:cubicBezTo>
                  <a:cubicBezTo>
                    <a:pt x="387" y="1"/>
                    <a:pt x="381" y="0"/>
                    <a:pt x="3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42"/>
            <p:cNvSpPr/>
            <p:nvPr/>
          </p:nvSpPr>
          <p:spPr>
            <a:xfrm>
              <a:off x="6751219" y="1567480"/>
              <a:ext cx="912011" cy="326218"/>
            </a:xfrm>
            <a:custGeom>
              <a:avLst/>
              <a:gdLst/>
              <a:ahLst/>
              <a:cxnLst/>
              <a:rect l="l" t="t" r="r" b="b"/>
              <a:pathLst>
                <a:path w="13562" h="4851" extrusionOk="0">
                  <a:moveTo>
                    <a:pt x="2287" y="111"/>
                  </a:moveTo>
                  <a:cubicBezTo>
                    <a:pt x="2338" y="111"/>
                    <a:pt x="2389" y="113"/>
                    <a:pt x="2441" y="117"/>
                  </a:cubicBezTo>
                  <a:cubicBezTo>
                    <a:pt x="3572" y="212"/>
                    <a:pt x="4417" y="1212"/>
                    <a:pt x="4334" y="2343"/>
                  </a:cubicBezTo>
                  <a:cubicBezTo>
                    <a:pt x="4244" y="3427"/>
                    <a:pt x="3339" y="4244"/>
                    <a:pt x="2281" y="4244"/>
                  </a:cubicBezTo>
                  <a:cubicBezTo>
                    <a:pt x="2224" y="4244"/>
                    <a:pt x="2166" y="4241"/>
                    <a:pt x="2108" y="4236"/>
                  </a:cubicBezTo>
                  <a:cubicBezTo>
                    <a:pt x="965" y="4141"/>
                    <a:pt x="119" y="3141"/>
                    <a:pt x="215" y="2010"/>
                  </a:cubicBezTo>
                  <a:cubicBezTo>
                    <a:pt x="305" y="930"/>
                    <a:pt x="1221" y="111"/>
                    <a:pt x="2287" y="111"/>
                  </a:cubicBezTo>
                  <a:close/>
                  <a:moveTo>
                    <a:pt x="8208" y="609"/>
                  </a:moveTo>
                  <a:cubicBezTo>
                    <a:pt x="8266" y="609"/>
                    <a:pt x="8324" y="612"/>
                    <a:pt x="8382" y="617"/>
                  </a:cubicBezTo>
                  <a:cubicBezTo>
                    <a:pt x="9513" y="712"/>
                    <a:pt x="10359" y="1712"/>
                    <a:pt x="10263" y="2843"/>
                  </a:cubicBezTo>
                  <a:cubicBezTo>
                    <a:pt x="10173" y="3916"/>
                    <a:pt x="9279" y="4732"/>
                    <a:pt x="8212" y="4732"/>
                  </a:cubicBezTo>
                  <a:cubicBezTo>
                    <a:pt x="8154" y="4732"/>
                    <a:pt x="8096" y="4729"/>
                    <a:pt x="8037" y="4724"/>
                  </a:cubicBezTo>
                  <a:cubicBezTo>
                    <a:pt x="6906" y="4629"/>
                    <a:pt x="6061" y="3629"/>
                    <a:pt x="6156" y="2498"/>
                  </a:cubicBezTo>
                  <a:cubicBezTo>
                    <a:pt x="6246" y="1425"/>
                    <a:pt x="7150" y="609"/>
                    <a:pt x="8208" y="609"/>
                  </a:cubicBezTo>
                  <a:close/>
                  <a:moveTo>
                    <a:pt x="2257" y="1"/>
                  </a:moveTo>
                  <a:cubicBezTo>
                    <a:pt x="1139" y="1"/>
                    <a:pt x="197" y="861"/>
                    <a:pt x="95" y="1998"/>
                  </a:cubicBezTo>
                  <a:cubicBezTo>
                    <a:pt x="0" y="3200"/>
                    <a:pt x="893" y="4248"/>
                    <a:pt x="2096" y="4355"/>
                  </a:cubicBezTo>
                  <a:cubicBezTo>
                    <a:pt x="2154" y="4360"/>
                    <a:pt x="2212" y="4362"/>
                    <a:pt x="2270" y="4362"/>
                  </a:cubicBezTo>
                  <a:cubicBezTo>
                    <a:pt x="3388" y="4362"/>
                    <a:pt x="4351" y="3499"/>
                    <a:pt x="4441" y="2355"/>
                  </a:cubicBezTo>
                  <a:cubicBezTo>
                    <a:pt x="4453" y="2272"/>
                    <a:pt x="4453" y="2188"/>
                    <a:pt x="4453" y="2093"/>
                  </a:cubicBezTo>
                  <a:cubicBezTo>
                    <a:pt x="4683" y="1985"/>
                    <a:pt x="4909" y="1946"/>
                    <a:pt x="5116" y="1946"/>
                  </a:cubicBezTo>
                  <a:cubicBezTo>
                    <a:pt x="5595" y="1946"/>
                    <a:pt x="5976" y="2158"/>
                    <a:pt x="6084" y="2224"/>
                  </a:cubicBezTo>
                  <a:cubicBezTo>
                    <a:pt x="6061" y="2307"/>
                    <a:pt x="6049" y="2403"/>
                    <a:pt x="6037" y="2486"/>
                  </a:cubicBezTo>
                  <a:cubicBezTo>
                    <a:pt x="5941" y="3689"/>
                    <a:pt x="6834" y="4736"/>
                    <a:pt x="8037" y="4843"/>
                  </a:cubicBezTo>
                  <a:cubicBezTo>
                    <a:pt x="8096" y="4848"/>
                    <a:pt x="8155" y="4851"/>
                    <a:pt x="8213" y="4851"/>
                  </a:cubicBezTo>
                  <a:cubicBezTo>
                    <a:pt x="9317" y="4851"/>
                    <a:pt x="10257" y="4011"/>
                    <a:pt x="10371" y="2903"/>
                  </a:cubicBezTo>
                  <a:lnTo>
                    <a:pt x="12966" y="3129"/>
                  </a:lnTo>
                  <a:cubicBezTo>
                    <a:pt x="13038" y="3165"/>
                    <a:pt x="13442" y="3391"/>
                    <a:pt x="13419" y="3796"/>
                  </a:cubicBezTo>
                  <a:cubicBezTo>
                    <a:pt x="13419" y="3831"/>
                    <a:pt x="13442" y="3855"/>
                    <a:pt x="13478" y="3867"/>
                  </a:cubicBezTo>
                  <a:cubicBezTo>
                    <a:pt x="13502" y="3867"/>
                    <a:pt x="13538" y="3843"/>
                    <a:pt x="13538" y="3808"/>
                  </a:cubicBezTo>
                  <a:cubicBezTo>
                    <a:pt x="13561" y="3296"/>
                    <a:pt x="13026" y="3034"/>
                    <a:pt x="13014" y="3022"/>
                  </a:cubicBezTo>
                  <a:lnTo>
                    <a:pt x="12990" y="3022"/>
                  </a:lnTo>
                  <a:lnTo>
                    <a:pt x="10382" y="2796"/>
                  </a:lnTo>
                  <a:cubicBezTo>
                    <a:pt x="10454" y="1617"/>
                    <a:pt x="9573" y="593"/>
                    <a:pt x="8394" y="498"/>
                  </a:cubicBezTo>
                  <a:cubicBezTo>
                    <a:pt x="8335" y="493"/>
                    <a:pt x="8277" y="491"/>
                    <a:pt x="8219" y="491"/>
                  </a:cubicBezTo>
                  <a:cubicBezTo>
                    <a:pt x="7220" y="491"/>
                    <a:pt x="6356" y="1160"/>
                    <a:pt x="6108" y="2105"/>
                  </a:cubicBezTo>
                  <a:cubicBezTo>
                    <a:pt x="5960" y="2023"/>
                    <a:pt x="5585" y="1833"/>
                    <a:pt x="5116" y="1833"/>
                  </a:cubicBezTo>
                  <a:cubicBezTo>
                    <a:pt x="4906" y="1833"/>
                    <a:pt x="4677" y="1871"/>
                    <a:pt x="4441" y="1974"/>
                  </a:cubicBezTo>
                  <a:cubicBezTo>
                    <a:pt x="4346" y="938"/>
                    <a:pt x="3524" y="93"/>
                    <a:pt x="2453" y="10"/>
                  </a:cubicBezTo>
                  <a:cubicBezTo>
                    <a:pt x="2387" y="4"/>
                    <a:pt x="2322" y="1"/>
                    <a:pt x="22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42"/>
            <p:cNvSpPr/>
            <p:nvPr/>
          </p:nvSpPr>
          <p:spPr>
            <a:xfrm>
              <a:off x="7481392" y="1912393"/>
              <a:ext cx="56152" cy="77738"/>
            </a:xfrm>
            <a:custGeom>
              <a:avLst/>
              <a:gdLst/>
              <a:ahLst/>
              <a:cxnLst/>
              <a:rect l="l" t="t" r="r" b="b"/>
              <a:pathLst>
                <a:path w="835" h="1156" extrusionOk="0">
                  <a:moveTo>
                    <a:pt x="417" y="0"/>
                  </a:moveTo>
                  <a:cubicBezTo>
                    <a:pt x="191" y="0"/>
                    <a:pt x="1" y="262"/>
                    <a:pt x="1" y="572"/>
                  </a:cubicBezTo>
                  <a:cubicBezTo>
                    <a:pt x="1" y="893"/>
                    <a:pt x="191" y="1155"/>
                    <a:pt x="417" y="1155"/>
                  </a:cubicBezTo>
                  <a:cubicBezTo>
                    <a:pt x="656" y="1155"/>
                    <a:pt x="834" y="893"/>
                    <a:pt x="834" y="572"/>
                  </a:cubicBezTo>
                  <a:cubicBezTo>
                    <a:pt x="834" y="262"/>
                    <a:pt x="656" y="0"/>
                    <a:pt x="41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42"/>
            <p:cNvSpPr/>
            <p:nvPr/>
          </p:nvSpPr>
          <p:spPr>
            <a:xfrm>
              <a:off x="6988199" y="2159796"/>
              <a:ext cx="388354" cy="119499"/>
            </a:xfrm>
            <a:custGeom>
              <a:avLst/>
              <a:gdLst/>
              <a:ahLst/>
              <a:cxnLst/>
              <a:rect l="l" t="t" r="r" b="b"/>
              <a:pathLst>
                <a:path w="5775" h="1777" extrusionOk="0">
                  <a:moveTo>
                    <a:pt x="5226" y="1"/>
                  </a:moveTo>
                  <a:cubicBezTo>
                    <a:pt x="4979" y="1"/>
                    <a:pt x="4834" y="24"/>
                    <a:pt x="4834" y="24"/>
                  </a:cubicBezTo>
                  <a:cubicBezTo>
                    <a:pt x="4834" y="24"/>
                    <a:pt x="3669" y="1096"/>
                    <a:pt x="2284" y="1096"/>
                  </a:cubicBezTo>
                  <a:cubicBezTo>
                    <a:pt x="2269" y="1096"/>
                    <a:pt x="2254" y="1096"/>
                    <a:pt x="2239" y="1096"/>
                  </a:cubicBezTo>
                  <a:cubicBezTo>
                    <a:pt x="846" y="1072"/>
                    <a:pt x="739" y="24"/>
                    <a:pt x="739" y="24"/>
                  </a:cubicBezTo>
                  <a:cubicBezTo>
                    <a:pt x="700" y="22"/>
                    <a:pt x="661" y="22"/>
                    <a:pt x="624" y="22"/>
                  </a:cubicBezTo>
                  <a:cubicBezTo>
                    <a:pt x="376" y="22"/>
                    <a:pt x="166" y="54"/>
                    <a:pt x="0" y="95"/>
                  </a:cubicBezTo>
                  <a:cubicBezTo>
                    <a:pt x="346" y="929"/>
                    <a:pt x="1001" y="1608"/>
                    <a:pt x="1882" y="1715"/>
                  </a:cubicBezTo>
                  <a:cubicBezTo>
                    <a:pt x="2132" y="1757"/>
                    <a:pt x="2371" y="1777"/>
                    <a:pt x="2600" y="1777"/>
                  </a:cubicBezTo>
                  <a:cubicBezTo>
                    <a:pt x="3989" y="1777"/>
                    <a:pt x="4988" y="1038"/>
                    <a:pt x="5775" y="36"/>
                  </a:cubicBezTo>
                  <a:cubicBezTo>
                    <a:pt x="5561" y="9"/>
                    <a:pt x="5375" y="1"/>
                    <a:pt x="522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42"/>
            <p:cNvSpPr/>
            <p:nvPr/>
          </p:nvSpPr>
          <p:spPr>
            <a:xfrm>
              <a:off x="7258803" y="3128564"/>
              <a:ext cx="153795" cy="147407"/>
            </a:xfrm>
            <a:custGeom>
              <a:avLst/>
              <a:gdLst/>
              <a:ahLst/>
              <a:cxnLst/>
              <a:rect l="l" t="t" r="r" b="b"/>
              <a:pathLst>
                <a:path w="2287" h="2192" extrusionOk="0">
                  <a:moveTo>
                    <a:pt x="406" y="1"/>
                  </a:moveTo>
                  <a:cubicBezTo>
                    <a:pt x="144" y="394"/>
                    <a:pt x="1" y="644"/>
                    <a:pt x="1" y="644"/>
                  </a:cubicBezTo>
                  <a:lnTo>
                    <a:pt x="1561" y="2192"/>
                  </a:lnTo>
                  <a:cubicBezTo>
                    <a:pt x="1561" y="2192"/>
                    <a:pt x="1882" y="2120"/>
                    <a:pt x="2287" y="1941"/>
                  </a:cubicBezTo>
                  <a:cubicBezTo>
                    <a:pt x="1727" y="1239"/>
                    <a:pt x="1072" y="608"/>
                    <a:pt x="406" y="1"/>
                  </a:cubicBezTo>
                  <a:close/>
                </a:path>
              </a:pathLst>
            </a:custGeom>
            <a:solidFill>
              <a:srgbClr val="E874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42"/>
            <p:cNvSpPr/>
            <p:nvPr/>
          </p:nvSpPr>
          <p:spPr>
            <a:xfrm>
              <a:off x="6837699" y="2162150"/>
              <a:ext cx="964867" cy="1097008"/>
            </a:xfrm>
            <a:custGeom>
              <a:avLst/>
              <a:gdLst/>
              <a:ahLst/>
              <a:cxnLst/>
              <a:rect l="l" t="t" r="r" b="b"/>
              <a:pathLst>
                <a:path w="14348" h="16313" extrusionOk="0">
                  <a:moveTo>
                    <a:pt x="8013" y="1"/>
                  </a:moveTo>
                  <a:cubicBezTo>
                    <a:pt x="7226" y="1003"/>
                    <a:pt x="6227" y="1742"/>
                    <a:pt x="4838" y="1742"/>
                  </a:cubicBezTo>
                  <a:cubicBezTo>
                    <a:pt x="4609" y="1742"/>
                    <a:pt x="4370" y="1722"/>
                    <a:pt x="4120" y="1680"/>
                  </a:cubicBezTo>
                  <a:cubicBezTo>
                    <a:pt x="3239" y="1573"/>
                    <a:pt x="2584" y="882"/>
                    <a:pt x="2238" y="60"/>
                  </a:cubicBezTo>
                  <a:cubicBezTo>
                    <a:pt x="1798" y="168"/>
                    <a:pt x="1596" y="346"/>
                    <a:pt x="1596" y="346"/>
                  </a:cubicBezTo>
                  <a:cubicBezTo>
                    <a:pt x="1012" y="1608"/>
                    <a:pt x="0" y="4656"/>
                    <a:pt x="36" y="7359"/>
                  </a:cubicBezTo>
                  <a:cubicBezTo>
                    <a:pt x="60" y="10074"/>
                    <a:pt x="1405" y="10705"/>
                    <a:pt x="1405" y="10705"/>
                  </a:cubicBezTo>
                  <a:cubicBezTo>
                    <a:pt x="1405" y="10705"/>
                    <a:pt x="1298" y="10931"/>
                    <a:pt x="4608" y="11014"/>
                  </a:cubicBezTo>
                  <a:cubicBezTo>
                    <a:pt x="4770" y="11018"/>
                    <a:pt x="4930" y="11020"/>
                    <a:pt x="5089" y="11020"/>
                  </a:cubicBezTo>
                  <a:cubicBezTo>
                    <a:pt x="8178" y="11020"/>
                    <a:pt x="10644" y="10288"/>
                    <a:pt x="10644" y="10288"/>
                  </a:cubicBezTo>
                  <a:lnTo>
                    <a:pt x="10644" y="10288"/>
                  </a:lnTo>
                  <a:cubicBezTo>
                    <a:pt x="8715" y="11574"/>
                    <a:pt x="7322" y="13419"/>
                    <a:pt x="6668" y="14372"/>
                  </a:cubicBezTo>
                  <a:cubicBezTo>
                    <a:pt x="7334" y="14967"/>
                    <a:pt x="7989" y="15610"/>
                    <a:pt x="8549" y="16312"/>
                  </a:cubicBezTo>
                  <a:cubicBezTo>
                    <a:pt x="8763" y="16229"/>
                    <a:pt x="9001" y="16110"/>
                    <a:pt x="9227" y="15955"/>
                  </a:cubicBezTo>
                  <a:cubicBezTo>
                    <a:pt x="9918" y="15503"/>
                    <a:pt x="13930" y="13205"/>
                    <a:pt x="14145" y="11538"/>
                  </a:cubicBezTo>
                  <a:cubicBezTo>
                    <a:pt x="14347" y="9883"/>
                    <a:pt x="13907" y="6502"/>
                    <a:pt x="12025" y="3001"/>
                  </a:cubicBezTo>
                  <a:cubicBezTo>
                    <a:pt x="10799" y="715"/>
                    <a:pt x="9073" y="132"/>
                    <a:pt x="80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42"/>
            <p:cNvSpPr/>
            <p:nvPr/>
          </p:nvSpPr>
          <p:spPr>
            <a:xfrm>
              <a:off x="6824855" y="2382856"/>
              <a:ext cx="109748" cy="502406"/>
            </a:xfrm>
            <a:custGeom>
              <a:avLst/>
              <a:gdLst/>
              <a:ahLst/>
              <a:cxnLst/>
              <a:rect l="l" t="t" r="r" b="b"/>
              <a:pathLst>
                <a:path w="1632" h="7471" extrusionOk="0">
                  <a:moveTo>
                    <a:pt x="770" y="0"/>
                  </a:moveTo>
                  <a:cubicBezTo>
                    <a:pt x="756" y="0"/>
                    <a:pt x="748" y="11"/>
                    <a:pt x="739" y="29"/>
                  </a:cubicBezTo>
                  <a:cubicBezTo>
                    <a:pt x="727" y="41"/>
                    <a:pt x="1" y="1672"/>
                    <a:pt x="179" y="4315"/>
                  </a:cubicBezTo>
                  <a:cubicBezTo>
                    <a:pt x="370" y="6982"/>
                    <a:pt x="1525" y="7446"/>
                    <a:pt x="1584" y="7458"/>
                  </a:cubicBezTo>
                  <a:cubicBezTo>
                    <a:pt x="1584" y="7458"/>
                    <a:pt x="1584" y="7470"/>
                    <a:pt x="1596" y="7470"/>
                  </a:cubicBezTo>
                  <a:cubicBezTo>
                    <a:pt x="1608" y="7470"/>
                    <a:pt x="1620" y="7458"/>
                    <a:pt x="1632" y="7446"/>
                  </a:cubicBezTo>
                  <a:cubicBezTo>
                    <a:pt x="1632" y="7423"/>
                    <a:pt x="1620" y="7399"/>
                    <a:pt x="1608" y="7399"/>
                  </a:cubicBezTo>
                  <a:cubicBezTo>
                    <a:pt x="1596" y="7387"/>
                    <a:pt x="441" y="6923"/>
                    <a:pt x="263" y="4315"/>
                  </a:cubicBezTo>
                  <a:cubicBezTo>
                    <a:pt x="72" y="1696"/>
                    <a:pt x="798" y="77"/>
                    <a:pt x="798" y="53"/>
                  </a:cubicBezTo>
                  <a:cubicBezTo>
                    <a:pt x="810" y="41"/>
                    <a:pt x="810" y="17"/>
                    <a:pt x="786" y="5"/>
                  </a:cubicBezTo>
                  <a:cubicBezTo>
                    <a:pt x="780" y="2"/>
                    <a:pt x="775" y="0"/>
                    <a:pt x="77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42"/>
            <p:cNvSpPr/>
            <p:nvPr/>
          </p:nvSpPr>
          <p:spPr>
            <a:xfrm>
              <a:off x="7402175" y="2383192"/>
              <a:ext cx="154535" cy="473221"/>
            </a:xfrm>
            <a:custGeom>
              <a:avLst/>
              <a:gdLst/>
              <a:ahLst/>
              <a:cxnLst/>
              <a:rect l="l" t="t" r="r" b="b"/>
              <a:pathLst>
                <a:path w="2298" h="7037" extrusionOk="0">
                  <a:moveTo>
                    <a:pt x="250" y="0"/>
                  </a:moveTo>
                  <a:cubicBezTo>
                    <a:pt x="226" y="0"/>
                    <a:pt x="214" y="12"/>
                    <a:pt x="202" y="24"/>
                  </a:cubicBezTo>
                  <a:cubicBezTo>
                    <a:pt x="202" y="72"/>
                    <a:pt x="0" y="1072"/>
                    <a:pt x="679" y="3501"/>
                  </a:cubicBezTo>
                  <a:cubicBezTo>
                    <a:pt x="1369" y="5941"/>
                    <a:pt x="2215" y="7013"/>
                    <a:pt x="2226" y="7025"/>
                  </a:cubicBezTo>
                  <a:cubicBezTo>
                    <a:pt x="2226" y="7037"/>
                    <a:pt x="2238" y="7037"/>
                    <a:pt x="2250" y="7037"/>
                  </a:cubicBezTo>
                  <a:cubicBezTo>
                    <a:pt x="2262" y="7037"/>
                    <a:pt x="2262" y="7037"/>
                    <a:pt x="2274" y="7025"/>
                  </a:cubicBezTo>
                  <a:cubicBezTo>
                    <a:pt x="2286" y="7013"/>
                    <a:pt x="2298" y="6989"/>
                    <a:pt x="2286" y="6977"/>
                  </a:cubicBezTo>
                  <a:cubicBezTo>
                    <a:pt x="2274" y="6965"/>
                    <a:pt x="1429" y="5906"/>
                    <a:pt x="750" y="3489"/>
                  </a:cubicBezTo>
                  <a:cubicBezTo>
                    <a:pt x="83" y="1072"/>
                    <a:pt x="274" y="60"/>
                    <a:pt x="274" y="48"/>
                  </a:cubicBezTo>
                  <a:cubicBezTo>
                    <a:pt x="286" y="24"/>
                    <a:pt x="274" y="0"/>
                    <a:pt x="25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42"/>
            <p:cNvSpPr/>
            <p:nvPr/>
          </p:nvSpPr>
          <p:spPr>
            <a:xfrm>
              <a:off x="7302850" y="2120456"/>
              <a:ext cx="265897" cy="139740"/>
            </a:xfrm>
            <a:custGeom>
              <a:avLst/>
              <a:gdLst/>
              <a:ahLst/>
              <a:cxnLst/>
              <a:rect l="l" t="t" r="r" b="b"/>
              <a:pathLst>
                <a:path w="3954" h="2078" extrusionOk="0">
                  <a:moveTo>
                    <a:pt x="844" y="0"/>
                  </a:moveTo>
                  <a:cubicBezTo>
                    <a:pt x="719" y="0"/>
                    <a:pt x="620" y="61"/>
                    <a:pt x="620" y="61"/>
                  </a:cubicBezTo>
                  <a:cubicBezTo>
                    <a:pt x="620" y="61"/>
                    <a:pt x="1" y="847"/>
                    <a:pt x="453" y="1181"/>
                  </a:cubicBezTo>
                  <a:cubicBezTo>
                    <a:pt x="511" y="1222"/>
                    <a:pt x="565" y="1241"/>
                    <a:pt x="616" y="1241"/>
                  </a:cubicBezTo>
                  <a:cubicBezTo>
                    <a:pt x="839" y="1241"/>
                    <a:pt x="1001" y="896"/>
                    <a:pt x="1086" y="656"/>
                  </a:cubicBezTo>
                  <a:lnTo>
                    <a:pt x="1086" y="656"/>
                  </a:lnTo>
                  <a:cubicBezTo>
                    <a:pt x="1019" y="927"/>
                    <a:pt x="970" y="1358"/>
                    <a:pt x="1298" y="1454"/>
                  </a:cubicBezTo>
                  <a:cubicBezTo>
                    <a:pt x="1329" y="1464"/>
                    <a:pt x="1359" y="1468"/>
                    <a:pt x="1387" y="1468"/>
                  </a:cubicBezTo>
                  <a:cubicBezTo>
                    <a:pt x="1655" y="1468"/>
                    <a:pt x="1811" y="1076"/>
                    <a:pt x="1885" y="808"/>
                  </a:cubicBezTo>
                  <a:lnTo>
                    <a:pt x="1885" y="808"/>
                  </a:lnTo>
                  <a:cubicBezTo>
                    <a:pt x="1833" y="1073"/>
                    <a:pt x="1778" y="1473"/>
                    <a:pt x="1894" y="1597"/>
                  </a:cubicBezTo>
                  <a:cubicBezTo>
                    <a:pt x="1957" y="1664"/>
                    <a:pt x="2059" y="1718"/>
                    <a:pt x="2182" y="1718"/>
                  </a:cubicBezTo>
                  <a:cubicBezTo>
                    <a:pt x="2378" y="1718"/>
                    <a:pt x="2624" y="1582"/>
                    <a:pt x="2842" y="1145"/>
                  </a:cubicBezTo>
                  <a:lnTo>
                    <a:pt x="2842" y="1145"/>
                  </a:lnTo>
                  <a:cubicBezTo>
                    <a:pt x="2744" y="1398"/>
                    <a:pt x="2635" y="1795"/>
                    <a:pt x="2822" y="1966"/>
                  </a:cubicBezTo>
                  <a:cubicBezTo>
                    <a:pt x="2904" y="2041"/>
                    <a:pt x="2989" y="2077"/>
                    <a:pt x="3075" y="2077"/>
                  </a:cubicBezTo>
                  <a:cubicBezTo>
                    <a:pt x="3291" y="2077"/>
                    <a:pt x="3509" y="1851"/>
                    <a:pt x="3680" y="1442"/>
                  </a:cubicBezTo>
                  <a:cubicBezTo>
                    <a:pt x="3680" y="1442"/>
                    <a:pt x="3954" y="1038"/>
                    <a:pt x="3406" y="800"/>
                  </a:cubicBezTo>
                  <a:cubicBezTo>
                    <a:pt x="3319" y="763"/>
                    <a:pt x="3245" y="749"/>
                    <a:pt x="3185" y="749"/>
                  </a:cubicBezTo>
                  <a:cubicBezTo>
                    <a:pt x="3033" y="749"/>
                    <a:pt x="2965" y="835"/>
                    <a:pt x="2965" y="835"/>
                  </a:cubicBezTo>
                  <a:cubicBezTo>
                    <a:pt x="2965" y="835"/>
                    <a:pt x="2822" y="514"/>
                    <a:pt x="2441" y="407"/>
                  </a:cubicBezTo>
                  <a:cubicBezTo>
                    <a:pt x="2352" y="384"/>
                    <a:pt x="2277" y="376"/>
                    <a:pt x="2216" y="376"/>
                  </a:cubicBezTo>
                  <a:cubicBezTo>
                    <a:pt x="2016" y="376"/>
                    <a:pt x="1953" y="466"/>
                    <a:pt x="1953" y="466"/>
                  </a:cubicBezTo>
                  <a:cubicBezTo>
                    <a:pt x="1953" y="466"/>
                    <a:pt x="1918" y="288"/>
                    <a:pt x="1572" y="192"/>
                  </a:cubicBezTo>
                  <a:cubicBezTo>
                    <a:pt x="1512" y="175"/>
                    <a:pt x="1459" y="168"/>
                    <a:pt x="1414" y="168"/>
                  </a:cubicBezTo>
                  <a:cubicBezTo>
                    <a:pt x="1211" y="168"/>
                    <a:pt x="1156" y="311"/>
                    <a:pt x="1156" y="311"/>
                  </a:cubicBezTo>
                  <a:cubicBezTo>
                    <a:pt x="1156" y="311"/>
                    <a:pt x="1096" y="61"/>
                    <a:pt x="941" y="14"/>
                  </a:cubicBezTo>
                  <a:cubicBezTo>
                    <a:pt x="908" y="4"/>
                    <a:pt x="875" y="0"/>
                    <a:pt x="844" y="0"/>
                  </a:cubicBezTo>
                  <a:close/>
                </a:path>
              </a:pathLst>
            </a:custGeom>
            <a:solidFill>
              <a:srgbClr val="F8BC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42"/>
            <p:cNvSpPr/>
            <p:nvPr/>
          </p:nvSpPr>
          <p:spPr>
            <a:xfrm>
              <a:off x="6555468" y="636161"/>
              <a:ext cx="185805" cy="199389"/>
            </a:xfrm>
            <a:custGeom>
              <a:avLst/>
              <a:gdLst/>
              <a:ahLst/>
              <a:cxnLst/>
              <a:rect l="l" t="t" r="r" b="b"/>
              <a:pathLst>
                <a:path w="2763" h="2965" extrusionOk="0">
                  <a:moveTo>
                    <a:pt x="1442" y="1"/>
                  </a:moveTo>
                  <a:cubicBezTo>
                    <a:pt x="1388" y="1"/>
                    <a:pt x="1334" y="33"/>
                    <a:pt x="1322" y="98"/>
                  </a:cubicBezTo>
                  <a:lnTo>
                    <a:pt x="1167" y="740"/>
                  </a:lnTo>
                  <a:cubicBezTo>
                    <a:pt x="1120" y="955"/>
                    <a:pt x="953" y="1133"/>
                    <a:pt x="762" y="1169"/>
                  </a:cubicBezTo>
                  <a:lnTo>
                    <a:pt x="143" y="1300"/>
                  </a:lnTo>
                  <a:cubicBezTo>
                    <a:pt x="12" y="1336"/>
                    <a:pt x="0" y="1526"/>
                    <a:pt x="131" y="1562"/>
                  </a:cubicBezTo>
                  <a:lnTo>
                    <a:pt x="739" y="1741"/>
                  </a:lnTo>
                  <a:cubicBezTo>
                    <a:pt x="929" y="1800"/>
                    <a:pt x="1072" y="1979"/>
                    <a:pt x="1108" y="2205"/>
                  </a:cubicBezTo>
                  <a:lnTo>
                    <a:pt x="1203" y="2860"/>
                  </a:lnTo>
                  <a:cubicBezTo>
                    <a:pt x="1215" y="2928"/>
                    <a:pt x="1273" y="2964"/>
                    <a:pt x="1331" y="2964"/>
                  </a:cubicBezTo>
                  <a:cubicBezTo>
                    <a:pt x="1384" y="2964"/>
                    <a:pt x="1436" y="2934"/>
                    <a:pt x="1453" y="2872"/>
                  </a:cubicBezTo>
                  <a:lnTo>
                    <a:pt x="1620" y="2169"/>
                  </a:lnTo>
                  <a:cubicBezTo>
                    <a:pt x="1667" y="1979"/>
                    <a:pt x="1798" y="1836"/>
                    <a:pt x="1965" y="1800"/>
                  </a:cubicBezTo>
                  <a:lnTo>
                    <a:pt x="2632" y="1657"/>
                  </a:lnTo>
                  <a:cubicBezTo>
                    <a:pt x="2763" y="1633"/>
                    <a:pt x="2763" y="1443"/>
                    <a:pt x="2632" y="1407"/>
                  </a:cubicBezTo>
                  <a:lnTo>
                    <a:pt x="1989" y="1205"/>
                  </a:lnTo>
                  <a:cubicBezTo>
                    <a:pt x="1822" y="1157"/>
                    <a:pt x="1703" y="1002"/>
                    <a:pt x="1667" y="812"/>
                  </a:cubicBezTo>
                  <a:lnTo>
                    <a:pt x="1560" y="109"/>
                  </a:lnTo>
                  <a:cubicBezTo>
                    <a:pt x="1554" y="36"/>
                    <a:pt x="1498" y="1"/>
                    <a:pt x="144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42"/>
            <p:cNvSpPr/>
            <p:nvPr/>
          </p:nvSpPr>
          <p:spPr>
            <a:xfrm>
              <a:off x="4157157" y="1630897"/>
              <a:ext cx="186679" cy="199389"/>
            </a:xfrm>
            <a:custGeom>
              <a:avLst/>
              <a:gdLst/>
              <a:ahLst/>
              <a:cxnLst/>
              <a:rect l="l" t="t" r="r" b="b"/>
              <a:pathLst>
                <a:path w="2776" h="2965" extrusionOk="0">
                  <a:moveTo>
                    <a:pt x="1439" y="1"/>
                  </a:moveTo>
                  <a:cubicBezTo>
                    <a:pt x="1386" y="1"/>
                    <a:pt x="1334" y="31"/>
                    <a:pt x="1322" y="93"/>
                  </a:cubicBezTo>
                  <a:lnTo>
                    <a:pt x="1168" y="736"/>
                  </a:lnTo>
                  <a:cubicBezTo>
                    <a:pt x="1120" y="962"/>
                    <a:pt x="953" y="1129"/>
                    <a:pt x="763" y="1177"/>
                  </a:cubicBezTo>
                  <a:lnTo>
                    <a:pt x="144" y="1308"/>
                  </a:lnTo>
                  <a:cubicBezTo>
                    <a:pt x="13" y="1331"/>
                    <a:pt x="1" y="1522"/>
                    <a:pt x="132" y="1558"/>
                  </a:cubicBezTo>
                  <a:lnTo>
                    <a:pt x="739" y="1748"/>
                  </a:lnTo>
                  <a:cubicBezTo>
                    <a:pt x="930" y="1796"/>
                    <a:pt x="1072" y="1986"/>
                    <a:pt x="1108" y="2212"/>
                  </a:cubicBezTo>
                  <a:lnTo>
                    <a:pt x="1203" y="2855"/>
                  </a:lnTo>
                  <a:cubicBezTo>
                    <a:pt x="1216" y="2928"/>
                    <a:pt x="1271" y="2964"/>
                    <a:pt x="1328" y="2964"/>
                  </a:cubicBezTo>
                  <a:cubicBezTo>
                    <a:pt x="1381" y="2964"/>
                    <a:pt x="1436" y="2931"/>
                    <a:pt x="1453" y="2867"/>
                  </a:cubicBezTo>
                  <a:lnTo>
                    <a:pt x="1620" y="2177"/>
                  </a:lnTo>
                  <a:cubicBezTo>
                    <a:pt x="1668" y="1986"/>
                    <a:pt x="1799" y="1843"/>
                    <a:pt x="1965" y="1808"/>
                  </a:cubicBezTo>
                  <a:lnTo>
                    <a:pt x="2632" y="1665"/>
                  </a:lnTo>
                  <a:cubicBezTo>
                    <a:pt x="2763" y="1629"/>
                    <a:pt x="2775" y="1438"/>
                    <a:pt x="2632" y="1403"/>
                  </a:cubicBezTo>
                  <a:lnTo>
                    <a:pt x="1989" y="1212"/>
                  </a:lnTo>
                  <a:cubicBezTo>
                    <a:pt x="1823" y="1165"/>
                    <a:pt x="1703" y="1010"/>
                    <a:pt x="1668" y="819"/>
                  </a:cubicBezTo>
                  <a:lnTo>
                    <a:pt x="1561" y="105"/>
                  </a:lnTo>
                  <a:cubicBezTo>
                    <a:pt x="1554" y="37"/>
                    <a:pt x="1496" y="1"/>
                    <a:pt x="14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42"/>
            <p:cNvSpPr/>
            <p:nvPr/>
          </p:nvSpPr>
          <p:spPr>
            <a:xfrm>
              <a:off x="8430893" y="3560697"/>
              <a:ext cx="185805" cy="199322"/>
            </a:xfrm>
            <a:custGeom>
              <a:avLst/>
              <a:gdLst/>
              <a:ahLst/>
              <a:cxnLst/>
              <a:rect l="l" t="t" r="r" b="b"/>
              <a:pathLst>
                <a:path w="2763" h="2964" extrusionOk="0">
                  <a:moveTo>
                    <a:pt x="1432" y="1"/>
                  </a:moveTo>
                  <a:cubicBezTo>
                    <a:pt x="1379" y="1"/>
                    <a:pt x="1327" y="31"/>
                    <a:pt x="1310" y="93"/>
                  </a:cubicBezTo>
                  <a:lnTo>
                    <a:pt x="1155" y="736"/>
                  </a:lnTo>
                  <a:cubicBezTo>
                    <a:pt x="1108" y="962"/>
                    <a:pt x="953" y="1129"/>
                    <a:pt x="750" y="1165"/>
                  </a:cubicBezTo>
                  <a:lnTo>
                    <a:pt x="143" y="1296"/>
                  </a:lnTo>
                  <a:cubicBezTo>
                    <a:pt x="0" y="1331"/>
                    <a:pt x="0" y="1522"/>
                    <a:pt x="131" y="1558"/>
                  </a:cubicBezTo>
                  <a:lnTo>
                    <a:pt x="727" y="1736"/>
                  </a:lnTo>
                  <a:cubicBezTo>
                    <a:pt x="917" y="1796"/>
                    <a:pt x="1060" y="1974"/>
                    <a:pt x="1096" y="2200"/>
                  </a:cubicBezTo>
                  <a:lnTo>
                    <a:pt x="1203" y="2855"/>
                  </a:lnTo>
                  <a:cubicBezTo>
                    <a:pt x="1209" y="2928"/>
                    <a:pt x="1265" y="2964"/>
                    <a:pt x="1321" y="2964"/>
                  </a:cubicBezTo>
                  <a:cubicBezTo>
                    <a:pt x="1375" y="2964"/>
                    <a:pt x="1429" y="2931"/>
                    <a:pt x="1441" y="2867"/>
                  </a:cubicBezTo>
                  <a:lnTo>
                    <a:pt x="1608" y="2165"/>
                  </a:lnTo>
                  <a:cubicBezTo>
                    <a:pt x="1655" y="1986"/>
                    <a:pt x="1786" y="1843"/>
                    <a:pt x="1953" y="1808"/>
                  </a:cubicBezTo>
                  <a:lnTo>
                    <a:pt x="2620" y="1665"/>
                  </a:lnTo>
                  <a:cubicBezTo>
                    <a:pt x="2751" y="1629"/>
                    <a:pt x="2763" y="1438"/>
                    <a:pt x="2632" y="1403"/>
                  </a:cubicBezTo>
                  <a:lnTo>
                    <a:pt x="1977" y="1212"/>
                  </a:lnTo>
                  <a:cubicBezTo>
                    <a:pt x="1810" y="1165"/>
                    <a:pt x="1691" y="1010"/>
                    <a:pt x="1667" y="819"/>
                  </a:cubicBezTo>
                  <a:lnTo>
                    <a:pt x="1560" y="105"/>
                  </a:lnTo>
                  <a:cubicBezTo>
                    <a:pt x="1548" y="37"/>
                    <a:pt x="1490" y="1"/>
                    <a:pt x="1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42"/>
            <p:cNvSpPr/>
            <p:nvPr/>
          </p:nvSpPr>
          <p:spPr>
            <a:xfrm>
              <a:off x="8010636" y="1986261"/>
              <a:ext cx="185805" cy="199322"/>
            </a:xfrm>
            <a:custGeom>
              <a:avLst/>
              <a:gdLst/>
              <a:ahLst/>
              <a:cxnLst/>
              <a:rect l="l" t="t" r="r" b="b"/>
              <a:pathLst>
                <a:path w="2763" h="2964" extrusionOk="0">
                  <a:moveTo>
                    <a:pt x="1436" y="0"/>
                  </a:moveTo>
                  <a:cubicBezTo>
                    <a:pt x="1382" y="0"/>
                    <a:pt x="1328" y="33"/>
                    <a:pt x="1310" y="97"/>
                  </a:cubicBezTo>
                  <a:lnTo>
                    <a:pt x="1155" y="740"/>
                  </a:lnTo>
                  <a:cubicBezTo>
                    <a:pt x="1108" y="954"/>
                    <a:pt x="953" y="1133"/>
                    <a:pt x="750" y="1169"/>
                  </a:cubicBezTo>
                  <a:lnTo>
                    <a:pt x="143" y="1300"/>
                  </a:lnTo>
                  <a:cubicBezTo>
                    <a:pt x="0" y="1335"/>
                    <a:pt x="0" y="1526"/>
                    <a:pt x="131" y="1562"/>
                  </a:cubicBezTo>
                  <a:lnTo>
                    <a:pt x="727" y="1740"/>
                  </a:lnTo>
                  <a:cubicBezTo>
                    <a:pt x="917" y="1800"/>
                    <a:pt x="1060" y="1978"/>
                    <a:pt x="1096" y="2205"/>
                  </a:cubicBezTo>
                  <a:lnTo>
                    <a:pt x="1203" y="2859"/>
                  </a:lnTo>
                  <a:cubicBezTo>
                    <a:pt x="1209" y="2928"/>
                    <a:pt x="1267" y="2964"/>
                    <a:pt x="1325" y="2964"/>
                  </a:cubicBezTo>
                  <a:cubicBezTo>
                    <a:pt x="1378" y="2964"/>
                    <a:pt x="1430" y="2934"/>
                    <a:pt x="1441" y="2871"/>
                  </a:cubicBezTo>
                  <a:lnTo>
                    <a:pt x="1608" y="2169"/>
                  </a:lnTo>
                  <a:cubicBezTo>
                    <a:pt x="1655" y="1978"/>
                    <a:pt x="1786" y="1836"/>
                    <a:pt x="1953" y="1800"/>
                  </a:cubicBezTo>
                  <a:lnTo>
                    <a:pt x="2620" y="1657"/>
                  </a:lnTo>
                  <a:cubicBezTo>
                    <a:pt x="2751" y="1633"/>
                    <a:pt x="2763" y="1443"/>
                    <a:pt x="2632" y="1407"/>
                  </a:cubicBezTo>
                  <a:lnTo>
                    <a:pt x="1977" y="1205"/>
                  </a:lnTo>
                  <a:cubicBezTo>
                    <a:pt x="1810" y="1157"/>
                    <a:pt x="1691" y="1002"/>
                    <a:pt x="1667" y="812"/>
                  </a:cubicBezTo>
                  <a:lnTo>
                    <a:pt x="1560" y="109"/>
                  </a:lnTo>
                  <a:cubicBezTo>
                    <a:pt x="1548" y="36"/>
                    <a:pt x="1492" y="0"/>
                    <a:pt x="1436" y="0"/>
                  </a:cubicBezTo>
                  <a:close/>
                </a:path>
              </a:pathLst>
            </a:custGeom>
            <a:solidFill>
              <a:srgbClr val="F9F9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86" name="Google Shape;986;p42"/>
            <p:cNvGrpSpPr/>
            <p:nvPr/>
          </p:nvGrpSpPr>
          <p:grpSpPr>
            <a:xfrm>
              <a:off x="4318075" y="403696"/>
              <a:ext cx="1348907" cy="1226248"/>
              <a:chOff x="6494019" y="-137261"/>
              <a:chExt cx="2116596" cy="1924130"/>
            </a:xfrm>
          </p:grpSpPr>
          <p:sp>
            <p:nvSpPr>
              <p:cNvPr id="987" name="Google Shape;987;p42"/>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42"/>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89" name="Google Shape;989;p42"/>
          <p:cNvSpPr/>
          <p:nvPr/>
        </p:nvSpPr>
        <p:spPr>
          <a:xfrm>
            <a:off x="849993" y="539386"/>
            <a:ext cx="185805" cy="199389"/>
          </a:xfrm>
          <a:custGeom>
            <a:avLst/>
            <a:gdLst/>
            <a:ahLst/>
            <a:cxnLst/>
            <a:rect l="l" t="t" r="r" b="b"/>
            <a:pathLst>
              <a:path w="2763" h="2965" extrusionOk="0">
                <a:moveTo>
                  <a:pt x="1442" y="1"/>
                </a:moveTo>
                <a:cubicBezTo>
                  <a:pt x="1388" y="1"/>
                  <a:pt x="1334" y="33"/>
                  <a:pt x="1322" y="98"/>
                </a:cubicBezTo>
                <a:lnTo>
                  <a:pt x="1167" y="740"/>
                </a:lnTo>
                <a:cubicBezTo>
                  <a:pt x="1120" y="955"/>
                  <a:pt x="953" y="1133"/>
                  <a:pt x="762" y="1169"/>
                </a:cubicBezTo>
                <a:lnTo>
                  <a:pt x="143" y="1300"/>
                </a:lnTo>
                <a:cubicBezTo>
                  <a:pt x="12" y="1336"/>
                  <a:pt x="0" y="1526"/>
                  <a:pt x="131" y="1562"/>
                </a:cubicBezTo>
                <a:lnTo>
                  <a:pt x="739" y="1741"/>
                </a:lnTo>
                <a:cubicBezTo>
                  <a:pt x="929" y="1800"/>
                  <a:pt x="1072" y="1979"/>
                  <a:pt x="1108" y="2205"/>
                </a:cubicBezTo>
                <a:lnTo>
                  <a:pt x="1203" y="2860"/>
                </a:lnTo>
                <a:cubicBezTo>
                  <a:pt x="1215" y="2928"/>
                  <a:pt x="1273" y="2964"/>
                  <a:pt x="1331" y="2964"/>
                </a:cubicBezTo>
                <a:cubicBezTo>
                  <a:pt x="1384" y="2964"/>
                  <a:pt x="1436" y="2934"/>
                  <a:pt x="1453" y="2872"/>
                </a:cubicBezTo>
                <a:lnTo>
                  <a:pt x="1620" y="2169"/>
                </a:lnTo>
                <a:cubicBezTo>
                  <a:pt x="1667" y="1979"/>
                  <a:pt x="1798" y="1836"/>
                  <a:pt x="1965" y="1800"/>
                </a:cubicBezTo>
                <a:lnTo>
                  <a:pt x="2632" y="1657"/>
                </a:lnTo>
                <a:cubicBezTo>
                  <a:pt x="2763" y="1633"/>
                  <a:pt x="2763" y="1443"/>
                  <a:pt x="2632" y="1407"/>
                </a:cubicBezTo>
                <a:lnTo>
                  <a:pt x="1989" y="1205"/>
                </a:lnTo>
                <a:cubicBezTo>
                  <a:pt x="1822" y="1157"/>
                  <a:pt x="1703" y="1002"/>
                  <a:pt x="1667" y="812"/>
                </a:cubicBezTo>
                <a:lnTo>
                  <a:pt x="1560" y="109"/>
                </a:lnTo>
                <a:cubicBezTo>
                  <a:pt x="1554" y="36"/>
                  <a:pt x="1498" y="1"/>
                  <a:pt x="144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465910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93"/>
        <p:cNvGrpSpPr/>
        <p:nvPr/>
      </p:nvGrpSpPr>
      <p:grpSpPr>
        <a:xfrm>
          <a:off x="0" y="0"/>
          <a:ext cx="0" cy="0"/>
          <a:chOff x="0" y="0"/>
          <a:chExt cx="0" cy="0"/>
        </a:xfrm>
      </p:grpSpPr>
      <p:sp>
        <p:nvSpPr>
          <p:cNvPr id="994" name="Google Shape;994;p43"/>
          <p:cNvSpPr txBox="1">
            <a:spLocks noGrp="1"/>
          </p:cNvSpPr>
          <p:nvPr>
            <p:ph type="title"/>
          </p:nvPr>
        </p:nvSpPr>
        <p:spPr>
          <a:xfrm>
            <a:off x="2034638" y="746063"/>
            <a:ext cx="4064100" cy="923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Introduction</a:t>
            </a:r>
            <a:endParaRPr dirty="0"/>
          </a:p>
        </p:txBody>
      </p:sp>
      <p:sp>
        <p:nvSpPr>
          <p:cNvPr id="995" name="Google Shape;995;p43"/>
          <p:cNvSpPr txBox="1">
            <a:spLocks noGrp="1"/>
          </p:cNvSpPr>
          <p:nvPr>
            <p:ph type="subTitle" idx="1"/>
          </p:nvPr>
        </p:nvSpPr>
        <p:spPr>
          <a:xfrm>
            <a:off x="2047670" y="1557184"/>
            <a:ext cx="4064100" cy="2157101"/>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dirty="0"/>
              <a:t>Increasing advertising to generate revenue for </a:t>
            </a:r>
            <a:r>
              <a:rPr lang="en-GB" b="1" dirty="0" err="1"/>
              <a:t>Granhub</a:t>
            </a:r>
            <a:r>
              <a:rPr lang="en-GB" b="1" dirty="0"/>
              <a:t> platform </a:t>
            </a:r>
            <a:r>
              <a:rPr lang="en-GB" dirty="0"/>
              <a:t>involves a multifaceted approach that leverages the platform's unique demographic and ensures effective targeting and engagement.</a:t>
            </a:r>
          </a:p>
        </p:txBody>
      </p:sp>
      <p:grpSp>
        <p:nvGrpSpPr>
          <p:cNvPr id="996" name="Google Shape;996;p43"/>
          <p:cNvGrpSpPr/>
          <p:nvPr/>
        </p:nvGrpSpPr>
        <p:grpSpPr>
          <a:xfrm>
            <a:off x="5867261" y="1669472"/>
            <a:ext cx="3188914" cy="3169366"/>
            <a:chOff x="3681100" y="1476500"/>
            <a:chExt cx="942100" cy="936325"/>
          </a:xfrm>
        </p:grpSpPr>
        <p:sp>
          <p:nvSpPr>
            <p:cNvPr id="997" name="Google Shape;997;p43"/>
            <p:cNvSpPr/>
            <p:nvPr/>
          </p:nvSpPr>
          <p:spPr>
            <a:xfrm>
              <a:off x="4067975" y="1768850"/>
              <a:ext cx="352525" cy="277125"/>
            </a:xfrm>
            <a:custGeom>
              <a:avLst/>
              <a:gdLst/>
              <a:ahLst/>
              <a:cxnLst/>
              <a:rect l="l" t="t" r="r" b="b"/>
              <a:pathLst>
                <a:path w="14101" h="11085" extrusionOk="0">
                  <a:moveTo>
                    <a:pt x="1383" y="1"/>
                  </a:moveTo>
                  <a:cubicBezTo>
                    <a:pt x="1336" y="1"/>
                    <a:pt x="1293" y="8"/>
                    <a:pt x="1254" y="22"/>
                  </a:cubicBezTo>
                  <a:cubicBezTo>
                    <a:pt x="837" y="177"/>
                    <a:pt x="1302" y="487"/>
                    <a:pt x="1302" y="487"/>
                  </a:cubicBezTo>
                  <a:cubicBezTo>
                    <a:pt x="1302" y="487"/>
                    <a:pt x="994" y="351"/>
                    <a:pt x="756" y="351"/>
                  </a:cubicBezTo>
                  <a:cubicBezTo>
                    <a:pt x="629" y="351"/>
                    <a:pt x="521" y="390"/>
                    <a:pt x="492" y="510"/>
                  </a:cubicBezTo>
                  <a:cubicBezTo>
                    <a:pt x="420" y="868"/>
                    <a:pt x="659" y="1058"/>
                    <a:pt x="659" y="1058"/>
                  </a:cubicBezTo>
                  <a:cubicBezTo>
                    <a:pt x="659" y="1058"/>
                    <a:pt x="615" y="1053"/>
                    <a:pt x="552" y="1053"/>
                  </a:cubicBezTo>
                  <a:cubicBezTo>
                    <a:pt x="365" y="1053"/>
                    <a:pt x="1" y="1099"/>
                    <a:pt x="28" y="1463"/>
                  </a:cubicBezTo>
                  <a:cubicBezTo>
                    <a:pt x="63" y="1749"/>
                    <a:pt x="432" y="1820"/>
                    <a:pt x="432" y="1820"/>
                  </a:cubicBezTo>
                  <a:cubicBezTo>
                    <a:pt x="432" y="1820"/>
                    <a:pt x="51" y="1880"/>
                    <a:pt x="63" y="2177"/>
                  </a:cubicBezTo>
                  <a:cubicBezTo>
                    <a:pt x="87" y="2487"/>
                    <a:pt x="611" y="2499"/>
                    <a:pt x="611" y="2499"/>
                  </a:cubicBezTo>
                  <a:cubicBezTo>
                    <a:pt x="611" y="2499"/>
                    <a:pt x="373" y="2594"/>
                    <a:pt x="420" y="2916"/>
                  </a:cubicBezTo>
                  <a:cubicBezTo>
                    <a:pt x="456" y="3201"/>
                    <a:pt x="1171" y="3570"/>
                    <a:pt x="1837" y="3570"/>
                  </a:cubicBezTo>
                  <a:cubicBezTo>
                    <a:pt x="1873" y="4297"/>
                    <a:pt x="2040" y="6368"/>
                    <a:pt x="2766" y="8726"/>
                  </a:cubicBezTo>
                  <a:cubicBezTo>
                    <a:pt x="2766" y="8761"/>
                    <a:pt x="2778" y="8797"/>
                    <a:pt x="2790" y="8821"/>
                  </a:cubicBezTo>
                  <a:cubicBezTo>
                    <a:pt x="3254" y="10547"/>
                    <a:pt x="3564" y="10928"/>
                    <a:pt x="4266" y="11083"/>
                  </a:cubicBezTo>
                  <a:cubicBezTo>
                    <a:pt x="4270" y="11084"/>
                    <a:pt x="4278" y="11084"/>
                    <a:pt x="4289" y="11084"/>
                  </a:cubicBezTo>
                  <a:cubicBezTo>
                    <a:pt x="4442" y="11084"/>
                    <a:pt x="5235" y="11011"/>
                    <a:pt x="5290" y="11000"/>
                  </a:cubicBezTo>
                  <a:cubicBezTo>
                    <a:pt x="8576" y="10440"/>
                    <a:pt x="11719" y="9000"/>
                    <a:pt x="13934" y="5166"/>
                  </a:cubicBezTo>
                  <a:cubicBezTo>
                    <a:pt x="14101" y="4856"/>
                    <a:pt x="13934" y="4463"/>
                    <a:pt x="13589" y="4392"/>
                  </a:cubicBezTo>
                  <a:cubicBezTo>
                    <a:pt x="12398" y="4130"/>
                    <a:pt x="11422" y="3975"/>
                    <a:pt x="10195" y="3678"/>
                  </a:cubicBezTo>
                  <a:cubicBezTo>
                    <a:pt x="10156" y="3669"/>
                    <a:pt x="10115" y="3664"/>
                    <a:pt x="10075" y="3664"/>
                  </a:cubicBezTo>
                  <a:cubicBezTo>
                    <a:pt x="9897" y="3664"/>
                    <a:pt x="9721" y="3748"/>
                    <a:pt x="9624" y="3904"/>
                  </a:cubicBezTo>
                  <a:cubicBezTo>
                    <a:pt x="8922" y="5071"/>
                    <a:pt x="7838" y="5940"/>
                    <a:pt x="5874" y="6904"/>
                  </a:cubicBezTo>
                  <a:cubicBezTo>
                    <a:pt x="5171" y="5392"/>
                    <a:pt x="4350" y="3916"/>
                    <a:pt x="4111" y="3344"/>
                  </a:cubicBezTo>
                  <a:cubicBezTo>
                    <a:pt x="4111" y="3344"/>
                    <a:pt x="4111" y="3332"/>
                    <a:pt x="4111" y="3332"/>
                  </a:cubicBezTo>
                  <a:cubicBezTo>
                    <a:pt x="4088" y="3285"/>
                    <a:pt x="4064" y="3237"/>
                    <a:pt x="4052" y="3201"/>
                  </a:cubicBezTo>
                  <a:cubicBezTo>
                    <a:pt x="3897" y="2773"/>
                    <a:pt x="3492" y="1558"/>
                    <a:pt x="2909" y="927"/>
                  </a:cubicBezTo>
                  <a:cubicBezTo>
                    <a:pt x="2618" y="615"/>
                    <a:pt x="1831" y="1"/>
                    <a:pt x="1383" y="1"/>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43"/>
            <p:cNvSpPr/>
            <p:nvPr/>
          </p:nvSpPr>
          <p:spPr>
            <a:xfrm>
              <a:off x="4232950" y="1845300"/>
              <a:ext cx="200650" cy="175050"/>
            </a:xfrm>
            <a:custGeom>
              <a:avLst/>
              <a:gdLst/>
              <a:ahLst/>
              <a:cxnLst/>
              <a:rect l="l" t="t" r="r" b="b"/>
              <a:pathLst>
                <a:path w="8026" h="7002" extrusionOk="0">
                  <a:moveTo>
                    <a:pt x="4918" y="0"/>
                  </a:moveTo>
                  <a:cubicBezTo>
                    <a:pt x="2858" y="155"/>
                    <a:pt x="1" y="2620"/>
                    <a:pt x="1" y="2620"/>
                  </a:cubicBezTo>
                  <a:cubicBezTo>
                    <a:pt x="215" y="4489"/>
                    <a:pt x="2489" y="7001"/>
                    <a:pt x="2489" y="7001"/>
                  </a:cubicBezTo>
                  <a:cubicBezTo>
                    <a:pt x="4251" y="6656"/>
                    <a:pt x="8026" y="5299"/>
                    <a:pt x="7490" y="1679"/>
                  </a:cubicBezTo>
                  <a:cubicBezTo>
                    <a:pt x="7287" y="286"/>
                    <a:pt x="4918" y="0"/>
                    <a:pt x="491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43"/>
            <p:cNvSpPr/>
            <p:nvPr/>
          </p:nvSpPr>
          <p:spPr>
            <a:xfrm>
              <a:off x="3883800" y="2222425"/>
              <a:ext cx="191875" cy="187075"/>
            </a:xfrm>
            <a:custGeom>
              <a:avLst/>
              <a:gdLst/>
              <a:ahLst/>
              <a:cxnLst/>
              <a:rect l="l" t="t" r="r" b="b"/>
              <a:pathLst>
                <a:path w="7675" h="7483" extrusionOk="0">
                  <a:moveTo>
                    <a:pt x="4335" y="1"/>
                  </a:moveTo>
                  <a:lnTo>
                    <a:pt x="4275" y="4668"/>
                  </a:lnTo>
                  <a:cubicBezTo>
                    <a:pt x="4275" y="4668"/>
                    <a:pt x="1" y="6275"/>
                    <a:pt x="25" y="7085"/>
                  </a:cubicBezTo>
                  <a:cubicBezTo>
                    <a:pt x="33" y="7387"/>
                    <a:pt x="729" y="7482"/>
                    <a:pt x="1596" y="7482"/>
                  </a:cubicBezTo>
                  <a:cubicBezTo>
                    <a:pt x="3051" y="7482"/>
                    <a:pt x="4989" y="7216"/>
                    <a:pt x="4989" y="7216"/>
                  </a:cubicBezTo>
                  <a:cubicBezTo>
                    <a:pt x="4989" y="7216"/>
                    <a:pt x="5372" y="7308"/>
                    <a:pt x="5822" y="7308"/>
                  </a:cubicBezTo>
                  <a:cubicBezTo>
                    <a:pt x="6638" y="7308"/>
                    <a:pt x="7675" y="7006"/>
                    <a:pt x="7061" y="5311"/>
                  </a:cubicBezTo>
                  <a:lnTo>
                    <a:pt x="7502" y="346"/>
                  </a:lnTo>
                  <a:lnTo>
                    <a:pt x="4335" y="1"/>
                  </a:ln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43"/>
            <p:cNvSpPr/>
            <p:nvPr/>
          </p:nvSpPr>
          <p:spPr>
            <a:xfrm>
              <a:off x="3965075" y="2032600"/>
              <a:ext cx="325350" cy="305900"/>
            </a:xfrm>
            <a:custGeom>
              <a:avLst/>
              <a:gdLst/>
              <a:ahLst/>
              <a:cxnLst/>
              <a:rect l="l" t="t" r="r" b="b"/>
              <a:pathLst>
                <a:path w="13014" h="12236" extrusionOk="0">
                  <a:moveTo>
                    <a:pt x="5316" y="1"/>
                  </a:moveTo>
                  <a:cubicBezTo>
                    <a:pt x="3070" y="1"/>
                    <a:pt x="772" y="1405"/>
                    <a:pt x="417" y="5081"/>
                  </a:cubicBezTo>
                  <a:cubicBezTo>
                    <a:pt x="0" y="9284"/>
                    <a:pt x="619" y="12035"/>
                    <a:pt x="619" y="12035"/>
                  </a:cubicBezTo>
                  <a:cubicBezTo>
                    <a:pt x="619" y="12035"/>
                    <a:pt x="2066" y="12236"/>
                    <a:pt x="3286" y="12236"/>
                  </a:cubicBezTo>
                  <a:cubicBezTo>
                    <a:pt x="3693" y="12236"/>
                    <a:pt x="4075" y="12213"/>
                    <a:pt x="4370" y="12154"/>
                  </a:cubicBezTo>
                  <a:lnTo>
                    <a:pt x="4751" y="6462"/>
                  </a:lnTo>
                  <a:lnTo>
                    <a:pt x="10109" y="10844"/>
                  </a:lnTo>
                  <a:lnTo>
                    <a:pt x="13014" y="4474"/>
                  </a:lnTo>
                  <a:cubicBezTo>
                    <a:pt x="13014" y="4474"/>
                    <a:pt x="8751" y="497"/>
                    <a:pt x="6251" y="81"/>
                  </a:cubicBezTo>
                  <a:cubicBezTo>
                    <a:pt x="5944" y="28"/>
                    <a:pt x="5631" y="1"/>
                    <a:pt x="53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43"/>
            <p:cNvSpPr/>
            <p:nvPr/>
          </p:nvSpPr>
          <p:spPr>
            <a:xfrm>
              <a:off x="3879350" y="2364700"/>
              <a:ext cx="50625" cy="39325"/>
            </a:xfrm>
            <a:custGeom>
              <a:avLst/>
              <a:gdLst/>
              <a:ahLst/>
              <a:cxnLst/>
              <a:rect l="l" t="t" r="r" b="b"/>
              <a:pathLst>
                <a:path w="2025" h="1573" extrusionOk="0">
                  <a:moveTo>
                    <a:pt x="1703" y="1"/>
                  </a:moveTo>
                  <a:cubicBezTo>
                    <a:pt x="393" y="644"/>
                    <a:pt x="0" y="1239"/>
                    <a:pt x="0" y="1239"/>
                  </a:cubicBezTo>
                  <a:cubicBezTo>
                    <a:pt x="0" y="1239"/>
                    <a:pt x="72" y="1429"/>
                    <a:pt x="1929" y="1572"/>
                  </a:cubicBezTo>
                  <a:cubicBezTo>
                    <a:pt x="2024" y="1025"/>
                    <a:pt x="1941" y="465"/>
                    <a:pt x="17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43"/>
            <p:cNvSpPr/>
            <p:nvPr/>
          </p:nvSpPr>
          <p:spPr>
            <a:xfrm>
              <a:off x="3921900" y="2347750"/>
              <a:ext cx="144700" cy="58975"/>
            </a:xfrm>
            <a:custGeom>
              <a:avLst/>
              <a:gdLst/>
              <a:ahLst/>
              <a:cxnLst/>
              <a:rect l="l" t="t" r="r" b="b"/>
              <a:pathLst>
                <a:path w="5788" h="2359" extrusionOk="0">
                  <a:moveTo>
                    <a:pt x="1751" y="0"/>
                  </a:moveTo>
                  <a:cubicBezTo>
                    <a:pt x="1037" y="214"/>
                    <a:pt x="453" y="453"/>
                    <a:pt x="1" y="679"/>
                  </a:cubicBezTo>
                  <a:cubicBezTo>
                    <a:pt x="239" y="1143"/>
                    <a:pt x="322" y="1703"/>
                    <a:pt x="227" y="2250"/>
                  </a:cubicBezTo>
                  <a:cubicBezTo>
                    <a:pt x="703" y="2286"/>
                    <a:pt x="1299" y="2322"/>
                    <a:pt x="2037" y="2346"/>
                  </a:cubicBezTo>
                  <a:cubicBezTo>
                    <a:pt x="2273" y="2354"/>
                    <a:pt x="2495" y="2358"/>
                    <a:pt x="2702" y="2358"/>
                  </a:cubicBezTo>
                  <a:cubicBezTo>
                    <a:pt x="5683" y="2358"/>
                    <a:pt x="5787" y="1536"/>
                    <a:pt x="5787" y="1536"/>
                  </a:cubicBezTo>
                  <a:cubicBezTo>
                    <a:pt x="5787" y="619"/>
                    <a:pt x="5537" y="83"/>
                    <a:pt x="5549" y="24"/>
                  </a:cubicBezTo>
                  <a:lnTo>
                    <a:pt x="5549" y="24"/>
                  </a:lnTo>
                  <a:cubicBezTo>
                    <a:pt x="4991" y="348"/>
                    <a:pt x="4390" y="457"/>
                    <a:pt x="3834" y="457"/>
                  </a:cubicBezTo>
                  <a:cubicBezTo>
                    <a:pt x="2697" y="457"/>
                    <a:pt x="1751" y="0"/>
                    <a:pt x="175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43"/>
            <p:cNvSpPr/>
            <p:nvPr/>
          </p:nvSpPr>
          <p:spPr>
            <a:xfrm>
              <a:off x="3877850" y="2386125"/>
              <a:ext cx="188750" cy="26700"/>
            </a:xfrm>
            <a:custGeom>
              <a:avLst/>
              <a:gdLst/>
              <a:ahLst/>
              <a:cxnLst/>
              <a:rect l="l" t="t" r="r" b="b"/>
              <a:pathLst>
                <a:path w="7550" h="1068" extrusionOk="0">
                  <a:moveTo>
                    <a:pt x="7549" y="1"/>
                  </a:moveTo>
                  <a:lnTo>
                    <a:pt x="7549" y="1"/>
                  </a:lnTo>
                  <a:cubicBezTo>
                    <a:pt x="6569" y="281"/>
                    <a:pt x="4984" y="613"/>
                    <a:pt x="2976" y="613"/>
                  </a:cubicBezTo>
                  <a:cubicBezTo>
                    <a:pt x="2082" y="613"/>
                    <a:pt x="1105" y="547"/>
                    <a:pt x="60" y="382"/>
                  </a:cubicBezTo>
                  <a:cubicBezTo>
                    <a:pt x="1" y="608"/>
                    <a:pt x="24" y="763"/>
                    <a:pt x="24" y="763"/>
                  </a:cubicBezTo>
                  <a:cubicBezTo>
                    <a:pt x="24" y="763"/>
                    <a:pt x="356" y="1067"/>
                    <a:pt x="2594" y="1067"/>
                  </a:cubicBezTo>
                  <a:cubicBezTo>
                    <a:pt x="2899" y="1067"/>
                    <a:pt x="3240" y="1062"/>
                    <a:pt x="3620" y="1049"/>
                  </a:cubicBezTo>
                  <a:cubicBezTo>
                    <a:pt x="6466" y="953"/>
                    <a:pt x="7502" y="561"/>
                    <a:pt x="7502" y="561"/>
                  </a:cubicBezTo>
                  <a:cubicBezTo>
                    <a:pt x="7525" y="370"/>
                    <a:pt x="7537" y="180"/>
                    <a:pt x="754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43"/>
            <p:cNvSpPr/>
            <p:nvPr/>
          </p:nvSpPr>
          <p:spPr>
            <a:xfrm>
              <a:off x="3939175" y="2355350"/>
              <a:ext cx="16700" cy="29025"/>
            </a:xfrm>
            <a:custGeom>
              <a:avLst/>
              <a:gdLst/>
              <a:ahLst/>
              <a:cxnLst/>
              <a:rect l="l" t="t" r="r" b="b"/>
              <a:pathLst>
                <a:path w="668" h="1161" extrusionOk="0">
                  <a:moveTo>
                    <a:pt x="51" y="1"/>
                  </a:moveTo>
                  <a:cubicBezTo>
                    <a:pt x="35" y="1"/>
                    <a:pt x="21" y="9"/>
                    <a:pt x="12" y="18"/>
                  </a:cubicBezTo>
                  <a:cubicBezTo>
                    <a:pt x="0" y="41"/>
                    <a:pt x="12" y="65"/>
                    <a:pt x="24" y="77"/>
                  </a:cubicBezTo>
                  <a:cubicBezTo>
                    <a:pt x="48" y="89"/>
                    <a:pt x="584" y="399"/>
                    <a:pt x="536" y="1113"/>
                  </a:cubicBezTo>
                  <a:cubicBezTo>
                    <a:pt x="536" y="1137"/>
                    <a:pt x="548" y="1161"/>
                    <a:pt x="584" y="1161"/>
                  </a:cubicBezTo>
                  <a:lnTo>
                    <a:pt x="596" y="1161"/>
                  </a:lnTo>
                  <a:cubicBezTo>
                    <a:pt x="608" y="1161"/>
                    <a:pt x="619" y="1137"/>
                    <a:pt x="619" y="1125"/>
                  </a:cubicBezTo>
                  <a:cubicBezTo>
                    <a:pt x="667" y="339"/>
                    <a:pt x="84" y="6"/>
                    <a:pt x="72" y="6"/>
                  </a:cubicBezTo>
                  <a:cubicBezTo>
                    <a:pt x="65" y="2"/>
                    <a:pt x="58" y="1"/>
                    <a:pt x="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43"/>
            <p:cNvSpPr/>
            <p:nvPr/>
          </p:nvSpPr>
          <p:spPr>
            <a:xfrm>
              <a:off x="3954950" y="2349625"/>
              <a:ext cx="15500" cy="29100"/>
            </a:xfrm>
            <a:custGeom>
              <a:avLst/>
              <a:gdLst/>
              <a:ahLst/>
              <a:cxnLst/>
              <a:rect l="l" t="t" r="r" b="b"/>
              <a:pathLst>
                <a:path w="620" h="1164" extrusionOk="0">
                  <a:moveTo>
                    <a:pt x="48" y="1"/>
                  </a:moveTo>
                  <a:cubicBezTo>
                    <a:pt x="34" y="1"/>
                    <a:pt x="19" y="6"/>
                    <a:pt x="12" y="20"/>
                  </a:cubicBezTo>
                  <a:cubicBezTo>
                    <a:pt x="0" y="44"/>
                    <a:pt x="12" y="68"/>
                    <a:pt x="36" y="80"/>
                  </a:cubicBezTo>
                  <a:cubicBezTo>
                    <a:pt x="36" y="80"/>
                    <a:pt x="500" y="354"/>
                    <a:pt x="524" y="1116"/>
                  </a:cubicBezTo>
                  <a:cubicBezTo>
                    <a:pt x="524" y="1140"/>
                    <a:pt x="548" y="1163"/>
                    <a:pt x="572" y="1163"/>
                  </a:cubicBezTo>
                  <a:lnTo>
                    <a:pt x="584" y="1163"/>
                  </a:lnTo>
                  <a:cubicBezTo>
                    <a:pt x="596" y="1151"/>
                    <a:pt x="619" y="1140"/>
                    <a:pt x="619" y="1116"/>
                  </a:cubicBezTo>
                  <a:cubicBezTo>
                    <a:pt x="584" y="294"/>
                    <a:pt x="96" y="20"/>
                    <a:pt x="72" y="8"/>
                  </a:cubicBezTo>
                  <a:cubicBezTo>
                    <a:pt x="67" y="4"/>
                    <a:pt x="58" y="1"/>
                    <a:pt x="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43"/>
            <p:cNvSpPr/>
            <p:nvPr/>
          </p:nvSpPr>
          <p:spPr>
            <a:xfrm>
              <a:off x="3954050" y="2332225"/>
              <a:ext cx="16100" cy="25350"/>
            </a:xfrm>
            <a:custGeom>
              <a:avLst/>
              <a:gdLst/>
              <a:ahLst/>
              <a:cxnLst/>
              <a:rect l="l" t="t" r="r" b="b"/>
              <a:pathLst>
                <a:path w="644" h="1014" extrusionOk="0">
                  <a:moveTo>
                    <a:pt x="310" y="85"/>
                  </a:moveTo>
                  <a:cubicBezTo>
                    <a:pt x="370" y="85"/>
                    <a:pt x="394" y="109"/>
                    <a:pt x="405" y="121"/>
                  </a:cubicBezTo>
                  <a:cubicBezTo>
                    <a:pt x="501" y="252"/>
                    <a:pt x="405" y="633"/>
                    <a:pt x="334" y="859"/>
                  </a:cubicBezTo>
                  <a:cubicBezTo>
                    <a:pt x="251" y="645"/>
                    <a:pt x="132" y="288"/>
                    <a:pt x="215" y="145"/>
                  </a:cubicBezTo>
                  <a:cubicBezTo>
                    <a:pt x="227" y="121"/>
                    <a:pt x="251" y="97"/>
                    <a:pt x="286" y="97"/>
                  </a:cubicBezTo>
                  <a:cubicBezTo>
                    <a:pt x="286" y="85"/>
                    <a:pt x="298" y="85"/>
                    <a:pt x="310" y="85"/>
                  </a:cubicBezTo>
                  <a:close/>
                  <a:moveTo>
                    <a:pt x="339" y="0"/>
                  </a:moveTo>
                  <a:cubicBezTo>
                    <a:pt x="330" y="0"/>
                    <a:pt x="320" y="1"/>
                    <a:pt x="310" y="2"/>
                  </a:cubicBezTo>
                  <a:cubicBezTo>
                    <a:pt x="227" y="2"/>
                    <a:pt x="167" y="38"/>
                    <a:pt x="132" y="97"/>
                  </a:cubicBezTo>
                  <a:cubicBezTo>
                    <a:pt x="1" y="335"/>
                    <a:pt x="263" y="919"/>
                    <a:pt x="298" y="990"/>
                  </a:cubicBezTo>
                  <a:cubicBezTo>
                    <a:pt x="310" y="1002"/>
                    <a:pt x="322" y="1014"/>
                    <a:pt x="346" y="1014"/>
                  </a:cubicBezTo>
                  <a:cubicBezTo>
                    <a:pt x="358" y="1014"/>
                    <a:pt x="370" y="1002"/>
                    <a:pt x="382" y="990"/>
                  </a:cubicBezTo>
                  <a:cubicBezTo>
                    <a:pt x="405" y="919"/>
                    <a:pt x="644" y="288"/>
                    <a:pt x="477" y="73"/>
                  </a:cubicBezTo>
                  <a:cubicBezTo>
                    <a:pt x="456" y="42"/>
                    <a:pt x="415" y="0"/>
                    <a:pt x="3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43"/>
            <p:cNvSpPr/>
            <p:nvPr/>
          </p:nvSpPr>
          <p:spPr>
            <a:xfrm>
              <a:off x="3961500" y="2342375"/>
              <a:ext cx="23525" cy="15500"/>
            </a:xfrm>
            <a:custGeom>
              <a:avLst/>
              <a:gdLst/>
              <a:ahLst/>
              <a:cxnLst/>
              <a:rect l="l" t="t" r="r" b="b"/>
              <a:pathLst>
                <a:path w="941" h="620" extrusionOk="0">
                  <a:moveTo>
                    <a:pt x="706" y="91"/>
                  </a:moveTo>
                  <a:cubicBezTo>
                    <a:pt x="712" y="91"/>
                    <a:pt x="719" y="92"/>
                    <a:pt x="727" y="96"/>
                  </a:cubicBezTo>
                  <a:cubicBezTo>
                    <a:pt x="762" y="96"/>
                    <a:pt x="798" y="108"/>
                    <a:pt x="822" y="156"/>
                  </a:cubicBezTo>
                  <a:cubicBezTo>
                    <a:pt x="858" y="203"/>
                    <a:pt x="846" y="239"/>
                    <a:pt x="834" y="263"/>
                  </a:cubicBezTo>
                  <a:cubicBezTo>
                    <a:pt x="762" y="406"/>
                    <a:pt x="381" y="489"/>
                    <a:pt x="143" y="525"/>
                  </a:cubicBezTo>
                  <a:cubicBezTo>
                    <a:pt x="274" y="370"/>
                    <a:pt x="512" y="132"/>
                    <a:pt x="667" y="96"/>
                  </a:cubicBezTo>
                  <a:cubicBezTo>
                    <a:pt x="683" y="96"/>
                    <a:pt x="693" y="91"/>
                    <a:pt x="706" y="91"/>
                  </a:cubicBezTo>
                  <a:close/>
                  <a:moveTo>
                    <a:pt x="729" y="1"/>
                  </a:moveTo>
                  <a:cubicBezTo>
                    <a:pt x="455" y="1"/>
                    <a:pt x="47" y="490"/>
                    <a:pt x="12" y="548"/>
                  </a:cubicBezTo>
                  <a:cubicBezTo>
                    <a:pt x="0" y="560"/>
                    <a:pt x="0" y="584"/>
                    <a:pt x="0" y="596"/>
                  </a:cubicBezTo>
                  <a:cubicBezTo>
                    <a:pt x="12" y="608"/>
                    <a:pt x="24" y="620"/>
                    <a:pt x="48" y="620"/>
                  </a:cubicBezTo>
                  <a:cubicBezTo>
                    <a:pt x="84" y="620"/>
                    <a:pt x="250" y="596"/>
                    <a:pt x="429" y="560"/>
                  </a:cubicBezTo>
                  <a:cubicBezTo>
                    <a:pt x="631" y="501"/>
                    <a:pt x="846" y="429"/>
                    <a:pt x="905" y="298"/>
                  </a:cubicBezTo>
                  <a:cubicBezTo>
                    <a:pt x="929" y="263"/>
                    <a:pt x="941" y="191"/>
                    <a:pt x="893" y="108"/>
                  </a:cubicBezTo>
                  <a:cubicBezTo>
                    <a:pt x="858" y="48"/>
                    <a:pt x="798" y="13"/>
                    <a:pt x="738" y="1"/>
                  </a:cubicBezTo>
                  <a:cubicBezTo>
                    <a:pt x="735" y="1"/>
                    <a:pt x="732" y="1"/>
                    <a:pt x="7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43"/>
            <p:cNvSpPr/>
            <p:nvPr/>
          </p:nvSpPr>
          <p:spPr>
            <a:xfrm>
              <a:off x="3681100" y="2178375"/>
              <a:ext cx="397400" cy="220100"/>
            </a:xfrm>
            <a:custGeom>
              <a:avLst/>
              <a:gdLst/>
              <a:ahLst/>
              <a:cxnLst/>
              <a:rect l="l" t="t" r="r" b="b"/>
              <a:pathLst>
                <a:path w="15896" h="8804" extrusionOk="0">
                  <a:moveTo>
                    <a:pt x="12335" y="0"/>
                  </a:moveTo>
                  <a:lnTo>
                    <a:pt x="4882" y="5311"/>
                  </a:lnTo>
                  <a:cubicBezTo>
                    <a:pt x="4882" y="5311"/>
                    <a:pt x="1830" y="2746"/>
                    <a:pt x="863" y="2746"/>
                  </a:cubicBezTo>
                  <a:cubicBezTo>
                    <a:pt x="795" y="2746"/>
                    <a:pt x="737" y="2759"/>
                    <a:pt x="691" y="2787"/>
                  </a:cubicBezTo>
                  <a:cubicBezTo>
                    <a:pt x="1" y="3215"/>
                    <a:pt x="3001" y="7180"/>
                    <a:pt x="3001" y="7180"/>
                  </a:cubicBezTo>
                  <a:cubicBezTo>
                    <a:pt x="3001" y="7180"/>
                    <a:pt x="3473" y="8804"/>
                    <a:pt x="4446" y="8804"/>
                  </a:cubicBezTo>
                  <a:cubicBezTo>
                    <a:pt x="4793" y="8804"/>
                    <a:pt x="5204" y="8597"/>
                    <a:pt x="5680" y="8037"/>
                  </a:cubicBezTo>
                  <a:lnTo>
                    <a:pt x="15895" y="2358"/>
                  </a:lnTo>
                  <a:lnTo>
                    <a:pt x="12335" y="0"/>
                  </a:ln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43"/>
            <p:cNvSpPr/>
            <p:nvPr/>
          </p:nvSpPr>
          <p:spPr>
            <a:xfrm>
              <a:off x="3695975" y="2241775"/>
              <a:ext cx="50925" cy="46150"/>
            </a:xfrm>
            <a:custGeom>
              <a:avLst/>
              <a:gdLst/>
              <a:ahLst/>
              <a:cxnLst/>
              <a:rect l="l" t="t" r="r" b="b"/>
              <a:pathLst>
                <a:path w="2037" h="1846" extrusionOk="0">
                  <a:moveTo>
                    <a:pt x="120" y="0"/>
                  </a:moveTo>
                  <a:cubicBezTo>
                    <a:pt x="120" y="0"/>
                    <a:pt x="1" y="155"/>
                    <a:pt x="787" y="1846"/>
                  </a:cubicBezTo>
                  <a:cubicBezTo>
                    <a:pt x="1311" y="1655"/>
                    <a:pt x="1751" y="1310"/>
                    <a:pt x="2037" y="870"/>
                  </a:cubicBezTo>
                  <a:cubicBezTo>
                    <a:pt x="834" y="48"/>
                    <a:pt x="120" y="0"/>
                    <a:pt x="1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43"/>
            <p:cNvSpPr/>
            <p:nvPr/>
          </p:nvSpPr>
          <p:spPr>
            <a:xfrm>
              <a:off x="3715625" y="2263500"/>
              <a:ext cx="113725" cy="136950"/>
            </a:xfrm>
            <a:custGeom>
              <a:avLst/>
              <a:gdLst/>
              <a:ahLst/>
              <a:cxnLst/>
              <a:rect l="l" t="t" r="r" b="b"/>
              <a:pathLst>
                <a:path w="4549" h="5478" extrusionOk="0">
                  <a:moveTo>
                    <a:pt x="1251" y="1"/>
                  </a:moveTo>
                  <a:cubicBezTo>
                    <a:pt x="965" y="441"/>
                    <a:pt x="525" y="786"/>
                    <a:pt x="1" y="977"/>
                  </a:cubicBezTo>
                  <a:cubicBezTo>
                    <a:pt x="203" y="1406"/>
                    <a:pt x="465" y="1941"/>
                    <a:pt x="810" y="2596"/>
                  </a:cubicBezTo>
                  <a:cubicBezTo>
                    <a:pt x="2175" y="5238"/>
                    <a:pt x="3013" y="5477"/>
                    <a:pt x="3272" y="5477"/>
                  </a:cubicBezTo>
                  <a:cubicBezTo>
                    <a:pt x="3329" y="5477"/>
                    <a:pt x="3358" y="5466"/>
                    <a:pt x="3358" y="5466"/>
                  </a:cubicBezTo>
                  <a:cubicBezTo>
                    <a:pt x="4156" y="5013"/>
                    <a:pt x="4501" y="4525"/>
                    <a:pt x="4549" y="4513"/>
                  </a:cubicBezTo>
                  <a:cubicBezTo>
                    <a:pt x="2858" y="3525"/>
                    <a:pt x="2703" y="1191"/>
                    <a:pt x="2703" y="1191"/>
                  </a:cubicBezTo>
                  <a:cubicBezTo>
                    <a:pt x="2168" y="679"/>
                    <a:pt x="1680" y="286"/>
                    <a:pt x="125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43"/>
            <p:cNvSpPr/>
            <p:nvPr/>
          </p:nvSpPr>
          <p:spPr>
            <a:xfrm>
              <a:off x="3687050" y="2241775"/>
              <a:ext cx="112550" cy="164025"/>
            </a:xfrm>
            <a:custGeom>
              <a:avLst/>
              <a:gdLst/>
              <a:ahLst/>
              <a:cxnLst/>
              <a:rect l="l" t="t" r="r" b="b"/>
              <a:pathLst>
                <a:path w="4502" h="6561" extrusionOk="0">
                  <a:moveTo>
                    <a:pt x="477" y="0"/>
                  </a:moveTo>
                  <a:cubicBezTo>
                    <a:pt x="251" y="60"/>
                    <a:pt x="132" y="167"/>
                    <a:pt x="132" y="167"/>
                  </a:cubicBezTo>
                  <a:cubicBezTo>
                    <a:pt x="132" y="167"/>
                    <a:pt x="1" y="715"/>
                    <a:pt x="1656" y="3429"/>
                  </a:cubicBezTo>
                  <a:cubicBezTo>
                    <a:pt x="3132" y="5858"/>
                    <a:pt x="3977" y="6561"/>
                    <a:pt x="3977" y="6561"/>
                  </a:cubicBezTo>
                  <a:cubicBezTo>
                    <a:pt x="4168" y="6489"/>
                    <a:pt x="4335" y="6418"/>
                    <a:pt x="4501" y="6335"/>
                  </a:cubicBezTo>
                  <a:cubicBezTo>
                    <a:pt x="3454" y="5299"/>
                    <a:pt x="1680" y="3215"/>
                    <a:pt x="4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43"/>
            <p:cNvSpPr/>
            <p:nvPr/>
          </p:nvSpPr>
          <p:spPr>
            <a:xfrm>
              <a:off x="3745100" y="2274525"/>
              <a:ext cx="19375" cy="27025"/>
            </a:xfrm>
            <a:custGeom>
              <a:avLst/>
              <a:gdLst/>
              <a:ahLst/>
              <a:cxnLst/>
              <a:rect l="l" t="t" r="r" b="b"/>
              <a:pathLst>
                <a:path w="775" h="1081" extrusionOk="0">
                  <a:moveTo>
                    <a:pt x="727" y="0"/>
                  </a:moveTo>
                  <a:cubicBezTo>
                    <a:pt x="703" y="0"/>
                    <a:pt x="679" y="24"/>
                    <a:pt x="679" y="48"/>
                  </a:cubicBezTo>
                  <a:cubicBezTo>
                    <a:pt x="679" y="72"/>
                    <a:pt x="679" y="679"/>
                    <a:pt x="36" y="1000"/>
                  </a:cubicBezTo>
                  <a:cubicBezTo>
                    <a:pt x="12" y="1012"/>
                    <a:pt x="0" y="1036"/>
                    <a:pt x="12" y="1060"/>
                  </a:cubicBezTo>
                  <a:cubicBezTo>
                    <a:pt x="12" y="1060"/>
                    <a:pt x="12" y="1060"/>
                    <a:pt x="24" y="1072"/>
                  </a:cubicBezTo>
                  <a:cubicBezTo>
                    <a:pt x="30" y="1078"/>
                    <a:pt x="36" y="1081"/>
                    <a:pt x="44" y="1081"/>
                  </a:cubicBezTo>
                  <a:cubicBezTo>
                    <a:pt x="51" y="1081"/>
                    <a:pt x="60" y="1078"/>
                    <a:pt x="72" y="1072"/>
                  </a:cubicBezTo>
                  <a:cubicBezTo>
                    <a:pt x="762" y="738"/>
                    <a:pt x="774" y="48"/>
                    <a:pt x="774" y="48"/>
                  </a:cubicBezTo>
                  <a:cubicBezTo>
                    <a:pt x="774" y="24"/>
                    <a:pt x="751" y="0"/>
                    <a:pt x="7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43"/>
            <p:cNvSpPr/>
            <p:nvPr/>
          </p:nvSpPr>
          <p:spPr>
            <a:xfrm>
              <a:off x="3757900" y="2285525"/>
              <a:ext cx="19375" cy="26725"/>
            </a:xfrm>
            <a:custGeom>
              <a:avLst/>
              <a:gdLst/>
              <a:ahLst/>
              <a:cxnLst/>
              <a:rect l="l" t="t" r="r" b="b"/>
              <a:pathLst>
                <a:path w="775" h="1069" extrusionOk="0">
                  <a:moveTo>
                    <a:pt x="727" y="1"/>
                  </a:moveTo>
                  <a:cubicBezTo>
                    <a:pt x="703" y="1"/>
                    <a:pt x="679" y="25"/>
                    <a:pt x="679" y="48"/>
                  </a:cubicBezTo>
                  <a:cubicBezTo>
                    <a:pt x="679" y="48"/>
                    <a:pt x="679" y="596"/>
                    <a:pt x="24" y="989"/>
                  </a:cubicBezTo>
                  <a:cubicBezTo>
                    <a:pt x="0" y="1001"/>
                    <a:pt x="0" y="1025"/>
                    <a:pt x="12" y="1048"/>
                  </a:cubicBezTo>
                  <a:cubicBezTo>
                    <a:pt x="19" y="1062"/>
                    <a:pt x="30" y="1068"/>
                    <a:pt x="43" y="1068"/>
                  </a:cubicBezTo>
                  <a:cubicBezTo>
                    <a:pt x="52" y="1068"/>
                    <a:pt x="62" y="1065"/>
                    <a:pt x="72" y="1060"/>
                  </a:cubicBezTo>
                  <a:cubicBezTo>
                    <a:pt x="762" y="632"/>
                    <a:pt x="774" y="72"/>
                    <a:pt x="774" y="48"/>
                  </a:cubicBezTo>
                  <a:cubicBezTo>
                    <a:pt x="774" y="25"/>
                    <a:pt x="751" y="1"/>
                    <a:pt x="7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43"/>
            <p:cNvSpPr/>
            <p:nvPr/>
          </p:nvSpPr>
          <p:spPr>
            <a:xfrm>
              <a:off x="3772775" y="2279875"/>
              <a:ext cx="23250" cy="16100"/>
            </a:xfrm>
            <a:custGeom>
              <a:avLst/>
              <a:gdLst/>
              <a:ahLst/>
              <a:cxnLst/>
              <a:rect l="l" t="t" r="r" b="b"/>
              <a:pathLst>
                <a:path w="930" h="644" extrusionOk="0">
                  <a:moveTo>
                    <a:pt x="715" y="84"/>
                  </a:moveTo>
                  <a:cubicBezTo>
                    <a:pt x="739" y="84"/>
                    <a:pt x="763" y="96"/>
                    <a:pt x="787" y="120"/>
                  </a:cubicBezTo>
                  <a:cubicBezTo>
                    <a:pt x="798" y="131"/>
                    <a:pt x="798" y="131"/>
                    <a:pt x="810" y="143"/>
                  </a:cubicBezTo>
                  <a:cubicBezTo>
                    <a:pt x="846" y="191"/>
                    <a:pt x="834" y="227"/>
                    <a:pt x="822" y="251"/>
                  </a:cubicBezTo>
                  <a:cubicBezTo>
                    <a:pt x="763" y="393"/>
                    <a:pt x="382" y="501"/>
                    <a:pt x="156" y="536"/>
                  </a:cubicBezTo>
                  <a:cubicBezTo>
                    <a:pt x="286" y="358"/>
                    <a:pt x="548" y="84"/>
                    <a:pt x="715" y="84"/>
                  </a:cubicBezTo>
                  <a:close/>
                  <a:moveTo>
                    <a:pt x="706" y="0"/>
                  </a:moveTo>
                  <a:cubicBezTo>
                    <a:pt x="433" y="0"/>
                    <a:pt x="60" y="525"/>
                    <a:pt x="13" y="584"/>
                  </a:cubicBezTo>
                  <a:cubicBezTo>
                    <a:pt x="1" y="596"/>
                    <a:pt x="1" y="608"/>
                    <a:pt x="13" y="632"/>
                  </a:cubicBezTo>
                  <a:cubicBezTo>
                    <a:pt x="25" y="643"/>
                    <a:pt x="36" y="643"/>
                    <a:pt x="48" y="643"/>
                  </a:cubicBezTo>
                  <a:cubicBezTo>
                    <a:pt x="132" y="632"/>
                    <a:pt x="798" y="524"/>
                    <a:pt x="906" y="286"/>
                  </a:cubicBezTo>
                  <a:cubicBezTo>
                    <a:pt x="918" y="239"/>
                    <a:pt x="929" y="179"/>
                    <a:pt x="882" y="96"/>
                  </a:cubicBezTo>
                  <a:cubicBezTo>
                    <a:pt x="834" y="36"/>
                    <a:pt x="775" y="0"/>
                    <a:pt x="715" y="0"/>
                  </a:cubicBezTo>
                  <a:cubicBezTo>
                    <a:pt x="712" y="0"/>
                    <a:pt x="709"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43"/>
            <p:cNvSpPr/>
            <p:nvPr/>
          </p:nvSpPr>
          <p:spPr>
            <a:xfrm>
              <a:off x="3772475" y="2294050"/>
              <a:ext cx="22950" cy="16525"/>
            </a:xfrm>
            <a:custGeom>
              <a:avLst/>
              <a:gdLst/>
              <a:ahLst/>
              <a:cxnLst/>
              <a:rect l="l" t="t" r="r" b="b"/>
              <a:pathLst>
                <a:path w="918" h="661" extrusionOk="0">
                  <a:moveTo>
                    <a:pt x="156" y="100"/>
                  </a:moveTo>
                  <a:lnTo>
                    <a:pt x="156" y="100"/>
                  </a:lnTo>
                  <a:cubicBezTo>
                    <a:pt x="358" y="148"/>
                    <a:pt x="668" y="231"/>
                    <a:pt x="775" y="350"/>
                  </a:cubicBezTo>
                  <a:cubicBezTo>
                    <a:pt x="799" y="362"/>
                    <a:pt x="810" y="386"/>
                    <a:pt x="810" y="398"/>
                  </a:cubicBezTo>
                  <a:cubicBezTo>
                    <a:pt x="834" y="434"/>
                    <a:pt x="822" y="469"/>
                    <a:pt x="799" y="517"/>
                  </a:cubicBezTo>
                  <a:cubicBezTo>
                    <a:pt x="775" y="565"/>
                    <a:pt x="739" y="576"/>
                    <a:pt x="715" y="576"/>
                  </a:cubicBezTo>
                  <a:cubicBezTo>
                    <a:pt x="560" y="576"/>
                    <a:pt x="298" y="291"/>
                    <a:pt x="156" y="100"/>
                  </a:cubicBezTo>
                  <a:close/>
                  <a:moveTo>
                    <a:pt x="47" y="0"/>
                  </a:moveTo>
                  <a:cubicBezTo>
                    <a:pt x="36" y="0"/>
                    <a:pt x="21" y="8"/>
                    <a:pt x="13" y="17"/>
                  </a:cubicBezTo>
                  <a:cubicBezTo>
                    <a:pt x="1" y="29"/>
                    <a:pt x="1" y="53"/>
                    <a:pt x="13" y="65"/>
                  </a:cubicBezTo>
                  <a:cubicBezTo>
                    <a:pt x="37" y="100"/>
                    <a:pt x="132" y="231"/>
                    <a:pt x="263" y="374"/>
                  </a:cubicBezTo>
                  <a:cubicBezTo>
                    <a:pt x="400" y="512"/>
                    <a:pt x="560" y="660"/>
                    <a:pt x="699" y="660"/>
                  </a:cubicBezTo>
                  <a:cubicBezTo>
                    <a:pt x="705" y="660"/>
                    <a:pt x="710" y="660"/>
                    <a:pt x="715" y="660"/>
                  </a:cubicBezTo>
                  <a:cubicBezTo>
                    <a:pt x="763" y="660"/>
                    <a:pt x="834" y="636"/>
                    <a:pt x="882" y="565"/>
                  </a:cubicBezTo>
                  <a:cubicBezTo>
                    <a:pt x="918" y="493"/>
                    <a:pt x="918" y="422"/>
                    <a:pt x="894" y="362"/>
                  </a:cubicBezTo>
                  <a:cubicBezTo>
                    <a:pt x="775" y="112"/>
                    <a:pt x="132" y="5"/>
                    <a:pt x="60" y="5"/>
                  </a:cubicBezTo>
                  <a:cubicBezTo>
                    <a:pt x="57" y="1"/>
                    <a:pt x="52" y="0"/>
                    <a:pt x="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43"/>
            <p:cNvSpPr/>
            <p:nvPr/>
          </p:nvSpPr>
          <p:spPr>
            <a:xfrm>
              <a:off x="4342500" y="1847550"/>
              <a:ext cx="156575" cy="180950"/>
            </a:xfrm>
            <a:custGeom>
              <a:avLst/>
              <a:gdLst/>
              <a:ahLst/>
              <a:cxnLst/>
              <a:rect l="l" t="t" r="r" b="b"/>
              <a:pathLst>
                <a:path w="6263" h="7238" extrusionOk="0">
                  <a:moveTo>
                    <a:pt x="2427" y="1"/>
                  </a:moveTo>
                  <a:cubicBezTo>
                    <a:pt x="1484" y="1"/>
                    <a:pt x="798" y="827"/>
                    <a:pt x="798" y="827"/>
                  </a:cubicBezTo>
                  <a:cubicBezTo>
                    <a:pt x="0" y="2089"/>
                    <a:pt x="1227" y="7030"/>
                    <a:pt x="1227" y="7030"/>
                  </a:cubicBezTo>
                  <a:cubicBezTo>
                    <a:pt x="1661" y="7181"/>
                    <a:pt x="2181" y="7238"/>
                    <a:pt x="2720" y="7238"/>
                  </a:cubicBezTo>
                  <a:cubicBezTo>
                    <a:pt x="4400" y="7238"/>
                    <a:pt x="6263" y="6685"/>
                    <a:pt x="6263" y="6685"/>
                  </a:cubicBezTo>
                  <a:cubicBezTo>
                    <a:pt x="6084" y="6197"/>
                    <a:pt x="5132" y="1077"/>
                    <a:pt x="3132" y="160"/>
                  </a:cubicBezTo>
                  <a:cubicBezTo>
                    <a:pt x="2886" y="47"/>
                    <a:pt x="2650" y="1"/>
                    <a:pt x="24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43"/>
            <p:cNvSpPr/>
            <p:nvPr/>
          </p:nvSpPr>
          <p:spPr>
            <a:xfrm>
              <a:off x="4281175" y="1828925"/>
              <a:ext cx="196475" cy="200350"/>
            </a:xfrm>
            <a:custGeom>
              <a:avLst/>
              <a:gdLst/>
              <a:ahLst/>
              <a:cxnLst/>
              <a:rect l="l" t="t" r="r" b="b"/>
              <a:pathLst>
                <a:path w="7859" h="8014" extrusionOk="0">
                  <a:moveTo>
                    <a:pt x="3882" y="1"/>
                  </a:moveTo>
                  <a:cubicBezTo>
                    <a:pt x="1608" y="274"/>
                    <a:pt x="1" y="5466"/>
                    <a:pt x="1" y="5466"/>
                  </a:cubicBezTo>
                  <a:cubicBezTo>
                    <a:pt x="882" y="7132"/>
                    <a:pt x="3894" y="8013"/>
                    <a:pt x="3894" y="8013"/>
                  </a:cubicBezTo>
                  <a:cubicBezTo>
                    <a:pt x="5406" y="7049"/>
                    <a:pt x="7859" y="4275"/>
                    <a:pt x="6049" y="1108"/>
                  </a:cubicBezTo>
                  <a:lnTo>
                    <a:pt x="388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43"/>
            <p:cNvSpPr/>
            <p:nvPr/>
          </p:nvSpPr>
          <p:spPr>
            <a:xfrm>
              <a:off x="3806425" y="2071450"/>
              <a:ext cx="665575" cy="313925"/>
            </a:xfrm>
            <a:custGeom>
              <a:avLst/>
              <a:gdLst/>
              <a:ahLst/>
              <a:cxnLst/>
              <a:rect l="l" t="t" r="r" b="b"/>
              <a:pathLst>
                <a:path w="26623" h="12557" extrusionOk="0">
                  <a:moveTo>
                    <a:pt x="12531" y="1"/>
                  </a:moveTo>
                  <a:cubicBezTo>
                    <a:pt x="9775" y="1"/>
                    <a:pt x="0" y="9016"/>
                    <a:pt x="0" y="9016"/>
                  </a:cubicBezTo>
                  <a:cubicBezTo>
                    <a:pt x="0" y="9016"/>
                    <a:pt x="0" y="11874"/>
                    <a:pt x="2405" y="11909"/>
                  </a:cubicBezTo>
                  <a:cubicBezTo>
                    <a:pt x="2405" y="11909"/>
                    <a:pt x="8680" y="9278"/>
                    <a:pt x="10347" y="7575"/>
                  </a:cubicBezTo>
                  <a:cubicBezTo>
                    <a:pt x="10347" y="7575"/>
                    <a:pt x="14534" y="12557"/>
                    <a:pt x="19619" y="12557"/>
                  </a:cubicBezTo>
                  <a:cubicBezTo>
                    <a:pt x="19707" y="12557"/>
                    <a:pt x="19795" y="12555"/>
                    <a:pt x="19884" y="12552"/>
                  </a:cubicBezTo>
                  <a:cubicBezTo>
                    <a:pt x="25087" y="12386"/>
                    <a:pt x="26456" y="9361"/>
                    <a:pt x="26623" y="8790"/>
                  </a:cubicBezTo>
                  <a:lnTo>
                    <a:pt x="18205" y="3754"/>
                  </a:lnTo>
                  <a:cubicBezTo>
                    <a:pt x="18205" y="3754"/>
                    <a:pt x="15264" y="182"/>
                    <a:pt x="12609" y="3"/>
                  </a:cubicBezTo>
                  <a:cubicBezTo>
                    <a:pt x="12583" y="1"/>
                    <a:pt x="12557" y="1"/>
                    <a:pt x="125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43"/>
            <p:cNvSpPr/>
            <p:nvPr/>
          </p:nvSpPr>
          <p:spPr>
            <a:xfrm>
              <a:off x="4257513" y="1853678"/>
              <a:ext cx="263150" cy="445350"/>
            </a:xfrm>
            <a:custGeom>
              <a:avLst/>
              <a:gdLst/>
              <a:ahLst/>
              <a:cxnLst/>
              <a:rect l="l" t="t" r="r" b="b"/>
              <a:pathLst>
                <a:path w="10526" h="17814" extrusionOk="0">
                  <a:moveTo>
                    <a:pt x="6543" y="1"/>
                  </a:moveTo>
                  <a:cubicBezTo>
                    <a:pt x="6531" y="1"/>
                    <a:pt x="6525" y="2"/>
                    <a:pt x="6525" y="2"/>
                  </a:cubicBezTo>
                  <a:lnTo>
                    <a:pt x="2227" y="2240"/>
                  </a:lnTo>
                  <a:cubicBezTo>
                    <a:pt x="1025" y="4169"/>
                    <a:pt x="1" y="12122"/>
                    <a:pt x="1" y="12122"/>
                  </a:cubicBezTo>
                  <a:cubicBezTo>
                    <a:pt x="132" y="14325"/>
                    <a:pt x="3275" y="15122"/>
                    <a:pt x="5775" y="16063"/>
                  </a:cubicBezTo>
                  <a:cubicBezTo>
                    <a:pt x="7263" y="16623"/>
                    <a:pt x="8680" y="17813"/>
                    <a:pt x="8680" y="17813"/>
                  </a:cubicBezTo>
                  <a:cubicBezTo>
                    <a:pt x="8490" y="17563"/>
                    <a:pt x="10526" y="13515"/>
                    <a:pt x="9788" y="7348"/>
                  </a:cubicBezTo>
                  <a:cubicBezTo>
                    <a:pt x="8929" y="183"/>
                    <a:pt x="6762" y="1"/>
                    <a:pt x="6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43"/>
            <p:cNvSpPr/>
            <p:nvPr/>
          </p:nvSpPr>
          <p:spPr>
            <a:xfrm>
              <a:off x="4285350" y="2080925"/>
              <a:ext cx="111950" cy="121275"/>
            </a:xfrm>
            <a:custGeom>
              <a:avLst/>
              <a:gdLst/>
              <a:ahLst/>
              <a:cxnLst/>
              <a:rect l="l" t="t" r="r" b="b"/>
              <a:pathLst>
                <a:path w="4478" h="4851" extrusionOk="0">
                  <a:moveTo>
                    <a:pt x="43" y="0"/>
                  </a:moveTo>
                  <a:cubicBezTo>
                    <a:pt x="37" y="0"/>
                    <a:pt x="30" y="2"/>
                    <a:pt x="24" y="5"/>
                  </a:cubicBezTo>
                  <a:cubicBezTo>
                    <a:pt x="12" y="5"/>
                    <a:pt x="0" y="29"/>
                    <a:pt x="12" y="53"/>
                  </a:cubicBezTo>
                  <a:cubicBezTo>
                    <a:pt x="810" y="2124"/>
                    <a:pt x="2417" y="3875"/>
                    <a:pt x="4418" y="4851"/>
                  </a:cubicBezTo>
                  <a:lnTo>
                    <a:pt x="4429" y="4851"/>
                  </a:lnTo>
                  <a:cubicBezTo>
                    <a:pt x="4441" y="4851"/>
                    <a:pt x="4453" y="4851"/>
                    <a:pt x="4465" y="4827"/>
                  </a:cubicBezTo>
                  <a:cubicBezTo>
                    <a:pt x="4477" y="4815"/>
                    <a:pt x="4465" y="4791"/>
                    <a:pt x="4453" y="4780"/>
                  </a:cubicBezTo>
                  <a:cubicBezTo>
                    <a:pt x="2465" y="3815"/>
                    <a:pt x="869" y="2077"/>
                    <a:pt x="84" y="29"/>
                  </a:cubicBezTo>
                  <a:cubicBezTo>
                    <a:pt x="75" y="11"/>
                    <a:pt x="60" y="0"/>
                    <a:pt x="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43"/>
            <p:cNvSpPr/>
            <p:nvPr/>
          </p:nvSpPr>
          <p:spPr>
            <a:xfrm>
              <a:off x="4352025" y="2091650"/>
              <a:ext cx="44675" cy="78700"/>
            </a:xfrm>
            <a:custGeom>
              <a:avLst/>
              <a:gdLst/>
              <a:ahLst/>
              <a:cxnLst/>
              <a:rect l="l" t="t" r="r" b="b"/>
              <a:pathLst>
                <a:path w="1787" h="3148" extrusionOk="0">
                  <a:moveTo>
                    <a:pt x="55" y="0"/>
                  </a:moveTo>
                  <a:cubicBezTo>
                    <a:pt x="49" y="0"/>
                    <a:pt x="42" y="2"/>
                    <a:pt x="36" y="5"/>
                  </a:cubicBezTo>
                  <a:cubicBezTo>
                    <a:pt x="12" y="5"/>
                    <a:pt x="0" y="29"/>
                    <a:pt x="12" y="52"/>
                  </a:cubicBezTo>
                  <a:cubicBezTo>
                    <a:pt x="381" y="1160"/>
                    <a:pt x="965" y="2231"/>
                    <a:pt x="1715" y="3124"/>
                  </a:cubicBezTo>
                  <a:cubicBezTo>
                    <a:pt x="1727" y="3136"/>
                    <a:pt x="1739" y="3148"/>
                    <a:pt x="1751" y="3148"/>
                  </a:cubicBezTo>
                  <a:cubicBezTo>
                    <a:pt x="1751" y="3148"/>
                    <a:pt x="1762" y="3136"/>
                    <a:pt x="1774" y="3136"/>
                  </a:cubicBezTo>
                  <a:cubicBezTo>
                    <a:pt x="1786" y="3124"/>
                    <a:pt x="1786" y="3100"/>
                    <a:pt x="1774" y="3077"/>
                  </a:cubicBezTo>
                  <a:cubicBezTo>
                    <a:pt x="1036" y="2184"/>
                    <a:pt x="453" y="1124"/>
                    <a:pt x="84" y="29"/>
                  </a:cubicBezTo>
                  <a:cubicBezTo>
                    <a:pt x="84" y="11"/>
                    <a:pt x="71" y="0"/>
                    <a:pt x="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43"/>
            <p:cNvSpPr/>
            <p:nvPr/>
          </p:nvSpPr>
          <p:spPr>
            <a:xfrm>
              <a:off x="4129975" y="1850950"/>
              <a:ext cx="214925" cy="112675"/>
            </a:xfrm>
            <a:custGeom>
              <a:avLst/>
              <a:gdLst/>
              <a:ahLst/>
              <a:cxnLst/>
              <a:rect l="l" t="t" r="r" b="b"/>
              <a:pathLst>
                <a:path w="8597" h="4507" extrusionOk="0">
                  <a:moveTo>
                    <a:pt x="2548" y="1"/>
                  </a:moveTo>
                  <a:lnTo>
                    <a:pt x="0" y="2013"/>
                  </a:lnTo>
                  <a:cubicBezTo>
                    <a:pt x="0" y="2013"/>
                    <a:pt x="2691" y="3453"/>
                    <a:pt x="4394" y="4096"/>
                  </a:cubicBezTo>
                  <a:cubicBezTo>
                    <a:pt x="5177" y="4392"/>
                    <a:pt x="5893" y="4507"/>
                    <a:pt x="6459" y="4507"/>
                  </a:cubicBezTo>
                  <a:cubicBezTo>
                    <a:pt x="7123" y="4507"/>
                    <a:pt x="7581" y="4350"/>
                    <a:pt x="7704" y="4144"/>
                  </a:cubicBezTo>
                  <a:cubicBezTo>
                    <a:pt x="7918" y="3775"/>
                    <a:pt x="8597" y="1620"/>
                    <a:pt x="7846" y="1370"/>
                  </a:cubicBezTo>
                  <a:cubicBezTo>
                    <a:pt x="7791" y="1352"/>
                    <a:pt x="7736" y="1343"/>
                    <a:pt x="7683" y="1343"/>
                  </a:cubicBezTo>
                  <a:cubicBezTo>
                    <a:pt x="7012" y="1343"/>
                    <a:pt x="6572" y="2703"/>
                    <a:pt x="6572" y="2703"/>
                  </a:cubicBezTo>
                  <a:cubicBezTo>
                    <a:pt x="5370" y="1441"/>
                    <a:pt x="2548" y="1"/>
                    <a:pt x="254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43"/>
            <p:cNvSpPr/>
            <p:nvPr/>
          </p:nvSpPr>
          <p:spPr>
            <a:xfrm>
              <a:off x="4056750" y="1885475"/>
              <a:ext cx="239625" cy="144700"/>
            </a:xfrm>
            <a:custGeom>
              <a:avLst/>
              <a:gdLst/>
              <a:ahLst/>
              <a:cxnLst/>
              <a:rect l="l" t="t" r="r" b="b"/>
              <a:pathLst>
                <a:path w="9585" h="5788" extrusionOk="0">
                  <a:moveTo>
                    <a:pt x="4203" y="1"/>
                  </a:moveTo>
                  <a:lnTo>
                    <a:pt x="0" y="1918"/>
                  </a:lnTo>
                  <a:cubicBezTo>
                    <a:pt x="0" y="1918"/>
                    <a:pt x="905" y="3084"/>
                    <a:pt x="3894" y="4775"/>
                  </a:cubicBezTo>
                  <a:cubicBezTo>
                    <a:pt x="5269" y="5555"/>
                    <a:pt x="6221" y="5787"/>
                    <a:pt x="6870" y="5787"/>
                  </a:cubicBezTo>
                  <a:cubicBezTo>
                    <a:pt x="7519" y="5787"/>
                    <a:pt x="7864" y="5555"/>
                    <a:pt x="8025" y="5406"/>
                  </a:cubicBezTo>
                  <a:cubicBezTo>
                    <a:pt x="8335" y="5108"/>
                    <a:pt x="9585" y="3215"/>
                    <a:pt x="8918" y="2763"/>
                  </a:cubicBezTo>
                  <a:cubicBezTo>
                    <a:pt x="8825" y="2700"/>
                    <a:pt x="8727" y="2673"/>
                    <a:pt x="8627" y="2673"/>
                  </a:cubicBezTo>
                  <a:cubicBezTo>
                    <a:pt x="8013" y="2673"/>
                    <a:pt x="7335" y="3704"/>
                    <a:pt x="7335" y="3704"/>
                  </a:cubicBezTo>
                  <a:cubicBezTo>
                    <a:pt x="6513" y="2168"/>
                    <a:pt x="4203" y="1"/>
                    <a:pt x="420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43"/>
            <p:cNvSpPr/>
            <p:nvPr/>
          </p:nvSpPr>
          <p:spPr>
            <a:xfrm>
              <a:off x="4170450" y="1577675"/>
              <a:ext cx="45875" cy="72750"/>
            </a:xfrm>
            <a:custGeom>
              <a:avLst/>
              <a:gdLst/>
              <a:ahLst/>
              <a:cxnLst/>
              <a:rect l="l" t="t" r="r" b="b"/>
              <a:pathLst>
                <a:path w="1835" h="2910" extrusionOk="0">
                  <a:moveTo>
                    <a:pt x="901" y="0"/>
                  </a:moveTo>
                  <a:cubicBezTo>
                    <a:pt x="672" y="0"/>
                    <a:pt x="786" y="1026"/>
                    <a:pt x="786" y="1026"/>
                  </a:cubicBezTo>
                  <a:cubicBezTo>
                    <a:pt x="786" y="1026"/>
                    <a:pt x="589" y="192"/>
                    <a:pt x="401" y="192"/>
                  </a:cubicBezTo>
                  <a:cubicBezTo>
                    <a:pt x="399" y="192"/>
                    <a:pt x="396" y="192"/>
                    <a:pt x="393" y="192"/>
                  </a:cubicBezTo>
                  <a:cubicBezTo>
                    <a:pt x="203" y="216"/>
                    <a:pt x="489" y="1311"/>
                    <a:pt x="489" y="1311"/>
                  </a:cubicBezTo>
                  <a:cubicBezTo>
                    <a:pt x="489" y="1311"/>
                    <a:pt x="311" y="1026"/>
                    <a:pt x="186" y="1026"/>
                  </a:cubicBezTo>
                  <a:cubicBezTo>
                    <a:pt x="156" y="1026"/>
                    <a:pt x="129" y="1043"/>
                    <a:pt x="108" y="1085"/>
                  </a:cubicBezTo>
                  <a:cubicBezTo>
                    <a:pt x="0" y="1288"/>
                    <a:pt x="501" y="2014"/>
                    <a:pt x="501" y="2014"/>
                  </a:cubicBezTo>
                  <a:cubicBezTo>
                    <a:pt x="501" y="2014"/>
                    <a:pt x="358" y="2371"/>
                    <a:pt x="179" y="2907"/>
                  </a:cubicBezTo>
                  <a:cubicBezTo>
                    <a:pt x="237" y="2908"/>
                    <a:pt x="295" y="2909"/>
                    <a:pt x="353" y="2909"/>
                  </a:cubicBezTo>
                  <a:cubicBezTo>
                    <a:pt x="736" y="2909"/>
                    <a:pt x="1120" y="2877"/>
                    <a:pt x="1513" y="2835"/>
                  </a:cubicBezTo>
                  <a:cubicBezTo>
                    <a:pt x="1608" y="2240"/>
                    <a:pt x="1667" y="1859"/>
                    <a:pt x="1667" y="1859"/>
                  </a:cubicBezTo>
                  <a:cubicBezTo>
                    <a:pt x="1739" y="1371"/>
                    <a:pt x="1834" y="311"/>
                    <a:pt x="1667" y="276"/>
                  </a:cubicBezTo>
                  <a:cubicBezTo>
                    <a:pt x="1663" y="275"/>
                    <a:pt x="1659" y="274"/>
                    <a:pt x="1655" y="274"/>
                  </a:cubicBezTo>
                  <a:cubicBezTo>
                    <a:pt x="1495" y="274"/>
                    <a:pt x="1382" y="966"/>
                    <a:pt x="1382" y="966"/>
                  </a:cubicBezTo>
                  <a:cubicBezTo>
                    <a:pt x="1382" y="966"/>
                    <a:pt x="1465" y="85"/>
                    <a:pt x="1298" y="49"/>
                  </a:cubicBezTo>
                  <a:cubicBezTo>
                    <a:pt x="1296" y="49"/>
                    <a:pt x="1294" y="49"/>
                    <a:pt x="1292" y="49"/>
                  </a:cubicBezTo>
                  <a:cubicBezTo>
                    <a:pt x="1142" y="49"/>
                    <a:pt x="1084" y="954"/>
                    <a:pt x="1084" y="954"/>
                  </a:cubicBezTo>
                  <a:cubicBezTo>
                    <a:pt x="1084" y="954"/>
                    <a:pt x="1072" y="26"/>
                    <a:pt x="917" y="2"/>
                  </a:cubicBezTo>
                  <a:cubicBezTo>
                    <a:pt x="912" y="1"/>
                    <a:pt x="907" y="0"/>
                    <a:pt x="901" y="0"/>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43"/>
            <p:cNvSpPr/>
            <p:nvPr/>
          </p:nvSpPr>
          <p:spPr>
            <a:xfrm>
              <a:off x="4173725" y="1624975"/>
              <a:ext cx="46150" cy="24775"/>
            </a:xfrm>
            <a:custGeom>
              <a:avLst/>
              <a:gdLst/>
              <a:ahLst/>
              <a:cxnLst/>
              <a:rect l="l" t="t" r="r" b="b"/>
              <a:pathLst>
                <a:path w="1846" h="991" extrusionOk="0">
                  <a:moveTo>
                    <a:pt x="552" y="1"/>
                  </a:moveTo>
                  <a:cubicBezTo>
                    <a:pt x="412" y="1"/>
                    <a:pt x="291" y="21"/>
                    <a:pt x="215" y="74"/>
                  </a:cubicBezTo>
                  <a:cubicBezTo>
                    <a:pt x="215" y="74"/>
                    <a:pt x="131" y="300"/>
                    <a:pt x="0" y="646"/>
                  </a:cubicBezTo>
                  <a:cubicBezTo>
                    <a:pt x="584" y="789"/>
                    <a:pt x="1215" y="860"/>
                    <a:pt x="1810" y="991"/>
                  </a:cubicBezTo>
                  <a:cubicBezTo>
                    <a:pt x="1846" y="431"/>
                    <a:pt x="1786" y="253"/>
                    <a:pt x="1786" y="253"/>
                  </a:cubicBezTo>
                  <a:cubicBezTo>
                    <a:pt x="1786" y="253"/>
                    <a:pt x="1045" y="1"/>
                    <a:pt x="55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43"/>
            <p:cNvSpPr/>
            <p:nvPr/>
          </p:nvSpPr>
          <p:spPr>
            <a:xfrm>
              <a:off x="4140975" y="1641100"/>
              <a:ext cx="78025" cy="171175"/>
            </a:xfrm>
            <a:custGeom>
              <a:avLst/>
              <a:gdLst/>
              <a:ahLst/>
              <a:cxnLst/>
              <a:rect l="l" t="t" r="r" b="b"/>
              <a:pathLst>
                <a:path w="3121" h="6847" extrusionOk="0">
                  <a:moveTo>
                    <a:pt x="1310" y="1"/>
                  </a:moveTo>
                  <a:cubicBezTo>
                    <a:pt x="953" y="894"/>
                    <a:pt x="287" y="2596"/>
                    <a:pt x="1" y="3275"/>
                  </a:cubicBezTo>
                  <a:cubicBezTo>
                    <a:pt x="167" y="4394"/>
                    <a:pt x="882" y="5763"/>
                    <a:pt x="1227" y="6847"/>
                  </a:cubicBezTo>
                  <a:cubicBezTo>
                    <a:pt x="1608" y="6513"/>
                    <a:pt x="1787" y="5751"/>
                    <a:pt x="1953" y="5251"/>
                  </a:cubicBezTo>
                  <a:cubicBezTo>
                    <a:pt x="2811" y="2572"/>
                    <a:pt x="3061" y="1108"/>
                    <a:pt x="3120" y="346"/>
                  </a:cubicBezTo>
                  <a:cubicBezTo>
                    <a:pt x="2525" y="215"/>
                    <a:pt x="1894" y="144"/>
                    <a:pt x="13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43"/>
            <p:cNvSpPr/>
            <p:nvPr/>
          </p:nvSpPr>
          <p:spPr>
            <a:xfrm>
              <a:off x="4026675" y="1755100"/>
              <a:ext cx="188150" cy="167600"/>
            </a:xfrm>
            <a:custGeom>
              <a:avLst/>
              <a:gdLst/>
              <a:ahLst/>
              <a:cxnLst/>
              <a:rect l="l" t="t" r="r" b="b"/>
              <a:pathLst>
                <a:path w="7526" h="6704" extrusionOk="0">
                  <a:moveTo>
                    <a:pt x="1322" y="1"/>
                  </a:moveTo>
                  <a:cubicBezTo>
                    <a:pt x="1322" y="1"/>
                    <a:pt x="1" y="1108"/>
                    <a:pt x="453" y="4025"/>
                  </a:cubicBezTo>
                  <a:cubicBezTo>
                    <a:pt x="775" y="6073"/>
                    <a:pt x="1346" y="6704"/>
                    <a:pt x="1346" y="6704"/>
                  </a:cubicBezTo>
                  <a:cubicBezTo>
                    <a:pt x="1346" y="6704"/>
                    <a:pt x="7335" y="6525"/>
                    <a:pt x="7442" y="4478"/>
                  </a:cubicBezTo>
                  <a:cubicBezTo>
                    <a:pt x="7526" y="2823"/>
                    <a:pt x="5906" y="120"/>
                    <a:pt x="5906" y="120"/>
                  </a:cubicBezTo>
                  <a:lnTo>
                    <a:pt x="132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43"/>
            <p:cNvSpPr/>
            <p:nvPr/>
          </p:nvSpPr>
          <p:spPr>
            <a:xfrm>
              <a:off x="3938875" y="1558350"/>
              <a:ext cx="260775" cy="194475"/>
            </a:xfrm>
            <a:custGeom>
              <a:avLst/>
              <a:gdLst/>
              <a:ahLst/>
              <a:cxnLst/>
              <a:rect l="l" t="t" r="r" b="b"/>
              <a:pathLst>
                <a:path w="10431" h="7779" extrusionOk="0">
                  <a:moveTo>
                    <a:pt x="8311" y="1"/>
                  </a:moveTo>
                  <a:lnTo>
                    <a:pt x="3799" y="2156"/>
                  </a:lnTo>
                  <a:lnTo>
                    <a:pt x="143" y="2823"/>
                  </a:lnTo>
                  <a:cubicBezTo>
                    <a:pt x="143" y="2823"/>
                    <a:pt x="143" y="2906"/>
                    <a:pt x="143" y="3025"/>
                  </a:cubicBezTo>
                  <a:cubicBezTo>
                    <a:pt x="143" y="3215"/>
                    <a:pt x="155" y="3525"/>
                    <a:pt x="191" y="3882"/>
                  </a:cubicBezTo>
                  <a:cubicBezTo>
                    <a:pt x="191" y="3882"/>
                    <a:pt x="0" y="6180"/>
                    <a:pt x="572" y="6418"/>
                  </a:cubicBezTo>
                  <a:cubicBezTo>
                    <a:pt x="613" y="6438"/>
                    <a:pt x="653" y="6447"/>
                    <a:pt x="690" y="6447"/>
                  </a:cubicBezTo>
                  <a:cubicBezTo>
                    <a:pt x="836" y="6447"/>
                    <a:pt x="953" y="6310"/>
                    <a:pt x="1048" y="6121"/>
                  </a:cubicBezTo>
                  <a:cubicBezTo>
                    <a:pt x="1370" y="6823"/>
                    <a:pt x="1405" y="7430"/>
                    <a:pt x="1810" y="7430"/>
                  </a:cubicBezTo>
                  <a:cubicBezTo>
                    <a:pt x="2310" y="7406"/>
                    <a:pt x="2667" y="7216"/>
                    <a:pt x="2667" y="7216"/>
                  </a:cubicBezTo>
                  <a:cubicBezTo>
                    <a:pt x="2667" y="7216"/>
                    <a:pt x="3020" y="7778"/>
                    <a:pt x="3259" y="7778"/>
                  </a:cubicBezTo>
                  <a:cubicBezTo>
                    <a:pt x="3268" y="7778"/>
                    <a:pt x="3278" y="7777"/>
                    <a:pt x="3287" y="7776"/>
                  </a:cubicBezTo>
                  <a:cubicBezTo>
                    <a:pt x="3525" y="7716"/>
                    <a:pt x="3929" y="7037"/>
                    <a:pt x="3894" y="6728"/>
                  </a:cubicBezTo>
                  <a:cubicBezTo>
                    <a:pt x="3891" y="6697"/>
                    <a:pt x="3892" y="6683"/>
                    <a:pt x="3895" y="6683"/>
                  </a:cubicBezTo>
                  <a:cubicBezTo>
                    <a:pt x="3923" y="6683"/>
                    <a:pt x="4139" y="7586"/>
                    <a:pt x="4608" y="7586"/>
                  </a:cubicBezTo>
                  <a:cubicBezTo>
                    <a:pt x="4681" y="7586"/>
                    <a:pt x="4761" y="7564"/>
                    <a:pt x="4846" y="7514"/>
                  </a:cubicBezTo>
                  <a:cubicBezTo>
                    <a:pt x="5549" y="7085"/>
                    <a:pt x="7323" y="7073"/>
                    <a:pt x="7859" y="6335"/>
                  </a:cubicBezTo>
                  <a:cubicBezTo>
                    <a:pt x="8406" y="5597"/>
                    <a:pt x="7990" y="5240"/>
                    <a:pt x="7990" y="5240"/>
                  </a:cubicBezTo>
                  <a:lnTo>
                    <a:pt x="7990" y="5240"/>
                  </a:lnTo>
                  <a:cubicBezTo>
                    <a:pt x="7990" y="5240"/>
                    <a:pt x="8420" y="5558"/>
                    <a:pt x="8794" y="5558"/>
                  </a:cubicBezTo>
                  <a:cubicBezTo>
                    <a:pt x="8894" y="5558"/>
                    <a:pt x="8990" y="5535"/>
                    <a:pt x="9073" y="5478"/>
                  </a:cubicBezTo>
                  <a:cubicBezTo>
                    <a:pt x="9454" y="5204"/>
                    <a:pt x="8585" y="4239"/>
                    <a:pt x="8585" y="4239"/>
                  </a:cubicBezTo>
                  <a:lnTo>
                    <a:pt x="8585" y="4239"/>
                  </a:lnTo>
                  <a:cubicBezTo>
                    <a:pt x="8585" y="4239"/>
                    <a:pt x="8617" y="4241"/>
                    <a:pt x="8672" y="4241"/>
                  </a:cubicBezTo>
                  <a:cubicBezTo>
                    <a:pt x="8942" y="4241"/>
                    <a:pt x="9765" y="4208"/>
                    <a:pt x="10121" y="3823"/>
                  </a:cubicBezTo>
                  <a:cubicBezTo>
                    <a:pt x="10430" y="3489"/>
                    <a:pt x="9930" y="2596"/>
                    <a:pt x="9478" y="1906"/>
                  </a:cubicBezTo>
                  <a:cubicBezTo>
                    <a:pt x="9644" y="1834"/>
                    <a:pt x="9823" y="1739"/>
                    <a:pt x="9990" y="1632"/>
                  </a:cubicBezTo>
                  <a:cubicBezTo>
                    <a:pt x="10371" y="1394"/>
                    <a:pt x="8775" y="429"/>
                    <a:pt x="831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43"/>
            <p:cNvSpPr/>
            <p:nvPr/>
          </p:nvSpPr>
          <p:spPr>
            <a:xfrm>
              <a:off x="4079375" y="1727125"/>
              <a:ext cx="54775" cy="31300"/>
            </a:xfrm>
            <a:custGeom>
              <a:avLst/>
              <a:gdLst/>
              <a:ahLst/>
              <a:cxnLst/>
              <a:rect l="l" t="t" r="r" b="b"/>
              <a:pathLst>
                <a:path w="2191" h="1252" extrusionOk="0">
                  <a:moveTo>
                    <a:pt x="2155" y="1"/>
                  </a:moveTo>
                  <a:cubicBezTo>
                    <a:pt x="1560" y="477"/>
                    <a:pt x="738" y="703"/>
                    <a:pt x="0" y="786"/>
                  </a:cubicBezTo>
                  <a:lnTo>
                    <a:pt x="143" y="1144"/>
                  </a:lnTo>
                  <a:cubicBezTo>
                    <a:pt x="423" y="1216"/>
                    <a:pt x="675" y="1251"/>
                    <a:pt x="900" y="1251"/>
                  </a:cubicBezTo>
                  <a:cubicBezTo>
                    <a:pt x="1668" y="1251"/>
                    <a:pt x="2108" y="841"/>
                    <a:pt x="2191" y="132"/>
                  </a:cubicBezTo>
                  <a:lnTo>
                    <a:pt x="2155" y="1"/>
                  </a:ln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43"/>
            <p:cNvSpPr/>
            <p:nvPr/>
          </p:nvSpPr>
          <p:spPr>
            <a:xfrm>
              <a:off x="4069250" y="1700350"/>
              <a:ext cx="64025" cy="46450"/>
            </a:xfrm>
            <a:custGeom>
              <a:avLst/>
              <a:gdLst/>
              <a:ahLst/>
              <a:cxnLst/>
              <a:rect l="l" t="t" r="r" b="b"/>
              <a:pathLst>
                <a:path w="2561" h="1858" extrusionOk="0">
                  <a:moveTo>
                    <a:pt x="2239" y="0"/>
                  </a:moveTo>
                  <a:lnTo>
                    <a:pt x="0" y="845"/>
                  </a:lnTo>
                  <a:lnTo>
                    <a:pt x="405" y="1857"/>
                  </a:lnTo>
                  <a:cubicBezTo>
                    <a:pt x="1143" y="1774"/>
                    <a:pt x="1965" y="1548"/>
                    <a:pt x="2560" y="1072"/>
                  </a:cubicBezTo>
                  <a:lnTo>
                    <a:pt x="2239" y="0"/>
                  </a:lnTo>
                  <a:close/>
                </a:path>
              </a:pathLst>
            </a:custGeom>
            <a:solidFill>
              <a:srgbClr val="F29F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43"/>
            <p:cNvSpPr/>
            <p:nvPr/>
          </p:nvSpPr>
          <p:spPr>
            <a:xfrm>
              <a:off x="3960900" y="1546250"/>
              <a:ext cx="203925" cy="196100"/>
            </a:xfrm>
            <a:custGeom>
              <a:avLst/>
              <a:gdLst/>
              <a:ahLst/>
              <a:cxnLst/>
              <a:rect l="l" t="t" r="r" b="b"/>
              <a:pathLst>
                <a:path w="8157" h="7844" extrusionOk="0">
                  <a:moveTo>
                    <a:pt x="4814" y="0"/>
                  </a:moveTo>
                  <a:cubicBezTo>
                    <a:pt x="3861" y="0"/>
                    <a:pt x="2769" y="492"/>
                    <a:pt x="1751" y="1175"/>
                  </a:cubicBezTo>
                  <a:cubicBezTo>
                    <a:pt x="0" y="2330"/>
                    <a:pt x="286" y="4188"/>
                    <a:pt x="1524" y="6128"/>
                  </a:cubicBezTo>
                  <a:cubicBezTo>
                    <a:pt x="2315" y="7379"/>
                    <a:pt x="3338" y="7844"/>
                    <a:pt x="4360" y="7844"/>
                  </a:cubicBezTo>
                  <a:cubicBezTo>
                    <a:pt x="4924" y="7844"/>
                    <a:pt x="5488" y="7702"/>
                    <a:pt x="6013" y="7474"/>
                  </a:cubicBezTo>
                  <a:cubicBezTo>
                    <a:pt x="7573" y="6795"/>
                    <a:pt x="8156" y="5128"/>
                    <a:pt x="7692" y="3819"/>
                  </a:cubicBezTo>
                  <a:cubicBezTo>
                    <a:pt x="7097" y="2187"/>
                    <a:pt x="6549" y="842"/>
                    <a:pt x="6549" y="842"/>
                  </a:cubicBezTo>
                  <a:cubicBezTo>
                    <a:pt x="6090" y="245"/>
                    <a:pt x="5487" y="0"/>
                    <a:pt x="4814" y="0"/>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43"/>
            <p:cNvSpPr/>
            <p:nvPr/>
          </p:nvSpPr>
          <p:spPr>
            <a:xfrm>
              <a:off x="4064175" y="1575925"/>
              <a:ext cx="625" cy="325"/>
            </a:xfrm>
            <a:custGeom>
              <a:avLst/>
              <a:gdLst/>
              <a:ahLst/>
              <a:cxnLst/>
              <a:rect l="l" t="t" r="r" b="b"/>
              <a:pathLst>
                <a:path w="25" h="13" extrusionOk="0">
                  <a:moveTo>
                    <a:pt x="25" y="12"/>
                  </a:moveTo>
                  <a:cubicBezTo>
                    <a:pt x="13" y="0"/>
                    <a:pt x="1" y="0"/>
                    <a:pt x="1" y="0"/>
                  </a:cubicBezTo>
                  <a:cubicBezTo>
                    <a:pt x="1" y="0"/>
                    <a:pt x="13" y="0"/>
                    <a:pt x="25" y="12"/>
                  </a:cubicBezTo>
                  <a:close/>
                </a:path>
              </a:pathLst>
            </a:custGeom>
            <a:solidFill>
              <a:srgbClr val="F6A1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43"/>
            <p:cNvSpPr/>
            <p:nvPr/>
          </p:nvSpPr>
          <p:spPr>
            <a:xfrm>
              <a:off x="3971925" y="1687250"/>
              <a:ext cx="52100" cy="48025"/>
            </a:xfrm>
            <a:custGeom>
              <a:avLst/>
              <a:gdLst/>
              <a:ahLst/>
              <a:cxnLst/>
              <a:rect l="l" t="t" r="r" b="b"/>
              <a:pathLst>
                <a:path w="2084" h="1921" extrusionOk="0">
                  <a:moveTo>
                    <a:pt x="1286" y="0"/>
                  </a:moveTo>
                  <a:cubicBezTo>
                    <a:pt x="1286" y="0"/>
                    <a:pt x="0" y="0"/>
                    <a:pt x="357" y="1179"/>
                  </a:cubicBezTo>
                  <a:cubicBezTo>
                    <a:pt x="522" y="1705"/>
                    <a:pt x="860" y="1920"/>
                    <a:pt x="1194" y="1920"/>
                  </a:cubicBezTo>
                  <a:cubicBezTo>
                    <a:pt x="1609" y="1920"/>
                    <a:pt x="2018" y="1589"/>
                    <a:pt x="2084" y="1107"/>
                  </a:cubicBezTo>
                  <a:lnTo>
                    <a:pt x="1286" y="0"/>
                  </a:ln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43"/>
            <p:cNvSpPr/>
            <p:nvPr/>
          </p:nvSpPr>
          <p:spPr>
            <a:xfrm>
              <a:off x="4016850" y="1625425"/>
              <a:ext cx="33375" cy="32425"/>
            </a:xfrm>
            <a:custGeom>
              <a:avLst/>
              <a:gdLst/>
              <a:ahLst/>
              <a:cxnLst/>
              <a:rect l="l" t="t" r="r" b="b"/>
              <a:pathLst>
                <a:path w="1335" h="1297" extrusionOk="0">
                  <a:moveTo>
                    <a:pt x="1007" y="0"/>
                  </a:moveTo>
                  <a:cubicBezTo>
                    <a:pt x="866" y="0"/>
                    <a:pt x="679" y="123"/>
                    <a:pt x="418" y="485"/>
                  </a:cubicBezTo>
                  <a:cubicBezTo>
                    <a:pt x="1" y="1056"/>
                    <a:pt x="370" y="1259"/>
                    <a:pt x="370" y="1259"/>
                  </a:cubicBezTo>
                  <a:cubicBezTo>
                    <a:pt x="413" y="1284"/>
                    <a:pt x="457" y="1297"/>
                    <a:pt x="502" y="1297"/>
                  </a:cubicBezTo>
                  <a:cubicBezTo>
                    <a:pt x="667" y="1297"/>
                    <a:pt x="848" y="1130"/>
                    <a:pt x="1072" y="830"/>
                  </a:cubicBezTo>
                  <a:cubicBezTo>
                    <a:pt x="1311" y="521"/>
                    <a:pt x="1334" y="235"/>
                    <a:pt x="1203" y="92"/>
                  </a:cubicBezTo>
                  <a:cubicBezTo>
                    <a:pt x="1149" y="37"/>
                    <a:pt x="1085" y="0"/>
                    <a:pt x="100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43"/>
            <p:cNvSpPr/>
            <p:nvPr/>
          </p:nvSpPr>
          <p:spPr>
            <a:xfrm>
              <a:off x="4096075" y="1600200"/>
              <a:ext cx="38075" cy="18350"/>
            </a:xfrm>
            <a:custGeom>
              <a:avLst/>
              <a:gdLst/>
              <a:ahLst/>
              <a:cxnLst/>
              <a:rect l="l" t="t" r="r" b="b"/>
              <a:pathLst>
                <a:path w="1523" h="734" extrusionOk="0">
                  <a:moveTo>
                    <a:pt x="663" y="1"/>
                  </a:moveTo>
                  <a:cubicBezTo>
                    <a:pt x="108" y="1"/>
                    <a:pt x="1" y="167"/>
                    <a:pt x="23" y="363"/>
                  </a:cubicBezTo>
                  <a:cubicBezTo>
                    <a:pt x="47" y="565"/>
                    <a:pt x="297" y="720"/>
                    <a:pt x="689" y="732"/>
                  </a:cubicBezTo>
                  <a:cubicBezTo>
                    <a:pt x="726" y="733"/>
                    <a:pt x="762" y="733"/>
                    <a:pt x="796" y="733"/>
                  </a:cubicBezTo>
                  <a:cubicBezTo>
                    <a:pt x="1194" y="733"/>
                    <a:pt x="1419" y="666"/>
                    <a:pt x="1451" y="458"/>
                  </a:cubicBezTo>
                  <a:cubicBezTo>
                    <a:pt x="1451" y="458"/>
                    <a:pt x="1523" y="41"/>
                    <a:pt x="832" y="6"/>
                  </a:cubicBezTo>
                  <a:cubicBezTo>
                    <a:pt x="772" y="2"/>
                    <a:pt x="715" y="1"/>
                    <a:pt x="66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43"/>
            <p:cNvSpPr/>
            <p:nvPr/>
          </p:nvSpPr>
          <p:spPr>
            <a:xfrm>
              <a:off x="3984125" y="1698375"/>
              <a:ext cx="32175" cy="21925"/>
            </a:xfrm>
            <a:custGeom>
              <a:avLst/>
              <a:gdLst/>
              <a:ahLst/>
              <a:cxnLst/>
              <a:rect l="l" t="t" r="r" b="b"/>
              <a:pathLst>
                <a:path w="1287" h="877" extrusionOk="0">
                  <a:moveTo>
                    <a:pt x="582" y="1"/>
                  </a:moveTo>
                  <a:cubicBezTo>
                    <a:pt x="473" y="1"/>
                    <a:pt x="372" y="24"/>
                    <a:pt x="286" y="79"/>
                  </a:cubicBezTo>
                  <a:cubicBezTo>
                    <a:pt x="72" y="222"/>
                    <a:pt x="12" y="496"/>
                    <a:pt x="0" y="508"/>
                  </a:cubicBezTo>
                  <a:cubicBezTo>
                    <a:pt x="0" y="520"/>
                    <a:pt x="12" y="531"/>
                    <a:pt x="24" y="531"/>
                  </a:cubicBezTo>
                  <a:cubicBezTo>
                    <a:pt x="27" y="535"/>
                    <a:pt x="31" y="536"/>
                    <a:pt x="34" y="536"/>
                  </a:cubicBezTo>
                  <a:cubicBezTo>
                    <a:pt x="42" y="536"/>
                    <a:pt x="48" y="528"/>
                    <a:pt x="48" y="520"/>
                  </a:cubicBezTo>
                  <a:cubicBezTo>
                    <a:pt x="48" y="520"/>
                    <a:pt x="107" y="258"/>
                    <a:pt x="322" y="127"/>
                  </a:cubicBezTo>
                  <a:cubicBezTo>
                    <a:pt x="399" y="81"/>
                    <a:pt x="485" y="54"/>
                    <a:pt x="582" y="54"/>
                  </a:cubicBezTo>
                  <a:cubicBezTo>
                    <a:pt x="635" y="54"/>
                    <a:pt x="691" y="62"/>
                    <a:pt x="750" y="79"/>
                  </a:cubicBezTo>
                  <a:cubicBezTo>
                    <a:pt x="1238" y="198"/>
                    <a:pt x="1191" y="841"/>
                    <a:pt x="1191" y="853"/>
                  </a:cubicBezTo>
                  <a:cubicBezTo>
                    <a:pt x="1179" y="865"/>
                    <a:pt x="1191" y="877"/>
                    <a:pt x="1203" y="877"/>
                  </a:cubicBezTo>
                  <a:lnTo>
                    <a:pt x="1215" y="877"/>
                  </a:lnTo>
                  <a:cubicBezTo>
                    <a:pt x="1227" y="865"/>
                    <a:pt x="1238" y="865"/>
                    <a:pt x="1238" y="853"/>
                  </a:cubicBezTo>
                  <a:cubicBezTo>
                    <a:pt x="1238" y="841"/>
                    <a:pt x="1286" y="150"/>
                    <a:pt x="762" y="20"/>
                  </a:cubicBezTo>
                  <a:cubicBezTo>
                    <a:pt x="701" y="7"/>
                    <a:pt x="640" y="1"/>
                    <a:pt x="582" y="1"/>
                  </a:cubicBezTo>
                  <a:close/>
                </a:path>
              </a:pathLst>
            </a:custGeom>
            <a:solidFill>
              <a:srgbClr val="6C48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43"/>
            <p:cNvSpPr/>
            <p:nvPr/>
          </p:nvSpPr>
          <p:spPr>
            <a:xfrm>
              <a:off x="3995125" y="1705775"/>
              <a:ext cx="17900" cy="8275"/>
            </a:xfrm>
            <a:custGeom>
              <a:avLst/>
              <a:gdLst/>
              <a:ahLst/>
              <a:cxnLst/>
              <a:rect l="l" t="t" r="r" b="b"/>
              <a:pathLst>
                <a:path w="716" h="331" extrusionOk="0">
                  <a:moveTo>
                    <a:pt x="495" y="1"/>
                  </a:moveTo>
                  <a:cubicBezTo>
                    <a:pt x="207" y="1"/>
                    <a:pt x="13" y="285"/>
                    <a:pt x="13" y="295"/>
                  </a:cubicBezTo>
                  <a:cubicBezTo>
                    <a:pt x="1" y="307"/>
                    <a:pt x="13" y="319"/>
                    <a:pt x="25" y="331"/>
                  </a:cubicBezTo>
                  <a:lnTo>
                    <a:pt x="36" y="331"/>
                  </a:lnTo>
                  <a:cubicBezTo>
                    <a:pt x="48" y="331"/>
                    <a:pt x="48" y="319"/>
                    <a:pt x="48" y="319"/>
                  </a:cubicBezTo>
                  <a:cubicBezTo>
                    <a:pt x="58" y="319"/>
                    <a:pt x="238" y="51"/>
                    <a:pt x="501" y="51"/>
                  </a:cubicBezTo>
                  <a:cubicBezTo>
                    <a:pt x="557" y="51"/>
                    <a:pt x="617" y="63"/>
                    <a:pt x="679" y="93"/>
                  </a:cubicBezTo>
                  <a:cubicBezTo>
                    <a:pt x="691" y="93"/>
                    <a:pt x="703" y="93"/>
                    <a:pt x="703" y="81"/>
                  </a:cubicBezTo>
                  <a:cubicBezTo>
                    <a:pt x="715" y="69"/>
                    <a:pt x="703" y="57"/>
                    <a:pt x="691" y="45"/>
                  </a:cubicBezTo>
                  <a:cubicBezTo>
                    <a:pt x="622" y="14"/>
                    <a:pt x="556" y="1"/>
                    <a:pt x="495" y="1"/>
                  </a:cubicBezTo>
                  <a:close/>
                </a:path>
              </a:pathLst>
            </a:custGeom>
            <a:solidFill>
              <a:srgbClr val="6C48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43"/>
            <p:cNvSpPr/>
            <p:nvPr/>
          </p:nvSpPr>
          <p:spPr>
            <a:xfrm>
              <a:off x="4135925" y="1618475"/>
              <a:ext cx="53225" cy="47100"/>
            </a:xfrm>
            <a:custGeom>
              <a:avLst/>
              <a:gdLst/>
              <a:ahLst/>
              <a:cxnLst/>
              <a:rect l="l" t="t" r="r" b="b"/>
              <a:pathLst>
                <a:path w="2129" h="1884" extrusionOk="0">
                  <a:moveTo>
                    <a:pt x="800" y="0"/>
                  </a:moveTo>
                  <a:cubicBezTo>
                    <a:pt x="338" y="0"/>
                    <a:pt x="0" y="501"/>
                    <a:pt x="0" y="501"/>
                  </a:cubicBezTo>
                  <a:lnTo>
                    <a:pt x="477" y="1787"/>
                  </a:lnTo>
                  <a:cubicBezTo>
                    <a:pt x="613" y="1853"/>
                    <a:pt x="755" y="1883"/>
                    <a:pt x="894" y="1883"/>
                  </a:cubicBezTo>
                  <a:cubicBezTo>
                    <a:pt x="1556" y="1883"/>
                    <a:pt x="2128" y="1193"/>
                    <a:pt x="1489" y="406"/>
                  </a:cubicBezTo>
                  <a:cubicBezTo>
                    <a:pt x="1247" y="104"/>
                    <a:pt x="1010" y="0"/>
                    <a:pt x="800" y="0"/>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43"/>
            <p:cNvSpPr/>
            <p:nvPr/>
          </p:nvSpPr>
          <p:spPr>
            <a:xfrm>
              <a:off x="4141575" y="1626675"/>
              <a:ext cx="25625" cy="31725"/>
            </a:xfrm>
            <a:custGeom>
              <a:avLst/>
              <a:gdLst/>
              <a:ahLst/>
              <a:cxnLst/>
              <a:rect l="l" t="t" r="r" b="b"/>
              <a:pathLst>
                <a:path w="1025" h="1269" extrusionOk="0">
                  <a:moveTo>
                    <a:pt x="732" y="0"/>
                  </a:moveTo>
                  <a:cubicBezTo>
                    <a:pt x="659" y="0"/>
                    <a:pt x="578" y="11"/>
                    <a:pt x="501" y="42"/>
                  </a:cubicBezTo>
                  <a:cubicBezTo>
                    <a:pt x="358" y="113"/>
                    <a:pt x="251" y="232"/>
                    <a:pt x="179" y="411"/>
                  </a:cubicBezTo>
                  <a:cubicBezTo>
                    <a:pt x="1" y="911"/>
                    <a:pt x="596" y="1256"/>
                    <a:pt x="608" y="1256"/>
                  </a:cubicBezTo>
                  <a:cubicBezTo>
                    <a:pt x="608" y="1268"/>
                    <a:pt x="620" y="1268"/>
                    <a:pt x="632" y="1268"/>
                  </a:cubicBezTo>
                  <a:cubicBezTo>
                    <a:pt x="632" y="1256"/>
                    <a:pt x="632" y="1256"/>
                    <a:pt x="632" y="1256"/>
                  </a:cubicBezTo>
                  <a:cubicBezTo>
                    <a:pt x="644" y="1244"/>
                    <a:pt x="644" y="1233"/>
                    <a:pt x="632" y="1221"/>
                  </a:cubicBezTo>
                  <a:cubicBezTo>
                    <a:pt x="620" y="1221"/>
                    <a:pt x="60" y="899"/>
                    <a:pt x="227" y="423"/>
                  </a:cubicBezTo>
                  <a:cubicBezTo>
                    <a:pt x="286" y="268"/>
                    <a:pt x="382" y="149"/>
                    <a:pt x="513" y="90"/>
                  </a:cubicBezTo>
                  <a:cubicBezTo>
                    <a:pt x="588" y="58"/>
                    <a:pt x="666" y="47"/>
                    <a:pt x="737" y="47"/>
                  </a:cubicBezTo>
                  <a:cubicBezTo>
                    <a:pt x="878" y="47"/>
                    <a:pt x="989" y="90"/>
                    <a:pt x="989" y="90"/>
                  </a:cubicBezTo>
                  <a:cubicBezTo>
                    <a:pt x="992" y="93"/>
                    <a:pt x="996" y="94"/>
                    <a:pt x="999" y="94"/>
                  </a:cubicBezTo>
                  <a:cubicBezTo>
                    <a:pt x="1008" y="94"/>
                    <a:pt x="1016" y="86"/>
                    <a:pt x="1025" y="78"/>
                  </a:cubicBezTo>
                  <a:cubicBezTo>
                    <a:pt x="1025" y="66"/>
                    <a:pt x="1025" y="54"/>
                    <a:pt x="1013" y="54"/>
                  </a:cubicBezTo>
                  <a:cubicBezTo>
                    <a:pt x="1005" y="46"/>
                    <a:pt x="883" y="0"/>
                    <a:pt x="732" y="0"/>
                  </a:cubicBezTo>
                  <a:close/>
                </a:path>
              </a:pathLst>
            </a:custGeom>
            <a:solidFill>
              <a:srgbClr val="6C48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43"/>
            <p:cNvSpPr/>
            <p:nvPr/>
          </p:nvSpPr>
          <p:spPr>
            <a:xfrm>
              <a:off x="4147525" y="1638425"/>
              <a:ext cx="15200" cy="11450"/>
            </a:xfrm>
            <a:custGeom>
              <a:avLst/>
              <a:gdLst/>
              <a:ahLst/>
              <a:cxnLst/>
              <a:rect l="l" t="t" r="r" b="b"/>
              <a:pathLst>
                <a:path w="608" h="458" extrusionOk="0">
                  <a:moveTo>
                    <a:pt x="584" y="1"/>
                  </a:moveTo>
                  <a:cubicBezTo>
                    <a:pt x="572" y="1"/>
                    <a:pt x="60" y="1"/>
                    <a:pt x="1" y="429"/>
                  </a:cubicBezTo>
                  <a:cubicBezTo>
                    <a:pt x="1" y="441"/>
                    <a:pt x="1" y="453"/>
                    <a:pt x="13" y="453"/>
                  </a:cubicBezTo>
                  <a:cubicBezTo>
                    <a:pt x="20" y="456"/>
                    <a:pt x="26" y="458"/>
                    <a:pt x="30" y="458"/>
                  </a:cubicBezTo>
                  <a:cubicBezTo>
                    <a:pt x="42" y="458"/>
                    <a:pt x="48" y="450"/>
                    <a:pt x="48" y="441"/>
                  </a:cubicBezTo>
                  <a:cubicBezTo>
                    <a:pt x="108" y="48"/>
                    <a:pt x="572" y="48"/>
                    <a:pt x="584" y="48"/>
                  </a:cubicBezTo>
                  <a:lnTo>
                    <a:pt x="596" y="48"/>
                  </a:lnTo>
                  <a:cubicBezTo>
                    <a:pt x="608" y="36"/>
                    <a:pt x="608" y="36"/>
                    <a:pt x="608" y="24"/>
                  </a:cubicBezTo>
                  <a:cubicBezTo>
                    <a:pt x="608" y="12"/>
                    <a:pt x="596" y="1"/>
                    <a:pt x="584" y="1"/>
                  </a:cubicBezTo>
                  <a:close/>
                </a:path>
              </a:pathLst>
            </a:custGeom>
            <a:solidFill>
              <a:srgbClr val="6C48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43"/>
            <p:cNvSpPr/>
            <p:nvPr/>
          </p:nvSpPr>
          <p:spPr>
            <a:xfrm>
              <a:off x="4033225" y="1685275"/>
              <a:ext cx="42000" cy="22125"/>
            </a:xfrm>
            <a:custGeom>
              <a:avLst/>
              <a:gdLst/>
              <a:ahLst/>
              <a:cxnLst/>
              <a:rect l="l" t="t" r="r" b="b"/>
              <a:pathLst>
                <a:path w="1680" h="885" extrusionOk="0">
                  <a:moveTo>
                    <a:pt x="1012" y="0"/>
                  </a:moveTo>
                  <a:cubicBezTo>
                    <a:pt x="936" y="0"/>
                    <a:pt x="856" y="6"/>
                    <a:pt x="775" y="20"/>
                  </a:cubicBezTo>
                  <a:cubicBezTo>
                    <a:pt x="334" y="79"/>
                    <a:pt x="1" y="329"/>
                    <a:pt x="36" y="567"/>
                  </a:cubicBezTo>
                  <a:cubicBezTo>
                    <a:pt x="66" y="762"/>
                    <a:pt x="324" y="884"/>
                    <a:pt x="664" y="884"/>
                  </a:cubicBezTo>
                  <a:cubicBezTo>
                    <a:pt x="741" y="884"/>
                    <a:pt x="822" y="878"/>
                    <a:pt x="906" y="865"/>
                  </a:cubicBezTo>
                  <a:cubicBezTo>
                    <a:pt x="1346" y="805"/>
                    <a:pt x="1679" y="555"/>
                    <a:pt x="1644" y="317"/>
                  </a:cubicBezTo>
                  <a:cubicBezTo>
                    <a:pt x="1615" y="123"/>
                    <a:pt x="1348" y="0"/>
                    <a:pt x="1012" y="0"/>
                  </a:cubicBezTo>
                  <a:close/>
                </a:path>
              </a:pathLst>
            </a:custGeom>
            <a:solidFill>
              <a:srgbClr val="F29F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43"/>
            <p:cNvSpPr/>
            <p:nvPr/>
          </p:nvSpPr>
          <p:spPr>
            <a:xfrm>
              <a:off x="4109425" y="1654500"/>
              <a:ext cx="40500" cy="28900"/>
            </a:xfrm>
            <a:custGeom>
              <a:avLst/>
              <a:gdLst/>
              <a:ahLst/>
              <a:cxnLst/>
              <a:rect l="l" t="t" r="r" b="b"/>
              <a:pathLst>
                <a:path w="1620" h="1156" extrusionOk="0">
                  <a:moveTo>
                    <a:pt x="1179" y="1"/>
                  </a:moveTo>
                  <a:cubicBezTo>
                    <a:pt x="1001" y="1"/>
                    <a:pt x="781" y="73"/>
                    <a:pt x="572" y="215"/>
                  </a:cubicBezTo>
                  <a:cubicBezTo>
                    <a:pt x="191" y="465"/>
                    <a:pt x="1" y="822"/>
                    <a:pt x="132" y="1024"/>
                  </a:cubicBezTo>
                  <a:cubicBezTo>
                    <a:pt x="189" y="1112"/>
                    <a:pt x="299" y="1155"/>
                    <a:pt x="437" y="1155"/>
                  </a:cubicBezTo>
                  <a:cubicBezTo>
                    <a:pt x="616" y="1155"/>
                    <a:pt x="840" y="1082"/>
                    <a:pt x="1048" y="941"/>
                  </a:cubicBezTo>
                  <a:cubicBezTo>
                    <a:pt x="1418" y="691"/>
                    <a:pt x="1620" y="334"/>
                    <a:pt x="1489" y="131"/>
                  </a:cubicBezTo>
                  <a:cubicBezTo>
                    <a:pt x="1427" y="44"/>
                    <a:pt x="1315" y="1"/>
                    <a:pt x="1179" y="1"/>
                  </a:cubicBezTo>
                  <a:close/>
                </a:path>
              </a:pathLst>
            </a:custGeom>
            <a:solidFill>
              <a:srgbClr val="F29F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43"/>
            <p:cNvSpPr/>
            <p:nvPr/>
          </p:nvSpPr>
          <p:spPr>
            <a:xfrm>
              <a:off x="4074900" y="1661350"/>
              <a:ext cx="19375" cy="10450"/>
            </a:xfrm>
            <a:custGeom>
              <a:avLst/>
              <a:gdLst/>
              <a:ahLst/>
              <a:cxnLst/>
              <a:rect l="l" t="t" r="r" b="b"/>
              <a:pathLst>
                <a:path w="775" h="418" extrusionOk="0">
                  <a:moveTo>
                    <a:pt x="477" y="0"/>
                  </a:moveTo>
                  <a:cubicBezTo>
                    <a:pt x="72" y="0"/>
                    <a:pt x="1" y="334"/>
                    <a:pt x="1" y="334"/>
                  </a:cubicBezTo>
                  <a:cubicBezTo>
                    <a:pt x="1" y="358"/>
                    <a:pt x="12" y="369"/>
                    <a:pt x="24" y="369"/>
                  </a:cubicBezTo>
                  <a:cubicBezTo>
                    <a:pt x="36" y="369"/>
                    <a:pt x="60" y="369"/>
                    <a:pt x="60" y="346"/>
                  </a:cubicBezTo>
                  <a:cubicBezTo>
                    <a:pt x="60" y="334"/>
                    <a:pt x="120" y="60"/>
                    <a:pt x="477" y="60"/>
                  </a:cubicBezTo>
                  <a:cubicBezTo>
                    <a:pt x="560" y="60"/>
                    <a:pt x="620" y="84"/>
                    <a:pt x="644" y="131"/>
                  </a:cubicBezTo>
                  <a:cubicBezTo>
                    <a:pt x="715" y="215"/>
                    <a:pt x="655" y="381"/>
                    <a:pt x="655" y="381"/>
                  </a:cubicBezTo>
                  <a:cubicBezTo>
                    <a:pt x="655" y="393"/>
                    <a:pt x="655" y="405"/>
                    <a:pt x="667" y="417"/>
                  </a:cubicBezTo>
                  <a:lnTo>
                    <a:pt x="679" y="417"/>
                  </a:lnTo>
                  <a:cubicBezTo>
                    <a:pt x="691" y="417"/>
                    <a:pt x="703" y="405"/>
                    <a:pt x="703" y="393"/>
                  </a:cubicBezTo>
                  <a:cubicBezTo>
                    <a:pt x="715" y="393"/>
                    <a:pt x="774" y="215"/>
                    <a:pt x="691" y="96"/>
                  </a:cubicBezTo>
                  <a:cubicBezTo>
                    <a:pt x="655" y="36"/>
                    <a:pt x="584" y="0"/>
                    <a:pt x="477" y="0"/>
                  </a:cubicBezTo>
                  <a:close/>
                </a:path>
              </a:pathLst>
            </a:custGeom>
            <a:solidFill>
              <a:srgbClr val="6C48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3"/>
            <p:cNvSpPr/>
            <p:nvPr/>
          </p:nvSpPr>
          <p:spPr>
            <a:xfrm>
              <a:off x="3937675" y="1524425"/>
              <a:ext cx="235775" cy="166225"/>
            </a:xfrm>
            <a:custGeom>
              <a:avLst/>
              <a:gdLst/>
              <a:ahLst/>
              <a:cxnLst/>
              <a:rect l="l" t="t" r="r" b="b"/>
              <a:pathLst>
                <a:path w="9431" h="6649" extrusionOk="0">
                  <a:moveTo>
                    <a:pt x="5549" y="0"/>
                  </a:moveTo>
                  <a:cubicBezTo>
                    <a:pt x="4462" y="0"/>
                    <a:pt x="3092" y="424"/>
                    <a:pt x="1906" y="1513"/>
                  </a:cubicBezTo>
                  <a:cubicBezTo>
                    <a:pt x="1906" y="1513"/>
                    <a:pt x="1" y="2953"/>
                    <a:pt x="203" y="4382"/>
                  </a:cubicBezTo>
                  <a:cubicBezTo>
                    <a:pt x="398" y="5683"/>
                    <a:pt x="1176" y="6649"/>
                    <a:pt x="1925" y="6649"/>
                  </a:cubicBezTo>
                  <a:cubicBezTo>
                    <a:pt x="1999" y="6649"/>
                    <a:pt x="2072" y="6639"/>
                    <a:pt x="2144" y="6620"/>
                  </a:cubicBezTo>
                  <a:cubicBezTo>
                    <a:pt x="2287" y="6585"/>
                    <a:pt x="2323" y="5930"/>
                    <a:pt x="2561" y="5680"/>
                  </a:cubicBezTo>
                  <a:cubicBezTo>
                    <a:pt x="2577" y="5663"/>
                    <a:pt x="2595" y="5656"/>
                    <a:pt x="2614" y="5656"/>
                  </a:cubicBezTo>
                  <a:cubicBezTo>
                    <a:pt x="2775" y="5656"/>
                    <a:pt x="2997" y="6207"/>
                    <a:pt x="3044" y="6207"/>
                  </a:cubicBezTo>
                  <a:cubicBezTo>
                    <a:pt x="3046" y="6207"/>
                    <a:pt x="3047" y="6206"/>
                    <a:pt x="3049" y="6204"/>
                  </a:cubicBezTo>
                  <a:cubicBezTo>
                    <a:pt x="3168" y="6025"/>
                    <a:pt x="3477" y="4692"/>
                    <a:pt x="3596" y="4489"/>
                  </a:cubicBezTo>
                  <a:cubicBezTo>
                    <a:pt x="4382" y="3108"/>
                    <a:pt x="4906" y="1917"/>
                    <a:pt x="4906" y="1917"/>
                  </a:cubicBezTo>
                  <a:cubicBezTo>
                    <a:pt x="6133" y="2874"/>
                    <a:pt x="8205" y="3813"/>
                    <a:pt x="8916" y="3813"/>
                  </a:cubicBezTo>
                  <a:cubicBezTo>
                    <a:pt x="9019" y="3813"/>
                    <a:pt x="9094" y="3793"/>
                    <a:pt x="9133" y="3751"/>
                  </a:cubicBezTo>
                  <a:cubicBezTo>
                    <a:pt x="9431" y="3418"/>
                    <a:pt x="9300" y="1441"/>
                    <a:pt x="6835" y="251"/>
                  </a:cubicBezTo>
                  <a:cubicBezTo>
                    <a:pt x="6499" y="92"/>
                    <a:pt x="6054" y="0"/>
                    <a:pt x="554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43"/>
            <p:cNvSpPr/>
            <p:nvPr/>
          </p:nvSpPr>
          <p:spPr>
            <a:xfrm>
              <a:off x="3948100" y="1539825"/>
              <a:ext cx="38425" cy="36125"/>
            </a:xfrm>
            <a:custGeom>
              <a:avLst/>
              <a:gdLst/>
              <a:ahLst/>
              <a:cxnLst/>
              <a:rect l="l" t="t" r="r" b="b"/>
              <a:pathLst>
                <a:path w="1537" h="1445" extrusionOk="0">
                  <a:moveTo>
                    <a:pt x="892" y="1"/>
                  </a:moveTo>
                  <a:cubicBezTo>
                    <a:pt x="494" y="1"/>
                    <a:pt x="989" y="1159"/>
                    <a:pt x="989" y="1159"/>
                  </a:cubicBezTo>
                  <a:cubicBezTo>
                    <a:pt x="989" y="1159"/>
                    <a:pt x="655" y="671"/>
                    <a:pt x="387" y="671"/>
                  </a:cubicBezTo>
                  <a:cubicBezTo>
                    <a:pt x="348" y="671"/>
                    <a:pt x="310" y="681"/>
                    <a:pt x="274" y="706"/>
                  </a:cubicBezTo>
                  <a:cubicBezTo>
                    <a:pt x="1" y="897"/>
                    <a:pt x="905" y="1444"/>
                    <a:pt x="905" y="1444"/>
                  </a:cubicBezTo>
                  <a:lnTo>
                    <a:pt x="1263" y="1301"/>
                  </a:lnTo>
                  <a:cubicBezTo>
                    <a:pt x="1536" y="1028"/>
                    <a:pt x="1394" y="63"/>
                    <a:pt x="929" y="4"/>
                  </a:cubicBezTo>
                  <a:cubicBezTo>
                    <a:pt x="916" y="2"/>
                    <a:pt x="904" y="1"/>
                    <a:pt x="89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43"/>
            <p:cNvSpPr/>
            <p:nvPr/>
          </p:nvSpPr>
          <p:spPr>
            <a:xfrm>
              <a:off x="3896000" y="1691100"/>
              <a:ext cx="68200" cy="56900"/>
            </a:xfrm>
            <a:custGeom>
              <a:avLst/>
              <a:gdLst/>
              <a:ahLst/>
              <a:cxnLst/>
              <a:rect l="l" t="t" r="r" b="b"/>
              <a:pathLst>
                <a:path w="2728" h="2276" extrusionOk="0">
                  <a:moveTo>
                    <a:pt x="748" y="1"/>
                  </a:moveTo>
                  <a:cubicBezTo>
                    <a:pt x="735" y="1"/>
                    <a:pt x="724" y="5"/>
                    <a:pt x="715" y="13"/>
                  </a:cubicBezTo>
                  <a:cubicBezTo>
                    <a:pt x="596" y="132"/>
                    <a:pt x="1072" y="751"/>
                    <a:pt x="1072" y="751"/>
                  </a:cubicBezTo>
                  <a:cubicBezTo>
                    <a:pt x="1072" y="751"/>
                    <a:pt x="573" y="234"/>
                    <a:pt x="361" y="234"/>
                  </a:cubicBezTo>
                  <a:cubicBezTo>
                    <a:pt x="329" y="234"/>
                    <a:pt x="303" y="246"/>
                    <a:pt x="287" y="275"/>
                  </a:cubicBezTo>
                  <a:cubicBezTo>
                    <a:pt x="227" y="394"/>
                    <a:pt x="858" y="918"/>
                    <a:pt x="858" y="918"/>
                  </a:cubicBezTo>
                  <a:cubicBezTo>
                    <a:pt x="858" y="918"/>
                    <a:pt x="343" y="550"/>
                    <a:pt x="170" y="550"/>
                  </a:cubicBezTo>
                  <a:cubicBezTo>
                    <a:pt x="146" y="550"/>
                    <a:pt x="129" y="557"/>
                    <a:pt x="120" y="572"/>
                  </a:cubicBezTo>
                  <a:cubicBezTo>
                    <a:pt x="37" y="703"/>
                    <a:pt x="703" y="1132"/>
                    <a:pt x="703" y="1132"/>
                  </a:cubicBezTo>
                  <a:cubicBezTo>
                    <a:pt x="703" y="1132"/>
                    <a:pt x="321" y="917"/>
                    <a:pt x="143" y="917"/>
                  </a:cubicBezTo>
                  <a:cubicBezTo>
                    <a:pt x="103" y="917"/>
                    <a:pt x="73" y="927"/>
                    <a:pt x="60" y="953"/>
                  </a:cubicBezTo>
                  <a:cubicBezTo>
                    <a:pt x="1" y="1084"/>
                    <a:pt x="787" y="1620"/>
                    <a:pt x="1168" y="1846"/>
                  </a:cubicBezTo>
                  <a:cubicBezTo>
                    <a:pt x="1168" y="1846"/>
                    <a:pt x="1465" y="2013"/>
                    <a:pt x="1930" y="2275"/>
                  </a:cubicBezTo>
                  <a:cubicBezTo>
                    <a:pt x="2215" y="1989"/>
                    <a:pt x="2489" y="1704"/>
                    <a:pt x="2727" y="1394"/>
                  </a:cubicBezTo>
                  <a:cubicBezTo>
                    <a:pt x="2251" y="1215"/>
                    <a:pt x="1930" y="1120"/>
                    <a:pt x="1930" y="1120"/>
                  </a:cubicBezTo>
                  <a:cubicBezTo>
                    <a:pt x="1930" y="1120"/>
                    <a:pt x="1704" y="358"/>
                    <a:pt x="1501" y="322"/>
                  </a:cubicBezTo>
                  <a:cubicBezTo>
                    <a:pt x="1490" y="320"/>
                    <a:pt x="1481" y="319"/>
                    <a:pt x="1472" y="319"/>
                  </a:cubicBezTo>
                  <a:cubicBezTo>
                    <a:pt x="1313" y="319"/>
                    <a:pt x="1442" y="703"/>
                    <a:pt x="1442" y="703"/>
                  </a:cubicBezTo>
                  <a:cubicBezTo>
                    <a:pt x="1442" y="703"/>
                    <a:pt x="925" y="1"/>
                    <a:pt x="748" y="1"/>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43"/>
            <p:cNvSpPr/>
            <p:nvPr/>
          </p:nvSpPr>
          <p:spPr>
            <a:xfrm>
              <a:off x="3937375" y="1714025"/>
              <a:ext cx="160175" cy="111775"/>
            </a:xfrm>
            <a:custGeom>
              <a:avLst/>
              <a:gdLst/>
              <a:ahLst/>
              <a:cxnLst/>
              <a:rect l="l" t="t" r="r" b="b"/>
              <a:pathLst>
                <a:path w="6407" h="4471" extrusionOk="0">
                  <a:moveTo>
                    <a:pt x="632" y="1"/>
                  </a:moveTo>
                  <a:cubicBezTo>
                    <a:pt x="346" y="513"/>
                    <a:pt x="191" y="1084"/>
                    <a:pt x="1" y="1656"/>
                  </a:cubicBezTo>
                  <a:cubicBezTo>
                    <a:pt x="334" y="1953"/>
                    <a:pt x="894" y="2382"/>
                    <a:pt x="1823" y="2942"/>
                  </a:cubicBezTo>
                  <a:cubicBezTo>
                    <a:pt x="2799" y="3529"/>
                    <a:pt x="4317" y="4471"/>
                    <a:pt x="5539" y="4471"/>
                  </a:cubicBezTo>
                  <a:cubicBezTo>
                    <a:pt x="5853" y="4471"/>
                    <a:pt x="6146" y="4409"/>
                    <a:pt x="6406" y="4263"/>
                  </a:cubicBezTo>
                  <a:lnTo>
                    <a:pt x="5168" y="1739"/>
                  </a:lnTo>
                  <a:cubicBezTo>
                    <a:pt x="5168" y="1739"/>
                    <a:pt x="1787" y="120"/>
                    <a:pt x="63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43"/>
            <p:cNvSpPr/>
            <p:nvPr/>
          </p:nvSpPr>
          <p:spPr>
            <a:xfrm>
              <a:off x="3926075" y="1713700"/>
              <a:ext cx="27100" cy="41725"/>
            </a:xfrm>
            <a:custGeom>
              <a:avLst/>
              <a:gdLst/>
              <a:ahLst/>
              <a:cxnLst/>
              <a:rect l="l" t="t" r="r" b="b"/>
              <a:pathLst>
                <a:path w="1084" h="1669" extrusionOk="0">
                  <a:moveTo>
                    <a:pt x="949" y="1"/>
                  </a:moveTo>
                  <a:cubicBezTo>
                    <a:pt x="877" y="1"/>
                    <a:pt x="809" y="11"/>
                    <a:pt x="751" y="26"/>
                  </a:cubicBezTo>
                  <a:cubicBezTo>
                    <a:pt x="405" y="97"/>
                    <a:pt x="12" y="895"/>
                    <a:pt x="0" y="1204"/>
                  </a:cubicBezTo>
                  <a:cubicBezTo>
                    <a:pt x="0" y="1204"/>
                    <a:pt x="84" y="1359"/>
                    <a:pt x="453" y="1669"/>
                  </a:cubicBezTo>
                  <a:cubicBezTo>
                    <a:pt x="643" y="1097"/>
                    <a:pt x="810" y="526"/>
                    <a:pt x="1084" y="14"/>
                  </a:cubicBezTo>
                  <a:cubicBezTo>
                    <a:pt x="1038" y="5"/>
                    <a:pt x="993" y="1"/>
                    <a:pt x="94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43"/>
            <p:cNvSpPr/>
            <p:nvPr/>
          </p:nvSpPr>
          <p:spPr>
            <a:xfrm>
              <a:off x="4174325" y="1806850"/>
              <a:ext cx="18775" cy="22100"/>
            </a:xfrm>
            <a:custGeom>
              <a:avLst/>
              <a:gdLst/>
              <a:ahLst/>
              <a:cxnLst/>
              <a:rect l="l" t="t" r="r" b="b"/>
              <a:pathLst>
                <a:path w="751" h="884" extrusionOk="0">
                  <a:moveTo>
                    <a:pt x="44" y="1"/>
                  </a:moveTo>
                  <a:cubicBezTo>
                    <a:pt x="36" y="1"/>
                    <a:pt x="29" y="4"/>
                    <a:pt x="24" y="14"/>
                  </a:cubicBezTo>
                  <a:cubicBezTo>
                    <a:pt x="0" y="26"/>
                    <a:pt x="0" y="50"/>
                    <a:pt x="12" y="62"/>
                  </a:cubicBezTo>
                  <a:lnTo>
                    <a:pt x="679" y="872"/>
                  </a:lnTo>
                  <a:cubicBezTo>
                    <a:pt x="691" y="884"/>
                    <a:pt x="703" y="884"/>
                    <a:pt x="715" y="884"/>
                  </a:cubicBezTo>
                  <a:cubicBezTo>
                    <a:pt x="715" y="884"/>
                    <a:pt x="727" y="884"/>
                    <a:pt x="727" y="872"/>
                  </a:cubicBezTo>
                  <a:cubicBezTo>
                    <a:pt x="750" y="860"/>
                    <a:pt x="750" y="836"/>
                    <a:pt x="738" y="824"/>
                  </a:cubicBezTo>
                  <a:lnTo>
                    <a:pt x="72" y="14"/>
                  </a:lnTo>
                  <a:cubicBezTo>
                    <a:pt x="65" y="8"/>
                    <a:pt x="54" y="1"/>
                    <a:pt x="4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43"/>
            <p:cNvSpPr/>
            <p:nvPr/>
          </p:nvSpPr>
          <p:spPr>
            <a:xfrm>
              <a:off x="4063900" y="1729200"/>
              <a:ext cx="84850" cy="39950"/>
            </a:xfrm>
            <a:custGeom>
              <a:avLst/>
              <a:gdLst/>
              <a:ahLst/>
              <a:cxnLst/>
              <a:rect l="l" t="t" r="r" b="b"/>
              <a:pathLst>
                <a:path w="3394" h="1598" extrusionOk="0">
                  <a:moveTo>
                    <a:pt x="2798" y="1"/>
                  </a:moveTo>
                  <a:cubicBezTo>
                    <a:pt x="2798" y="1"/>
                    <a:pt x="2929" y="346"/>
                    <a:pt x="2155" y="822"/>
                  </a:cubicBezTo>
                  <a:cubicBezTo>
                    <a:pt x="1772" y="1060"/>
                    <a:pt x="1478" y="1144"/>
                    <a:pt x="1253" y="1144"/>
                  </a:cubicBezTo>
                  <a:cubicBezTo>
                    <a:pt x="688" y="1144"/>
                    <a:pt x="560" y="608"/>
                    <a:pt x="560" y="608"/>
                  </a:cubicBezTo>
                  <a:cubicBezTo>
                    <a:pt x="310" y="703"/>
                    <a:pt x="60" y="942"/>
                    <a:pt x="0" y="1061"/>
                  </a:cubicBezTo>
                  <a:cubicBezTo>
                    <a:pt x="347" y="1441"/>
                    <a:pt x="780" y="1598"/>
                    <a:pt x="1224" y="1598"/>
                  </a:cubicBezTo>
                  <a:cubicBezTo>
                    <a:pt x="1878" y="1598"/>
                    <a:pt x="2556" y="1259"/>
                    <a:pt x="3024" y="799"/>
                  </a:cubicBezTo>
                  <a:cubicBezTo>
                    <a:pt x="3203" y="584"/>
                    <a:pt x="3310" y="358"/>
                    <a:pt x="3393" y="120"/>
                  </a:cubicBezTo>
                  <a:cubicBezTo>
                    <a:pt x="3072" y="25"/>
                    <a:pt x="2798" y="1"/>
                    <a:pt x="279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43"/>
            <p:cNvSpPr/>
            <p:nvPr/>
          </p:nvSpPr>
          <p:spPr>
            <a:xfrm>
              <a:off x="4082950" y="1729200"/>
              <a:ext cx="105725" cy="93175"/>
            </a:xfrm>
            <a:custGeom>
              <a:avLst/>
              <a:gdLst/>
              <a:ahLst/>
              <a:cxnLst/>
              <a:rect l="l" t="t" r="r" b="b"/>
              <a:pathLst>
                <a:path w="4229" h="3727" extrusionOk="0">
                  <a:moveTo>
                    <a:pt x="2036" y="1"/>
                  </a:moveTo>
                  <a:cubicBezTo>
                    <a:pt x="2036" y="1"/>
                    <a:pt x="1803" y="1009"/>
                    <a:pt x="543" y="1009"/>
                  </a:cubicBezTo>
                  <a:cubicBezTo>
                    <a:pt x="380" y="1009"/>
                    <a:pt x="200" y="992"/>
                    <a:pt x="0" y="953"/>
                  </a:cubicBezTo>
                  <a:lnTo>
                    <a:pt x="0" y="953"/>
                  </a:lnTo>
                  <a:cubicBezTo>
                    <a:pt x="0" y="954"/>
                    <a:pt x="405" y="3501"/>
                    <a:pt x="1965" y="3704"/>
                  </a:cubicBezTo>
                  <a:cubicBezTo>
                    <a:pt x="2083" y="3719"/>
                    <a:pt x="2197" y="3726"/>
                    <a:pt x="2306" y="3726"/>
                  </a:cubicBezTo>
                  <a:cubicBezTo>
                    <a:pt x="3639" y="3726"/>
                    <a:pt x="4228" y="2629"/>
                    <a:pt x="3810" y="1573"/>
                  </a:cubicBezTo>
                  <a:cubicBezTo>
                    <a:pt x="3370" y="441"/>
                    <a:pt x="2036" y="1"/>
                    <a:pt x="20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43"/>
            <p:cNvSpPr/>
            <p:nvPr/>
          </p:nvSpPr>
          <p:spPr>
            <a:xfrm>
              <a:off x="4088300" y="1734875"/>
              <a:ext cx="95750" cy="84275"/>
            </a:xfrm>
            <a:custGeom>
              <a:avLst/>
              <a:gdLst/>
              <a:ahLst/>
              <a:cxnLst/>
              <a:rect l="l" t="t" r="r" b="b"/>
              <a:pathLst>
                <a:path w="3830" h="3371" extrusionOk="0">
                  <a:moveTo>
                    <a:pt x="1882" y="0"/>
                  </a:moveTo>
                  <a:cubicBezTo>
                    <a:pt x="1882" y="0"/>
                    <a:pt x="1641" y="932"/>
                    <a:pt x="445" y="932"/>
                  </a:cubicBezTo>
                  <a:cubicBezTo>
                    <a:pt x="310" y="932"/>
                    <a:pt x="162" y="920"/>
                    <a:pt x="0" y="893"/>
                  </a:cubicBezTo>
                  <a:lnTo>
                    <a:pt x="0" y="893"/>
                  </a:lnTo>
                  <a:cubicBezTo>
                    <a:pt x="0" y="893"/>
                    <a:pt x="453" y="3024"/>
                    <a:pt x="1751" y="3322"/>
                  </a:cubicBezTo>
                  <a:cubicBezTo>
                    <a:pt x="1891" y="3355"/>
                    <a:pt x="2026" y="3370"/>
                    <a:pt x="2154" y="3370"/>
                  </a:cubicBezTo>
                  <a:cubicBezTo>
                    <a:pt x="3229" y="3370"/>
                    <a:pt x="3829" y="2286"/>
                    <a:pt x="3489" y="1381"/>
                  </a:cubicBezTo>
                  <a:cubicBezTo>
                    <a:pt x="3096" y="369"/>
                    <a:pt x="1882" y="0"/>
                    <a:pt x="188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43"/>
            <p:cNvSpPr/>
            <p:nvPr/>
          </p:nvSpPr>
          <p:spPr>
            <a:xfrm>
              <a:off x="4072300" y="1743400"/>
              <a:ext cx="13350" cy="18000"/>
            </a:xfrm>
            <a:custGeom>
              <a:avLst/>
              <a:gdLst/>
              <a:ahLst/>
              <a:cxnLst/>
              <a:rect l="l" t="t" r="r" b="b"/>
              <a:pathLst>
                <a:path w="534" h="720" extrusionOk="0">
                  <a:moveTo>
                    <a:pt x="176" y="0"/>
                  </a:moveTo>
                  <a:cubicBezTo>
                    <a:pt x="108" y="0"/>
                    <a:pt x="0" y="114"/>
                    <a:pt x="9" y="159"/>
                  </a:cubicBezTo>
                  <a:cubicBezTo>
                    <a:pt x="9" y="159"/>
                    <a:pt x="318" y="720"/>
                    <a:pt x="521" y="720"/>
                  </a:cubicBezTo>
                  <a:cubicBezTo>
                    <a:pt x="525" y="720"/>
                    <a:pt x="529" y="719"/>
                    <a:pt x="533" y="719"/>
                  </a:cubicBezTo>
                  <a:lnTo>
                    <a:pt x="509" y="445"/>
                  </a:lnTo>
                  <a:cubicBezTo>
                    <a:pt x="509" y="445"/>
                    <a:pt x="295" y="266"/>
                    <a:pt x="224" y="40"/>
                  </a:cubicBezTo>
                  <a:cubicBezTo>
                    <a:pt x="215" y="12"/>
                    <a:pt x="198" y="0"/>
                    <a:pt x="17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43"/>
            <p:cNvSpPr/>
            <p:nvPr/>
          </p:nvSpPr>
          <p:spPr>
            <a:xfrm>
              <a:off x="4046925" y="1742900"/>
              <a:ext cx="31875" cy="17600"/>
            </a:xfrm>
            <a:custGeom>
              <a:avLst/>
              <a:gdLst/>
              <a:ahLst/>
              <a:cxnLst/>
              <a:rect l="l" t="t" r="r" b="b"/>
              <a:pathLst>
                <a:path w="1275" h="704" extrusionOk="0">
                  <a:moveTo>
                    <a:pt x="1001" y="155"/>
                  </a:moveTo>
                  <a:lnTo>
                    <a:pt x="1001" y="155"/>
                  </a:lnTo>
                  <a:cubicBezTo>
                    <a:pt x="741" y="405"/>
                    <a:pt x="454" y="545"/>
                    <a:pt x="290" y="545"/>
                  </a:cubicBezTo>
                  <a:cubicBezTo>
                    <a:pt x="266" y="545"/>
                    <a:pt x="245" y="542"/>
                    <a:pt x="227" y="536"/>
                  </a:cubicBezTo>
                  <a:cubicBezTo>
                    <a:pt x="203" y="525"/>
                    <a:pt x="167" y="501"/>
                    <a:pt x="155" y="429"/>
                  </a:cubicBezTo>
                  <a:cubicBezTo>
                    <a:pt x="155" y="394"/>
                    <a:pt x="167" y="370"/>
                    <a:pt x="191" y="346"/>
                  </a:cubicBezTo>
                  <a:cubicBezTo>
                    <a:pt x="322" y="215"/>
                    <a:pt x="727" y="167"/>
                    <a:pt x="1001" y="155"/>
                  </a:cubicBezTo>
                  <a:close/>
                  <a:moveTo>
                    <a:pt x="1154" y="1"/>
                  </a:moveTo>
                  <a:cubicBezTo>
                    <a:pt x="975" y="1"/>
                    <a:pt x="301" y="10"/>
                    <a:pt x="84" y="239"/>
                  </a:cubicBezTo>
                  <a:cubicBezTo>
                    <a:pt x="24" y="298"/>
                    <a:pt x="0" y="370"/>
                    <a:pt x="0" y="441"/>
                  </a:cubicBezTo>
                  <a:cubicBezTo>
                    <a:pt x="12" y="560"/>
                    <a:pt x="72" y="644"/>
                    <a:pt x="179" y="679"/>
                  </a:cubicBezTo>
                  <a:cubicBezTo>
                    <a:pt x="215" y="691"/>
                    <a:pt x="250" y="703"/>
                    <a:pt x="286" y="703"/>
                  </a:cubicBezTo>
                  <a:cubicBezTo>
                    <a:pt x="548" y="703"/>
                    <a:pt x="941" y="465"/>
                    <a:pt x="1251" y="132"/>
                  </a:cubicBezTo>
                  <a:cubicBezTo>
                    <a:pt x="1262" y="108"/>
                    <a:pt x="1274" y="72"/>
                    <a:pt x="1262" y="48"/>
                  </a:cubicBezTo>
                  <a:cubicBezTo>
                    <a:pt x="1251" y="13"/>
                    <a:pt x="1215" y="1"/>
                    <a:pt x="1191" y="1"/>
                  </a:cubicBezTo>
                  <a:cubicBezTo>
                    <a:pt x="1184" y="1"/>
                    <a:pt x="1171" y="1"/>
                    <a:pt x="115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43"/>
            <p:cNvSpPr/>
            <p:nvPr/>
          </p:nvSpPr>
          <p:spPr>
            <a:xfrm>
              <a:off x="4050200" y="1742750"/>
              <a:ext cx="26800" cy="33225"/>
            </a:xfrm>
            <a:custGeom>
              <a:avLst/>
              <a:gdLst/>
              <a:ahLst/>
              <a:cxnLst/>
              <a:rect l="l" t="t" r="r" b="b"/>
              <a:pathLst>
                <a:path w="1072" h="1329" extrusionOk="0">
                  <a:moveTo>
                    <a:pt x="858" y="269"/>
                  </a:moveTo>
                  <a:cubicBezTo>
                    <a:pt x="715" y="769"/>
                    <a:pt x="536" y="1173"/>
                    <a:pt x="441" y="1173"/>
                  </a:cubicBezTo>
                  <a:cubicBezTo>
                    <a:pt x="441" y="1173"/>
                    <a:pt x="429" y="1173"/>
                    <a:pt x="405" y="1126"/>
                  </a:cubicBezTo>
                  <a:cubicBezTo>
                    <a:pt x="262" y="816"/>
                    <a:pt x="631" y="459"/>
                    <a:pt x="858" y="269"/>
                  </a:cubicBezTo>
                  <a:close/>
                  <a:moveTo>
                    <a:pt x="995" y="1"/>
                  </a:moveTo>
                  <a:cubicBezTo>
                    <a:pt x="980" y="1"/>
                    <a:pt x="965" y="7"/>
                    <a:pt x="953" y="19"/>
                  </a:cubicBezTo>
                  <a:cubicBezTo>
                    <a:pt x="917" y="42"/>
                    <a:pt x="0" y="626"/>
                    <a:pt x="262" y="1185"/>
                  </a:cubicBezTo>
                  <a:cubicBezTo>
                    <a:pt x="322" y="1304"/>
                    <a:pt x="393" y="1328"/>
                    <a:pt x="441" y="1328"/>
                  </a:cubicBezTo>
                  <a:lnTo>
                    <a:pt x="453" y="1328"/>
                  </a:lnTo>
                  <a:cubicBezTo>
                    <a:pt x="727" y="1304"/>
                    <a:pt x="977" y="459"/>
                    <a:pt x="1072" y="102"/>
                  </a:cubicBezTo>
                  <a:cubicBezTo>
                    <a:pt x="1072" y="66"/>
                    <a:pt x="1060" y="42"/>
                    <a:pt x="1036" y="19"/>
                  </a:cubicBezTo>
                  <a:cubicBezTo>
                    <a:pt x="1024" y="7"/>
                    <a:pt x="1009" y="1"/>
                    <a:pt x="99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43"/>
            <p:cNvSpPr/>
            <p:nvPr/>
          </p:nvSpPr>
          <p:spPr>
            <a:xfrm>
              <a:off x="4075800" y="1681475"/>
              <a:ext cx="25925" cy="6675"/>
            </a:xfrm>
            <a:custGeom>
              <a:avLst/>
              <a:gdLst/>
              <a:ahLst/>
              <a:cxnLst/>
              <a:rect l="l" t="t" r="r" b="b"/>
              <a:pathLst>
                <a:path w="1037" h="267" extrusionOk="0">
                  <a:moveTo>
                    <a:pt x="439" y="0"/>
                  </a:moveTo>
                  <a:cubicBezTo>
                    <a:pt x="187" y="0"/>
                    <a:pt x="0" y="29"/>
                    <a:pt x="0" y="29"/>
                  </a:cubicBezTo>
                  <a:cubicBezTo>
                    <a:pt x="0" y="29"/>
                    <a:pt x="0" y="124"/>
                    <a:pt x="48" y="255"/>
                  </a:cubicBezTo>
                  <a:cubicBezTo>
                    <a:pt x="165" y="235"/>
                    <a:pt x="326" y="216"/>
                    <a:pt x="509" y="216"/>
                  </a:cubicBezTo>
                  <a:cubicBezTo>
                    <a:pt x="661" y="216"/>
                    <a:pt x="828" y="229"/>
                    <a:pt x="1000" y="267"/>
                  </a:cubicBezTo>
                  <a:cubicBezTo>
                    <a:pt x="1036" y="160"/>
                    <a:pt x="1036" y="64"/>
                    <a:pt x="1036" y="64"/>
                  </a:cubicBezTo>
                  <a:cubicBezTo>
                    <a:pt x="833" y="15"/>
                    <a:pt x="619" y="0"/>
                    <a:pt x="4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43"/>
            <p:cNvSpPr/>
            <p:nvPr/>
          </p:nvSpPr>
          <p:spPr>
            <a:xfrm>
              <a:off x="4076975" y="1686850"/>
              <a:ext cx="23850" cy="9950"/>
            </a:xfrm>
            <a:custGeom>
              <a:avLst/>
              <a:gdLst/>
              <a:ahLst/>
              <a:cxnLst/>
              <a:rect l="l" t="t" r="r" b="b"/>
              <a:pathLst>
                <a:path w="954" h="398" extrusionOk="0">
                  <a:moveTo>
                    <a:pt x="462" y="1"/>
                  </a:moveTo>
                  <a:cubicBezTo>
                    <a:pt x="279" y="1"/>
                    <a:pt x="118" y="20"/>
                    <a:pt x="1" y="40"/>
                  </a:cubicBezTo>
                  <a:cubicBezTo>
                    <a:pt x="49" y="207"/>
                    <a:pt x="180" y="397"/>
                    <a:pt x="453" y="397"/>
                  </a:cubicBezTo>
                  <a:cubicBezTo>
                    <a:pt x="787" y="397"/>
                    <a:pt x="906" y="207"/>
                    <a:pt x="953" y="52"/>
                  </a:cubicBezTo>
                  <a:cubicBezTo>
                    <a:pt x="781" y="14"/>
                    <a:pt x="614" y="1"/>
                    <a:pt x="46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43"/>
            <p:cNvSpPr/>
            <p:nvPr/>
          </p:nvSpPr>
          <p:spPr>
            <a:xfrm>
              <a:off x="4039175" y="1664500"/>
              <a:ext cx="28000" cy="19500"/>
            </a:xfrm>
            <a:custGeom>
              <a:avLst/>
              <a:gdLst/>
              <a:ahLst/>
              <a:cxnLst/>
              <a:rect l="l" t="t" r="r" b="b"/>
              <a:pathLst>
                <a:path w="1120" h="780" extrusionOk="0">
                  <a:moveTo>
                    <a:pt x="604" y="1"/>
                  </a:moveTo>
                  <a:cubicBezTo>
                    <a:pt x="546" y="1"/>
                    <a:pt x="483" y="13"/>
                    <a:pt x="418" y="41"/>
                  </a:cubicBezTo>
                  <a:cubicBezTo>
                    <a:pt x="1" y="220"/>
                    <a:pt x="144" y="755"/>
                    <a:pt x="144" y="755"/>
                  </a:cubicBezTo>
                  <a:cubicBezTo>
                    <a:pt x="144" y="767"/>
                    <a:pt x="156" y="779"/>
                    <a:pt x="168" y="779"/>
                  </a:cubicBezTo>
                  <a:lnTo>
                    <a:pt x="179" y="779"/>
                  </a:lnTo>
                  <a:cubicBezTo>
                    <a:pt x="191" y="779"/>
                    <a:pt x="203" y="755"/>
                    <a:pt x="203" y="743"/>
                  </a:cubicBezTo>
                  <a:cubicBezTo>
                    <a:pt x="191" y="720"/>
                    <a:pt x="72" y="243"/>
                    <a:pt x="441" y="89"/>
                  </a:cubicBezTo>
                  <a:cubicBezTo>
                    <a:pt x="499" y="65"/>
                    <a:pt x="553" y="54"/>
                    <a:pt x="604" y="54"/>
                  </a:cubicBezTo>
                  <a:cubicBezTo>
                    <a:pt x="879" y="54"/>
                    <a:pt x="1050" y="354"/>
                    <a:pt x="1060" y="374"/>
                  </a:cubicBezTo>
                  <a:cubicBezTo>
                    <a:pt x="1072" y="386"/>
                    <a:pt x="1084" y="386"/>
                    <a:pt x="1096" y="386"/>
                  </a:cubicBezTo>
                  <a:cubicBezTo>
                    <a:pt x="1108" y="374"/>
                    <a:pt x="1120" y="362"/>
                    <a:pt x="1108" y="339"/>
                  </a:cubicBezTo>
                  <a:cubicBezTo>
                    <a:pt x="1108" y="339"/>
                    <a:pt x="914" y="1"/>
                    <a:pt x="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43"/>
            <p:cNvSpPr/>
            <p:nvPr/>
          </p:nvSpPr>
          <p:spPr>
            <a:xfrm>
              <a:off x="4035025" y="1680400"/>
              <a:ext cx="8950" cy="1800"/>
            </a:xfrm>
            <a:custGeom>
              <a:avLst/>
              <a:gdLst/>
              <a:ahLst/>
              <a:cxnLst/>
              <a:rect l="l" t="t" r="r" b="b"/>
              <a:pathLst>
                <a:path w="358" h="72" extrusionOk="0">
                  <a:moveTo>
                    <a:pt x="24" y="0"/>
                  </a:moveTo>
                  <a:cubicBezTo>
                    <a:pt x="12" y="0"/>
                    <a:pt x="0" y="12"/>
                    <a:pt x="0" y="36"/>
                  </a:cubicBezTo>
                  <a:cubicBezTo>
                    <a:pt x="0" y="48"/>
                    <a:pt x="12" y="60"/>
                    <a:pt x="24" y="60"/>
                  </a:cubicBezTo>
                  <a:lnTo>
                    <a:pt x="322" y="72"/>
                  </a:lnTo>
                  <a:cubicBezTo>
                    <a:pt x="334" y="72"/>
                    <a:pt x="345" y="60"/>
                    <a:pt x="345" y="48"/>
                  </a:cubicBezTo>
                  <a:cubicBezTo>
                    <a:pt x="357" y="36"/>
                    <a:pt x="345" y="24"/>
                    <a:pt x="322" y="24"/>
                  </a:cubicBezTo>
                  <a:lnTo>
                    <a:pt x="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43"/>
            <p:cNvSpPr/>
            <p:nvPr/>
          </p:nvSpPr>
          <p:spPr>
            <a:xfrm>
              <a:off x="4035900" y="1677125"/>
              <a:ext cx="7175" cy="2100"/>
            </a:xfrm>
            <a:custGeom>
              <a:avLst/>
              <a:gdLst/>
              <a:ahLst/>
              <a:cxnLst/>
              <a:rect l="l" t="t" r="r" b="b"/>
              <a:pathLst>
                <a:path w="287" h="84" extrusionOk="0">
                  <a:moveTo>
                    <a:pt x="48" y="0"/>
                  </a:moveTo>
                  <a:cubicBezTo>
                    <a:pt x="25" y="0"/>
                    <a:pt x="13" y="12"/>
                    <a:pt x="13" y="24"/>
                  </a:cubicBezTo>
                  <a:cubicBezTo>
                    <a:pt x="1" y="48"/>
                    <a:pt x="25" y="60"/>
                    <a:pt x="37" y="60"/>
                  </a:cubicBezTo>
                  <a:lnTo>
                    <a:pt x="239" y="84"/>
                  </a:lnTo>
                  <a:lnTo>
                    <a:pt x="251" y="84"/>
                  </a:lnTo>
                  <a:cubicBezTo>
                    <a:pt x="263" y="84"/>
                    <a:pt x="275" y="72"/>
                    <a:pt x="275" y="60"/>
                  </a:cubicBezTo>
                  <a:cubicBezTo>
                    <a:pt x="287" y="36"/>
                    <a:pt x="275" y="24"/>
                    <a:pt x="251" y="24"/>
                  </a:cubicBezTo>
                  <a:lnTo>
                    <a:pt x="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43"/>
            <p:cNvSpPr/>
            <p:nvPr/>
          </p:nvSpPr>
          <p:spPr>
            <a:xfrm>
              <a:off x="4098725" y="1641300"/>
              <a:ext cx="28600" cy="19475"/>
            </a:xfrm>
            <a:custGeom>
              <a:avLst/>
              <a:gdLst/>
              <a:ahLst/>
              <a:cxnLst/>
              <a:rect l="l" t="t" r="r" b="b"/>
              <a:pathLst>
                <a:path w="1144" h="779" extrusionOk="0">
                  <a:moveTo>
                    <a:pt x="609" y="0"/>
                  </a:moveTo>
                  <a:cubicBezTo>
                    <a:pt x="549" y="0"/>
                    <a:pt x="484" y="12"/>
                    <a:pt x="417" y="40"/>
                  </a:cubicBezTo>
                  <a:cubicBezTo>
                    <a:pt x="0" y="219"/>
                    <a:pt x="167" y="755"/>
                    <a:pt x="167" y="755"/>
                  </a:cubicBezTo>
                  <a:cubicBezTo>
                    <a:pt x="167" y="767"/>
                    <a:pt x="179" y="779"/>
                    <a:pt x="191" y="779"/>
                  </a:cubicBezTo>
                  <a:lnTo>
                    <a:pt x="202" y="779"/>
                  </a:lnTo>
                  <a:cubicBezTo>
                    <a:pt x="214" y="779"/>
                    <a:pt x="226" y="755"/>
                    <a:pt x="226" y="743"/>
                  </a:cubicBezTo>
                  <a:cubicBezTo>
                    <a:pt x="214" y="719"/>
                    <a:pt x="72" y="255"/>
                    <a:pt x="441" y="100"/>
                  </a:cubicBezTo>
                  <a:cubicBezTo>
                    <a:pt x="504" y="72"/>
                    <a:pt x="563" y="61"/>
                    <a:pt x="619" y="61"/>
                  </a:cubicBezTo>
                  <a:cubicBezTo>
                    <a:pt x="898" y="61"/>
                    <a:pt x="1074" y="354"/>
                    <a:pt x="1084" y="374"/>
                  </a:cubicBezTo>
                  <a:cubicBezTo>
                    <a:pt x="1095" y="386"/>
                    <a:pt x="1107" y="386"/>
                    <a:pt x="1119" y="386"/>
                  </a:cubicBezTo>
                  <a:cubicBezTo>
                    <a:pt x="1143" y="374"/>
                    <a:pt x="1143" y="362"/>
                    <a:pt x="1131" y="338"/>
                  </a:cubicBezTo>
                  <a:cubicBezTo>
                    <a:pt x="1131" y="338"/>
                    <a:pt x="929" y="0"/>
                    <a:pt x="6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43"/>
            <p:cNvSpPr/>
            <p:nvPr/>
          </p:nvSpPr>
          <p:spPr>
            <a:xfrm>
              <a:off x="4124600" y="1642375"/>
              <a:ext cx="6575" cy="7100"/>
            </a:xfrm>
            <a:custGeom>
              <a:avLst/>
              <a:gdLst/>
              <a:ahLst/>
              <a:cxnLst/>
              <a:rect l="l" t="t" r="r" b="b"/>
              <a:pathLst>
                <a:path w="263" h="284" extrusionOk="0">
                  <a:moveTo>
                    <a:pt x="227" y="0"/>
                  </a:moveTo>
                  <a:cubicBezTo>
                    <a:pt x="218" y="0"/>
                    <a:pt x="209" y="3"/>
                    <a:pt x="203" y="9"/>
                  </a:cubicBezTo>
                  <a:lnTo>
                    <a:pt x="13" y="235"/>
                  </a:lnTo>
                  <a:cubicBezTo>
                    <a:pt x="1" y="247"/>
                    <a:pt x="1" y="271"/>
                    <a:pt x="13" y="283"/>
                  </a:cubicBezTo>
                  <a:lnTo>
                    <a:pt x="37" y="283"/>
                  </a:lnTo>
                  <a:cubicBezTo>
                    <a:pt x="37" y="283"/>
                    <a:pt x="49" y="283"/>
                    <a:pt x="60" y="271"/>
                  </a:cubicBezTo>
                  <a:lnTo>
                    <a:pt x="251" y="45"/>
                  </a:lnTo>
                  <a:cubicBezTo>
                    <a:pt x="263" y="33"/>
                    <a:pt x="263" y="21"/>
                    <a:pt x="251" y="9"/>
                  </a:cubicBezTo>
                  <a:cubicBezTo>
                    <a:pt x="245" y="3"/>
                    <a:pt x="236" y="0"/>
                    <a:pt x="2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43"/>
            <p:cNvSpPr/>
            <p:nvPr/>
          </p:nvSpPr>
          <p:spPr>
            <a:xfrm>
              <a:off x="4122825" y="1640900"/>
              <a:ext cx="5075" cy="5875"/>
            </a:xfrm>
            <a:custGeom>
              <a:avLst/>
              <a:gdLst/>
              <a:ahLst/>
              <a:cxnLst/>
              <a:rect l="l" t="t" r="r" b="b"/>
              <a:pathLst>
                <a:path w="203" h="235" extrusionOk="0">
                  <a:moveTo>
                    <a:pt x="160" y="1"/>
                  </a:moveTo>
                  <a:cubicBezTo>
                    <a:pt x="149" y="1"/>
                    <a:pt x="138" y="7"/>
                    <a:pt x="131" y="21"/>
                  </a:cubicBezTo>
                  <a:lnTo>
                    <a:pt x="12" y="175"/>
                  </a:lnTo>
                  <a:cubicBezTo>
                    <a:pt x="0" y="199"/>
                    <a:pt x="0" y="211"/>
                    <a:pt x="12" y="223"/>
                  </a:cubicBezTo>
                  <a:cubicBezTo>
                    <a:pt x="24" y="235"/>
                    <a:pt x="36" y="235"/>
                    <a:pt x="36" y="235"/>
                  </a:cubicBezTo>
                  <a:cubicBezTo>
                    <a:pt x="48" y="235"/>
                    <a:pt x="60" y="235"/>
                    <a:pt x="60" y="223"/>
                  </a:cubicBezTo>
                  <a:lnTo>
                    <a:pt x="191" y="56"/>
                  </a:lnTo>
                  <a:cubicBezTo>
                    <a:pt x="203" y="44"/>
                    <a:pt x="203" y="21"/>
                    <a:pt x="179" y="9"/>
                  </a:cubicBezTo>
                  <a:cubicBezTo>
                    <a:pt x="174" y="4"/>
                    <a:pt x="167" y="1"/>
                    <a:pt x="1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43"/>
            <p:cNvSpPr/>
            <p:nvPr/>
          </p:nvSpPr>
          <p:spPr>
            <a:xfrm>
              <a:off x="4030550" y="1868925"/>
              <a:ext cx="248575" cy="248575"/>
            </a:xfrm>
            <a:custGeom>
              <a:avLst/>
              <a:gdLst/>
              <a:ahLst/>
              <a:cxnLst/>
              <a:rect l="l" t="t" r="r" b="b"/>
              <a:pathLst>
                <a:path w="9943" h="9943" extrusionOk="0">
                  <a:moveTo>
                    <a:pt x="1266" y="0"/>
                  </a:moveTo>
                  <a:cubicBezTo>
                    <a:pt x="1138" y="0"/>
                    <a:pt x="1029" y="24"/>
                    <a:pt x="953" y="79"/>
                  </a:cubicBezTo>
                  <a:cubicBezTo>
                    <a:pt x="608" y="341"/>
                    <a:pt x="1132" y="520"/>
                    <a:pt x="1132" y="520"/>
                  </a:cubicBezTo>
                  <a:cubicBezTo>
                    <a:pt x="1132" y="520"/>
                    <a:pt x="1004" y="501"/>
                    <a:pt x="852" y="501"/>
                  </a:cubicBezTo>
                  <a:cubicBezTo>
                    <a:pt x="625" y="501"/>
                    <a:pt x="343" y="544"/>
                    <a:pt x="358" y="758"/>
                  </a:cubicBezTo>
                  <a:cubicBezTo>
                    <a:pt x="382" y="1115"/>
                    <a:pt x="655" y="1234"/>
                    <a:pt x="655" y="1234"/>
                  </a:cubicBezTo>
                  <a:cubicBezTo>
                    <a:pt x="655" y="1234"/>
                    <a:pt x="1" y="1329"/>
                    <a:pt x="167" y="1794"/>
                  </a:cubicBezTo>
                  <a:cubicBezTo>
                    <a:pt x="247" y="1997"/>
                    <a:pt x="477" y="2023"/>
                    <a:pt x="591" y="2023"/>
                  </a:cubicBezTo>
                  <a:cubicBezTo>
                    <a:pt x="630" y="2023"/>
                    <a:pt x="655" y="2020"/>
                    <a:pt x="655" y="2020"/>
                  </a:cubicBezTo>
                  <a:lnTo>
                    <a:pt x="655" y="2020"/>
                  </a:lnTo>
                  <a:cubicBezTo>
                    <a:pt x="655" y="2020"/>
                    <a:pt x="286" y="2187"/>
                    <a:pt x="393" y="2472"/>
                  </a:cubicBezTo>
                  <a:cubicBezTo>
                    <a:pt x="444" y="2631"/>
                    <a:pt x="613" y="2668"/>
                    <a:pt x="759" y="2668"/>
                  </a:cubicBezTo>
                  <a:cubicBezTo>
                    <a:pt x="888" y="2668"/>
                    <a:pt x="1001" y="2639"/>
                    <a:pt x="1001" y="2639"/>
                  </a:cubicBezTo>
                  <a:lnTo>
                    <a:pt x="1001" y="2639"/>
                  </a:lnTo>
                  <a:cubicBezTo>
                    <a:pt x="1001" y="2639"/>
                    <a:pt x="798" y="2794"/>
                    <a:pt x="929" y="3092"/>
                  </a:cubicBezTo>
                  <a:cubicBezTo>
                    <a:pt x="1005" y="3278"/>
                    <a:pt x="1425" y="3416"/>
                    <a:pt x="1892" y="3416"/>
                  </a:cubicBezTo>
                  <a:cubicBezTo>
                    <a:pt x="2082" y="3416"/>
                    <a:pt x="2279" y="3393"/>
                    <a:pt x="2465" y="3342"/>
                  </a:cubicBezTo>
                  <a:cubicBezTo>
                    <a:pt x="2703" y="4032"/>
                    <a:pt x="3406" y="5985"/>
                    <a:pt x="4739" y="8068"/>
                  </a:cubicBezTo>
                  <a:cubicBezTo>
                    <a:pt x="4751" y="8092"/>
                    <a:pt x="4763" y="8128"/>
                    <a:pt x="4787" y="8152"/>
                  </a:cubicBezTo>
                  <a:cubicBezTo>
                    <a:pt x="5645" y="9590"/>
                    <a:pt x="6044" y="9942"/>
                    <a:pt x="6678" y="9942"/>
                  </a:cubicBezTo>
                  <a:cubicBezTo>
                    <a:pt x="6721" y="9942"/>
                    <a:pt x="6765" y="9941"/>
                    <a:pt x="6811" y="9938"/>
                  </a:cubicBezTo>
                  <a:cubicBezTo>
                    <a:pt x="6870" y="9926"/>
                    <a:pt x="7728" y="9616"/>
                    <a:pt x="7787" y="9592"/>
                  </a:cubicBezTo>
                  <a:cubicBezTo>
                    <a:pt x="8537" y="9235"/>
                    <a:pt x="9264" y="8830"/>
                    <a:pt x="9942" y="8354"/>
                  </a:cubicBezTo>
                  <a:cubicBezTo>
                    <a:pt x="8871" y="7580"/>
                    <a:pt x="7966" y="6556"/>
                    <a:pt x="7359" y="5378"/>
                  </a:cubicBezTo>
                  <a:cubicBezTo>
                    <a:pt x="7323" y="5413"/>
                    <a:pt x="7287" y="5437"/>
                    <a:pt x="7251" y="5473"/>
                  </a:cubicBezTo>
                  <a:cubicBezTo>
                    <a:pt x="6168" y="4211"/>
                    <a:pt x="4989" y="3008"/>
                    <a:pt x="4608" y="2520"/>
                  </a:cubicBezTo>
                  <a:cubicBezTo>
                    <a:pt x="4608" y="2520"/>
                    <a:pt x="4596" y="2508"/>
                    <a:pt x="4596" y="2508"/>
                  </a:cubicBezTo>
                  <a:cubicBezTo>
                    <a:pt x="4561" y="2461"/>
                    <a:pt x="4525" y="2425"/>
                    <a:pt x="4513" y="2389"/>
                  </a:cubicBezTo>
                  <a:lnTo>
                    <a:pt x="4501" y="2389"/>
                  </a:lnTo>
                  <a:cubicBezTo>
                    <a:pt x="4239" y="2032"/>
                    <a:pt x="3525" y="960"/>
                    <a:pt x="2799" y="508"/>
                  </a:cubicBezTo>
                  <a:cubicBezTo>
                    <a:pt x="2480" y="320"/>
                    <a:pt x="1741" y="0"/>
                    <a:pt x="1266" y="0"/>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43"/>
            <p:cNvSpPr/>
            <p:nvPr/>
          </p:nvSpPr>
          <p:spPr>
            <a:xfrm>
              <a:off x="4214500" y="1893800"/>
              <a:ext cx="181850" cy="184000"/>
            </a:xfrm>
            <a:custGeom>
              <a:avLst/>
              <a:gdLst/>
              <a:ahLst/>
              <a:cxnLst/>
              <a:rect l="l" t="t" r="r" b="b"/>
              <a:pathLst>
                <a:path w="7274" h="7360" extrusionOk="0">
                  <a:moveTo>
                    <a:pt x="6675" y="1"/>
                  </a:moveTo>
                  <a:cubicBezTo>
                    <a:pt x="6669" y="1"/>
                    <a:pt x="6663" y="1"/>
                    <a:pt x="6656" y="1"/>
                  </a:cubicBezTo>
                  <a:cubicBezTo>
                    <a:pt x="5442" y="61"/>
                    <a:pt x="4465" y="180"/>
                    <a:pt x="3203" y="215"/>
                  </a:cubicBezTo>
                  <a:cubicBezTo>
                    <a:pt x="2977" y="227"/>
                    <a:pt x="2775" y="370"/>
                    <a:pt x="2715" y="585"/>
                  </a:cubicBezTo>
                  <a:cubicBezTo>
                    <a:pt x="2346" y="1870"/>
                    <a:pt x="1560" y="2966"/>
                    <a:pt x="1" y="4383"/>
                  </a:cubicBezTo>
                  <a:cubicBezTo>
                    <a:pt x="608" y="5561"/>
                    <a:pt x="1513" y="6585"/>
                    <a:pt x="2584" y="7359"/>
                  </a:cubicBezTo>
                  <a:cubicBezTo>
                    <a:pt x="4656" y="5942"/>
                    <a:pt x="6359" y="3883"/>
                    <a:pt x="7192" y="656"/>
                  </a:cubicBezTo>
                  <a:cubicBezTo>
                    <a:pt x="7274" y="317"/>
                    <a:pt x="7023" y="1"/>
                    <a:pt x="6675" y="1"/>
                  </a:cubicBezTo>
                  <a:close/>
                </a:path>
              </a:pathLst>
            </a:custGeom>
            <a:solidFill>
              <a:srgbClr val="ECA3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43"/>
            <p:cNvSpPr/>
            <p:nvPr/>
          </p:nvSpPr>
          <p:spPr>
            <a:xfrm>
              <a:off x="4332075" y="1841125"/>
              <a:ext cx="93200" cy="39175"/>
            </a:xfrm>
            <a:custGeom>
              <a:avLst/>
              <a:gdLst/>
              <a:ahLst/>
              <a:cxnLst/>
              <a:rect l="l" t="t" r="r" b="b"/>
              <a:pathLst>
                <a:path w="3728" h="1567" extrusionOk="0">
                  <a:moveTo>
                    <a:pt x="3549" y="1"/>
                  </a:moveTo>
                  <a:cubicBezTo>
                    <a:pt x="2441" y="489"/>
                    <a:pt x="1227" y="739"/>
                    <a:pt x="1" y="763"/>
                  </a:cubicBezTo>
                  <a:lnTo>
                    <a:pt x="179" y="1310"/>
                  </a:lnTo>
                  <a:cubicBezTo>
                    <a:pt x="551" y="1493"/>
                    <a:pt x="967" y="1566"/>
                    <a:pt x="1381" y="1566"/>
                  </a:cubicBezTo>
                  <a:cubicBezTo>
                    <a:pt x="2451" y="1566"/>
                    <a:pt x="3504" y="1076"/>
                    <a:pt x="3727" y="715"/>
                  </a:cubicBezTo>
                  <a:lnTo>
                    <a:pt x="3549" y="1"/>
                  </a:ln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43"/>
            <p:cNvSpPr/>
            <p:nvPr/>
          </p:nvSpPr>
          <p:spPr>
            <a:xfrm>
              <a:off x="4316900" y="1789925"/>
              <a:ext cx="104200" cy="70275"/>
            </a:xfrm>
            <a:custGeom>
              <a:avLst/>
              <a:gdLst/>
              <a:ahLst/>
              <a:cxnLst/>
              <a:rect l="l" t="t" r="r" b="b"/>
              <a:pathLst>
                <a:path w="4168" h="2811" extrusionOk="0">
                  <a:moveTo>
                    <a:pt x="3667" y="1"/>
                  </a:moveTo>
                  <a:lnTo>
                    <a:pt x="0" y="989"/>
                  </a:lnTo>
                  <a:lnTo>
                    <a:pt x="417" y="2239"/>
                  </a:lnTo>
                  <a:lnTo>
                    <a:pt x="608" y="2811"/>
                  </a:lnTo>
                  <a:cubicBezTo>
                    <a:pt x="1834" y="2787"/>
                    <a:pt x="3060" y="2537"/>
                    <a:pt x="4168" y="2049"/>
                  </a:cubicBezTo>
                  <a:lnTo>
                    <a:pt x="3929" y="1084"/>
                  </a:lnTo>
                  <a:lnTo>
                    <a:pt x="3667" y="1"/>
                  </a:lnTo>
                  <a:close/>
                </a:path>
              </a:pathLst>
            </a:custGeom>
            <a:solidFill>
              <a:srgbClr val="ECA3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43"/>
            <p:cNvSpPr/>
            <p:nvPr/>
          </p:nvSpPr>
          <p:spPr>
            <a:xfrm>
              <a:off x="4226100" y="1513275"/>
              <a:ext cx="325975" cy="318875"/>
            </a:xfrm>
            <a:custGeom>
              <a:avLst/>
              <a:gdLst/>
              <a:ahLst/>
              <a:cxnLst/>
              <a:rect l="l" t="t" r="r" b="b"/>
              <a:pathLst>
                <a:path w="13039" h="12755" extrusionOk="0">
                  <a:moveTo>
                    <a:pt x="6334" y="0"/>
                  </a:moveTo>
                  <a:cubicBezTo>
                    <a:pt x="5123" y="0"/>
                    <a:pt x="4048" y="615"/>
                    <a:pt x="3168" y="2042"/>
                  </a:cubicBezTo>
                  <a:cubicBezTo>
                    <a:pt x="3168" y="2042"/>
                    <a:pt x="2668" y="2411"/>
                    <a:pt x="2537" y="3125"/>
                  </a:cubicBezTo>
                  <a:cubicBezTo>
                    <a:pt x="2094" y="5625"/>
                    <a:pt x="1835" y="6149"/>
                    <a:pt x="1547" y="6149"/>
                  </a:cubicBezTo>
                  <a:cubicBezTo>
                    <a:pt x="1401" y="6149"/>
                    <a:pt x="1248" y="6015"/>
                    <a:pt x="1061" y="5935"/>
                  </a:cubicBezTo>
                  <a:cubicBezTo>
                    <a:pt x="1040" y="5926"/>
                    <a:pt x="1021" y="5922"/>
                    <a:pt x="1004" y="5922"/>
                  </a:cubicBezTo>
                  <a:cubicBezTo>
                    <a:pt x="816" y="5922"/>
                    <a:pt x="841" y="6426"/>
                    <a:pt x="787" y="6590"/>
                  </a:cubicBezTo>
                  <a:cubicBezTo>
                    <a:pt x="1" y="8864"/>
                    <a:pt x="382" y="11376"/>
                    <a:pt x="3085" y="12507"/>
                  </a:cubicBezTo>
                  <a:cubicBezTo>
                    <a:pt x="3488" y="12677"/>
                    <a:pt x="3901" y="12754"/>
                    <a:pt x="4320" y="12754"/>
                  </a:cubicBezTo>
                  <a:cubicBezTo>
                    <a:pt x="6144" y="12754"/>
                    <a:pt x="8105" y="11298"/>
                    <a:pt x="10050" y="9614"/>
                  </a:cubicBezTo>
                  <a:cubicBezTo>
                    <a:pt x="13038" y="7019"/>
                    <a:pt x="12288" y="2899"/>
                    <a:pt x="9693" y="1220"/>
                  </a:cubicBezTo>
                  <a:cubicBezTo>
                    <a:pt x="8498" y="448"/>
                    <a:pt x="7366" y="0"/>
                    <a:pt x="6334" y="0"/>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43"/>
            <p:cNvSpPr/>
            <p:nvPr/>
          </p:nvSpPr>
          <p:spPr>
            <a:xfrm>
              <a:off x="4223125" y="1698250"/>
              <a:ext cx="201475" cy="153750"/>
            </a:xfrm>
            <a:custGeom>
              <a:avLst/>
              <a:gdLst/>
              <a:ahLst/>
              <a:cxnLst/>
              <a:rect l="l" t="t" r="r" b="b"/>
              <a:pathLst>
                <a:path w="8059" h="6150" extrusionOk="0">
                  <a:moveTo>
                    <a:pt x="680" y="1"/>
                  </a:moveTo>
                  <a:cubicBezTo>
                    <a:pt x="680" y="1"/>
                    <a:pt x="1" y="822"/>
                    <a:pt x="49" y="2680"/>
                  </a:cubicBezTo>
                  <a:cubicBezTo>
                    <a:pt x="84" y="4739"/>
                    <a:pt x="1180" y="6001"/>
                    <a:pt x="2704" y="6132"/>
                  </a:cubicBezTo>
                  <a:cubicBezTo>
                    <a:pt x="2846" y="6144"/>
                    <a:pt x="2989" y="6150"/>
                    <a:pt x="3132" y="6150"/>
                  </a:cubicBezTo>
                  <a:cubicBezTo>
                    <a:pt x="5454" y="6150"/>
                    <a:pt x="7715" y="4666"/>
                    <a:pt x="7883" y="3858"/>
                  </a:cubicBezTo>
                  <a:cubicBezTo>
                    <a:pt x="8059" y="3003"/>
                    <a:pt x="7519" y="404"/>
                    <a:pt x="6877" y="404"/>
                  </a:cubicBezTo>
                  <a:cubicBezTo>
                    <a:pt x="6867" y="404"/>
                    <a:pt x="6857" y="404"/>
                    <a:pt x="6847" y="406"/>
                  </a:cubicBezTo>
                  <a:cubicBezTo>
                    <a:pt x="6222" y="496"/>
                    <a:pt x="3936" y="2443"/>
                    <a:pt x="3264" y="2443"/>
                  </a:cubicBezTo>
                  <a:cubicBezTo>
                    <a:pt x="3232" y="2443"/>
                    <a:pt x="3204" y="2439"/>
                    <a:pt x="3180" y="2430"/>
                  </a:cubicBezTo>
                  <a:cubicBezTo>
                    <a:pt x="2632" y="2239"/>
                    <a:pt x="2596" y="834"/>
                    <a:pt x="2144" y="417"/>
                  </a:cubicBezTo>
                  <a:cubicBezTo>
                    <a:pt x="1680" y="1"/>
                    <a:pt x="680" y="1"/>
                    <a:pt x="6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43"/>
            <p:cNvSpPr/>
            <p:nvPr/>
          </p:nvSpPr>
          <p:spPr>
            <a:xfrm>
              <a:off x="4388000" y="1554200"/>
              <a:ext cx="235200" cy="284950"/>
            </a:xfrm>
            <a:custGeom>
              <a:avLst/>
              <a:gdLst/>
              <a:ahLst/>
              <a:cxnLst/>
              <a:rect l="l" t="t" r="r" b="b"/>
              <a:pathLst>
                <a:path w="9408" h="11398" extrusionOk="0">
                  <a:moveTo>
                    <a:pt x="5586" y="0"/>
                  </a:moveTo>
                  <a:cubicBezTo>
                    <a:pt x="4467" y="1334"/>
                    <a:pt x="3181" y="2465"/>
                    <a:pt x="1716" y="3286"/>
                  </a:cubicBezTo>
                  <a:cubicBezTo>
                    <a:pt x="1728" y="3298"/>
                    <a:pt x="1740" y="3298"/>
                    <a:pt x="1740" y="3298"/>
                  </a:cubicBezTo>
                  <a:cubicBezTo>
                    <a:pt x="1740" y="3298"/>
                    <a:pt x="1788" y="3536"/>
                    <a:pt x="1169" y="4798"/>
                  </a:cubicBezTo>
                  <a:cubicBezTo>
                    <a:pt x="562" y="6060"/>
                    <a:pt x="966" y="7441"/>
                    <a:pt x="966" y="7441"/>
                  </a:cubicBezTo>
                  <a:cubicBezTo>
                    <a:pt x="966" y="7441"/>
                    <a:pt x="312" y="7906"/>
                    <a:pt x="145" y="8763"/>
                  </a:cubicBezTo>
                  <a:cubicBezTo>
                    <a:pt x="0" y="9565"/>
                    <a:pt x="470" y="11398"/>
                    <a:pt x="2226" y="11398"/>
                  </a:cubicBezTo>
                  <a:cubicBezTo>
                    <a:pt x="2348" y="11398"/>
                    <a:pt x="2475" y="11389"/>
                    <a:pt x="2609" y="11371"/>
                  </a:cubicBezTo>
                  <a:cubicBezTo>
                    <a:pt x="4669" y="11073"/>
                    <a:pt x="5145" y="10156"/>
                    <a:pt x="5145" y="10156"/>
                  </a:cubicBezTo>
                  <a:cubicBezTo>
                    <a:pt x="5145" y="10156"/>
                    <a:pt x="6467" y="10156"/>
                    <a:pt x="7205" y="9120"/>
                  </a:cubicBezTo>
                  <a:cubicBezTo>
                    <a:pt x="9408" y="6013"/>
                    <a:pt x="8479" y="3965"/>
                    <a:pt x="8479" y="3965"/>
                  </a:cubicBezTo>
                  <a:cubicBezTo>
                    <a:pt x="8467" y="1226"/>
                    <a:pt x="5586" y="0"/>
                    <a:pt x="55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43"/>
            <p:cNvSpPr/>
            <p:nvPr/>
          </p:nvSpPr>
          <p:spPr>
            <a:xfrm>
              <a:off x="4256175" y="1476500"/>
              <a:ext cx="277450" cy="180725"/>
            </a:xfrm>
            <a:custGeom>
              <a:avLst/>
              <a:gdLst/>
              <a:ahLst/>
              <a:cxnLst/>
              <a:rect l="l" t="t" r="r" b="b"/>
              <a:pathLst>
                <a:path w="11098" h="7229" extrusionOk="0">
                  <a:moveTo>
                    <a:pt x="4360" y="0"/>
                  </a:moveTo>
                  <a:cubicBezTo>
                    <a:pt x="2110" y="0"/>
                    <a:pt x="2406" y="1977"/>
                    <a:pt x="2406" y="1977"/>
                  </a:cubicBezTo>
                  <a:cubicBezTo>
                    <a:pt x="2406" y="1977"/>
                    <a:pt x="1972" y="1651"/>
                    <a:pt x="1518" y="1651"/>
                  </a:cubicBezTo>
                  <a:cubicBezTo>
                    <a:pt x="1294" y="1651"/>
                    <a:pt x="1066" y="1730"/>
                    <a:pt x="882" y="1965"/>
                  </a:cubicBezTo>
                  <a:cubicBezTo>
                    <a:pt x="322" y="2679"/>
                    <a:pt x="0" y="4394"/>
                    <a:pt x="1644" y="4668"/>
                  </a:cubicBezTo>
                  <a:cubicBezTo>
                    <a:pt x="4251" y="5108"/>
                    <a:pt x="4715" y="6299"/>
                    <a:pt x="5930" y="6906"/>
                  </a:cubicBezTo>
                  <a:cubicBezTo>
                    <a:pt x="6488" y="7178"/>
                    <a:pt x="7069" y="7229"/>
                    <a:pt x="7491" y="7229"/>
                  </a:cubicBezTo>
                  <a:cubicBezTo>
                    <a:pt x="7741" y="7229"/>
                    <a:pt x="7935" y="7211"/>
                    <a:pt x="8036" y="7211"/>
                  </a:cubicBezTo>
                  <a:cubicBezTo>
                    <a:pt x="8063" y="7211"/>
                    <a:pt x="8084" y="7213"/>
                    <a:pt x="8097" y="7216"/>
                  </a:cubicBezTo>
                  <a:cubicBezTo>
                    <a:pt x="9680" y="6430"/>
                    <a:pt x="9883" y="4894"/>
                    <a:pt x="11097" y="3656"/>
                  </a:cubicBezTo>
                  <a:cubicBezTo>
                    <a:pt x="11038" y="3584"/>
                    <a:pt x="10549" y="1882"/>
                    <a:pt x="6966" y="572"/>
                  </a:cubicBezTo>
                  <a:cubicBezTo>
                    <a:pt x="5847" y="160"/>
                    <a:pt x="5000" y="0"/>
                    <a:pt x="43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43"/>
            <p:cNvSpPr/>
            <p:nvPr/>
          </p:nvSpPr>
          <p:spPr>
            <a:xfrm>
              <a:off x="4416025" y="1477850"/>
              <a:ext cx="124425" cy="96900"/>
            </a:xfrm>
            <a:custGeom>
              <a:avLst/>
              <a:gdLst/>
              <a:ahLst/>
              <a:cxnLst/>
              <a:rect l="l" t="t" r="r" b="b"/>
              <a:pathLst>
                <a:path w="4977" h="3876" extrusionOk="0">
                  <a:moveTo>
                    <a:pt x="1088" y="0"/>
                  </a:moveTo>
                  <a:cubicBezTo>
                    <a:pt x="991" y="0"/>
                    <a:pt x="894" y="13"/>
                    <a:pt x="798" y="42"/>
                  </a:cubicBezTo>
                  <a:cubicBezTo>
                    <a:pt x="345" y="173"/>
                    <a:pt x="72" y="613"/>
                    <a:pt x="36" y="1054"/>
                  </a:cubicBezTo>
                  <a:cubicBezTo>
                    <a:pt x="0" y="1482"/>
                    <a:pt x="143" y="1911"/>
                    <a:pt x="286" y="2316"/>
                  </a:cubicBezTo>
                  <a:lnTo>
                    <a:pt x="4977" y="3876"/>
                  </a:lnTo>
                  <a:cubicBezTo>
                    <a:pt x="4429" y="2495"/>
                    <a:pt x="3441" y="1280"/>
                    <a:pt x="2167" y="411"/>
                  </a:cubicBezTo>
                  <a:cubicBezTo>
                    <a:pt x="1853" y="202"/>
                    <a:pt x="1471" y="0"/>
                    <a:pt x="10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43"/>
            <p:cNvSpPr/>
            <p:nvPr/>
          </p:nvSpPr>
          <p:spPr>
            <a:xfrm>
              <a:off x="4380600" y="1575625"/>
              <a:ext cx="625" cy="325"/>
            </a:xfrm>
            <a:custGeom>
              <a:avLst/>
              <a:gdLst/>
              <a:ahLst/>
              <a:cxnLst/>
              <a:rect l="l" t="t" r="r" b="b"/>
              <a:pathLst>
                <a:path w="25" h="13" extrusionOk="0">
                  <a:moveTo>
                    <a:pt x="0" y="12"/>
                  </a:moveTo>
                  <a:lnTo>
                    <a:pt x="24" y="0"/>
                  </a:lnTo>
                  <a:close/>
                </a:path>
              </a:pathLst>
            </a:custGeom>
            <a:solidFill>
              <a:srgbClr val="8558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43"/>
            <p:cNvSpPr/>
            <p:nvPr/>
          </p:nvSpPr>
          <p:spPr>
            <a:xfrm>
              <a:off x="4395175" y="1559250"/>
              <a:ext cx="925" cy="625"/>
            </a:xfrm>
            <a:custGeom>
              <a:avLst/>
              <a:gdLst/>
              <a:ahLst/>
              <a:cxnLst/>
              <a:rect l="l" t="t" r="r" b="b"/>
              <a:pathLst>
                <a:path w="37" h="25" extrusionOk="0">
                  <a:moveTo>
                    <a:pt x="36" y="1"/>
                  </a:moveTo>
                  <a:cubicBezTo>
                    <a:pt x="36" y="1"/>
                    <a:pt x="24" y="1"/>
                    <a:pt x="1" y="24"/>
                  </a:cubicBezTo>
                  <a:cubicBezTo>
                    <a:pt x="25" y="12"/>
                    <a:pt x="36" y="1"/>
                    <a:pt x="36" y="1"/>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43"/>
            <p:cNvSpPr/>
            <p:nvPr/>
          </p:nvSpPr>
          <p:spPr>
            <a:xfrm>
              <a:off x="4315700" y="1602050"/>
              <a:ext cx="59850" cy="54625"/>
            </a:xfrm>
            <a:custGeom>
              <a:avLst/>
              <a:gdLst/>
              <a:ahLst/>
              <a:cxnLst/>
              <a:rect l="l" t="t" r="r" b="b"/>
              <a:pathLst>
                <a:path w="2394" h="2185" extrusionOk="0">
                  <a:moveTo>
                    <a:pt x="581" y="0"/>
                  </a:moveTo>
                  <a:cubicBezTo>
                    <a:pt x="441" y="0"/>
                    <a:pt x="331" y="69"/>
                    <a:pt x="239" y="170"/>
                  </a:cubicBezTo>
                  <a:cubicBezTo>
                    <a:pt x="1" y="432"/>
                    <a:pt x="96" y="932"/>
                    <a:pt x="537" y="1444"/>
                  </a:cubicBezTo>
                  <a:cubicBezTo>
                    <a:pt x="939" y="1919"/>
                    <a:pt x="1264" y="2184"/>
                    <a:pt x="1544" y="2184"/>
                  </a:cubicBezTo>
                  <a:cubicBezTo>
                    <a:pt x="1629" y="2184"/>
                    <a:pt x="1709" y="2160"/>
                    <a:pt x="1787" y="2110"/>
                  </a:cubicBezTo>
                  <a:cubicBezTo>
                    <a:pt x="1787" y="2110"/>
                    <a:pt x="2394" y="1729"/>
                    <a:pt x="1632" y="789"/>
                  </a:cubicBezTo>
                  <a:cubicBezTo>
                    <a:pt x="1150" y="202"/>
                    <a:pt x="821" y="0"/>
                    <a:pt x="5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43"/>
            <p:cNvSpPr/>
            <p:nvPr/>
          </p:nvSpPr>
          <p:spPr>
            <a:xfrm>
              <a:off x="4229100" y="1655600"/>
              <a:ext cx="43225" cy="38550"/>
            </a:xfrm>
            <a:custGeom>
              <a:avLst/>
              <a:gdLst/>
              <a:ahLst/>
              <a:cxnLst/>
              <a:rect l="l" t="t" r="r" b="b"/>
              <a:pathLst>
                <a:path w="1729" h="1542" extrusionOk="0">
                  <a:moveTo>
                    <a:pt x="647" y="0"/>
                  </a:moveTo>
                  <a:cubicBezTo>
                    <a:pt x="500" y="0"/>
                    <a:pt x="170" y="101"/>
                    <a:pt x="95" y="516"/>
                  </a:cubicBezTo>
                  <a:cubicBezTo>
                    <a:pt x="0" y="969"/>
                    <a:pt x="488" y="1397"/>
                    <a:pt x="488" y="1397"/>
                  </a:cubicBezTo>
                  <a:cubicBezTo>
                    <a:pt x="554" y="1499"/>
                    <a:pt x="630" y="1542"/>
                    <a:pt x="710" y="1542"/>
                  </a:cubicBezTo>
                  <a:cubicBezTo>
                    <a:pt x="1148" y="1542"/>
                    <a:pt x="1729" y="270"/>
                    <a:pt x="1688" y="270"/>
                  </a:cubicBezTo>
                  <a:lnTo>
                    <a:pt x="1688" y="270"/>
                  </a:lnTo>
                  <a:cubicBezTo>
                    <a:pt x="1686" y="270"/>
                    <a:pt x="1683" y="273"/>
                    <a:pt x="1679" y="278"/>
                  </a:cubicBezTo>
                  <a:cubicBezTo>
                    <a:pt x="1596" y="377"/>
                    <a:pt x="1508" y="481"/>
                    <a:pt x="1368" y="481"/>
                  </a:cubicBezTo>
                  <a:cubicBezTo>
                    <a:pt x="1305" y="481"/>
                    <a:pt x="1231" y="460"/>
                    <a:pt x="1143" y="409"/>
                  </a:cubicBezTo>
                  <a:cubicBezTo>
                    <a:pt x="869" y="230"/>
                    <a:pt x="810" y="40"/>
                    <a:pt x="691" y="4"/>
                  </a:cubicBezTo>
                  <a:cubicBezTo>
                    <a:pt x="679" y="2"/>
                    <a:pt x="664" y="0"/>
                    <a:pt x="647" y="0"/>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43"/>
            <p:cNvSpPr/>
            <p:nvPr/>
          </p:nvSpPr>
          <p:spPr>
            <a:xfrm>
              <a:off x="4229100" y="1591400"/>
              <a:ext cx="63425" cy="99450"/>
            </a:xfrm>
            <a:custGeom>
              <a:avLst/>
              <a:gdLst/>
              <a:ahLst/>
              <a:cxnLst/>
              <a:rect l="l" t="t" r="r" b="b"/>
              <a:pathLst>
                <a:path w="2537" h="3978" extrusionOk="0">
                  <a:moveTo>
                    <a:pt x="2500" y="0"/>
                  </a:moveTo>
                  <a:cubicBezTo>
                    <a:pt x="2477" y="0"/>
                    <a:pt x="2453" y="12"/>
                    <a:pt x="2453" y="36"/>
                  </a:cubicBezTo>
                  <a:cubicBezTo>
                    <a:pt x="2286" y="762"/>
                    <a:pt x="1810" y="2715"/>
                    <a:pt x="1595" y="2894"/>
                  </a:cubicBezTo>
                  <a:cubicBezTo>
                    <a:pt x="1537" y="2944"/>
                    <a:pt x="1472" y="2969"/>
                    <a:pt x="1401" y="2969"/>
                  </a:cubicBezTo>
                  <a:cubicBezTo>
                    <a:pt x="1254" y="2969"/>
                    <a:pt x="1081" y="2864"/>
                    <a:pt x="881" y="2655"/>
                  </a:cubicBezTo>
                  <a:cubicBezTo>
                    <a:pt x="869" y="2644"/>
                    <a:pt x="869" y="2644"/>
                    <a:pt x="857" y="2632"/>
                  </a:cubicBezTo>
                  <a:cubicBezTo>
                    <a:pt x="765" y="2540"/>
                    <a:pt x="663" y="2492"/>
                    <a:pt x="561" y="2492"/>
                  </a:cubicBezTo>
                  <a:cubicBezTo>
                    <a:pt x="505" y="2492"/>
                    <a:pt x="448" y="2507"/>
                    <a:pt x="393" y="2536"/>
                  </a:cubicBezTo>
                  <a:cubicBezTo>
                    <a:pt x="167" y="2655"/>
                    <a:pt x="0" y="3025"/>
                    <a:pt x="60" y="3322"/>
                  </a:cubicBezTo>
                  <a:cubicBezTo>
                    <a:pt x="119" y="3691"/>
                    <a:pt x="417" y="3953"/>
                    <a:pt x="429" y="3965"/>
                  </a:cubicBezTo>
                  <a:cubicBezTo>
                    <a:pt x="429" y="3965"/>
                    <a:pt x="441" y="3977"/>
                    <a:pt x="441" y="3977"/>
                  </a:cubicBezTo>
                  <a:cubicBezTo>
                    <a:pt x="452" y="3977"/>
                    <a:pt x="476" y="3977"/>
                    <a:pt x="488" y="3965"/>
                  </a:cubicBezTo>
                  <a:cubicBezTo>
                    <a:pt x="500" y="3941"/>
                    <a:pt x="500" y="3918"/>
                    <a:pt x="488" y="3894"/>
                  </a:cubicBezTo>
                  <a:cubicBezTo>
                    <a:pt x="476" y="3894"/>
                    <a:pt x="202" y="3644"/>
                    <a:pt x="143" y="3310"/>
                  </a:cubicBezTo>
                  <a:cubicBezTo>
                    <a:pt x="95" y="3048"/>
                    <a:pt x="238" y="2715"/>
                    <a:pt x="429" y="2608"/>
                  </a:cubicBezTo>
                  <a:cubicBezTo>
                    <a:pt x="470" y="2587"/>
                    <a:pt x="513" y="2576"/>
                    <a:pt x="556" y="2576"/>
                  </a:cubicBezTo>
                  <a:cubicBezTo>
                    <a:pt x="638" y="2576"/>
                    <a:pt x="720" y="2614"/>
                    <a:pt x="798" y="2691"/>
                  </a:cubicBezTo>
                  <a:lnTo>
                    <a:pt x="822" y="2715"/>
                  </a:lnTo>
                  <a:cubicBezTo>
                    <a:pt x="1067" y="2975"/>
                    <a:pt x="1259" y="3061"/>
                    <a:pt x="1407" y="3061"/>
                  </a:cubicBezTo>
                  <a:cubicBezTo>
                    <a:pt x="1510" y="3061"/>
                    <a:pt x="1591" y="3019"/>
                    <a:pt x="1655" y="2965"/>
                  </a:cubicBezTo>
                  <a:cubicBezTo>
                    <a:pt x="1929" y="2715"/>
                    <a:pt x="2465" y="322"/>
                    <a:pt x="2536" y="48"/>
                  </a:cubicBezTo>
                  <a:cubicBezTo>
                    <a:pt x="2536" y="36"/>
                    <a:pt x="2524" y="12"/>
                    <a:pt x="2500" y="0"/>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43"/>
            <p:cNvSpPr/>
            <p:nvPr/>
          </p:nvSpPr>
          <p:spPr>
            <a:xfrm>
              <a:off x="4240400" y="1724925"/>
              <a:ext cx="37825" cy="12950"/>
            </a:xfrm>
            <a:custGeom>
              <a:avLst/>
              <a:gdLst/>
              <a:ahLst/>
              <a:cxnLst/>
              <a:rect l="l" t="t" r="r" b="b"/>
              <a:pathLst>
                <a:path w="1513" h="518" extrusionOk="0">
                  <a:moveTo>
                    <a:pt x="457" y="0"/>
                  </a:moveTo>
                  <a:cubicBezTo>
                    <a:pt x="323" y="0"/>
                    <a:pt x="185" y="9"/>
                    <a:pt x="48" y="29"/>
                  </a:cubicBezTo>
                  <a:cubicBezTo>
                    <a:pt x="48" y="29"/>
                    <a:pt x="0" y="184"/>
                    <a:pt x="12" y="374"/>
                  </a:cubicBezTo>
                  <a:cubicBezTo>
                    <a:pt x="134" y="359"/>
                    <a:pt x="252" y="353"/>
                    <a:pt x="365" y="353"/>
                  </a:cubicBezTo>
                  <a:cubicBezTo>
                    <a:pt x="783" y="353"/>
                    <a:pt x="1135" y="442"/>
                    <a:pt x="1370" y="517"/>
                  </a:cubicBezTo>
                  <a:cubicBezTo>
                    <a:pt x="1465" y="327"/>
                    <a:pt x="1513" y="148"/>
                    <a:pt x="1513" y="148"/>
                  </a:cubicBezTo>
                  <a:cubicBezTo>
                    <a:pt x="1513" y="148"/>
                    <a:pt x="1022" y="0"/>
                    <a:pt x="4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43"/>
            <p:cNvSpPr/>
            <p:nvPr/>
          </p:nvSpPr>
          <p:spPr>
            <a:xfrm>
              <a:off x="4240700" y="1733725"/>
              <a:ext cx="33950" cy="17375"/>
            </a:xfrm>
            <a:custGeom>
              <a:avLst/>
              <a:gdLst/>
              <a:ahLst/>
              <a:cxnLst/>
              <a:rect l="l" t="t" r="r" b="b"/>
              <a:pathLst>
                <a:path w="1358" h="695" extrusionOk="0">
                  <a:moveTo>
                    <a:pt x="353" y="1"/>
                  </a:moveTo>
                  <a:cubicBezTo>
                    <a:pt x="240" y="1"/>
                    <a:pt x="122" y="7"/>
                    <a:pt x="0" y="22"/>
                  </a:cubicBezTo>
                  <a:cubicBezTo>
                    <a:pt x="24" y="296"/>
                    <a:pt x="143" y="641"/>
                    <a:pt x="619" y="689"/>
                  </a:cubicBezTo>
                  <a:cubicBezTo>
                    <a:pt x="647" y="693"/>
                    <a:pt x="673" y="694"/>
                    <a:pt x="699" y="694"/>
                  </a:cubicBezTo>
                  <a:cubicBezTo>
                    <a:pt x="1034" y="694"/>
                    <a:pt x="1247" y="419"/>
                    <a:pt x="1358" y="165"/>
                  </a:cubicBezTo>
                  <a:cubicBezTo>
                    <a:pt x="1123" y="90"/>
                    <a:pt x="771" y="1"/>
                    <a:pt x="35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43"/>
            <p:cNvSpPr/>
            <p:nvPr/>
          </p:nvSpPr>
          <p:spPr>
            <a:xfrm>
              <a:off x="4378500" y="1704175"/>
              <a:ext cx="85550" cy="82875"/>
            </a:xfrm>
            <a:custGeom>
              <a:avLst/>
              <a:gdLst/>
              <a:ahLst/>
              <a:cxnLst/>
              <a:rect l="l" t="t" r="r" b="b"/>
              <a:pathLst>
                <a:path w="3422" h="3315" extrusionOk="0">
                  <a:moveTo>
                    <a:pt x="1350" y="0"/>
                  </a:moveTo>
                  <a:cubicBezTo>
                    <a:pt x="1302" y="0"/>
                    <a:pt x="1275" y="2"/>
                    <a:pt x="1275" y="2"/>
                  </a:cubicBezTo>
                  <a:lnTo>
                    <a:pt x="1" y="1990"/>
                  </a:lnTo>
                  <a:cubicBezTo>
                    <a:pt x="154" y="2787"/>
                    <a:pt x="849" y="3314"/>
                    <a:pt x="1541" y="3314"/>
                  </a:cubicBezTo>
                  <a:cubicBezTo>
                    <a:pt x="2142" y="3314"/>
                    <a:pt x="2740" y="2917"/>
                    <a:pt x="2978" y="1954"/>
                  </a:cubicBezTo>
                  <a:cubicBezTo>
                    <a:pt x="3422" y="104"/>
                    <a:pt x="1733" y="0"/>
                    <a:pt x="1350" y="0"/>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43"/>
            <p:cNvSpPr/>
            <p:nvPr/>
          </p:nvSpPr>
          <p:spPr>
            <a:xfrm>
              <a:off x="4388025" y="1720625"/>
              <a:ext cx="56300" cy="39275"/>
            </a:xfrm>
            <a:custGeom>
              <a:avLst/>
              <a:gdLst/>
              <a:ahLst/>
              <a:cxnLst/>
              <a:rect l="l" t="t" r="r" b="b"/>
              <a:pathLst>
                <a:path w="2252" h="1571" extrusionOk="0">
                  <a:moveTo>
                    <a:pt x="1255" y="0"/>
                  </a:moveTo>
                  <a:cubicBezTo>
                    <a:pt x="1141" y="0"/>
                    <a:pt x="1020" y="19"/>
                    <a:pt x="894" y="58"/>
                  </a:cubicBezTo>
                  <a:cubicBezTo>
                    <a:pt x="1" y="332"/>
                    <a:pt x="156" y="1523"/>
                    <a:pt x="156" y="1535"/>
                  </a:cubicBezTo>
                  <a:cubicBezTo>
                    <a:pt x="156" y="1546"/>
                    <a:pt x="168" y="1558"/>
                    <a:pt x="191" y="1570"/>
                  </a:cubicBezTo>
                  <a:lnTo>
                    <a:pt x="203" y="1570"/>
                  </a:lnTo>
                  <a:cubicBezTo>
                    <a:pt x="227" y="1558"/>
                    <a:pt x="239" y="1546"/>
                    <a:pt x="239" y="1523"/>
                  </a:cubicBezTo>
                  <a:cubicBezTo>
                    <a:pt x="239" y="1511"/>
                    <a:pt x="96" y="392"/>
                    <a:pt x="918" y="142"/>
                  </a:cubicBezTo>
                  <a:cubicBezTo>
                    <a:pt x="1039" y="106"/>
                    <a:pt x="1157" y="88"/>
                    <a:pt x="1268" y="88"/>
                  </a:cubicBezTo>
                  <a:cubicBezTo>
                    <a:pt x="1418" y="88"/>
                    <a:pt x="1557" y="121"/>
                    <a:pt x="1680" y="189"/>
                  </a:cubicBezTo>
                  <a:cubicBezTo>
                    <a:pt x="2049" y="392"/>
                    <a:pt x="2168" y="844"/>
                    <a:pt x="2168" y="844"/>
                  </a:cubicBezTo>
                  <a:cubicBezTo>
                    <a:pt x="2180" y="868"/>
                    <a:pt x="2204" y="880"/>
                    <a:pt x="2216" y="880"/>
                  </a:cubicBezTo>
                  <a:cubicBezTo>
                    <a:pt x="2239" y="868"/>
                    <a:pt x="2251" y="844"/>
                    <a:pt x="2251" y="820"/>
                  </a:cubicBezTo>
                  <a:cubicBezTo>
                    <a:pt x="2239" y="808"/>
                    <a:pt x="2120" y="332"/>
                    <a:pt x="1715" y="118"/>
                  </a:cubicBezTo>
                  <a:cubicBezTo>
                    <a:pt x="1575" y="40"/>
                    <a:pt x="1421" y="0"/>
                    <a:pt x="1255" y="0"/>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43"/>
            <p:cNvSpPr/>
            <p:nvPr/>
          </p:nvSpPr>
          <p:spPr>
            <a:xfrm>
              <a:off x="4394275" y="1734150"/>
              <a:ext cx="31300" cy="13250"/>
            </a:xfrm>
            <a:custGeom>
              <a:avLst/>
              <a:gdLst/>
              <a:ahLst/>
              <a:cxnLst/>
              <a:rect l="l" t="t" r="r" b="b"/>
              <a:pathLst>
                <a:path w="1252" h="530" extrusionOk="0">
                  <a:moveTo>
                    <a:pt x="406" y="1"/>
                  </a:moveTo>
                  <a:cubicBezTo>
                    <a:pt x="286" y="1"/>
                    <a:pt x="158" y="29"/>
                    <a:pt x="25" y="101"/>
                  </a:cubicBezTo>
                  <a:cubicBezTo>
                    <a:pt x="13" y="113"/>
                    <a:pt x="1" y="136"/>
                    <a:pt x="13" y="160"/>
                  </a:cubicBezTo>
                  <a:cubicBezTo>
                    <a:pt x="22" y="178"/>
                    <a:pt x="37" y="189"/>
                    <a:pt x="54" y="189"/>
                  </a:cubicBezTo>
                  <a:cubicBezTo>
                    <a:pt x="60" y="189"/>
                    <a:pt x="66" y="187"/>
                    <a:pt x="72" y="184"/>
                  </a:cubicBezTo>
                  <a:cubicBezTo>
                    <a:pt x="191" y="120"/>
                    <a:pt x="306" y="94"/>
                    <a:pt x="413" y="94"/>
                  </a:cubicBezTo>
                  <a:cubicBezTo>
                    <a:pt x="844" y="94"/>
                    <a:pt x="1158" y="508"/>
                    <a:pt x="1168" y="517"/>
                  </a:cubicBezTo>
                  <a:cubicBezTo>
                    <a:pt x="1168" y="517"/>
                    <a:pt x="1180" y="529"/>
                    <a:pt x="1192" y="529"/>
                  </a:cubicBezTo>
                  <a:cubicBezTo>
                    <a:pt x="1204" y="529"/>
                    <a:pt x="1215" y="529"/>
                    <a:pt x="1227" y="517"/>
                  </a:cubicBezTo>
                  <a:cubicBezTo>
                    <a:pt x="1239" y="505"/>
                    <a:pt x="1251" y="482"/>
                    <a:pt x="1239" y="458"/>
                  </a:cubicBezTo>
                  <a:cubicBezTo>
                    <a:pt x="1230" y="458"/>
                    <a:pt x="885" y="1"/>
                    <a:pt x="406" y="1"/>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43"/>
            <p:cNvSpPr/>
            <p:nvPr/>
          </p:nvSpPr>
          <p:spPr>
            <a:xfrm>
              <a:off x="4299625" y="1671125"/>
              <a:ext cx="25925" cy="25450"/>
            </a:xfrm>
            <a:custGeom>
              <a:avLst/>
              <a:gdLst/>
              <a:ahLst/>
              <a:cxnLst/>
              <a:rect l="l" t="t" r="r" b="b"/>
              <a:pathLst>
                <a:path w="1037" h="1018" extrusionOk="0">
                  <a:moveTo>
                    <a:pt x="601" y="0"/>
                  </a:moveTo>
                  <a:cubicBezTo>
                    <a:pt x="421" y="0"/>
                    <a:pt x="232" y="124"/>
                    <a:pt x="132" y="324"/>
                  </a:cubicBezTo>
                  <a:cubicBezTo>
                    <a:pt x="1" y="586"/>
                    <a:pt x="72" y="883"/>
                    <a:pt x="287" y="979"/>
                  </a:cubicBezTo>
                  <a:cubicBezTo>
                    <a:pt x="340" y="1005"/>
                    <a:pt x="397" y="1018"/>
                    <a:pt x="456" y="1018"/>
                  </a:cubicBezTo>
                  <a:cubicBezTo>
                    <a:pt x="633" y="1018"/>
                    <a:pt x="819" y="902"/>
                    <a:pt x="918" y="705"/>
                  </a:cubicBezTo>
                  <a:cubicBezTo>
                    <a:pt x="1037" y="443"/>
                    <a:pt x="977" y="145"/>
                    <a:pt x="763" y="38"/>
                  </a:cubicBezTo>
                  <a:cubicBezTo>
                    <a:pt x="712" y="12"/>
                    <a:pt x="657" y="0"/>
                    <a:pt x="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43"/>
            <p:cNvSpPr/>
            <p:nvPr/>
          </p:nvSpPr>
          <p:spPr>
            <a:xfrm>
              <a:off x="4530325" y="1514625"/>
              <a:ext cx="42575" cy="59225"/>
            </a:xfrm>
            <a:custGeom>
              <a:avLst/>
              <a:gdLst/>
              <a:ahLst/>
              <a:cxnLst/>
              <a:rect l="l" t="t" r="r" b="b"/>
              <a:pathLst>
                <a:path w="1703" h="2369" extrusionOk="0">
                  <a:moveTo>
                    <a:pt x="764" y="1"/>
                  </a:moveTo>
                  <a:cubicBezTo>
                    <a:pt x="354" y="1"/>
                    <a:pt x="0" y="2024"/>
                    <a:pt x="0" y="2024"/>
                  </a:cubicBezTo>
                  <a:lnTo>
                    <a:pt x="572" y="2369"/>
                  </a:lnTo>
                  <a:cubicBezTo>
                    <a:pt x="572" y="2369"/>
                    <a:pt x="1703" y="1762"/>
                    <a:pt x="1679" y="1035"/>
                  </a:cubicBezTo>
                  <a:cubicBezTo>
                    <a:pt x="1672" y="889"/>
                    <a:pt x="1621" y="830"/>
                    <a:pt x="1545" y="830"/>
                  </a:cubicBezTo>
                  <a:cubicBezTo>
                    <a:pt x="1238" y="830"/>
                    <a:pt x="512" y="1786"/>
                    <a:pt x="512" y="1786"/>
                  </a:cubicBezTo>
                  <a:cubicBezTo>
                    <a:pt x="512" y="1786"/>
                    <a:pt x="1310" y="464"/>
                    <a:pt x="869" y="47"/>
                  </a:cubicBezTo>
                  <a:cubicBezTo>
                    <a:pt x="834" y="15"/>
                    <a:pt x="799" y="1"/>
                    <a:pt x="7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43"/>
            <p:cNvSpPr/>
            <p:nvPr/>
          </p:nvSpPr>
          <p:spPr>
            <a:xfrm>
              <a:off x="4221050" y="1874300"/>
              <a:ext cx="211350" cy="186225"/>
            </a:xfrm>
            <a:custGeom>
              <a:avLst/>
              <a:gdLst/>
              <a:ahLst/>
              <a:cxnLst/>
              <a:rect l="l" t="t" r="r" b="b"/>
              <a:pathLst>
                <a:path w="8454" h="7449" extrusionOk="0">
                  <a:moveTo>
                    <a:pt x="4735" y="1"/>
                  </a:moveTo>
                  <a:cubicBezTo>
                    <a:pt x="4336" y="1"/>
                    <a:pt x="4049" y="43"/>
                    <a:pt x="4049" y="43"/>
                  </a:cubicBezTo>
                  <a:cubicBezTo>
                    <a:pt x="2096" y="745"/>
                    <a:pt x="1" y="3877"/>
                    <a:pt x="1" y="3889"/>
                  </a:cubicBezTo>
                  <a:cubicBezTo>
                    <a:pt x="703" y="5639"/>
                    <a:pt x="3572" y="7449"/>
                    <a:pt x="3572" y="7449"/>
                  </a:cubicBezTo>
                  <a:cubicBezTo>
                    <a:pt x="5180" y="6651"/>
                    <a:pt x="8454" y="4329"/>
                    <a:pt x="6978" y="984"/>
                  </a:cubicBezTo>
                  <a:cubicBezTo>
                    <a:pt x="6606" y="147"/>
                    <a:pt x="5478" y="1"/>
                    <a:pt x="473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43"/>
            <p:cNvSpPr/>
            <p:nvPr/>
          </p:nvSpPr>
          <p:spPr>
            <a:xfrm>
              <a:off x="4010600" y="1808625"/>
              <a:ext cx="70675" cy="85875"/>
            </a:xfrm>
            <a:custGeom>
              <a:avLst/>
              <a:gdLst/>
              <a:ahLst/>
              <a:cxnLst/>
              <a:rect l="l" t="t" r="r" b="b"/>
              <a:pathLst>
                <a:path w="2827" h="3435" extrusionOk="0">
                  <a:moveTo>
                    <a:pt x="1030" y="1"/>
                  </a:moveTo>
                  <a:cubicBezTo>
                    <a:pt x="676" y="1"/>
                    <a:pt x="403" y="798"/>
                    <a:pt x="310" y="1122"/>
                  </a:cubicBezTo>
                  <a:cubicBezTo>
                    <a:pt x="310" y="1134"/>
                    <a:pt x="298" y="1134"/>
                    <a:pt x="298" y="1134"/>
                  </a:cubicBezTo>
                  <a:cubicBezTo>
                    <a:pt x="1" y="1396"/>
                    <a:pt x="453" y="3408"/>
                    <a:pt x="1120" y="3432"/>
                  </a:cubicBezTo>
                  <a:cubicBezTo>
                    <a:pt x="1174" y="3434"/>
                    <a:pt x="1227" y="3435"/>
                    <a:pt x="1280" y="3435"/>
                  </a:cubicBezTo>
                  <a:cubicBezTo>
                    <a:pt x="1888" y="3435"/>
                    <a:pt x="2384" y="3312"/>
                    <a:pt x="2406" y="3158"/>
                  </a:cubicBezTo>
                  <a:cubicBezTo>
                    <a:pt x="2442" y="2837"/>
                    <a:pt x="1453" y="2682"/>
                    <a:pt x="1453" y="2682"/>
                  </a:cubicBezTo>
                  <a:lnTo>
                    <a:pt x="1453" y="2682"/>
                  </a:lnTo>
                  <a:cubicBezTo>
                    <a:pt x="1453" y="2682"/>
                    <a:pt x="1553" y="2686"/>
                    <a:pt x="1696" y="2686"/>
                  </a:cubicBezTo>
                  <a:cubicBezTo>
                    <a:pt x="2070" y="2686"/>
                    <a:pt x="2746" y="2655"/>
                    <a:pt x="2763" y="2432"/>
                  </a:cubicBezTo>
                  <a:cubicBezTo>
                    <a:pt x="2787" y="2134"/>
                    <a:pt x="1430" y="2134"/>
                    <a:pt x="1430" y="2134"/>
                  </a:cubicBezTo>
                  <a:cubicBezTo>
                    <a:pt x="1430" y="2134"/>
                    <a:pt x="2763" y="2015"/>
                    <a:pt x="2811" y="1717"/>
                  </a:cubicBezTo>
                  <a:cubicBezTo>
                    <a:pt x="2826" y="1502"/>
                    <a:pt x="2571" y="1442"/>
                    <a:pt x="2281" y="1442"/>
                  </a:cubicBezTo>
                  <a:cubicBezTo>
                    <a:pt x="1913" y="1442"/>
                    <a:pt x="1489" y="1539"/>
                    <a:pt x="1489" y="1539"/>
                  </a:cubicBezTo>
                  <a:cubicBezTo>
                    <a:pt x="1489" y="1539"/>
                    <a:pt x="2418" y="1122"/>
                    <a:pt x="2358" y="777"/>
                  </a:cubicBezTo>
                  <a:cubicBezTo>
                    <a:pt x="2336" y="675"/>
                    <a:pt x="2183" y="632"/>
                    <a:pt x="1970" y="632"/>
                  </a:cubicBezTo>
                  <a:cubicBezTo>
                    <a:pt x="1735" y="632"/>
                    <a:pt x="1425" y="684"/>
                    <a:pt x="1132" y="765"/>
                  </a:cubicBezTo>
                  <a:cubicBezTo>
                    <a:pt x="1239" y="432"/>
                    <a:pt x="1322" y="39"/>
                    <a:pt x="1060" y="3"/>
                  </a:cubicBezTo>
                  <a:cubicBezTo>
                    <a:pt x="1050" y="2"/>
                    <a:pt x="1040" y="1"/>
                    <a:pt x="1030" y="1"/>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7" name="Google Shape;1087;p43"/>
          <p:cNvGrpSpPr/>
          <p:nvPr/>
        </p:nvGrpSpPr>
        <p:grpSpPr>
          <a:xfrm>
            <a:off x="8059489" y="4014524"/>
            <a:ext cx="1193736" cy="1179160"/>
            <a:chOff x="-2708900" y="3174350"/>
            <a:chExt cx="350100" cy="345825"/>
          </a:xfrm>
        </p:grpSpPr>
        <p:sp>
          <p:nvSpPr>
            <p:cNvPr id="1088" name="Google Shape;1088;p43"/>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43"/>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43"/>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43"/>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43"/>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43"/>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4" name="Google Shape;1094;p43"/>
          <p:cNvGrpSpPr/>
          <p:nvPr/>
        </p:nvGrpSpPr>
        <p:grpSpPr>
          <a:xfrm>
            <a:off x="5956040" y="3366405"/>
            <a:ext cx="656087" cy="648111"/>
            <a:chOff x="5624415" y="3404280"/>
            <a:chExt cx="656087" cy="648111"/>
          </a:xfrm>
        </p:grpSpPr>
        <p:grpSp>
          <p:nvGrpSpPr>
            <p:cNvPr id="1095" name="Google Shape;1095;p43"/>
            <p:cNvGrpSpPr/>
            <p:nvPr/>
          </p:nvGrpSpPr>
          <p:grpSpPr>
            <a:xfrm flipH="1">
              <a:off x="5624415" y="3404280"/>
              <a:ext cx="656087" cy="648111"/>
              <a:chOff x="-2708900" y="3174350"/>
              <a:chExt cx="350100" cy="345825"/>
            </a:xfrm>
          </p:grpSpPr>
          <p:sp>
            <p:nvSpPr>
              <p:cNvPr id="1096" name="Google Shape;1096;p43"/>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43"/>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43"/>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43"/>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43"/>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43"/>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102" name="Google Shape;1102;p43"/>
            <p:cNvCxnSpPr/>
            <p:nvPr/>
          </p:nvCxnSpPr>
          <p:spPr>
            <a:xfrm>
              <a:off x="5679725" y="4047784"/>
              <a:ext cx="507900" cy="0"/>
            </a:xfrm>
            <a:prstGeom prst="straightConnector1">
              <a:avLst/>
            </a:prstGeom>
            <a:noFill/>
            <a:ln w="9525" cap="flat" cmpd="sng">
              <a:solidFill>
                <a:schemeClr val="dk1"/>
              </a:solidFill>
              <a:prstDash val="solid"/>
              <a:round/>
              <a:headEnd type="none" w="med" len="med"/>
              <a:tailEnd type="none" w="med" len="med"/>
            </a:ln>
          </p:spPr>
        </p:cxnSp>
      </p:grpSp>
      <p:sp>
        <p:nvSpPr>
          <p:cNvPr id="1103" name="Google Shape;1103;p43"/>
          <p:cNvSpPr/>
          <p:nvPr/>
        </p:nvSpPr>
        <p:spPr>
          <a:xfrm rot="3372310">
            <a:off x="7683901" y="1025359"/>
            <a:ext cx="448776" cy="457272"/>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43"/>
          <p:cNvSpPr/>
          <p:nvPr/>
        </p:nvSpPr>
        <p:spPr>
          <a:xfrm rot="-331105">
            <a:off x="7205784" y="1304289"/>
            <a:ext cx="279032" cy="284311"/>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5" name="Google Shape;1105;p43"/>
          <p:cNvGrpSpPr/>
          <p:nvPr/>
        </p:nvGrpSpPr>
        <p:grpSpPr>
          <a:xfrm>
            <a:off x="268075" y="2457449"/>
            <a:ext cx="1559508" cy="1417699"/>
            <a:chOff x="6494019" y="-137261"/>
            <a:chExt cx="2116596" cy="1924130"/>
          </a:xfrm>
        </p:grpSpPr>
        <p:sp>
          <p:nvSpPr>
            <p:cNvPr id="1106" name="Google Shape;1106;p43"/>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43"/>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08" name="Google Shape;1108;p43"/>
          <p:cNvSpPr/>
          <p:nvPr/>
        </p:nvSpPr>
        <p:spPr>
          <a:xfrm>
            <a:off x="2720225" y="3875138"/>
            <a:ext cx="280153" cy="300952"/>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43"/>
          <p:cNvSpPr/>
          <p:nvPr/>
        </p:nvSpPr>
        <p:spPr>
          <a:xfrm>
            <a:off x="6501650" y="491213"/>
            <a:ext cx="280153" cy="300952"/>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219032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grpSp>
        <p:nvGrpSpPr>
          <p:cNvPr id="1114" name="Google Shape;1114;p44"/>
          <p:cNvGrpSpPr/>
          <p:nvPr/>
        </p:nvGrpSpPr>
        <p:grpSpPr>
          <a:xfrm>
            <a:off x="742979" y="-358481"/>
            <a:ext cx="7425250" cy="5200500"/>
            <a:chOff x="684000" y="-310300"/>
            <a:chExt cx="7425250" cy="5200500"/>
          </a:xfrm>
        </p:grpSpPr>
        <p:sp>
          <p:nvSpPr>
            <p:cNvPr id="1115" name="Google Shape;1115;p44"/>
            <p:cNvSpPr/>
            <p:nvPr/>
          </p:nvSpPr>
          <p:spPr>
            <a:xfrm>
              <a:off x="2908750" y="-310300"/>
              <a:ext cx="5200500" cy="52005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4"/>
            <p:cNvSpPr/>
            <p:nvPr/>
          </p:nvSpPr>
          <p:spPr>
            <a:xfrm>
              <a:off x="684000" y="278550"/>
              <a:ext cx="4233300" cy="4233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7" name="Google Shape;1117;p44"/>
          <p:cNvSpPr txBox="1">
            <a:spLocks noGrp="1"/>
          </p:cNvSpPr>
          <p:nvPr>
            <p:ph type="title"/>
          </p:nvPr>
        </p:nvSpPr>
        <p:spPr>
          <a:xfrm>
            <a:off x="1054064" y="682654"/>
            <a:ext cx="7940921" cy="717144"/>
          </a:xfrm>
          <a:prstGeom prst="rect">
            <a:avLst/>
          </a:prstGeom>
        </p:spPr>
        <p:txBody>
          <a:bodyPr spcFirstLastPara="1" wrap="square" lIns="91425" tIns="91425" rIns="91425" bIns="91425" anchor="t" anchorCtr="0">
            <a:noAutofit/>
          </a:bodyPr>
          <a:lstStyle/>
          <a:p>
            <a:pPr algn="ctr"/>
            <a:r>
              <a:rPr lang="en-GB" dirty="0"/>
              <a:t>Curated Product Selection</a:t>
            </a:r>
            <a:endParaRPr dirty="0"/>
          </a:p>
        </p:txBody>
      </p:sp>
      <p:sp>
        <p:nvSpPr>
          <p:cNvPr id="1118" name="Google Shape;1118;p44"/>
          <p:cNvSpPr txBox="1">
            <a:spLocks noGrp="1"/>
          </p:cNvSpPr>
          <p:nvPr>
            <p:ph type="body" idx="1"/>
          </p:nvPr>
        </p:nvSpPr>
        <p:spPr>
          <a:xfrm>
            <a:off x="1715717" y="1370207"/>
            <a:ext cx="5901334" cy="3192845"/>
          </a:xfrm>
          <a:prstGeom prst="rect">
            <a:avLst/>
          </a:prstGeom>
        </p:spPr>
        <p:txBody>
          <a:bodyPr spcFirstLastPara="1" wrap="square" lIns="91425" tIns="91425" rIns="91425" bIns="91425" anchor="t" anchorCtr="0">
            <a:noAutofit/>
          </a:bodyPr>
          <a:lstStyle/>
          <a:p>
            <a:pPr marL="165100" indent="0">
              <a:buNone/>
            </a:pPr>
            <a:r>
              <a:rPr lang="en-GB" b="1" dirty="0"/>
              <a:t>Relevant Products:</a:t>
            </a:r>
            <a:endParaRPr lang="en-GB" dirty="0"/>
          </a:p>
          <a:p>
            <a:r>
              <a:rPr lang="en-GB" dirty="0"/>
              <a:t>Offer a curated selection of products that cater to the interests and needs of grandparents. These could include health and wellness products, technology designed for seniors, hobby and craft supplies, travel packages, and family-oriented items.</a:t>
            </a:r>
          </a:p>
          <a:p>
            <a:pPr marL="165100" indent="0">
              <a:buNone/>
            </a:pPr>
            <a:endParaRPr lang="en-GB" dirty="0"/>
          </a:p>
          <a:p>
            <a:pPr marL="165100" indent="0">
              <a:buNone/>
            </a:pPr>
            <a:r>
              <a:rPr lang="en-GB" b="1" dirty="0"/>
              <a:t>Partnerships with Brands:</a:t>
            </a:r>
            <a:endParaRPr lang="en-GB" dirty="0"/>
          </a:p>
          <a:p>
            <a:r>
              <a:rPr lang="en-GB" dirty="0"/>
              <a:t>Partner with brands that are popular among older adults to offer exclusive deals and discounts. Ensure these products are of high quality and trustworthy.</a:t>
            </a:r>
          </a:p>
          <a:p>
            <a:pPr marL="165100" indent="0">
              <a:buNone/>
            </a:pPr>
            <a:endParaRPr lang="en-GB" dirty="0"/>
          </a:p>
        </p:txBody>
      </p:sp>
      <p:sp>
        <p:nvSpPr>
          <p:cNvPr id="1119" name="Google Shape;1119;p44"/>
          <p:cNvSpPr/>
          <p:nvPr/>
        </p:nvSpPr>
        <p:spPr>
          <a:xfrm>
            <a:off x="765188" y="3898850"/>
            <a:ext cx="231195" cy="248348"/>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4"/>
          <p:cNvSpPr/>
          <p:nvPr/>
        </p:nvSpPr>
        <p:spPr>
          <a:xfrm rot="1436664">
            <a:off x="8147896" y="1870741"/>
            <a:ext cx="235986" cy="240421"/>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4"/>
          <p:cNvSpPr/>
          <p:nvPr/>
        </p:nvSpPr>
        <p:spPr>
          <a:xfrm rot="3698333">
            <a:off x="1389461" y="4484400"/>
            <a:ext cx="295353" cy="30094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4"/>
          <p:cNvSpPr/>
          <p:nvPr/>
        </p:nvSpPr>
        <p:spPr>
          <a:xfrm>
            <a:off x="5874461" y="3962975"/>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4"/>
          <p:cNvSpPr/>
          <p:nvPr/>
        </p:nvSpPr>
        <p:spPr>
          <a:xfrm>
            <a:off x="6054210" y="-5190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4"/>
          <p:cNvSpPr/>
          <p:nvPr/>
        </p:nvSpPr>
        <p:spPr>
          <a:xfrm>
            <a:off x="1163725" y="253807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5" name="Google Shape;1125;p44"/>
          <p:cNvGrpSpPr/>
          <p:nvPr/>
        </p:nvGrpSpPr>
        <p:grpSpPr>
          <a:xfrm>
            <a:off x="7425021" y="2662257"/>
            <a:ext cx="1255142" cy="1141009"/>
            <a:chOff x="6494019" y="-137261"/>
            <a:chExt cx="2116596" cy="1924130"/>
          </a:xfrm>
        </p:grpSpPr>
        <p:sp>
          <p:nvSpPr>
            <p:cNvPr id="1126" name="Google Shape;1126;p44"/>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4"/>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6276158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grpSp>
        <p:nvGrpSpPr>
          <p:cNvPr id="1114" name="Google Shape;1114;p44"/>
          <p:cNvGrpSpPr/>
          <p:nvPr/>
        </p:nvGrpSpPr>
        <p:grpSpPr>
          <a:xfrm>
            <a:off x="742979" y="-358481"/>
            <a:ext cx="7425250" cy="5200500"/>
            <a:chOff x="684000" y="-310300"/>
            <a:chExt cx="7425250" cy="5200500"/>
          </a:xfrm>
        </p:grpSpPr>
        <p:sp>
          <p:nvSpPr>
            <p:cNvPr id="1115" name="Google Shape;1115;p44"/>
            <p:cNvSpPr/>
            <p:nvPr/>
          </p:nvSpPr>
          <p:spPr>
            <a:xfrm>
              <a:off x="2908750" y="-310300"/>
              <a:ext cx="5200500" cy="52005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4"/>
            <p:cNvSpPr/>
            <p:nvPr/>
          </p:nvSpPr>
          <p:spPr>
            <a:xfrm>
              <a:off x="684000" y="278550"/>
              <a:ext cx="4233300" cy="4233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7" name="Google Shape;1117;p44"/>
          <p:cNvSpPr txBox="1">
            <a:spLocks noGrp="1"/>
          </p:cNvSpPr>
          <p:nvPr>
            <p:ph type="title"/>
          </p:nvPr>
        </p:nvSpPr>
        <p:spPr>
          <a:xfrm>
            <a:off x="1054064" y="682654"/>
            <a:ext cx="7940921" cy="717144"/>
          </a:xfrm>
          <a:prstGeom prst="rect">
            <a:avLst/>
          </a:prstGeom>
        </p:spPr>
        <p:txBody>
          <a:bodyPr spcFirstLastPara="1" wrap="square" lIns="91425" tIns="91425" rIns="91425" bIns="91425" anchor="t" anchorCtr="0">
            <a:noAutofit/>
          </a:bodyPr>
          <a:lstStyle/>
          <a:p>
            <a:pPr algn="ctr"/>
            <a:r>
              <a:rPr lang="en-GB" dirty="0"/>
              <a:t>Ease of Use</a:t>
            </a:r>
            <a:endParaRPr dirty="0"/>
          </a:p>
        </p:txBody>
      </p:sp>
      <p:sp>
        <p:nvSpPr>
          <p:cNvPr id="1118" name="Google Shape;1118;p44"/>
          <p:cNvSpPr txBox="1">
            <a:spLocks noGrp="1"/>
          </p:cNvSpPr>
          <p:nvPr>
            <p:ph type="body" idx="1"/>
          </p:nvPr>
        </p:nvSpPr>
        <p:spPr>
          <a:xfrm>
            <a:off x="1715717" y="1370207"/>
            <a:ext cx="5901334" cy="3192845"/>
          </a:xfrm>
          <a:prstGeom prst="rect">
            <a:avLst/>
          </a:prstGeom>
        </p:spPr>
        <p:txBody>
          <a:bodyPr spcFirstLastPara="1" wrap="square" lIns="91425" tIns="91425" rIns="91425" bIns="91425" anchor="t" anchorCtr="0">
            <a:noAutofit/>
          </a:bodyPr>
          <a:lstStyle/>
          <a:p>
            <a:pPr marL="165100" indent="0">
              <a:buNone/>
            </a:pPr>
            <a:r>
              <a:rPr lang="en-GB" b="1" dirty="0"/>
              <a:t>Intuitive Interface:</a:t>
            </a:r>
            <a:endParaRPr lang="en-GB" dirty="0"/>
          </a:p>
          <a:p>
            <a:r>
              <a:rPr lang="en-GB" dirty="0"/>
              <a:t>Design a user-friendly and intuitive e-commerce interface. Ensure the shopping process is simple, with easy navigation, clear product descriptions, and straightforward checkout procedures.</a:t>
            </a:r>
          </a:p>
          <a:p>
            <a:pPr marL="165100" indent="0">
              <a:buNone/>
            </a:pPr>
            <a:endParaRPr lang="en-GB" dirty="0"/>
          </a:p>
          <a:p>
            <a:pPr marL="165100" indent="0">
              <a:buNone/>
            </a:pPr>
            <a:r>
              <a:rPr lang="en-GB" b="1" dirty="0"/>
              <a:t>Mobile Optimization:</a:t>
            </a:r>
            <a:endParaRPr lang="en-GB" dirty="0"/>
          </a:p>
          <a:p>
            <a:r>
              <a:rPr lang="en-GB" dirty="0"/>
              <a:t>Ensure your e-commerce platform is fully optimized for mobile devices, as many users may prefer shopping on their phones or tablets.</a:t>
            </a:r>
          </a:p>
          <a:p>
            <a:pPr marL="165100" indent="0">
              <a:buNone/>
            </a:pPr>
            <a:endParaRPr lang="en-GB" dirty="0"/>
          </a:p>
        </p:txBody>
      </p:sp>
      <p:sp>
        <p:nvSpPr>
          <p:cNvPr id="1119" name="Google Shape;1119;p44"/>
          <p:cNvSpPr/>
          <p:nvPr/>
        </p:nvSpPr>
        <p:spPr>
          <a:xfrm>
            <a:off x="765188" y="3898850"/>
            <a:ext cx="231195" cy="248348"/>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4"/>
          <p:cNvSpPr/>
          <p:nvPr/>
        </p:nvSpPr>
        <p:spPr>
          <a:xfrm rot="1436664">
            <a:off x="8147896" y="1870741"/>
            <a:ext cx="235986" cy="240421"/>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4"/>
          <p:cNvSpPr/>
          <p:nvPr/>
        </p:nvSpPr>
        <p:spPr>
          <a:xfrm rot="3698333">
            <a:off x="1389461" y="4484400"/>
            <a:ext cx="295353" cy="30094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4"/>
          <p:cNvSpPr/>
          <p:nvPr/>
        </p:nvSpPr>
        <p:spPr>
          <a:xfrm>
            <a:off x="5874461" y="3962975"/>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4"/>
          <p:cNvSpPr/>
          <p:nvPr/>
        </p:nvSpPr>
        <p:spPr>
          <a:xfrm>
            <a:off x="6054210" y="-5190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4"/>
          <p:cNvSpPr/>
          <p:nvPr/>
        </p:nvSpPr>
        <p:spPr>
          <a:xfrm>
            <a:off x="1163725" y="253807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5" name="Google Shape;1125;p44"/>
          <p:cNvGrpSpPr/>
          <p:nvPr/>
        </p:nvGrpSpPr>
        <p:grpSpPr>
          <a:xfrm>
            <a:off x="7425021" y="2662257"/>
            <a:ext cx="1255142" cy="1141009"/>
            <a:chOff x="6494019" y="-137261"/>
            <a:chExt cx="2116596" cy="1924130"/>
          </a:xfrm>
        </p:grpSpPr>
        <p:sp>
          <p:nvSpPr>
            <p:cNvPr id="1126" name="Google Shape;1126;p44"/>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4"/>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4445405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grpSp>
        <p:nvGrpSpPr>
          <p:cNvPr id="1114" name="Google Shape;1114;p44"/>
          <p:cNvGrpSpPr/>
          <p:nvPr/>
        </p:nvGrpSpPr>
        <p:grpSpPr>
          <a:xfrm>
            <a:off x="742979" y="-358481"/>
            <a:ext cx="7425250" cy="5200500"/>
            <a:chOff x="684000" y="-310300"/>
            <a:chExt cx="7425250" cy="5200500"/>
          </a:xfrm>
        </p:grpSpPr>
        <p:sp>
          <p:nvSpPr>
            <p:cNvPr id="1115" name="Google Shape;1115;p44"/>
            <p:cNvSpPr/>
            <p:nvPr/>
          </p:nvSpPr>
          <p:spPr>
            <a:xfrm>
              <a:off x="2908750" y="-310300"/>
              <a:ext cx="5200500" cy="52005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4"/>
            <p:cNvSpPr/>
            <p:nvPr/>
          </p:nvSpPr>
          <p:spPr>
            <a:xfrm>
              <a:off x="684000" y="278550"/>
              <a:ext cx="4233300" cy="4233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7" name="Google Shape;1117;p44"/>
          <p:cNvSpPr txBox="1">
            <a:spLocks noGrp="1"/>
          </p:cNvSpPr>
          <p:nvPr>
            <p:ph type="title"/>
          </p:nvPr>
        </p:nvSpPr>
        <p:spPr>
          <a:xfrm>
            <a:off x="1054064" y="682654"/>
            <a:ext cx="7940921" cy="717144"/>
          </a:xfrm>
          <a:prstGeom prst="rect">
            <a:avLst/>
          </a:prstGeom>
        </p:spPr>
        <p:txBody>
          <a:bodyPr spcFirstLastPara="1" wrap="square" lIns="91425" tIns="91425" rIns="91425" bIns="91425" anchor="t" anchorCtr="0">
            <a:noAutofit/>
          </a:bodyPr>
          <a:lstStyle/>
          <a:p>
            <a:pPr algn="ctr"/>
            <a:r>
              <a:rPr lang="en-GB" dirty="0"/>
              <a:t>Content-Driven Commerce</a:t>
            </a:r>
            <a:endParaRPr dirty="0"/>
          </a:p>
        </p:txBody>
      </p:sp>
      <p:sp>
        <p:nvSpPr>
          <p:cNvPr id="1118" name="Google Shape;1118;p44"/>
          <p:cNvSpPr txBox="1">
            <a:spLocks noGrp="1"/>
          </p:cNvSpPr>
          <p:nvPr>
            <p:ph type="body" idx="1"/>
          </p:nvPr>
        </p:nvSpPr>
        <p:spPr>
          <a:xfrm>
            <a:off x="1715717" y="1370207"/>
            <a:ext cx="5901334" cy="3192845"/>
          </a:xfrm>
          <a:prstGeom prst="rect">
            <a:avLst/>
          </a:prstGeom>
        </p:spPr>
        <p:txBody>
          <a:bodyPr spcFirstLastPara="1" wrap="square" lIns="91425" tIns="91425" rIns="91425" bIns="91425" anchor="t" anchorCtr="0">
            <a:noAutofit/>
          </a:bodyPr>
          <a:lstStyle/>
          <a:p>
            <a:pPr marL="165100" indent="0">
              <a:buNone/>
            </a:pPr>
            <a:r>
              <a:rPr lang="en-GB" b="1" dirty="0"/>
              <a:t>Educational Content:</a:t>
            </a:r>
            <a:endParaRPr lang="en-GB" dirty="0"/>
          </a:p>
          <a:p>
            <a:r>
              <a:rPr lang="en-GB" dirty="0"/>
              <a:t>Provide educational content that helps grandparents make informed purchasing decisions. This could include product reviews, how-to guides, and video tutorials.</a:t>
            </a:r>
          </a:p>
          <a:p>
            <a:pPr marL="165100" indent="0">
              <a:buNone/>
            </a:pPr>
            <a:endParaRPr lang="en-GB" dirty="0"/>
          </a:p>
          <a:p>
            <a:pPr marL="165100" indent="0">
              <a:buNone/>
            </a:pPr>
            <a:r>
              <a:rPr lang="en-GB" b="1" dirty="0"/>
              <a:t>Integrated Shopping:</a:t>
            </a:r>
            <a:endParaRPr lang="en-GB" dirty="0"/>
          </a:p>
          <a:p>
            <a:r>
              <a:rPr lang="en-GB" dirty="0"/>
              <a:t>Integrate shopping opportunities within your content. For example, if you publish an article about gardening, include links to purchase gardening tools and supplies directly from your platform.</a:t>
            </a:r>
          </a:p>
          <a:p>
            <a:pPr marL="165100" indent="0">
              <a:buNone/>
            </a:pPr>
            <a:endParaRPr lang="en-GB" dirty="0"/>
          </a:p>
        </p:txBody>
      </p:sp>
      <p:sp>
        <p:nvSpPr>
          <p:cNvPr id="1119" name="Google Shape;1119;p44"/>
          <p:cNvSpPr/>
          <p:nvPr/>
        </p:nvSpPr>
        <p:spPr>
          <a:xfrm>
            <a:off x="765188" y="3898850"/>
            <a:ext cx="231195" cy="248348"/>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4"/>
          <p:cNvSpPr/>
          <p:nvPr/>
        </p:nvSpPr>
        <p:spPr>
          <a:xfrm rot="1436664">
            <a:off x="8147896" y="1870741"/>
            <a:ext cx="235986" cy="240421"/>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4"/>
          <p:cNvSpPr/>
          <p:nvPr/>
        </p:nvSpPr>
        <p:spPr>
          <a:xfrm rot="3698333">
            <a:off x="1389461" y="4484400"/>
            <a:ext cx="295353" cy="30094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4"/>
          <p:cNvSpPr/>
          <p:nvPr/>
        </p:nvSpPr>
        <p:spPr>
          <a:xfrm>
            <a:off x="5874461" y="3962975"/>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4"/>
          <p:cNvSpPr/>
          <p:nvPr/>
        </p:nvSpPr>
        <p:spPr>
          <a:xfrm>
            <a:off x="6054210" y="-5190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4"/>
          <p:cNvSpPr/>
          <p:nvPr/>
        </p:nvSpPr>
        <p:spPr>
          <a:xfrm>
            <a:off x="1163725" y="253807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5" name="Google Shape;1125;p44"/>
          <p:cNvGrpSpPr/>
          <p:nvPr/>
        </p:nvGrpSpPr>
        <p:grpSpPr>
          <a:xfrm>
            <a:off x="7425021" y="2662257"/>
            <a:ext cx="1255142" cy="1141009"/>
            <a:chOff x="6494019" y="-137261"/>
            <a:chExt cx="2116596" cy="1924130"/>
          </a:xfrm>
        </p:grpSpPr>
        <p:sp>
          <p:nvSpPr>
            <p:cNvPr id="1126" name="Google Shape;1126;p44"/>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4"/>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6081516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grpSp>
        <p:nvGrpSpPr>
          <p:cNvPr id="1114" name="Google Shape;1114;p44"/>
          <p:cNvGrpSpPr/>
          <p:nvPr/>
        </p:nvGrpSpPr>
        <p:grpSpPr>
          <a:xfrm>
            <a:off x="742979" y="-358481"/>
            <a:ext cx="7425250" cy="5200500"/>
            <a:chOff x="684000" y="-310300"/>
            <a:chExt cx="7425250" cy="5200500"/>
          </a:xfrm>
        </p:grpSpPr>
        <p:sp>
          <p:nvSpPr>
            <p:cNvPr id="1115" name="Google Shape;1115;p44"/>
            <p:cNvSpPr/>
            <p:nvPr/>
          </p:nvSpPr>
          <p:spPr>
            <a:xfrm>
              <a:off x="2908750" y="-310300"/>
              <a:ext cx="5200500" cy="52005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4"/>
            <p:cNvSpPr/>
            <p:nvPr/>
          </p:nvSpPr>
          <p:spPr>
            <a:xfrm>
              <a:off x="684000" y="278550"/>
              <a:ext cx="4233300" cy="4233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7" name="Google Shape;1117;p44"/>
          <p:cNvSpPr txBox="1">
            <a:spLocks noGrp="1"/>
          </p:cNvSpPr>
          <p:nvPr>
            <p:ph type="title"/>
          </p:nvPr>
        </p:nvSpPr>
        <p:spPr>
          <a:xfrm>
            <a:off x="1054064" y="682654"/>
            <a:ext cx="7940921" cy="717144"/>
          </a:xfrm>
          <a:prstGeom prst="rect">
            <a:avLst/>
          </a:prstGeom>
        </p:spPr>
        <p:txBody>
          <a:bodyPr spcFirstLastPara="1" wrap="square" lIns="91425" tIns="91425" rIns="91425" bIns="91425" anchor="t" anchorCtr="0">
            <a:noAutofit/>
          </a:bodyPr>
          <a:lstStyle/>
          <a:p>
            <a:pPr algn="ctr"/>
            <a:r>
              <a:rPr lang="en-GB" dirty="0"/>
              <a:t>Customer Support</a:t>
            </a:r>
            <a:endParaRPr dirty="0"/>
          </a:p>
        </p:txBody>
      </p:sp>
      <p:sp>
        <p:nvSpPr>
          <p:cNvPr id="1118" name="Google Shape;1118;p44"/>
          <p:cNvSpPr txBox="1">
            <a:spLocks noGrp="1"/>
          </p:cNvSpPr>
          <p:nvPr>
            <p:ph type="body" idx="1"/>
          </p:nvPr>
        </p:nvSpPr>
        <p:spPr>
          <a:xfrm>
            <a:off x="1715717" y="1370207"/>
            <a:ext cx="5901334" cy="3192845"/>
          </a:xfrm>
          <a:prstGeom prst="rect">
            <a:avLst/>
          </a:prstGeom>
        </p:spPr>
        <p:txBody>
          <a:bodyPr spcFirstLastPara="1" wrap="square" lIns="91425" tIns="91425" rIns="91425" bIns="91425" anchor="t" anchorCtr="0">
            <a:noAutofit/>
          </a:bodyPr>
          <a:lstStyle/>
          <a:p>
            <a:pPr marL="165100" indent="0">
              <a:buNone/>
            </a:pPr>
            <a:r>
              <a:rPr lang="en-GB" b="1" dirty="0"/>
              <a:t>Responsive Support:</a:t>
            </a:r>
            <a:endParaRPr lang="en-GB" dirty="0"/>
          </a:p>
          <a:p>
            <a:r>
              <a:rPr lang="en-GB" dirty="0"/>
              <a:t>Offer excellent customer support to assist with any issues or questions. Provide multiple channels for support, such as live chat, email, and phone.</a:t>
            </a:r>
          </a:p>
          <a:p>
            <a:pPr marL="165100" indent="0">
              <a:buNone/>
            </a:pPr>
            <a:endParaRPr lang="en-GB" dirty="0"/>
          </a:p>
          <a:p>
            <a:pPr marL="165100" indent="0">
              <a:buNone/>
            </a:pPr>
            <a:r>
              <a:rPr lang="en-GB" b="1" dirty="0"/>
              <a:t>Easy Returns:</a:t>
            </a:r>
            <a:endParaRPr lang="en-GB" dirty="0"/>
          </a:p>
          <a:p>
            <a:r>
              <a:rPr lang="en-GB" dirty="0"/>
              <a:t>Implement a hassle-free return policy to build trust and encourage purchases. Clearly communicate return policies to avoid any confusion.</a:t>
            </a:r>
          </a:p>
          <a:p>
            <a:pPr marL="165100" indent="0">
              <a:buNone/>
            </a:pPr>
            <a:endParaRPr lang="en-GB" dirty="0"/>
          </a:p>
        </p:txBody>
      </p:sp>
      <p:sp>
        <p:nvSpPr>
          <p:cNvPr id="1119" name="Google Shape;1119;p44"/>
          <p:cNvSpPr/>
          <p:nvPr/>
        </p:nvSpPr>
        <p:spPr>
          <a:xfrm>
            <a:off x="765188" y="3898850"/>
            <a:ext cx="231195" cy="248348"/>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4"/>
          <p:cNvSpPr/>
          <p:nvPr/>
        </p:nvSpPr>
        <p:spPr>
          <a:xfrm rot="1436664">
            <a:off x="8147896" y="1870741"/>
            <a:ext cx="235986" cy="240421"/>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4"/>
          <p:cNvSpPr/>
          <p:nvPr/>
        </p:nvSpPr>
        <p:spPr>
          <a:xfrm rot="3698333">
            <a:off x="1389461" y="4484400"/>
            <a:ext cx="295353" cy="30094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4"/>
          <p:cNvSpPr/>
          <p:nvPr/>
        </p:nvSpPr>
        <p:spPr>
          <a:xfrm>
            <a:off x="5874461" y="3962975"/>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4"/>
          <p:cNvSpPr/>
          <p:nvPr/>
        </p:nvSpPr>
        <p:spPr>
          <a:xfrm>
            <a:off x="6054210" y="-5190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4"/>
          <p:cNvSpPr/>
          <p:nvPr/>
        </p:nvSpPr>
        <p:spPr>
          <a:xfrm>
            <a:off x="1163725" y="253807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5" name="Google Shape;1125;p44"/>
          <p:cNvGrpSpPr/>
          <p:nvPr/>
        </p:nvGrpSpPr>
        <p:grpSpPr>
          <a:xfrm>
            <a:off x="7425021" y="2662257"/>
            <a:ext cx="1255142" cy="1141009"/>
            <a:chOff x="6494019" y="-137261"/>
            <a:chExt cx="2116596" cy="1924130"/>
          </a:xfrm>
        </p:grpSpPr>
        <p:sp>
          <p:nvSpPr>
            <p:cNvPr id="1126" name="Google Shape;1126;p44"/>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4"/>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0783229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grpSp>
        <p:nvGrpSpPr>
          <p:cNvPr id="1114" name="Google Shape;1114;p44"/>
          <p:cNvGrpSpPr/>
          <p:nvPr/>
        </p:nvGrpSpPr>
        <p:grpSpPr>
          <a:xfrm>
            <a:off x="742979" y="-358481"/>
            <a:ext cx="7425250" cy="5200500"/>
            <a:chOff x="684000" y="-310300"/>
            <a:chExt cx="7425250" cy="5200500"/>
          </a:xfrm>
        </p:grpSpPr>
        <p:sp>
          <p:nvSpPr>
            <p:cNvPr id="1115" name="Google Shape;1115;p44"/>
            <p:cNvSpPr/>
            <p:nvPr/>
          </p:nvSpPr>
          <p:spPr>
            <a:xfrm>
              <a:off x="2908750" y="-310300"/>
              <a:ext cx="5200500" cy="52005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4"/>
            <p:cNvSpPr/>
            <p:nvPr/>
          </p:nvSpPr>
          <p:spPr>
            <a:xfrm>
              <a:off x="684000" y="278550"/>
              <a:ext cx="4233300" cy="4233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7" name="Google Shape;1117;p44"/>
          <p:cNvSpPr txBox="1">
            <a:spLocks noGrp="1"/>
          </p:cNvSpPr>
          <p:nvPr>
            <p:ph type="title"/>
          </p:nvPr>
        </p:nvSpPr>
        <p:spPr>
          <a:xfrm>
            <a:off x="1054064" y="682654"/>
            <a:ext cx="7940921" cy="717144"/>
          </a:xfrm>
          <a:prstGeom prst="rect">
            <a:avLst/>
          </a:prstGeom>
        </p:spPr>
        <p:txBody>
          <a:bodyPr spcFirstLastPara="1" wrap="square" lIns="91425" tIns="91425" rIns="91425" bIns="91425" anchor="t" anchorCtr="0">
            <a:noAutofit/>
          </a:bodyPr>
          <a:lstStyle/>
          <a:p>
            <a:pPr algn="ctr"/>
            <a:r>
              <a:rPr lang="en-GB" dirty="0"/>
              <a:t>Loyalty Programs and Discounts</a:t>
            </a:r>
            <a:endParaRPr dirty="0"/>
          </a:p>
        </p:txBody>
      </p:sp>
      <p:sp>
        <p:nvSpPr>
          <p:cNvPr id="1118" name="Google Shape;1118;p44"/>
          <p:cNvSpPr txBox="1">
            <a:spLocks noGrp="1"/>
          </p:cNvSpPr>
          <p:nvPr>
            <p:ph type="body" idx="1"/>
          </p:nvPr>
        </p:nvSpPr>
        <p:spPr>
          <a:xfrm>
            <a:off x="1715717" y="1370207"/>
            <a:ext cx="5901334" cy="3192845"/>
          </a:xfrm>
          <a:prstGeom prst="rect">
            <a:avLst/>
          </a:prstGeom>
        </p:spPr>
        <p:txBody>
          <a:bodyPr spcFirstLastPara="1" wrap="square" lIns="91425" tIns="91425" rIns="91425" bIns="91425" anchor="t" anchorCtr="0">
            <a:noAutofit/>
          </a:bodyPr>
          <a:lstStyle/>
          <a:p>
            <a:pPr marL="165100" indent="0">
              <a:buNone/>
            </a:pPr>
            <a:r>
              <a:rPr lang="en-GB" b="1" dirty="0"/>
              <a:t>Loyalty Programs:</a:t>
            </a:r>
            <a:endParaRPr lang="en-GB" dirty="0"/>
          </a:p>
          <a:p>
            <a:r>
              <a:rPr lang="en-GB" dirty="0"/>
              <a:t>Create loyalty programs that reward repeat customers with discounts, special offers, or points that can be redeemed for future purchases.</a:t>
            </a:r>
          </a:p>
          <a:p>
            <a:pPr marL="165100" indent="0">
              <a:buNone/>
            </a:pPr>
            <a:endParaRPr lang="en-GB" dirty="0"/>
          </a:p>
          <a:p>
            <a:pPr marL="165100" indent="0">
              <a:buNone/>
            </a:pPr>
            <a:r>
              <a:rPr lang="en-GB" b="1" dirty="0"/>
              <a:t>Exclusive Discounts:</a:t>
            </a:r>
            <a:endParaRPr lang="en-GB" dirty="0"/>
          </a:p>
          <a:p>
            <a:r>
              <a:rPr lang="en-GB" dirty="0"/>
              <a:t>Offer exclusive discounts and promotions to your members. This can encourage frequent shopping and increase overall sales.</a:t>
            </a:r>
          </a:p>
          <a:p>
            <a:pPr marL="165100" indent="0">
              <a:buNone/>
            </a:pPr>
            <a:endParaRPr lang="en-GB" dirty="0"/>
          </a:p>
        </p:txBody>
      </p:sp>
      <p:sp>
        <p:nvSpPr>
          <p:cNvPr id="1119" name="Google Shape;1119;p44"/>
          <p:cNvSpPr/>
          <p:nvPr/>
        </p:nvSpPr>
        <p:spPr>
          <a:xfrm>
            <a:off x="765188" y="3898850"/>
            <a:ext cx="231195" cy="248348"/>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4"/>
          <p:cNvSpPr/>
          <p:nvPr/>
        </p:nvSpPr>
        <p:spPr>
          <a:xfrm rot="1436664">
            <a:off x="8147896" y="1870741"/>
            <a:ext cx="235986" cy="240421"/>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4"/>
          <p:cNvSpPr/>
          <p:nvPr/>
        </p:nvSpPr>
        <p:spPr>
          <a:xfrm rot="3698333">
            <a:off x="1389461" y="4484400"/>
            <a:ext cx="295353" cy="30094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4"/>
          <p:cNvSpPr/>
          <p:nvPr/>
        </p:nvSpPr>
        <p:spPr>
          <a:xfrm>
            <a:off x="5874461" y="3962975"/>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4"/>
          <p:cNvSpPr/>
          <p:nvPr/>
        </p:nvSpPr>
        <p:spPr>
          <a:xfrm>
            <a:off x="6054210" y="-5190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4"/>
          <p:cNvSpPr/>
          <p:nvPr/>
        </p:nvSpPr>
        <p:spPr>
          <a:xfrm>
            <a:off x="1163725" y="253807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5" name="Google Shape;1125;p44"/>
          <p:cNvGrpSpPr/>
          <p:nvPr/>
        </p:nvGrpSpPr>
        <p:grpSpPr>
          <a:xfrm>
            <a:off x="7425021" y="2662257"/>
            <a:ext cx="1255142" cy="1141009"/>
            <a:chOff x="6494019" y="-137261"/>
            <a:chExt cx="2116596" cy="1924130"/>
          </a:xfrm>
        </p:grpSpPr>
        <p:sp>
          <p:nvSpPr>
            <p:cNvPr id="1126" name="Google Shape;1126;p44"/>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4"/>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5077262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grpSp>
        <p:nvGrpSpPr>
          <p:cNvPr id="1114" name="Google Shape;1114;p44"/>
          <p:cNvGrpSpPr/>
          <p:nvPr/>
        </p:nvGrpSpPr>
        <p:grpSpPr>
          <a:xfrm>
            <a:off x="742979" y="-358481"/>
            <a:ext cx="7425250" cy="5200500"/>
            <a:chOff x="684000" y="-310300"/>
            <a:chExt cx="7425250" cy="5200500"/>
          </a:xfrm>
        </p:grpSpPr>
        <p:sp>
          <p:nvSpPr>
            <p:cNvPr id="1115" name="Google Shape;1115;p44"/>
            <p:cNvSpPr/>
            <p:nvPr/>
          </p:nvSpPr>
          <p:spPr>
            <a:xfrm>
              <a:off x="2908750" y="-310300"/>
              <a:ext cx="5200500" cy="52005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4"/>
            <p:cNvSpPr/>
            <p:nvPr/>
          </p:nvSpPr>
          <p:spPr>
            <a:xfrm>
              <a:off x="684000" y="278550"/>
              <a:ext cx="4233300" cy="4233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7" name="Google Shape;1117;p44"/>
          <p:cNvSpPr txBox="1">
            <a:spLocks noGrp="1"/>
          </p:cNvSpPr>
          <p:nvPr>
            <p:ph type="title"/>
          </p:nvPr>
        </p:nvSpPr>
        <p:spPr>
          <a:xfrm>
            <a:off x="1054064" y="682654"/>
            <a:ext cx="7940921" cy="717144"/>
          </a:xfrm>
          <a:prstGeom prst="rect">
            <a:avLst/>
          </a:prstGeom>
        </p:spPr>
        <p:txBody>
          <a:bodyPr spcFirstLastPara="1" wrap="square" lIns="91425" tIns="91425" rIns="91425" bIns="91425" anchor="t" anchorCtr="0">
            <a:noAutofit/>
          </a:bodyPr>
          <a:lstStyle/>
          <a:p>
            <a:pPr algn="ctr"/>
            <a:r>
              <a:rPr lang="en-GB" dirty="0"/>
              <a:t>Secure Payment Options</a:t>
            </a:r>
            <a:endParaRPr dirty="0"/>
          </a:p>
        </p:txBody>
      </p:sp>
      <p:sp>
        <p:nvSpPr>
          <p:cNvPr id="1118" name="Google Shape;1118;p44"/>
          <p:cNvSpPr txBox="1">
            <a:spLocks noGrp="1"/>
          </p:cNvSpPr>
          <p:nvPr>
            <p:ph type="body" idx="1"/>
          </p:nvPr>
        </p:nvSpPr>
        <p:spPr>
          <a:xfrm>
            <a:off x="1715717" y="1370207"/>
            <a:ext cx="5901334" cy="3192845"/>
          </a:xfrm>
          <a:prstGeom prst="rect">
            <a:avLst/>
          </a:prstGeom>
        </p:spPr>
        <p:txBody>
          <a:bodyPr spcFirstLastPara="1" wrap="square" lIns="91425" tIns="91425" rIns="91425" bIns="91425" anchor="t" anchorCtr="0">
            <a:noAutofit/>
          </a:bodyPr>
          <a:lstStyle/>
          <a:p>
            <a:pPr marL="165100" indent="0">
              <a:buNone/>
            </a:pPr>
            <a:r>
              <a:rPr lang="en-GB" b="1" dirty="0"/>
              <a:t>Multiple Payment Methods:</a:t>
            </a:r>
            <a:endParaRPr lang="en-GB" dirty="0"/>
          </a:p>
          <a:p>
            <a:r>
              <a:rPr lang="en-GB" dirty="0"/>
              <a:t>Offer a variety of secure payment options, including credit/debit cards, PayPal, and other popular payment gateways. Ensure the payment process is secure and straightforward.</a:t>
            </a:r>
          </a:p>
          <a:p>
            <a:pPr marL="165100" indent="0">
              <a:buNone/>
            </a:pPr>
            <a:endParaRPr lang="en-GB" dirty="0"/>
          </a:p>
          <a:p>
            <a:pPr marL="165100" indent="0">
              <a:buNone/>
            </a:pPr>
            <a:r>
              <a:rPr lang="en-GB" b="1" dirty="0"/>
              <a:t>Subscription Services:</a:t>
            </a:r>
            <a:endParaRPr lang="en-GB" dirty="0"/>
          </a:p>
          <a:p>
            <a:r>
              <a:rPr lang="en-GB" dirty="0"/>
              <a:t>Introduce subscription services for products that grandparents regularly need, such as health supplements or hobby supplies. This can provide a steady revenue stream.</a:t>
            </a:r>
          </a:p>
          <a:p>
            <a:pPr marL="165100" indent="0">
              <a:buNone/>
            </a:pPr>
            <a:endParaRPr lang="en-GB" dirty="0"/>
          </a:p>
        </p:txBody>
      </p:sp>
      <p:sp>
        <p:nvSpPr>
          <p:cNvPr id="1119" name="Google Shape;1119;p44"/>
          <p:cNvSpPr/>
          <p:nvPr/>
        </p:nvSpPr>
        <p:spPr>
          <a:xfrm>
            <a:off x="765188" y="3898850"/>
            <a:ext cx="231195" cy="248348"/>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4"/>
          <p:cNvSpPr/>
          <p:nvPr/>
        </p:nvSpPr>
        <p:spPr>
          <a:xfrm rot="1436664">
            <a:off x="8147896" y="1870741"/>
            <a:ext cx="235986" cy="240421"/>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4"/>
          <p:cNvSpPr/>
          <p:nvPr/>
        </p:nvSpPr>
        <p:spPr>
          <a:xfrm rot="3698333">
            <a:off x="1389461" y="4484400"/>
            <a:ext cx="295353" cy="30094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4"/>
          <p:cNvSpPr/>
          <p:nvPr/>
        </p:nvSpPr>
        <p:spPr>
          <a:xfrm>
            <a:off x="5874461" y="3962975"/>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4"/>
          <p:cNvSpPr/>
          <p:nvPr/>
        </p:nvSpPr>
        <p:spPr>
          <a:xfrm>
            <a:off x="6054210" y="-5190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4"/>
          <p:cNvSpPr/>
          <p:nvPr/>
        </p:nvSpPr>
        <p:spPr>
          <a:xfrm>
            <a:off x="1163725" y="253807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5" name="Google Shape;1125;p44"/>
          <p:cNvGrpSpPr/>
          <p:nvPr/>
        </p:nvGrpSpPr>
        <p:grpSpPr>
          <a:xfrm>
            <a:off x="7425021" y="2662257"/>
            <a:ext cx="1255142" cy="1141009"/>
            <a:chOff x="6494019" y="-137261"/>
            <a:chExt cx="2116596" cy="1924130"/>
          </a:xfrm>
        </p:grpSpPr>
        <p:sp>
          <p:nvSpPr>
            <p:cNvPr id="1126" name="Google Shape;1126;p44"/>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4"/>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029668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grpSp>
        <p:nvGrpSpPr>
          <p:cNvPr id="1114" name="Google Shape;1114;p44"/>
          <p:cNvGrpSpPr/>
          <p:nvPr/>
        </p:nvGrpSpPr>
        <p:grpSpPr>
          <a:xfrm>
            <a:off x="742979" y="-358481"/>
            <a:ext cx="7425250" cy="5200500"/>
            <a:chOff x="684000" y="-310300"/>
            <a:chExt cx="7425250" cy="5200500"/>
          </a:xfrm>
        </p:grpSpPr>
        <p:sp>
          <p:nvSpPr>
            <p:cNvPr id="1115" name="Google Shape;1115;p44"/>
            <p:cNvSpPr/>
            <p:nvPr/>
          </p:nvSpPr>
          <p:spPr>
            <a:xfrm>
              <a:off x="2908750" y="-310300"/>
              <a:ext cx="5200500" cy="52005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4"/>
            <p:cNvSpPr/>
            <p:nvPr/>
          </p:nvSpPr>
          <p:spPr>
            <a:xfrm>
              <a:off x="684000" y="278550"/>
              <a:ext cx="4233300" cy="4233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7" name="Google Shape;1117;p44"/>
          <p:cNvSpPr txBox="1">
            <a:spLocks noGrp="1"/>
          </p:cNvSpPr>
          <p:nvPr>
            <p:ph type="title"/>
          </p:nvPr>
        </p:nvSpPr>
        <p:spPr>
          <a:xfrm>
            <a:off x="1054064" y="682654"/>
            <a:ext cx="7940921" cy="717144"/>
          </a:xfrm>
          <a:prstGeom prst="rect">
            <a:avLst/>
          </a:prstGeom>
        </p:spPr>
        <p:txBody>
          <a:bodyPr spcFirstLastPara="1" wrap="square" lIns="91425" tIns="91425" rIns="91425" bIns="91425" anchor="t" anchorCtr="0">
            <a:noAutofit/>
          </a:bodyPr>
          <a:lstStyle/>
          <a:p>
            <a:pPr algn="ctr"/>
            <a:r>
              <a:rPr lang="en-GB" dirty="0"/>
              <a:t>Marketing and Advertising</a:t>
            </a:r>
            <a:endParaRPr dirty="0"/>
          </a:p>
        </p:txBody>
      </p:sp>
      <p:sp>
        <p:nvSpPr>
          <p:cNvPr id="1118" name="Google Shape;1118;p44"/>
          <p:cNvSpPr txBox="1">
            <a:spLocks noGrp="1"/>
          </p:cNvSpPr>
          <p:nvPr>
            <p:ph type="body" idx="1"/>
          </p:nvPr>
        </p:nvSpPr>
        <p:spPr>
          <a:xfrm>
            <a:off x="1715717" y="1370207"/>
            <a:ext cx="5901334" cy="3192845"/>
          </a:xfrm>
          <a:prstGeom prst="rect">
            <a:avLst/>
          </a:prstGeom>
        </p:spPr>
        <p:txBody>
          <a:bodyPr spcFirstLastPara="1" wrap="square" lIns="91425" tIns="91425" rIns="91425" bIns="91425" anchor="t" anchorCtr="0">
            <a:noAutofit/>
          </a:bodyPr>
          <a:lstStyle/>
          <a:p>
            <a:pPr marL="165100" indent="0">
              <a:buNone/>
            </a:pPr>
            <a:r>
              <a:rPr lang="en-GB" b="1" dirty="0"/>
              <a:t>Targeted Advertising:</a:t>
            </a:r>
            <a:endParaRPr lang="en-GB" dirty="0"/>
          </a:p>
          <a:p>
            <a:r>
              <a:rPr lang="en-GB" dirty="0"/>
              <a:t>Use targeted advertising to promote your e-commerce products. Utilize social media platforms, email marketing, and search engine advertising to reach potential customers.</a:t>
            </a:r>
          </a:p>
          <a:p>
            <a:pPr marL="165100" indent="0">
              <a:buNone/>
            </a:pPr>
            <a:endParaRPr lang="en-GB" dirty="0"/>
          </a:p>
          <a:p>
            <a:pPr marL="165100" indent="0">
              <a:buNone/>
            </a:pPr>
            <a:r>
              <a:rPr lang="en-GB" b="1" dirty="0"/>
              <a:t>Seasonal Campaigns:</a:t>
            </a:r>
            <a:endParaRPr lang="en-GB" dirty="0"/>
          </a:p>
          <a:p>
            <a:r>
              <a:rPr lang="en-GB" dirty="0"/>
              <a:t>Run seasonal marketing campaigns to take advantage of holidays and special occasions. Offer themed products and discounts during these times.</a:t>
            </a:r>
          </a:p>
          <a:p>
            <a:pPr marL="165100" indent="0">
              <a:buNone/>
            </a:pPr>
            <a:endParaRPr lang="en-GB" dirty="0"/>
          </a:p>
        </p:txBody>
      </p:sp>
      <p:sp>
        <p:nvSpPr>
          <p:cNvPr id="1119" name="Google Shape;1119;p44"/>
          <p:cNvSpPr/>
          <p:nvPr/>
        </p:nvSpPr>
        <p:spPr>
          <a:xfrm>
            <a:off x="765188" y="3898850"/>
            <a:ext cx="231195" cy="248348"/>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4"/>
          <p:cNvSpPr/>
          <p:nvPr/>
        </p:nvSpPr>
        <p:spPr>
          <a:xfrm rot="1436664">
            <a:off x="8147896" y="1870741"/>
            <a:ext cx="235986" cy="240421"/>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4"/>
          <p:cNvSpPr/>
          <p:nvPr/>
        </p:nvSpPr>
        <p:spPr>
          <a:xfrm rot="3698333">
            <a:off x="1389461" y="4484400"/>
            <a:ext cx="295353" cy="30094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4"/>
          <p:cNvSpPr/>
          <p:nvPr/>
        </p:nvSpPr>
        <p:spPr>
          <a:xfrm>
            <a:off x="5874461" y="3962975"/>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4"/>
          <p:cNvSpPr/>
          <p:nvPr/>
        </p:nvSpPr>
        <p:spPr>
          <a:xfrm>
            <a:off x="6054210" y="-5190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4"/>
          <p:cNvSpPr/>
          <p:nvPr/>
        </p:nvSpPr>
        <p:spPr>
          <a:xfrm>
            <a:off x="1163725" y="253807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5" name="Google Shape;1125;p44"/>
          <p:cNvGrpSpPr/>
          <p:nvPr/>
        </p:nvGrpSpPr>
        <p:grpSpPr>
          <a:xfrm>
            <a:off x="7425021" y="2662257"/>
            <a:ext cx="1255142" cy="1141009"/>
            <a:chOff x="6494019" y="-137261"/>
            <a:chExt cx="2116596" cy="1924130"/>
          </a:xfrm>
        </p:grpSpPr>
        <p:sp>
          <p:nvSpPr>
            <p:cNvPr id="1126" name="Google Shape;1126;p44"/>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4"/>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6415442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grpSp>
        <p:nvGrpSpPr>
          <p:cNvPr id="1114" name="Google Shape;1114;p44"/>
          <p:cNvGrpSpPr/>
          <p:nvPr/>
        </p:nvGrpSpPr>
        <p:grpSpPr>
          <a:xfrm>
            <a:off x="765188" y="-189148"/>
            <a:ext cx="7425250" cy="5200500"/>
            <a:chOff x="684000" y="-310300"/>
            <a:chExt cx="7425250" cy="5200500"/>
          </a:xfrm>
        </p:grpSpPr>
        <p:sp>
          <p:nvSpPr>
            <p:cNvPr id="1115" name="Google Shape;1115;p44"/>
            <p:cNvSpPr/>
            <p:nvPr/>
          </p:nvSpPr>
          <p:spPr>
            <a:xfrm>
              <a:off x="2908750" y="-310300"/>
              <a:ext cx="5200500" cy="52005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4"/>
            <p:cNvSpPr/>
            <p:nvPr/>
          </p:nvSpPr>
          <p:spPr>
            <a:xfrm>
              <a:off x="684000" y="278550"/>
              <a:ext cx="4233300" cy="4233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7" name="Google Shape;1117;p44"/>
          <p:cNvSpPr txBox="1">
            <a:spLocks noGrp="1"/>
          </p:cNvSpPr>
          <p:nvPr>
            <p:ph type="title"/>
          </p:nvPr>
        </p:nvSpPr>
        <p:spPr>
          <a:xfrm>
            <a:off x="1054064" y="682654"/>
            <a:ext cx="7940921" cy="717144"/>
          </a:xfrm>
          <a:prstGeom prst="rect">
            <a:avLst/>
          </a:prstGeom>
        </p:spPr>
        <p:txBody>
          <a:bodyPr spcFirstLastPara="1" wrap="square" lIns="91425" tIns="91425" rIns="91425" bIns="91425" anchor="t" anchorCtr="0">
            <a:noAutofit/>
          </a:bodyPr>
          <a:lstStyle/>
          <a:p>
            <a:pPr algn="ctr"/>
            <a:r>
              <a:rPr lang="en-GB" dirty="0"/>
              <a:t>Feedback and Improvement</a:t>
            </a:r>
            <a:endParaRPr dirty="0"/>
          </a:p>
        </p:txBody>
      </p:sp>
      <p:sp>
        <p:nvSpPr>
          <p:cNvPr id="1118" name="Google Shape;1118;p44"/>
          <p:cNvSpPr txBox="1">
            <a:spLocks noGrp="1"/>
          </p:cNvSpPr>
          <p:nvPr>
            <p:ph type="body" idx="1"/>
          </p:nvPr>
        </p:nvSpPr>
        <p:spPr>
          <a:xfrm>
            <a:off x="1715717" y="1370207"/>
            <a:ext cx="5901334" cy="3192845"/>
          </a:xfrm>
          <a:prstGeom prst="rect">
            <a:avLst/>
          </a:prstGeom>
        </p:spPr>
        <p:txBody>
          <a:bodyPr spcFirstLastPara="1" wrap="square" lIns="91425" tIns="91425" rIns="91425" bIns="91425" anchor="t" anchorCtr="0">
            <a:noAutofit/>
          </a:bodyPr>
          <a:lstStyle/>
          <a:p>
            <a:pPr marL="165100" indent="0">
              <a:buNone/>
            </a:pPr>
            <a:r>
              <a:rPr lang="en-GB" b="1" dirty="0"/>
              <a:t>Customer Feedback:</a:t>
            </a:r>
            <a:endParaRPr lang="en-GB" dirty="0"/>
          </a:p>
          <a:p>
            <a:r>
              <a:rPr lang="en-GB" dirty="0"/>
              <a:t>Regularly collect feedback from customers to understand their shopping experience and identify areas for improvement.</a:t>
            </a:r>
          </a:p>
          <a:p>
            <a:pPr marL="165100" indent="0">
              <a:buNone/>
            </a:pPr>
            <a:endParaRPr lang="en-GB" dirty="0"/>
          </a:p>
          <a:p>
            <a:pPr marL="165100" indent="0">
              <a:buNone/>
            </a:pPr>
            <a:r>
              <a:rPr lang="en-GB" b="1" dirty="0"/>
              <a:t>Continuous Improvement:</a:t>
            </a:r>
            <a:endParaRPr lang="en-GB" dirty="0"/>
          </a:p>
          <a:p>
            <a:r>
              <a:rPr lang="en-GB" dirty="0"/>
              <a:t>Continuously improve your e-commerce platform based on customer feedback and market trends. Stay updated with the latest e-commerce technologies and best practices.</a:t>
            </a:r>
          </a:p>
          <a:p>
            <a:pPr marL="165100" indent="0">
              <a:buNone/>
            </a:pPr>
            <a:endParaRPr lang="en-GB" dirty="0"/>
          </a:p>
        </p:txBody>
      </p:sp>
      <p:sp>
        <p:nvSpPr>
          <p:cNvPr id="1119" name="Google Shape;1119;p44"/>
          <p:cNvSpPr/>
          <p:nvPr/>
        </p:nvSpPr>
        <p:spPr>
          <a:xfrm>
            <a:off x="765188" y="3898850"/>
            <a:ext cx="231195" cy="248348"/>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4"/>
          <p:cNvSpPr/>
          <p:nvPr/>
        </p:nvSpPr>
        <p:spPr>
          <a:xfrm rot="1436664">
            <a:off x="8147896" y="1870741"/>
            <a:ext cx="235986" cy="240421"/>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4"/>
          <p:cNvSpPr/>
          <p:nvPr/>
        </p:nvSpPr>
        <p:spPr>
          <a:xfrm rot="3698333">
            <a:off x="1389461" y="4484400"/>
            <a:ext cx="295353" cy="30094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4"/>
          <p:cNvSpPr/>
          <p:nvPr/>
        </p:nvSpPr>
        <p:spPr>
          <a:xfrm>
            <a:off x="5874461" y="3962975"/>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4"/>
          <p:cNvSpPr/>
          <p:nvPr/>
        </p:nvSpPr>
        <p:spPr>
          <a:xfrm>
            <a:off x="6054210" y="-5190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4"/>
          <p:cNvSpPr/>
          <p:nvPr/>
        </p:nvSpPr>
        <p:spPr>
          <a:xfrm>
            <a:off x="1163725" y="253807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5" name="Google Shape;1125;p44"/>
          <p:cNvGrpSpPr/>
          <p:nvPr/>
        </p:nvGrpSpPr>
        <p:grpSpPr>
          <a:xfrm>
            <a:off x="7425021" y="2662257"/>
            <a:ext cx="1255142" cy="1141009"/>
            <a:chOff x="6494019" y="-137261"/>
            <a:chExt cx="2116596" cy="1924130"/>
          </a:xfrm>
        </p:grpSpPr>
        <p:sp>
          <p:nvSpPr>
            <p:cNvPr id="1126" name="Google Shape;1126;p44"/>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4"/>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5503936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65"/>
        <p:cNvGrpSpPr/>
        <p:nvPr/>
      </p:nvGrpSpPr>
      <p:grpSpPr>
        <a:xfrm>
          <a:off x="0" y="0"/>
          <a:ext cx="0" cy="0"/>
          <a:chOff x="0" y="0"/>
          <a:chExt cx="0" cy="0"/>
        </a:xfrm>
      </p:grpSpPr>
      <p:sp>
        <p:nvSpPr>
          <p:cNvPr id="866" name="Google Shape;866;p42"/>
          <p:cNvSpPr/>
          <p:nvPr/>
        </p:nvSpPr>
        <p:spPr>
          <a:xfrm>
            <a:off x="747490" y="1106219"/>
            <a:ext cx="1260906" cy="1231726"/>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42"/>
          <p:cNvSpPr txBox="1">
            <a:spLocks noGrp="1"/>
          </p:cNvSpPr>
          <p:nvPr>
            <p:ph type="title" idx="2"/>
          </p:nvPr>
        </p:nvSpPr>
        <p:spPr>
          <a:xfrm>
            <a:off x="753800" y="1263388"/>
            <a:ext cx="1248300" cy="91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04</a:t>
            </a:r>
            <a:endParaRPr dirty="0"/>
          </a:p>
        </p:txBody>
      </p:sp>
      <p:sp>
        <p:nvSpPr>
          <p:cNvPr id="868" name="Google Shape;868;p42"/>
          <p:cNvSpPr txBox="1">
            <a:spLocks noGrp="1"/>
          </p:cNvSpPr>
          <p:nvPr>
            <p:ph type="title"/>
          </p:nvPr>
        </p:nvSpPr>
        <p:spPr>
          <a:xfrm>
            <a:off x="713100" y="2427950"/>
            <a:ext cx="3858900" cy="1477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Virtual events</a:t>
            </a:r>
          </a:p>
        </p:txBody>
      </p:sp>
      <p:sp>
        <p:nvSpPr>
          <p:cNvPr id="869" name="Google Shape;869;p42"/>
          <p:cNvSpPr txBox="1">
            <a:spLocks noGrp="1"/>
          </p:cNvSpPr>
          <p:nvPr>
            <p:ph type="subTitle" idx="1"/>
          </p:nvPr>
        </p:nvSpPr>
        <p:spPr>
          <a:xfrm>
            <a:off x="713100" y="3862475"/>
            <a:ext cx="3418757" cy="73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Organize virtual events to boost revenue</a:t>
            </a:r>
          </a:p>
        </p:txBody>
      </p:sp>
      <p:grpSp>
        <p:nvGrpSpPr>
          <p:cNvPr id="870" name="Google Shape;870;p42"/>
          <p:cNvGrpSpPr/>
          <p:nvPr/>
        </p:nvGrpSpPr>
        <p:grpSpPr>
          <a:xfrm>
            <a:off x="4157157" y="403696"/>
            <a:ext cx="4833538" cy="4333495"/>
            <a:chOff x="4157157" y="403696"/>
            <a:chExt cx="4833538" cy="4333495"/>
          </a:xfrm>
        </p:grpSpPr>
        <p:sp>
          <p:nvSpPr>
            <p:cNvPr id="871" name="Google Shape;871;p42"/>
            <p:cNvSpPr/>
            <p:nvPr/>
          </p:nvSpPr>
          <p:spPr>
            <a:xfrm>
              <a:off x="4422034" y="1110130"/>
              <a:ext cx="4568661" cy="3324380"/>
            </a:xfrm>
            <a:custGeom>
              <a:avLst/>
              <a:gdLst/>
              <a:ahLst/>
              <a:cxnLst/>
              <a:rect l="l" t="t" r="r" b="b"/>
              <a:pathLst>
                <a:path w="67938" h="49435" extrusionOk="0">
                  <a:moveTo>
                    <a:pt x="19861" y="0"/>
                  </a:moveTo>
                  <a:cubicBezTo>
                    <a:pt x="10467" y="0"/>
                    <a:pt x="2847" y="7608"/>
                    <a:pt x="2847" y="17014"/>
                  </a:cubicBezTo>
                  <a:cubicBezTo>
                    <a:pt x="2847" y="20848"/>
                    <a:pt x="4109" y="24384"/>
                    <a:pt x="6252" y="27230"/>
                  </a:cubicBezTo>
                  <a:cubicBezTo>
                    <a:pt x="2394" y="31135"/>
                    <a:pt x="1" y="36505"/>
                    <a:pt x="1" y="42434"/>
                  </a:cubicBezTo>
                  <a:cubicBezTo>
                    <a:pt x="1" y="44887"/>
                    <a:pt x="418" y="47244"/>
                    <a:pt x="1168" y="49435"/>
                  </a:cubicBezTo>
                  <a:lnTo>
                    <a:pt x="66628" y="49435"/>
                  </a:lnTo>
                  <a:cubicBezTo>
                    <a:pt x="67474" y="47399"/>
                    <a:pt x="67938" y="45160"/>
                    <a:pt x="67938" y="42815"/>
                  </a:cubicBezTo>
                  <a:cubicBezTo>
                    <a:pt x="67938" y="37826"/>
                    <a:pt x="65831" y="33326"/>
                    <a:pt x="62461" y="30171"/>
                  </a:cubicBezTo>
                  <a:cubicBezTo>
                    <a:pt x="63283" y="27873"/>
                    <a:pt x="63747" y="25396"/>
                    <a:pt x="63747" y="22801"/>
                  </a:cubicBezTo>
                  <a:cubicBezTo>
                    <a:pt x="63747" y="10835"/>
                    <a:pt x="54032" y="1119"/>
                    <a:pt x="42054" y="1119"/>
                  </a:cubicBezTo>
                  <a:cubicBezTo>
                    <a:pt x="38018" y="1119"/>
                    <a:pt x="34243" y="2227"/>
                    <a:pt x="31005" y="4155"/>
                  </a:cubicBezTo>
                  <a:cubicBezTo>
                    <a:pt x="28016" y="1560"/>
                    <a:pt x="24123" y="0"/>
                    <a:pt x="1986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72" name="Google Shape;872;p42"/>
            <p:cNvGrpSpPr/>
            <p:nvPr/>
          </p:nvGrpSpPr>
          <p:grpSpPr>
            <a:xfrm>
              <a:off x="4711468" y="3532318"/>
              <a:ext cx="941734" cy="930235"/>
              <a:chOff x="5044343" y="3532318"/>
              <a:chExt cx="941734" cy="930235"/>
            </a:xfrm>
          </p:grpSpPr>
          <p:sp>
            <p:nvSpPr>
              <p:cNvPr id="873" name="Google Shape;873;p42"/>
              <p:cNvSpPr/>
              <p:nvPr/>
            </p:nvSpPr>
            <p:spPr>
              <a:xfrm>
                <a:off x="5044343" y="3861427"/>
                <a:ext cx="466698" cy="594737"/>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42"/>
              <p:cNvSpPr/>
              <p:nvPr/>
            </p:nvSpPr>
            <p:spPr>
              <a:xfrm>
                <a:off x="5125040" y="3875616"/>
                <a:ext cx="307523" cy="577320"/>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42"/>
              <p:cNvSpPr/>
              <p:nvPr/>
            </p:nvSpPr>
            <p:spPr>
              <a:xfrm>
                <a:off x="5540562" y="3532318"/>
                <a:ext cx="445515" cy="922232"/>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42"/>
              <p:cNvSpPr/>
              <p:nvPr/>
            </p:nvSpPr>
            <p:spPr>
              <a:xfrm>
                <a:off x="5675931" y="3539311"/>
                <a:ext cx="183384" cy="923241"/>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42"/>
              <p:cNvSpPr/>
              <p:nvPr/>
            </p:nvSpPr>
            <p:spPr>
              <a:xfrm>
                <a:off x="5283609" y="3596943"/>
                <a:ext cx="368315" cy="863996"/>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42"/>
              <p:cNvSpPr/>
              <p:nvPr/>
            </p:nvSpPr>
            <p:spPr>
              <a:xfrm>
                <a:off x="5406874" y="3597749"/>
                <a:ext cx="166639" cy="851219"/>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9" name="Google Shape;879;p42"/>
            <p:cNvGrpSpPr/>
            <p:nvPr/>
          </p:nvGrpSpPr>
          <p:grpSpPr>
            <a:xfrm>
              <a:off x="7884941" y="3532318"/>
              <a:ext cx="941734" cy="930235"/>
              <a:chOff x="7429141" y="3532318"/>
              <a:chExt cx="941734" cy="930235"/>
            </a:xfrm>
          </p:grpSpPr>
          <p:sp>
            <p:nvSpPr>
              <p:cNvPr id="880" name="Google Shape;880;p42"/>
              <p:cNvSpPr/>
              <p:nvPr/>
            </p:nvSpPr>
            <p:spPr>
              <a:xfrm>
                <a:off x="7904177" y="3861427"/>
                <a:ext cx="466698" cy="594737"/>
              </a:xfrm>
              <a:custGeom>
                <a:avLst/>
                <a:gdLst/>
                <a:ahLst/>
                <a:cxnLst/>
                <a:rect l="l" t="t" r="r" b="b"/>
                <a:pathLst>
                  <a:path w="6940" h="8844" extrusionOk="0">
                    <a:moveTo>
                      <a:pt x="5003" y="1"/>
                    </a:moveTo>
                    <a:cubicBezTo>
                      <a:pt x="4850" y="1"/>
                      <a:pt x="4689" y="27"/>
                      <a:pt x="4525" y="80"/>
                    </a:cubicBezTo>
                    <a:cubicBezTo>
                      <a:pt x="3179" y="509"/>
                      <a:pt x="893" y="4390"/>
                      <a:pt x="0" y="8796"/>
                    </a:cubicBezTo>
                    <a:lnTo>
                      <a:pt x="2596" y="8843"/>
                    </a:lnTo>
                    <a:cubicBezTo>
                      <a:pt x="3072" y="7700"/>
                      <a:pt x="3858" y="6057"/>
                      <a:pt x="5037" y="4367"/>
                    </a:cubicBezTo>
                    <a:cubicBezTo>
                      <a:pt x="6939" y="1639"/>
                      <a:pt x="6214" y="1"/>
                      <a:pt x="500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42"/>
              <p:cNvSpPr/>
              <p:nvPr/>
            </p:nvSpPr>
            <p:spPr>
              <a:xfrm>
                <a:off x="7982655" y="3875616"/>
                <a:ext cx="307523" cy="577320"/>
              </a:xfrm>
              <a:custGeom>
                <a:avLst/>
                <a:gdLst/>
                <a:ahLst/>
                <a:cxnLst/>
                <a:rect l="l" t="t" r="r" b="b"/>
                <a:pathLst>
                  <a:path w="4573" h="8585" extrusionOk="0">
                    <a:moveTo>
                      <a:pt x="4477" y="0"/>
                    </a:moveTo>
                    <a:cubicBezTo>
                      <a:pt x="4453" y="24"/>
                      <a:pt x="3834" y="548"/>
                      <a:pt x="2965" y="1858"/>
                    </a:cubicBezTo>
                    <a:cubicBezTo>
                      <a:pt x="2167" y="3072"/>
                      <a:pt x="1000" y="5215"/>
                      <a:pt x="0" y="8537"/>
                    </a:cubicBezTo>
                    <a:lnTo>
                      <a:pt x="143" y="8585"/>
                    </a:lnTo>
                    <a:cubicBezTo>
                      <a:pt x="2060" y="2274"/>
                      <a:pt x="4548" y="131"/>
                      <a:pt x="4572" y="119"/>
                    </a:cubicBezTo>
                    <a:lnTo>
                      <a:pt x="44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42"/>
              <p:cNvSpPr/>
              <p:nvPr/>
            </p:nvSpPr>
            <p:spPr>
              <a:xfrm>
                <a:off x="7429141" y="3532318"/>
                <a:ext cx="445447" cy="922232"/>
              </a:xfrm>
              <a:custGeom>
                <a:avLst/>
                <a:gdLst/>
                <a:ahLst/>
                <a:cxnLst/>
                <a:rect l="l" t="t" r="r" b="b"/>
                <a:pathLst>
                  <a:path w="6624" h="13714" extrusionOk="0">
                    <a:moveTo>
                      <a:pt x="2474" y="1"/>
                    </a:moveTo>
                    <a:cubicBezTo>
                      <a:pt x="1112" y="1"/>
                      <a:pt x="0" y="1847"/>
                      <a:pt x="1278" y="5593"/>
                    </a:cubicBezTo>
                    <a:cubicBezTo>
                      <a:pt x="2516" y="9213"/>
                      <a:pt x="2790" y="12440"/>
                      <a:pt x="2861" y="13713"/>
                    </a:cubicBezTo>
                    <a:lnTo>
                      <a:pt x="5993" y="13666"/>
                    </a:lnTo>
                    <a:cubicBezTo>
                      <a:pt x="6624" y="7546"/>
                      <a:pt x="5100" y="1414"/>
                      <a:pt x="3504" y="343"/>
                    </a:cubicBezTo>
                    <a:cubicBezTo>
                      <a:pt x="3167" y="115"/>
                      <a:pt x="2813" y="1"/>
                      <a:pt x="247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42"/>
              <p:cNvSpPr/>
              <p:nvPr/>
            </p:nvSpPr>
            <p:spPr>
              <a:xfrm>
                <a:off x="7555902" y="3539311"/>
                <a:ext cx="187419" cy="923241"/>
              </a:xfrm>
              <a:custGeom>
                <a:avLst/>
                <a:gdLst/>
                <a:ahLst/>
                <a:cxnLst/>
                <a:rect l="l" t="t" r="r" b="b"/>
                <a:pathLst>
                  <a:path w="2787" h="13729" extrusionOk="0">
                    <a:moveTo>
                      <a:pt x="131" y="1"/>
                    </a:moveTo>
                    <a:lnTo>
                      <a:pt x="0" y="84"/>
                    </a:lnTo>
                    <a:cubicBezTo>
                      <a:pt x="12" y="96"/>
                      <a:pt x="667" y="1084"/>
                      <a:pt x="1310" y="3251"/>
                    </a:cubicBezTo>
                    <a:cubicBezTo>
                      <a:pt x="1893" y="5251"/>
                      <a:pt x="2584" y="8692"/>
                      <a:pt x="2524" y="13729"/>
                    </a:cubicBezTo>
                    <a:lnTo>
                      <a:pt x="2679" y="13729"/>
                    </a:lnTo>
                    <a:cubicBezTo>
                      <a:pt x="2786" y="4049"/>
                      <a:pt x="155" y="48"/>
                      <a:pt x="1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42"/>
              <p:cNvSpPr/>
              <p:nvPr/>
            </p:nvSpPr>
            <p:spPr>
              <a:xfrm>
                <a:off x="7763227" y="3596943"/>
                <a:ext cx="369189" cy="863996"/>
              </a:xfrm>
              <a:custGeom>
                <a:avLst/>
                <a:gdLst/>
                <a:ahLst/>
                <a:cxnLst/>
                <a:rect l="l" t="t" r="r" b="b"/>
                <a:pathLst>
                  <a:path w="5490" h="12848" extrusionOk="0">
                    <a:moveTo>
                      <a:pt x="3151" y="1"/>
                    </a:moveTo>
                    <a:cubicBezTo>
                      <a:pt x="2185" y="1"/>
                      <a:pt x="1553" y="665"/>
                      <a:pt x="810" y="2882"/>
                    </a:cubicBezTo>
                    <a:cubicBezTo>
                      <a:pt x="120" y="4966"/>
                      <a:pt x="13" y="10717"/>
                      <a:pt x="1" y="12848"/>
                    </a:cubicBezTo>
                    <a:lnTo>
                      <a:pt x="2584" y="12824"/>
                    </a:lnTo>
                    <a:cubicBezTo>
                      <a:pt x="2918" y="11752"/>
                      <a:pt x="3454" y="9943"/>
                      <a:pt x="4132" y="7347"/>
                    </a:cubicBezTo>
                    <a:cubicBezTo>
                      <a:pt x="5490" y="2251"/>
                      <a:pt x="4775" y="227"/>
                      <a:pt x="3573" y="37"/>
                    </a:cubicBezTo>
                    <a:cubicBezTo>
                      <a:pt x="3425" y="13"/>
                      <a:pt x="3284" y="1"/>
                      <a:pt x="31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42"/>
              <p:cNvSpPr/>
              <p:nvPr/>
            </p:nvSpPr>
            <p:spPr>
              <a:xfrm>
                <a:off x="7842511" y="3597749"/>
                <a:ext cx="165832" cy="851219"/>
              </a:xfrm>
              <a:custGeom>
                <a:avLst/>
                <a:gdLst/>
                <a:ahLst/>
                <a:cxnLst/>
                <a:rect l="l" t="t" r="r" b="b"/>
                <a:pathLst>
                  <a:path w="2466" h="12658" extrusionOk="0">
                    <a:moveTo>
                      <a:pt x="2322" y="1"/>
                    </a:moveTo>
                    <a:cubicBezTo>
                      <a:pt x="2298" y="72"/>
                      <a:pt x="774" y="6835"/>
                      <a:pt x="0" y="12633"/>
                    </a:cubicBezTo>
                    <a:lnTo>
                      <a:pt x="143" y="12657"/>
                    </a:lnTo>
                    <a:cubicBezTo>
                      <a:pt x="917" y="6859"/>
                      <a:pt x="2441" y="108"/>
                      <a:pt x="2465" y="37"/>
                    </a:cubicBezTo>
                    <a:lnTo>
                      <a:pt x="23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6" name="Google Shape;886;p42"/>
            <p:cNvSpPr/>
            <p:nvPr/>
          </p:nvSpPr>
          <p:spPr>
            <a:xfrm>
              <a:off x="6667160" y="2188578"/>
              <a:ext cx="614171" cy="793655"/>
            </a:xfrm>
            <a:custGeom>
              <a:avLst/>
              <a:gdLst/>
              <a:ahLst/>
              <a:cxnLst/>
              <a:rect l="l" t="t" r="r" b="b"/>
              <a:pathLst>
                <a:path w="9133" h="11802" extrusionOk="0">
                  <a:moveTo>
                    <a:pt x="798" y="1"/>
                  </a:moveTo>
                  <a:lnTo>
                    <a:pt x="0" y="10478"/>
                  </a:lnTo>
                  <a:cubicBezTo>
                    <a:pt x="659" y="11194"/>
                    <a:pt x="1880" y="11802"/>
                    <a:pt x="3204" y="11802"/>
                  </a:cubicBezTo>
                  <a:cubicBezTo>
                    <a:pt x="4368" y="11802"/>
                    <a:pt x="5611" y="11331"/>
                    <a:pt x="6620" y="10050"/>
                  </a:cubicBezTo>
                  <a:cubicBezTo>
                    <a:pt x="8203" y="8038"/>
                    <a:pt x="9132" y="3358"/>
                    <a:pt x="9073" y="1989"/>
                  </a:cubicBezTo>
                  <a:cubicBezTo>
                    <a:pt x="8192" y="1501"/>
                    <a:pt x="7049" y="1227"/>
                    <a:pt x="6108" y="953"/>
                  </a:cubicBezTo>
                  <a:cubicBezTo>
                    <a:pt x="4810" y="2465"/>
                    <a:pt x="4120" y="4704"/>
                    <a:pt x="4120" y="4704"/>
                  </a:cubicBezTo>
                  <a:cubicBezTo>
                    <a:pt x="3179" y="2727"/>
                    <a:pt x="2203" y="1370"/>
                    <a:pt x="1274" y="441"/>
                  </a:cubicBezTo>
                  <a:cubicBezTo>
                    <a:pt x="1107" y="287"/>
                    <a:pt x="953" y="132"/>
                    <a:pt x="7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42"/>
            <p:cNvSpPr/>
            <p:nvPr/>
          </p:nvSpPr>
          <p:spPr>
            <a:xfrm>
              <a:off x="7025858" y="2211039"/>
              <a:ext cx="256280" cy="179416"/>
            </a:xfrm>
            <a:custGeom>
              <a:avLst/>
              <a:gdLst/>
              <a:ahLst/>
              <a:cxnLst/>
              <a:rect l="l" t="t" r="r" b="b"/>
              <a:pathLst>
                <a:path w="3811" h="2668" extrusionOk="0">
                  <a:moveTo>
                    <a:pt x="845" y="0"/>
                  </a:moveTo>
                  <a:cubicBezTo>
                    <a:pt x="500" y="298"/>
                    <a:pt x="0" y="1631"/>
                    <a:pt x="0" y="1631"/>
                  </a:cubicBezTo>
                  <a:lnTo>
                    <a:pt x="3667" y="2667"/>
                  </a:lnTo>
                  <a:lnTo>
                    <a:pt x="3810" y="1084"/>
                  </a:lnTo>
                  <a:lnTo>
                    <a:pt x="845" y="0"/>
                  </a:lnTo>
                  <a:close/>
                </a:path>
              </a:pathLst>
            </a:custGeom>
            <a:solidFill>
              <a:srgbClr val="E24E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42"/>
            <p:cNvSpPr/>
            <p:nvPr/>
          </p:nvSpPr>
          <p:spPr>
            <a:xfrm>
              <a:off x="6522981" y="2762670"/>
              <a:ext cx="44114" cy="185805"/>
            </a:xfrm>
            <a:custGeom>
              <a:avLst/>
              <a:gdLst/>
              <a:ahLst/>
              <a:cxnLst/>
              <a:rect l="l" t="t" r="r" b="b"/>
              <a:pathLst>
                <a:path w="656" h="2763" extrusionOk="0">
                  <a:moveTo>
                    <a:pt x="1" y="1"/>
                  </a:moveTo>
                  <a:cubicBezTo>
                    <a:pt x="120" y="596"/>
                    <a:pt x="275" y="1417"/>
                    <a:pt x="656" y="2763"/>
                  </a:cubicBezTo>
                  <a:lnTo>
                    <a:pt x="1" y="1"/>
                  </a:ln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42"/>
            <p:cNvSpPr/>
            <p:nvPr/>
          </p:nvSpPr>
          <p:spPr>
            <a:xfrm>
              <a:off x="5204325" y="1902978"/>
              <a:ext cx="996070" cy="947585"/>
            </a:xfrm>
            <a:custGeom>
              <a:avLst/>
              <a:gdLst/>
              <a:ahLst/>
              <a:cxnLst/>
              <a:rect l="l" t="t" r="r" b="b"/>
              <a:pathLst>
                <a:path w="14812" h="14091" extrusionOk="0">
                  <a:moveTo>
                    <a:pt x="1832" y="1"/>
                  </a:moveTo>
                  <a:cubicBezTo>
                    <a:pt x="1805" y="1"/>
                    <a:pt x="1778" y="7"/>
                    <a:pt x="1751" y="21"/>
                  </a:cubicBezTo>
                  <a:cubicBezTo>
                    <a:pt x="1453" y="176"/>
                    <a:pt x="1965" y="2152"/>
                    <a:pt x="1965" y="2152"/>
                  </a:cubicBezTo>
                  <a:cubicBezTo>
                    <a:pt x="1965" y="2152"/>
                    <a:pt x="1359" y="358"/>
                    <a:pt x="1016" y="358"/>
                  </a:cubicBezTo>
                  <a:cubicBezTo>
                    <a:pt x="1003" y="358"/>
                    <a:pt x="989" y="360"/>
                    <a:pt x="977" y="366"/>
                  </a:cubicBezTo>
                  <a:cubicBezTo>
                    <a:pt x="643" y="521"/>
                    <a:pt x="1358" y="2343"/>
                    <a:pt x="1358" y="2343"/>
                  </a:cubicBezTo>
                  <a:cubicBezTo>
                    <a:pt x="1358" y="2343"/>
                    <a:pt x="734" y="1042"/>
                    <a:pt x="393" y="1042"/>
                  </a:cubicBezTo>
                  <a:cubicBezTo>
                    <a:pt x="372" y="1042"/>
                    <a:pt x="352" y="1047"/>
                    <a:pt x="334" y="1057"/>
                  </a:cubicBezTo>
                  <a:cubicBezTo>
                    <a:pt x="0" y="1247"/>
                    <a:pt x="846" y="3772"/>
                    <a:pt x="1262" y="4510"/>
                  </a:cubicBezTo>
                  <a:cubicBezTo>
                    <a:pt x="1262" y="4510"/>
                    <a:pt x="1596" y="12332"/>
                    <a:pt x="4739" y="13880"/>
                  </a:cubicBezTo>
                  <a:cubicBezTo>
                    <a:pt x="5032" y="14025"/>
                    <a:pt x="5327" y="14090"/>
                    <a:pt x="5619" y="14090"/>
                  </a:cubicBezTo>
                  <a:cubicBezTo>
                    <a:pt x="8043" y="14090"/>
                    <a:pt x="10339" y="9576"/>
                    <a:pt x="10966" y="8248"/>
                  </a:cubicBezTo>
                  <a:lnTo>
                    <a:pt x="11764" y="8856"/>
                  </a:lnTo>
                  <a:cubicBezTo>
                    <a:pt x="12633" y="6832"/>
                    <a:pt x="13752" y="5391"/>
                    <a:pt x="14812" y="3498"/>
                  </a:cubicBezTo>
                  <a:cubicBezTo>
                    <a:pt x="14670" y="3462"/>
                    <a:pt x="13966" y="2724"/>
                    <a:pt x="13943" y="2724"/>
                  </a:cubicBezTo>
                  <a:cubicBezTo>
                    <a:pt x="13943" y="2724"/>
                    <a:pt x="13943" y="2724"/>
                    <a:pt x="13943" y="2724"/>
                  </a:cubicBezTo>
                  <a:cubicBezTo>
                    <a:pt x="13943" y="2724"/>
                    <a:pt x="13510" y="2556"/>
                    <a:pt x="12832" y="2556"/>
                  </a:cubicBezTo>
                  <a:cubicBezTo>
                    <a:pt x="11815" y="2556"/>
                    <a:pt x="10244" y="2933"/>
                    <a:pt x="8751" y="4819"/>
                  </a:cubicBezTo>
                  <a:cubicBezTo>
                    <a:pt x="7323" y="7046"/>
                    <a:pt x="5989" y="8701"/>
                    <a:pt x="5989" y="8701"/>
                  </a:cubicBezTo>
                  <a:lnTo>
                    <a:pt x="3501" y="4688"/>
                  </a:lnTo>
                  <a:cubicBezTo>
                    <a:pt x="3501" y="4688"/>
                    <a:pt x="4477" y="2236"/>
                    <a:pt x="4120" y="1855"/>
                  </a:cubicBezTo>
                  <a:cubicBezTo>
                    <a:pt x="4068" y="1798"/>
                    <a:pt x="4017" y="1774"/>
                    <a:pt x="3967" y="1774"/>
                  </a:cubicBezTo>
                  <a:cubicBezTo>
                    <a:pt x="3682" y="1774"/>
                    <a:pt x="3441" y="2557"/>
                    <a:pt x="3441" y="2557"/>
                  </a:cubicBezTo>
                  <a:cubicBezTo>
                    <a:pt x="3441" y="2557"/>
                    <a:pt x="3418" y="127"/>
                    <a:pt x="3007" y="127"/>
                  </a:cubicBezTo>
                  <a:cubicBezTo>
                    <a:pt x="3001" y="127"/>
                    <a:pt x="2995" y="127"/>
                    <a:pt x="2989" y="128"/>
                  </a:cubicBezTo>
                  <a:cubicBezTo>
                    <a:pt x="2572" y="200"/>
                    <a:pt x="2644" y="2129"/>
                    <a:pt x="2644" y="2129"/>
                  </a:cubicBezTo>
                  <a:cubicBezTo>
                    <a:pt x="2644" y="2129"/>
                    <a:pt x="2312" y="1"/>
                    <a:pt x="1832" y="1"/>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42"/>
            <p:cNvSpPr/>
            <p:nvPr/>
          </p:nvSpPr>
          <p:spPr>
            <a:xfrm>
              <a:off x="5286770" y="2059261"/>
              <a:ext cx="136983" cy="53327"/>
            </a:xfrm>
            <a:custGeom>
              <a:avLst/>
              <a:gdLst/>
              <a:ahLst/>
              <a:cxnLst/>
              <a:rect l="l" t="t" r="r" b="b"/>
              <a:pathLst>
                <a:path w="2037" h="793" extrusionOk="0">
                  <a:moveTo>
                    <a:pt x="1496" y="1"/>
                  </a:moveTo>
                  <a:cubicBezTo>
                    <a:pt x="1017" y="1"/>
                    <a:pt x="325" y="117"/>
                    <a:pt x="13" y="733"/>
                  </a:cubicBezTo>
                  <a:cubicBezTo>
                    <a:pt x="1" y="757"/>
                    <a:pt x="13" y="781"/>
                    <a:pt x="25" y="793"/>
                  </a:cubicBezTo>
                  <a:lnTo>
                    <a:pt x="48" y="793"/>
                  </a:lnTo>
                  <a:cubicBezTo>
                    <a:pt x="72" y="793"/>
                    <a:pt x="84" y="793"/>
                    <a:pt x="96" y="769"/>
                  </a:cubicBezTo>
                  <a:cubicBezTo>
                    <a:pt x="391" y="194"/>
                    <a:pt x="1037" y="85"/>
                    <a:pt x="1489" y="85"/>
                  </a:cubicBezTo>
                  <a:cubicBezTo>
                    <a:pt x="1768" y="85"/>
                    <a:pt x="1973" y="126"/>
                    <a:pt x="1977" y="126"/>
                  </a:cubicBezTo>
                  <a:cubicBezTo>
                    <a:pt x="1984" y="129"/>
                    <a:pt x="1990" y="131"/>
                    <a:pt x="1996" y="131"/>
                  </a:cubicBezTo>
                  <a:cubicBezTo>
                    <a:pt x="2013" y="131"/>
                    <a:pt x="2028" y="120"/>
                    <a:pt x="2037" y="102"/>
                  </a:cubicBezTo>
                  <a:cubicBezTo>
                    <a:pt x="2037" y="78"/>
                    <a:pt x="2025" y="55"/>
                    <a:pt x="2001" y="43"/>
                  </a:cubicBezTo>
                  <a:cubicBezTo>
                    <a:pt x="1996" y="43"/>
                    <a:pt x="1785" y="1"/>
                    <a:pt x="1496" y="1"/>
                  </a:cubicBezTo>
                  <a:close/>
                </a:path>
              </a:pathLst>
            </a:custGeom>
            <a:solidFill>
              <a:srgbClr val="6C48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42"/>
            <p:cNvSpPr/>
            <p:nvPr/>
          </p:nvSpPr>
          <p:spPr>
            <a:xfrm>
              <a:off x="6061058" y="2035254"/>
              <a:ext cx="374770" cy="140615"/>
            </a:xfrm>
            <a:custGeom>
              <a:avLst/>
              <a:gdLst/>
              <a:ahLst/>
              <a:cxnLst/>
              <a:rect l="l" t="t" r="r" b="b"/>
              <a:pathLst>
                <a:path w="5573" h="2091" extrusionOk="0">
                  <a:moveTo>
                    <a:pt x="2741" y="0"/>
                  </a:moveTo>
                  <a:cubicBezTo>
                    <a:pt x="1090" y="0"/>
                    <a:pt x="0" y="138"/>
                    <a:pt x="0" y="138"/>
                  </a:cubicBezTo>
                  <a:cubicBezTo>
                    <a:pt x="0" y="221"/>
                    <a:pt x="71" y="2090"/>
                    <a:pt x="71" y="2090"/>
                  </a:cubicBezTo>
                  <a:lnTo>
                    <a:pt x="5572" y="2090"/>
                  </a:lnTo>
                  <a:lnTo>
                    <a:pt x="5572" y="138"/>
                  </a:lnTo>
                  <a:cubicBezTo>
                    <a:pt x="4532" y="35"/>
                    <a:pt x="3567" y="0"/>
                    <a:pt x="27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42"/>
            <p:cNvSpPr/>
            <p:nvPr/>
          </p:nvSpPr>
          <p:spPr>
            <a:xfrm>
              <a:off x="5998585" y="2078897"/>
              <a:ext cx="474835" cy="206517"/>
            </a:xfrm>
            <a:custGeom>
              <a:avLst/>
              <a:gdLst/>
              <a:ahLst/>
              <a:cxnLst/>
              <a:rect l="l" t="t" r="r" b="b"/>
              <a:pathLst>
                <a:path w="7061" h="3071" extrusionOk="0">
                  <a:moveTo>
                    <a:pt x="3283" y="0"/>
                  </a:moveTo>
                  <a:cubicBezTo>
                    <a:pt x="1799" y="0"/>
                    <a:pt x="74" y="205"/>
                    <a:pt x="0" y="215"/>
                  </a:cubicBezTo>
                  <a:cubicBezTo>
                    <a:pt x="0" y="215"/>
                    <a:pt x="1312" y="3071"/>
                    <a:pt x="3443" y="3071"/>
                  </a:cubicBezTo>
                  <a:cubicBezTo>
                    <a:pt x="3671" y="3071"/>
                    <a:pt x="3909" y="3038"/>
                    <a:pt x="4156" y="2965"/>
                  </a:cubicBezTo>
                  <a:cubicBezTo>
                    <a:pt x="6715" y="2215"/>
                    <a:pt x="7061" y="310"/>
                    <a:pt x="7061" y="310"/>
                  </a:cubicBezTo>
                  <a:cubicBezTo>
                    <a:pt x="7061" y="310"/>
                    <a:pt x="5549" y="96"/>
                    <a:pt x="3870" y="13"/>
                  </a:cubicBezTo>
                  <a:cubicBezTo>
                    <a:pt x="3682" y="4"/>
                    <a:pt x="3485" y="0"/>
                    <a:pt x="3283" y="0"/>
                  </a:cubicBezTo>
                  <a:close/>
                </a:path>
              </a:pathLst>
            </a:custGeom>
            <a:solidFill>
              <a:srgbClr val="B893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42"/>
            <p:cNvSpPr/>
            <p:nvPr/>
          </p:nvSpPr>
          <p:spPr>
            <a:xfrm>
              <a:off x="6129112" y="1896388"/>
              <a:ext cx="250631" cy="121583"/>
            </a:xfrm>
            <a:custGeom>
              <a:avLst/>
              <a:gdLst/>
              <a:ahLst/>
              <a:cxnLst/>
              <a:rect l="l" t="t" r="r" b="b"/>
              <a:pathLst>
                <a:path w="3727" h="1808" extrusionOk="0">
                  <a:moveTo>
                    <a:pt x="3727" y="0"/>
                  </a:moveTo>
                  <a:lnTo>
                    <a:pt x="0" y="393"/>
                  </a:lnTo>
                  <a:lnTo>
                    <a:pt x="95" y="1536"/>
                  </a:lnTo>
                  <a:cubicBezTo>
                    <a:pt x="772" y="1717"/>
                    <a:pt x="1463" y="1807"/>
                    <a:pt x="2144" y="1807"/>
                  </a:cubicBezTo>
                  <a:cubicBezTo>
                    <a:pt x="2674" y="1807"/>
                    <a:pt x="3198" y="1753"/>
                    <a:pt x="3703" y="1643"/>
                  </a:cubicBezTo>
                  <a:lnTo>
                    <a:pt x="3727" y="0"/>
                  </a:lnTo>
                  <a:close/>
                </a:path>
              </a:pathLst>
            </a:custGeom>
            <a:solidFill>
              <a:srgbClr val="EAA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42"/>
            <p:cNvSpPr/>
            <p:nvPr/>
          </p:nvSpPr>
          <p:spPr>
            <a:xfrm>
              <a:off x="6089840" y="2015685"/>
              <a:ext cx="319560" cy="71148"/>
            </a:xfrm>
            <a:custGeom>
              <a:avLst/>
              <a:gdLst/>
              <a:ahLst/>
              <a:cxnLst/>
              <a:rect l="l" t="t" r="r" b="b"/>
              <a:pathLst>
                <a:path w="4752" h="1058" extrusionOk="0">
                  <a:moveTo>
                    <a:pt x="1" y="0"/>
                  </a:moveTo>
                  <a:lnTo>
                    <a:pt x="84" y="774"/>
                  </a:lnTo>
                  <a:cubicBezTo>
                    <a:pt x="862" y="972"/>
                    <a:pt x="1659" y="1057"/>
                    <a:pt x="2467" y="1057"/>
                  </a:cubicBezTo>
                  <a:cubicBezTo>
                    <a:pt x="3218" y="1057"/>
                    <a:pt x="3977" y="983"/>
                    <a:pt x="4739" y="857"/>
                  </a:cubicBezTo>
                  <a:lnTo>
                    <a:pt x="4751" y="95"/>
                  </a:lnTo>
                  <a:lnTo>
                    <a:pt x="4751" y="95"/>
                  </a:lnTo>
                  <a:cubicBezTo>
                    <a:pt x="4089" y="210"/>
                    <a:pt x="3402" y="265"/>
                    <a:pt x="2705" y="265"/>
                  </a:cubicBezTo>
                  <a:cubicBezTo>
                    <a:pt x="1810" y="265"/>
                    <a:pt x="898" y="174"/>
                    <a:pt x="1" y="0"/>
                  </a:cubicBezTo>
                  <a:close/>
                </a:path>
              </a:pathLst>
            </a:custGeom>
            <a:solidFill>
              <a:srgbClr val="EAA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42"/>
            <p:cNvSpPr/>
            <p:nvPr/>
          </p:nvSpPr>
          <p:spPr>
            <a:xfrm>
              <a:off x="6095489" y="2067734"/>
              <a:ext cx="313104" cy="289097"/>
            </a:xfrm>
            <a:custGeom>
              <a:avLst/>
              <a:gdLst/>
              <a:ahLst/>
              <a:cxnLst/>
              <a:rect l="l" t="t" r="r" b="b"/>
              <a:pathLst>
                <a:path w="4656" h="4299" extrusionOk="0">
                  <a:moveTo>
                    <a:pt x="0" y="0"/>
                  </a:moveTo>
                  <a:lnTo>
                    <a:pt x="107" y="964"/>
                  </a:lnTo>
                  <a:cubicBezTo>
                    <a:pt x="107" y="964"/>
                    <a:pt x="405" y="4298"/>
                    <a:pt x="2274" y="4298"/>
                  </a:cubicBezTo>
                  <a:cubicBezTo>
                    <a:pt x="4370" y="4298"/>
                    <a:pt x="4643" y="964"/>
                    <a:pt x="4643" y="964"/>
                  </a:cubicBezTo>
                  <a:lnTo>
                    <a:pt x="4655" y="83"/>
                  </a:lnTo>
                  <a:lnTo>
                    <a:pt x="4655" y="83"/>
                  </a:lnTo>
                  <a:cubicBezTo>
                    <a:pt x="3893" y="209"/>
                    <a:pt x="3134" y="283"/>
                    <a:pt x="2383" y="283"/>
                  </a:cubicBezTo>
                  <a:cubicBezTo>
                    <a:pt x="1575" y="283"/>
                    <a:pt x="778" y="198"/>
                    <a:pt x="0" y="0"/>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42"/>
            <p:cNvSpPr/>
            <p:nvPr/>
          </p:nvSpPr>
          <p:spPr>
            <a:xfrm>
              <a:off x="5772768" y="1042344"/>
              <a:ext cx="892038" cy="921022"/>
            </a:xfrm>
            <a:custGeom>
              <a:avLst/>
              <a:gdLst/>
              <a:ahLst/>
              <a:cxnLst/>
              <a:rect l="l" t="t" r="r" b="b"/>
              <a:pathLst>
                <a:path w="13265" h="13696" extrusionOk="0">
                  <a:moveTo>
                    <a:pt x="6941" y="0"/>
                  </a:moveTo>
                  <a:cubicBezTo>
                    <a:pt x="6280" y="0"/>
                    <a:pt x="5583" y="81"/>
                    <a:pt x="4859" y="258"/>
                  </a:cubicBezTo>
                  <a:cubicBezTo>
                    <a:pt x="1001" y="1211"/>
                    <a:pt x="1" y="4794"/>
                    <a:pt x="608" y="8414"/>
                  </a:cubicBezTo>
                  <a:cubicBezTo>
                    <a:pt x="1297" y="12412"/>
                    <a:pt x="4264" y="13696"/>
                    <a:pt x="7114" y="13696"/>
                  </a:cubicBezTo>
                  <a:cubicBezTo>
                    <a:pt x="7320" y="13696"/>
                    <a:pt x="7525" y="13689"/>
                    <a:pt x="7728" y="13676"/>
                  </a:cubicBezTo>
                  <a:cubicBezTo>
                    <a:pt x="10943" y="13462"/>
                    <a:pt x="12860" y="10878"/>
                    <a:pt x="13050" y="8247"/>
                  </a:cubicBezTo>
                  <a:cubicBezTo>
                    <a:pt x="13264" y="5402"/>
                    <a:pt x="13074" y="4675"/>
                    <a:pt x="12633" y="3437"/>
                  </a:cubicBezTo>
                  <a:cubicBezTo>
                    <a:pt x="11966" y="1522"/>
                    <a:pt x="9798" y="0"/>
                    <a:pt x="6941" y="0"/>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42"/>
            <p:cNvSpPr/>
            <p:nvPr/>
          </p:nvSpPr>
          <p:spPr>
            <a:xfrm>
              <a:off x="5772768" y="1325524"/>
              <a:ext cx="189840" cy="336305"/>
            </a:xfrm>
            <a:custGeom>
              <a:avLst/>
              <a:gdLst/>
              <a:ahLst/>
              <a:cxnLst/>
              <a:rect l="l" t="t" r="r" b="b"/>
              <a:pathLst>
                <a:path w="2823" h="5001" extrusionOk="0">
                  <a:moveTo>
                    <a:pt x="1451" y="1"/>
                  </a:moveTo>
                  <a:cubicBezTo>
                    <a:pt x="1116" y="1"/>
                    <a:pt x="790" y="67"/>
                    <a:pt x="632" y="250"/>
                  </a:cubicBezTo>
                  <a:cubicBezTo>
                    <a:pt x="96" y="893"/>
                    <a:pt x="120" y="2084"/>
                    <a:pt x="60" y="2929"/>
                  </a:cubicBezTo>
                  <a:cubicBezTo>
                    <a:pt x="1" y="3774"/>
                    <a:pt x="418" y="4691"/>
                    <a:pt x="1203" y="5001"/>
                  </a:cubicBezTo>
                  <a:lnTo>
                    <a:pt x="858" y="4548"/>
                  </a:lnTo>
                  <a:cubicBezTo>
                    <a:pt x="1489" y="4143"/>
                    <a:pt x="1787" y="3274"/>
                    <a:pt x="1525" y="2560"/>
                  </a:cubicBezTo>
                  <a:lnTo>
                    <a:pt x="1525" y="2560"/>
                  </a:lnTo>
                  <a:cubicBezTo>
                    <a:pt x="1606" y="2749"/>
                    <a:pt x="1816" y="2856"/>
                    <a:pt x="2022" y="2856"/>
                  </a:cubicBezTo>
                  <a:cubicBezTo>
                    <a:pt x="2088" y="2856"/>
                    <a:pt x="2154" y="2845"/>
                    <a:pt x="2215" y="2822"/>
                  </a:cubicBezTo>
                  <a:cubicBezTo>
                    <a:pt x="2465" y="2726"/>
                    <a:pt x="2644" y="2488"/>
                    <a:pt x="2727" y="2226"/>
                  </a:cubicBezTo>
                  <a:cubicBezTo>
                    <a:pt x="2811" y="1964"/>
                    <a:pt x="2811" y="1691"/>
                    <a:pt x="2823" y="1417"/>
                  </a:cubicBezTo>
                  <a:cubicBezTo>
                    <a:pt x="2823" y="1167"/>
                    <a:pt x="2823" y="905"/>
                    <a:pt x="2739" y="667"/>
                  </a:cubicBezTo>
                  <a:cubicBezTo>
                    <a:pt x="2668" y="429"/>
                    <a:pt x="2489" y="202"/>
                    <a:pt x="2251" y="119"/>
                  </a:cubicBezTo>
                  <a:cubicBezTo>
                    <a:pt x="2050" y="52"/>
                    <a:pt x="1747" y="1"/>
                    <a:pt x="14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42"/>
            <p:cNvSpPr/>
            <p:nvPr/>
          </p:nvSpPr>
          <p:spPr>
            <a:xfrm>
              <a:off x="6521434" y="1331307"/>
              <a:ext cx="168993" cy="330521"/>
            </a:xfrm>
            <a:custGeom>
              <a:avLst/>
              <a:gdLst/>
              <a:ahLst/>
              <a:cxnLst/>
              <a:rect l="l" t="t" r="r" b="b"/>
              <a:pathLst>
                <a:path w="2513" h="4915" extrusionOk="0">
                  <a:moveTo>
                    <a:pt x="758" y="1"/>
                  </a:moveTo>
                  <a:cubicBezTo>
                    <a:pt x="692" y="1"/>
                    <a:pt x="626" y="11"/>
                    <a:pt x="560" y="33"/>
                  </a:cubicBezTo>
                  <a:cubicBezTo>
                    <a:pt x="322" y="116"/>
                    <a:pt x="155" y="343"/>
                    <a:pt x="72" y="581"/>
                  </a:cubicBezTo>
                  <a:cubicBezTo>
                    <a:pt x="0" y="819"/>
                    <a:pt x="0" y="1081"/>
                    <a:pt x="0" y="1331"/>
                  </a:cubicBezTo>
                  <a:cubicBezTo>
                    <a:pt x="0" y="1605"/>
                    <a:pt x="0" y="1878"/>
                    <a:pt x="83" y="2140"/>
                  </a:cubicBezTo>
                  <a:cubicBezTo>
                    <a:pt x="167" y="2402"/>
                    <a:pt x="345" y="2640"/>
                    <a:pt x="595" y="2736"/>
                  </a:cubicBezTo>
                  <a:cubicBezTo>
                    <a:pt x="659" y="2759"/>
                    <a:pt x="728" y="2770"/>
                    <a:pt x="795" y="2770"/>
                  </a:cubicBezTo>
                  <a:cubicBezTo>
                    <a:pt x="1006" y="2770"/>
                    <a:pt x="1214" y="2663"/>
                    <a:pt x="1286" y="2474"/>
                  </a:cubicBezTo>
                  <a:lnTo>
                    <a:pt x="1286" y="2474"/>
                  </a:lnTo>
                  <a:cubicBezTo>
                    <a:pt x="1036" y="3188"/>
                    <a:pt x="1322" y="4057"/>
                    <a:pt x="1953" y="4462"/>
                  </a:cubicBezTo>
                  <a:lnTo>
                    <a:pt x="1607" y="4915"/>
                  </a:lnTo>
                  <a:cubicBezTo>
                    <a:pt x="2393" y="4605"/>
                    <a:pt x="2512" y="3831"/>
                    <a:pt x="2453" y="2986"/>
                  </a:cubicBezTo>
                  <a:cubicBezTo>
                    <a:pt x="2393" y="2140"/>
                    <a:pt x="2239" y="1236"/>
                    <a:pt x="1703" y="593"/>
                  </a:cubicBezTo>
                  <a:cubicBezTo>
                    <a:pt x="1451" y="301"/>
                    <a:pt x="1115" y="1"/>
                    <a:pt x="7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42"/>
            <p:cNvSpPr/>
            <p:nvPr/>
          </p:nvSpPr>
          <p:spPr>
            <a:xfrm>
              <a:off x="6492585" y="1547373"/>
              <a:ext cx="217680" cy="246462"/>
            </a:xfrm>
            <a:custGeom>
              <a:avLst/>
              <a:gdLst/>
              <a:ahLst/>
              <a:cxnLst/>
              <a:rect l="l" t="t" r="r" b="b"/>
              <a:pathLst>
                <a:path w="3237" h="3665" extrusionOk="0">
                  <a:moveTo>
                    <a:pt x="1631" y="1"/>
                  </a:moveTo>
                  <a:cubicBezTo>
                    <a:pt x="1165" y="1"/>
                    <a:pt x="774" y="142"/>
                    <a:pt x="774" y="142"/>
                  </a:cubicBezTo>
                  <a:cubicBezTo>
                    <a:pt x="774" y="142"/>
                    <a:pt x="1" y="1975"/>
                    <a:pt x="72" y="2618"/>
                  </a:cubicBezTo>
                  <a:cubicBezTo>
                    <a:pt x="142" y="3313"/>
                    <a:pt x="720" y="3664"/>
                    <a:pt x="1359" y="3664"/>
                  </a:cubicBezTo>
                  <a:cubicBezTo>
                    <a:pt x="2240" y="3664"/>
                    <a:pt x="3237" y="2995"/>
                    <a:pt x="3168" y="1642"/>
                  </a:cubicBezTo>
                  <a:cubicBezTo>
                    <a:pt x="3098" y="282"/>
                    <a:pt x="2289" y="1"/>
                    <a:pt x="1631" y="1"/>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42"/>
            <p:cNvSpPr/>
            <p:nvPr/>
          </p:nvSpPr>
          <p:spPr>
            <a:xfrm>
              <a:off x="6511818" y="1596329"/>
              <a:ext cx="169800" cy="135974"/>
            </a:xfrm>
            <a:custGeom>
              <a:avLst/>
              <a:gdLst/>
              <a:ahLst/>
              <a:cxnLst/>
              <a:rect l="l" t="t" r="r" b="b"/>
              <a:pathLst>
                <a:path w="2525" h="2022" extrusionOk="0">
                  <a:moveTo>
                    <a:pt x="1528" y="1"/>
                  </a:moveTo>
                  <a:cubicBezTo>
                    <a:pt x="1304" y="1"/>
                    <a:pt x="1075" y="77"/>
                    <a:pt x="846" y="223"/>
                  </a:cubicBezTo>
                  <a:cubicBezTo>
                    <a:pt x="0" y="795"/>
                    <a:pt x="536" y="1986"/>
                    <a:pt x="536" y="1998"/>
                  </a:cubicBezTo>
                  <a:cubicBezTo>
                    <a:pt x="548" y="2009"/>
                    <a:pt x="560" y="2021"/>
                    <a:pt x="584" y="2021"/>
                  </a:cubicBezTo>
                  <a:lnTo>
                    <a:pt x="596" y="2021"/>
                  </a:lnTo>
                  <a:cubicBezTo>
                    <a:pt x="619" y="2009"/>
                    <a:pt x="631" y="1986"/>
                    <a:pt x="619" y="1962"/>
                  </a:cubicBezTo>
                  <a:cubicBezTo>
                    <a:pt x="619" y="1950"/>
                    <a:pt x="119" y="831"/>
                    <a:pt x="905" y="307"/>
                  </a:cubicBezTo>
                  <a:cubicBezTo>
                    <a:pt x="1115" y="170"/>
                    <a:pt x="1319" y="96"/>
                    <a:pt x="1520" y="96"/>
                  </a:cubicBezTo>
                  <a:cubicBezTo>
                    <a:pt x="1581" y="96"/>
                    <a:pt x="1642" y="102"/>
                    <a:pt x="1703" y="116"/>
                  </a:cubicBezTo>
                  <a:cubicBezTo>
                    <a:pt x="2155" y="212"/>
                    <a:pt x="2429" y="640"/>
                    <a:pt x="2429" y="640"/>
                  </a:cubicBezTo>
                  <a:cubicBezTo>
                    <a:pt x="2438" y="658"/>
                    <a:pt x="2453" y="669"/>
                    <a:pt x="2470" y="669"/>
                  </a:cubicBezTo>
                  <a:cubicBezTo>
                    <a:pt x="2476" y="669"/>
                    <a:pt x="2482" y="667"/>
                    <a:pt x="2489" y="664"/>
                  </a:cubicBezTo>
                  <a:cubicBezTo>
                    <a:pt x="2512" y="652"/>
                    <a:pt x="2524" y="616"/>
                    <a:pt x="2501" y="593"/>
                  </a:cubicBezTo>
                  <a:cubicBezTo>
                    <a:pt x="2489" y="581"/>
                    <a:pt x="2215" y="128"/>
                    <a:pt x="1727" y="21"/>
                  </a:cubicBezTo>
                  <a:cubicBezTo>
                    <a:pt x="1661" y="7"/>
                    <a:pt x="1595" y="1"/>
                    <a:pt x="1528"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42"/>
            <p:cNvSpPr/>
            <p:nvPr/>
          </p:nvSpPr>
          <p:spPr>
            <a:xfrm>
              <a:off x="6536632" y="1648110"/>
              <a:ext cx="95357" cy="23335"/>
            </a:xfrm>
            <a:custGeom>
              <a:avLst/>
              <a:gdLst/>
              <a:ahLst/>
              <a:cxnLst/>
              <a:rect l="l" t="t" r="r" b="b"/>
              <a:pathLst>
                <a:path w="1418" h="347" extrusionOk="0">
                  <a:moveTo>
                    <a:pt x="635" y="1"/>
                  </a:moveTo>
                  <a:cubicBezTo>
                    <a:pt x="430" y="1"/>
                    <a:pt x="209" y="66"/>
                    <a:pt x="12" y="263"/>
                  </a:cubicBezTo>
                  <a:cubicBezTo>
                    <a:pt x="0" y="275"/>
                    <a:pt x="0" y="311"/>
                    <a:pt x="12" y="323"/>
                  </a:cubicBezTo>
                  <a:cubicBezTo>
                    <a:pt x="24" y="335"/>
                    <a:pt x="36" y="340"/>
                    <a:pt x="48" y="340"/>
                  </a:cubicBezTo>
                  <a:cubicBezTo>
                    <a:pt x="60" y="340"/>
                    <a:pt x="72" y="335"/>
                    <a:pt x="84" y="323"/>
                  </a:cubicBezTo>
                  <a:cubicBezTo>
                    <a:pt x="258" y="149"/>
                    <a:pt x="453" y="90"/>
                    <a:pt x="636" y="90"/>
                  </a:cubicBezTo>
                  <a:cubicBezTo>
                    <a:pt x="1005" y="90"/>
                    <a:pt x="1326" y="327"/>
                    <a:pt x="1334" y="335"/>
                  </a:cubicBezTo>
                  <a:cubicBezTo>
                    <a:pt x="1346" y="335"/>
                    <a:pt x="1346" y="346"/>
                    <a:pt x="1358" y="346"/>
                  </a:cubicBezTo>
                  <a:cubicBezTo>
                    <a:pt x="1370" y="346"/>
                    <a:pt x="1393" y="335"/>
                    <a:pt x="1393" y="323"/>
                  </a:cubicBezTo>
                  <a:cubicBezTo>
                    <a:pt x="1417" y="299"/>
                    <a:pt x="1405" y="275"/>
                    <a:pt x="1393" y="251"/>
                  </a:cubicBezTo>
                  <a:cubicBezTo>
                    <a:pt x="1386" y="251"/>
                    <a:pt x="1038" y="1"/>
                    <a:pt x="635"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42"/>
            <p:cNvSpPr/>
            <p:nvPr/>
          </p:nvSpPr>
          <p:spPr>
            <a:xfrm>
              <a:off x="5805585" y="1532041"/>
              <a:ext cx="926469" cy="541342"/>
            </a:xfrm>
            <a:custGeom>
              <a:avLst/>
              <a:gdLst/>
              <a:ahLst/>
              <a:cxnLst/>
              <a:rect l="l" t="t" r="r" b="b"/>
              <a:pathLst>
                <a:path w="13777" h="8050" extrusionOk="0">
                  <a:moveTo>
                    <a:pt x="11788" y="1"/>
                  </a:moveTo>
                  <a:cubicBezTo>
                    <a:pt x="11788" y="1"/>
                    <a:pt x="11669" y="453"/>
                    <a:pt x="10026" y="2275"/>
                  </a:cubicBezTo>
                  <a:cubicBezTo>
                    <a:pt x="9729" y="2604"/>
                    <a:pt x="9418" y="2711"/>
                    <a:pt x="9091" y="2711"/>
                  </a:cubicBezTo>
                  <a:cubicBezTo>
                    <a:pt x="8477" y="2711"/>
                    <a:pt x="7811" y="2332"/>
                    <a:pt x="7093" y="2332"/>
                  </a:cubicBezTo>
                  <a:cubicBezTo>
                    <a:pt x="7058" y="2332"/>
                    <a:pt x="7024" y="2333"/>
                    <a:pt x="6990" y="2334"/>
                  </a:cubicBezTo>
                  <a:cubicBezTo>
                    <a:pt x="5835" y="2394"/>
                    <a:pt x="5335" y="2620"/>
                    <a:pt x="4073" y="2656"/>
                  </a:cubicBezTo>
                  <a:cubicBezTo>
                    <a:pt x="4066" y="2656"/>
                    <a:pt x="4060" y="2656"/>
                    <a:pt x="4053" y="2656"/>
                  </a:cubicBezTo>
                  <a:cubicBezTo>
                    <a:pt x="2805" y="2656"/>
                    <a:pt x="2450" y="405"/>
                    <a:pt x="697" y="405"/>
                  </a:cubicBezTo>
                  <a:cubicBezTo>
                    <a:pt x="683" y="405"/>
                    <a:pt x="670" y="405"/>
                    <a:pt x="656" y="406"/>
                  </a:cubicBezTo>
                  <a:cubicBezTo>
                    <a:pt x="656" y="406"/>
                    <a:pt x="1" y="8049"/>
                    <a:pt x="6752" y="8049"/>
                  </a:cubicBezTo>
                  <a:cubicBezTo>
                    <a:pt x="13776" y="8049"/>
                    <a:pt x="11788" y="1"/>
                    <a:pt x="117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42"/>
            <p:cNvSpPr/>
            <p:nvPr/>
          </p:nvSpPr>
          <p:spPr>
            <a:xfrm>
              <a:off x="6254798" y="1751200"/>
              <a:ext cx="65701" cy="43509"/>
            </a:xfrm>
            <a:custGeom>
              <a:avLst/>
              <a:gdLst/>
              <a:ahLst/>
              <a:cxnLst/>
              <a:rect l="l" t="t" r="r" b="b"/>
              <a:pathLst>
                <a:path w="977" h="647" extrusionOk="0">
                  <a:moveTo>
                    <a:pt x="50" y="1"/>
                  </a:moveTo>
                  <a:cubicBezTo>
                    <a:pt x="45" y="1"/>
                    <a:pt x="40" y="2"/>
                    <a:pt x="36" y="4"/>
                  </a:cubicBezTo>
                  <a:cubicBezTo>
                    <a:pt x="12" y="4"/>
                    <a:pt x="0" y="28"/>
                    <a:pt x="0" y="52"/>
                  </a:cubicBezTo>
                  <a:cubicBezTo>
                    <a:pt x="0" y="52"/>
                    <a:pt x="84" y="647"/>
                    <a:pt x="798" y="647"/>
                  </a:cubicBezTo>
                  <a:cubicBezTo>
                    <a:pt x="846" y="647"/>
                    <a:pt x="893" y="647"/>
                    <a:pt x="941" y="635"/>
                  </a:cubicBezTo>
                  <a:cubicBezTo>
                    <a:pt x="965" y="635"/>
                    <a:pt x="977" y="611"/>
                    <a:pt x="977" y="587"/>
                  </a:cubicBezTo>
                  <a:cubicBezTo>
                    <a:pt x="977" y="564"/>
                    <a:pt x="953" y="552"/>
                    <a:pt x="929" y="552"/>
                  </a:cubicBezTo>
                  <a:cubicBezTo>
                    <a:pt x="884" y="556"/>
                    <a:pt x="842" y="558"/>
                    <a:pt x="801" y="558"/>
                  </a:cubicBezTo>
                  <a:cubicBezTo>
                    <a:pt x="169" y="558"/>
                    <a:pt x="96" y="62"/>
                    <a:pt x="96" y="40"/>
                  </a:cubicBezTo>
                  <a:cubicBezTo>
                    <a:pt x="96" y="20"/>
                    <a:pt x="72" y="1"/>
                    <a:pt x="50"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42"/>
            <p:cNvSpPr/>
            <p:nvPr/>
          </p:nvSpPr>
          <p:spPr>
            <a:xfrm>
              <a:off x="5989775" y="1420477"/>
              <a:ext cx="176188" cy="95491"/>
            </a:xfrm>
            <a:custGeom>
              <a:avLst/>
              <a:gdLst/>
              <a:ahLst/>
              <a:cxnLst/>
              <a:rect l="l" t="t" r="r" b="b"/>
              <a:pathLst>
                <a:path w="2620" h="1420" extrusionOk="0">
                  <a:moveTo>
                    <a:pt x="2051" y="0"/>
                  </a:moveTo>
                  <a:cubicBezTo>
                    <a:pt x="1822" y="0"/>
                    <a:pt x="1488" y="100"/>
                    <a:pt x="989" y="362"/>
                  </a:cubicBezTo>
                  <a:cubicBezTo>
                    <a:pt x="0" y="874"/>
                    <a:pt x="465" y="1291"/>
                    <a:pt x="465" y="1291"/>
                  </a:cubicBezTo>
                  <a:cubicBezTo>
                    <a:pt x="557" y="1378"/>
                    <a:pt x="676" y="1419"/>
                    <a:pt x="824" y="1419"/>
                  </a:cubicBezTo>
                  <a:cubicBezTo>
                    <a:pt x="1077" y="1419"/>
                    <a:pt x="1413" y="1299"/>
                    <a:pt x="1834" y="1088"/>
                  </a:cubicBezTo>
                  <a:cubicBezTo>
                    <a:pt x="2394" y="803"/>
                    <a:pt x="2620" y="457"/>
                    <a:pt x="2465" y="219"/>
                  </a:cubicBezTo>
                  <a:cubicBezTo>
                    <a:pt x="2389" y="91"/>
                    <a:pt x="2268" y="0"/>
                    <a:pt x="20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42"/>
            <p:cNvSpPr/>
            <p:nvPr/>
          </p:nvSpPr>
          <p:spPr>
            <a:xfrm>
              <a:off x="6105845" y="1568892"/>
              <a:ext cx="64154" cy="76931"/>
            </a:xfrm>
            <a:custGeom>
              <a:avLst/>
              <a:gdLst/>
              <a:ahLst/>
              <a:cxnLst/>
              <a:rect l="l" t="t" r="r" b="b"/>
              <a:pathLst>
                <a:path w="954" h="1144" extrusionOk="0">
                  <a:moveTo>
                    <a:pt x="477" y="0"/>
                  </a:moveTo>
                  <a:cubicBezTo>
                    <a:pt x="215" y="0"/>
                    <a:pt x="1" y="250"/>
                    <a:pt x="1" y="572"/>
                  </a:cubicBezTo>
                  <a:cubicBezTo>
                    <a:pt x="1" y="893"/>
                    <a:pt x="215" y="1143"/>
                    <a:pt x="477" y="1143"/>
                  </a:cubicBezTo>
                  <a:cubicBezTo>
                    <a:pt x="739" y="1143"/>
                    <a:pt x="953" y="893"/>
                    <a:pt x="953" y="572"/>
                  </a:cubicBezTo>
                  <a:cubicBezTo>
                    <a:pt x="953" y="250"/>
                    <a:pt x="739" y="0"/>
                    <a:pt x="4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42"/>
            <p:cNvSpPr/>
            <p:nvPr/>
          </p:nvSpPr>
          <p:spPr>
            <a:xfrm>
              <a:off x="6415721" y="1420477"/>
              <a:ext cx="176188" cy="95491"/>
            </a:xfrm>
            <a:custGeom>
              <a:avLst/>
              <a:gdLst/>
              <a:ahLst/>
              <a:cxnLst/>
              <a:rect l="l" t="t" r="r" b="b"/>
              <a:pathLst>
                <a:path w="2620" h="1420" extrusionOk="0">
                  <a:moveTo>
                    <a:pt x="568" y="0"/>
                  </a:moveTo>
                  <a:cubicBezTo>
                    <a:pt x="349" y="0"/>
                    <a:pt x="225" y="91"/>
                    <a:pt x="143" y="219"/>
                  </a:cubicBezTo>
                  <a:cubicBezTo>
                    <a:pt x="1" y="457"/>
                    <a:pt x="227" y="803"/>
                    <a:pt x="786" y="1088"/>
                  </a:cubicBezTo>
                  <a:cubicBezTo>
                    <a:pt x="1208" y="1299"/>
                    <a:pt x="1539" y="1419"/>
                    <a:pt x="1791" y="1419"/>
                  </a:cubicBezTo>
                  <a:cubicBezTo>
                    <a:pt x="1938" y="1419"/>
                    <a:pt x="2059" y="1378"/>
                    <a:pt x="2156" y="1291"/>
                  </a:cubicBezTo>
                  <a:cubicBezTo>
                    <a:pt x="2156" y="1291"/>
                    <a:pt x="2620" y="874"/>
                    <a:pt x="1632" y="362"/>
                  </a:cubicBezTo>
                  <a:cubicBezTo>
                    <a:pt x="1132" y="100"/>
                    <a:pt x="798" y="0"/>
                    <a:pt x="5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42"/>
            <p:cNvSpPr/>
            <p:nvPr/>
          </p:nvSpPr>
          <p:spPr>
            <a:xfrm>
              <a:off x="6418949" y="1580123"/>
              <a:ext cx="63280" cy="76931"/>
            </a:xfrm>
            <a:custGeom>
              <a:avLst/>
              <a:gdLst/>
              <a:ahLst/>
              <a:cxnLst/>
              <a:rect l="l" t="t" r="r" b="b"/>
              <a:pathLst>
                <a:path w="941" h="1144" extrusionOk="0">
                  <a:moveTo>
                    <a:pt x="464" y="0"/>
                  </a:moveTo>
                  <a:cubicBezTo>
                    <a:pt x="214" y="0"/>
                    <a:pt x="0" y="250"/>
                    <a:pt x="0" y="572"/>
                  </a:cubicBezTo>
                  <a:cubicBezTo>
                    <a:pt x="0" y="893"/>
                    <a:pt x="214" y="1143"/>
                    <a:pt x="464" y="1143"/>
                  </a:cubicBezTo>
                  <a:cubicBezTo>
                    <a:pt x="726" y="1143"/>
                    <a:pt x="941" y="893"/>
                    <a:pt x="941" y="572"/>
                  </a:cubicBezTo>
                  <a:cubicBezTo>
                    <a:pt x="941" y="250"/>
                    <a:pt x="726" y="0"/>
                    <a:pt x="4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42"/>
            <p:cNvSpPr/>
            <p:nvPr/>
          </p:nvSpPr>
          <p:spPr>
            <a:xfrm>
              <a:off x="5751316" y="1580795"/>
              <a:ext cx="216873" cy="246664"/>
            </a:xfrm>
            <a:custGeom>
              <a:avLst/>
              <a:gdLst/>
              <a:ahLst/>
              <a:cxnLst/>
              <a:rect l="l" t="t" r="r" b="b"/>
              <a:pathLst>
                <a:path w="3225" h="3668" extrusionOk="0">
                  <a:moveTo>
                    <a:pt x="1588" y="0"/>
                  </a:moveTo>
                  <a:cubicBezTo>
                    <a:pt x="932" y="0"/>
                    <a:pt x="132" y="284"/>
                    <a:pt x="70" y="1645"/>
                  </a:cubicBezTo>
                  <a:cubicBezTo>
                    <a:pt x="1" y="2999"/>
                    <a:pt x="993" y="3667"/>
                    <a:pt x="1871" y="3667"/>
                  </a:cubicBezTo>
                  <a:cubicBezTo>
                    <a:pt x="2507" y="3667"/>
                    <a:pt x="3083" y="3317"/>
                    <a:pt x="3153" y="2621"/>
                  </a:cubicBezTo>
                  <a:cubicBezTo>
                    <a:pt x="3225" y="1978"/>
                    <a:pt x="2451" y="145"/>
                    <a:pt x="2451" y="145"/>
                  </a:cubicBezTo>
                  <a:cubicBezTo>
                    <a:pt x="2451" y="145"/>
                    <a:pt x="2056" y="0"/>
                    <a:pt x="1588" y="0"/>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42"/>
            <p:cNvSpPr/>
            <p:nvPr/>
          </p:nvSpPr>
          <p:spPr>
            <a:xfrm>
              <a:off x="5779963" y="1629953"/>
              <a:ext cx="169060" cy="135974"/>
            </a:xfrm>
            <a:custGeom>
              <a:avLst/>
              <a:gdLst/>
              <a:ahLst/>
              <a:cxnLst/>
              <a:rect l="l" t="t" r="r" b="b"/>
              <a:pathLst>
                <a:path w="2514" h="2022" extrusionOk="0">
                  <a:moveTo>
                    <a:pt x="985" y="1"/>
                  </a:moveTo>
                  <a:cubicBezTo>
                    <a:pt x="919" y="1"/>
                    <a:pt x="852" y="7"/>
                    <a:pt x="787" y="21"/>
                  </a:cubicBezTo>
                  <a:cubicBezTo>
                    <a:pt x="299" y="128"/>
                    <a:pt x="25" y="569"/>
                    <a:pt x="13" y="593"/>
                  </a:cubicBezTo>
                  <a:cubicBezTo>
                    <a:pt x="1" y="616"/>
                    <a:pt x="1" y="640"/>
                    <a:pt x="25" y="652"/>
                  </a:cubicBezTo>
                  <a:cubicBezTo>
                    <a:pt x="34" y="661"/>
                    <a:pt x="43" y="665"/>
                    <a:pt x="51" y="665"/>
                  </a:cubicBezTo>
                  <a:cubicBezTo>
                    <a:pt x="65" y="665"/>
                    <a:pt x="77" y="655"/>
                    <a:pt x="84" y="640"/>
                  </a:cubicBezTo>
                  <a:cubicBezTo>
                    <a:pt x="96" y="640"/>
                    <a:pt x="358" y="212"/>
                    <a:pt x="811" y="116"/>
                  </a:cubicBezTo>
                  <a:cubicBezTo>
                    <a:pt x="875" y="102"/>
                    <a:pt x="941" y="94"/>
                    <a:pt x="1007" y="94"/>
                  </a:cubicBezTo>
                  <a:cubicBezTo>
                    <a:pt x="1208" y="94"/>
                    <a:pt x="1414" y="163"/>
                    <a:pt x="1620" y="307"/>
                  </a:cubicBezTo>
                  <a:cubicBezTo>
                    <a:pt x="2394" y="819"/>
                    <a:pt x="1894" y="1938"/>
                    <a:pt x="1894" y="1950"/>
                  </a:cubicBezTo>
                  <a:cubicBezTo>
                    <a:pt x="1882" y="1974"/>
                    <a:pt x="1894" y="2009"/>
                    <a:pt x="1918" y="2021"/>
                  </a:cubicBezTo>
                  <a:lnTo>
                    <a:pt x="1942" y="2021"/>
                  </a:lnTo>
                  <a:cubicBezTo>
                    <a:pt x="1954" y="2021"/>
                    <a:pt x="1965" y="2009"/>
                    <a:pt x="1977" y="1998"/>
                  </a:cubicBezTo>
                  <a:cubicBezTo>
                    <a:pt x="1989" y="1986"/>
                    <a:pt x="2513" y="795"/>
                    <a:pt x="1668" y="224"/>
                  </a:cubicBezTo>
                  <a:cubicBezTo>
                    <a:pt x="1439" y="77"/>
                    <a:pt x="1209" y="1"/>
                    <a:pt x="985"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42"/>
            <p:cNvSpPr/>
            <p:nvPr/>
          </p:nvSpPr>
          <p:spPr>
            <a:xfrm>
              <a:off x="5829659" y="1681734"/>
              <a:ext cx="94550" cy="22931"/>
            </a:xfrm>
            <a:custGeom>
              <a:avLst/>
              <a:gdLst/>
              <a:ahLst/>
              <a:cxnLst/>
              <a:rect l="l" t="t" r="r" b="b"/>
              <a:pathLst>
                <a:path w="1406" h="341" extrusionOk="0">
                  <a:moveTo>
                    <a:pt x="771" y="1"/>
                  </a:moveTo>
                  <a:cubicBezTo>
                    <a:pt x="368" y="1"/>
                    <a:pt x="24" y="251"/>
                    <a:pt x="24" y="251"/>
                  </a:cubicBezTo>
                  <a:cubicBezTo>
                    <a:pt x="0" y="275"/>
                    <a:pt x="0" y="299"/>
                    <a:pt x="12" y="323"/>
                  </a:cubicBezTo>
                  <a:cubicBezTo>
                    <a:pt x="24" y="335"/>
                    <a:pt x="36" y="335"/>
                    <a:pt x="48" y="335"/>
                  </a:cubicBezTo>
                  <a:cubicBezTo>
                    <a:pt x="60" y="335"/>
                    <a:pt x="72" y="335"/>
                    <a:pt x="72" y="323"/>
                  </a:cubicBezTo>
                  <a:cubicBezTo>
                    <a:pt x="80" y="323"/>
                    <a:pt x="400" y="90"/>
                    <a:pt x="767" y="90"/>
                  </a:cubicBezTo>
                  <a:cubicBezTo>
                    <a:pt x="951" y="90"/>
                    <a:pt x="1147" y="148"/>
                    <a:pt x="1322" y="323"/>
                  </a:cubicBezTo>
                  <a:cubicBezTo>
                    <a:pt x="1334" y="335"/>
                    <a:pt x="1346" y="341"/>
                    <a:pt x="1357" y="341"/>
                  </a:cubicBezTo>
                  <a:cubicBezTo>
                    <a:pt x="1369" y="341"/>
                    <a:pt x="1381" y="335"/>
                    <a:pt x="1393" y="323"/>
                  </a:cubicBezTo>
                  <a:cubicBezTo>
                    <a:pt x="1405" y="311"/>
                    <a:pt x="1405" y="275"/>
                    <a:pt x="1393" y="263"/>
                  </a:cubicBezTo>
                  <a:cubicBezTo>
                    <a:pt x="1196" y="66"/>
                    <a:pt x="976" y="1"/>
                    <a:pt x="771"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42"/>
            <p:cNvSpPr/>
            <p:nvPr/>
          </p:nvSpPr>
          <p:spPr>
            <a:xfrm>
              <a:off x="6241147" y="1367890"/>
              <a:ext cx="128981" cy="322788"/>
            </a:xfrm>
            <a:custGeom>
              <a:avLst/>
              <a:gdLst/>
              <a:ahLst/>
              <a:cxnLst/>
              <a:rect l="l" t="t" r="r" b="b"/>
              <a:pathLst>
                <a:path w="1918" h="4800" extrusionOk="0">
                  <a:moveTo>
                    <a:pt x="263" y="1"/>
                  </a:moveTo>
                  <a:cubicBezTo>
                    <a:pt x="227" y="1"/>
                    <a:pt x="203" y="13"/>
                    <a:pt x="203" y="49"/>
                  </a:cubicBezTo>
                  <a:cubicBezTo>
                    <a:pt x="191" y="346"/>
                    <a:pt x="1" y="3025"/>
                    <a:pt x="215" y="3359"/>
                  </a:cubicBezTo>
                  <a:cubicBezTo>
                    <a:pt x="282" y="3466"/>
                    <a:pt x="392" y="3559"/>
                    <a:pt x="579" y="3559"/>
                  </a:cubicBezTo>
                  <a:cubicBezTo>
                    <a:pt x="723" y="3559"/>
                    <a:pt x="914" y="3504"/>
                    <a:pt x="1168" y="3359"/>
                  </a:cubicBezTo>
                  <a:cubicBezTo>
                    <a:pt x="1168" y="3359"/>
                    <a:pt x="1180" y="3347"/>
                    <a:pt x="1192" y="3347"/>
                  </a:cubicBezTo>
                  <a:cubicBezTo>
                    <a:pt x="1261" y="3309"/>
                    <a:pt x="1329" y="3291"/>
                    <a:pt x="1391" y="3291"/>
                  </a:cubicBezTo>
                  <a:cubicBezTo>
                    <a:pt x="1468" y="3291"/>
                    <a:pt x="1537" y="3318"/>
                    <a:pt x="1596" y="3370"/>
                  </a:cubicBezTo>
                  <a:cubicBezTo>
                    <a:pt x="1775" y="3549"/>
                    <a:pt x="1811" y="3942"/>
                    <a:pt x="1680" y="4204"/>
                  </a:cubicBezTo>
                  <a:cubicBezTo>
                    <a:pt x="1513" y="4537"/>
                    <a:pt x="1144" y="4704"/>
                    <a:pt x="1144" y="4716"/>
                  </a:cubicBezTo>
                  <a:cubicBezTo>
                    <a:pt x="1120" y="4728"/>
                    <a:pt x="1108" y="4752"/>
                    <a:pt x="1120" y="4775"/>
                  </a:cubicBezTo>
                  <a:cubicBezTo>
                    <a:pt x="1120" y="4787"/>
                    <a:pt x="1144" y="4799"/>
                    <a:pt x="1156" y="4799"/>
                  </a:cubicBezTo>
                  <a:lnTo>
                    <a:pt x="1180" y="4799"/>
                  </a:lnTo>
                  <a:cubicBezTo>
                    <a:pt x="1192" y="4787"/>
                    <a:pt x="1584" y="4609"/>
                    <a:pt x="1763" y="4240"/>
                  </a:cubicBezTo>
                  <a:cubicBezTo>
                    <a:pt x="1918" y="3942"/>
                    <a:pt x="1870" y="3501"/>
                    <a:pt x="1668" y="3311"/>
                  </a:cubicBezTo>
                  <a:cubicBezTo>
                    <a:pt x="1593" y="3236"/>
                    <a:pt x="1498" y="3196"/>
                    <a:pt x="1392" y="3196"/>
                  </a:cubicBezTo>
                  <a:cubicBezTo>
                    <a:pt x="1314" y="3196"/>
                    <a:pt x="1230" y="3218"/>
                    <a:pt x="1144" y="3263"/>
                  </a:cubicBezTo>
                  <a:cubicBezTo>
                    <a:pt x="1144" y="3263"/>
                    <a:pt x="1132" y="3275"/>
                    <a:pt x="1120" y="3287"/>
                  </a:cubicBezTo>
                  <a:cubicBezTo>
                    <a:pt x="906" y="3409"/>
                    <a:pt x="730" y="3469"/>
                    <a:pt x="591" y="3469"/>
                  </a:cubicBezTo>
                  <a:cubicBezTo>
                    <a:pt x="460" y="3469"/>
                    <a:pt x="362" y="3415"/>
                    <a:pt x="299" y="3311"/>
                  </a:cubicBezTo>
                  <a:cubicBezTo>
                    <a:pt x="132" y="3049"/>
                    <a:pt x="239" y="870"/>
                    <a:pt x="299" y="49"/>
                  </a:cubicBezTo>
                  <a:cubicBezTo>
                    <a:pt x="299" y="25"/>
                    <a:pt x="287" y="1"/>
                    <a:pt x="263"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42"/>
            <p:cNvSpPr/>
            <p:nvPr/>
          </p:nvSpPr>
          <p:spPr>
            <a:xfrm>
              <a:off x="5747146" y="1451949"/>
              <a:ext cx="913625" cy="303622"/>
            </a:xfrm>
            <a:custGeom>
              <a:avLst/>
              <a:gdLst/>
              <a:ahLst/>
              <a:cxnLst/>
              <a:rect l="l" t="t" r="r" b="b"/>
              <a:pathLst>
                <a:path w="13586" h="4515" extrusionOk="0">
                  <a:moveTo>
                    <a:pt x="5412" y="119"/>
                  </a:moveTo>
                  <a:cubicBezTo>
                    <a:pt x="5434" y="119"/>
                    <a:pt x="5456" y="120"/>
                    <a:pt x="5478" y="120"/>
                  </a:cubicBezTo>
                  <a:cubicBezTo>
                    <a:pt x="6609" y="144"/>
                    <a:pt x="7514" y="1097"/>
                    <a:pt x="7478" y="2228"/>
                  </a:cubicBezTo>
                  <a:cubicBezTo>
                    <a:pt x="7455" y="3349"/>
                    <a:pt x="6538" y="4241"/>
                    <a:pt x="5435" y="4241"/>
                  </a:cubicBezTo>
                  <a:cubicBezTo>
                    <a:pt x="5414" y="4241"/>
                    <a:pt x="5392" y="4240"/>
                    <a:pt x="5371" y="4240"/>
                  </a:cubicBezTo>
                  <a:cubicBezTo>
                    <a:pt x="4228" y="4204"/>
                    <a:pt x="3323" y="3263"/>
                    <a:pt x="3358" y="2120"/>
                  </a:cubicBezTo>
                  <a:cubicBezTo>
                    <a:pt x="3382" y="1011"/>
                    <a:pt x="4299" y="119"/>
                    <a:pt x="5412" y="119"/>
                  </a:cubicBezTo>
                  <a:close/>
                  <a:moveTo>
                    <a:pt x="11387" y="263"/>
                  </a:moveTo>
                  <a:cubicBezTo>
                    <a:pt x="11401" y="263"/>
                    <a:pt x="11416" y="263"/>
                    <a:pt x="11431" y="263"/>
                  </a:cubicBezTo>
                  <a:cubicBezTo>
                    <a:pt x="12562" y="299"/>
                    <a:pt x="13467" y="1251"/>
                    <a:pt x="13443" y="2382"/>
                  </a:cubicBezTo>
                  <a:cubicBezTo>
                    <a:pt x="13408" y="3504"/>
                    <a:pt x="12491" y="4396"/>
                    <a:pt x="11388" y="4396"/>
                  </a:cubicBezTo>
                  <a:cubicBezTo>
                    <a:pt x="11367" y="4396"/>
                    <a:pt x="11345" y="4395"/>
                    <a:pt x="11324" y="4395"/>
                  </a:cubicBezTo>
                  <a:cubicBezTo>
                    <a:pt x="10181" y="4359"/>
                    <a:pt x="9276" y="3418"/>
                    <a:pt x="9311" y="2275"/>
                  </a:cubicBezTo>
                  <a:cubicBezTo>
                    <a:pt x="9347" y="1159"/>
                    <a:pt x="10264" y="263"/>
                    <a:pt x="11387" y="263"/>
                  </a:cubicBezTo>
                  <a:close/>
                  <a:moveTo>
                    <a:pt x="5411" y="0"/>
                  </a:moveTo>
                  <a:cubicBezTo>
                    <a:pt x="4250" y="0"/>
                    <a:pt x="3298" y="916"/>
                    <a:pt x="3239" y="2061"/>
                  </a:cubicBezTo>
                  <a:lnTo>
                    <a:pt x="632" y="2001"/>
                  </a:lnTo>
                  <a:cubicBezTo>
                    <a:pt x="620" y="2001"/>
                    <a:pt x="620" y="2001"/>
                    <a:pt x="608" y="2013"/>
                  </a:cubicBezTo>
                  <a:cubicBezTo>
                    <a:pt x="584" y="2013"/>
                    <a:pt x="37" y="2216"/>
                    <a:pt x="1" y="2740"/>
                  </a:cubicBezTo>
                  <a:cubicBezTo>
                    <a:pt x="1" y="2763"/>
                    <a:pt x="25" y="2799"/>
                    <a:pt x="48" y="2799"/>
                  </a:cubicBezTo>
                  <a:lnTo>
                    <a:pt x="60" y="2799"/>
                  </a:lnTo>
                  <a:cubicBezTo>
                    <a:pt x="84" y="2799"/>
                    <a:pt x="108" y="2775"/>
                    <a:pt x="120" y="2740"/>
                  </a:cubicBezTo>
                  <a:cubicBezTo>
                    <a:pt x="144" y="2335"/>
                    <a:pt x="572" y="2144"/>
                    <a:pt x="632" y="2120"/>
                  </a:cubicBezTo>
                  <a:lnTo>
                    <a:pt x="3239" y="2180"/>
                  </a:lnTo>
                  <a:cubicBezTo>
                    <a:pt x="3239" y="3359"/>
                    <a:pt x="4180" y="4323"/>
                    <a:pt x="5359" y="4359"/>
                  </a:cubicBezTo>
                  <a:cubicBezTo>
                    <a:pt x="5373" y="4359"/>
                    <a:pt x="5388" y="4359"/>
                    <a:pt x="5403" y="4359"/>
                  </a:cubicBezTo>
                  <a:cubicBezTo>
                    <a:pt x="6585" y="4359"/>
                    <a:pt x="7562" y="3415"/>
                    <a:pt x="7597" y="2228"/>
                  </a:cubicBezTo>
                  <a:cubicBezTo>
                    <a:pt x="7597" y="2144"/>
                    <a:pt x="7597" y="2049"/>
                    <a:pt x="7585" y="1966"/>
                  </a:cubicBezTo>
                  <a:cubicBezTo>
                    <a:pt x="7679" y="1915"/>
                    <a:pt x="7990" y="1782"/>
                    <a:pt x="8382" y="1782"/>
                  </a:cubicBezTo>
                  <a:cubicBezTo>
                    <a:pt x="8638" y="1782"/>
                    <a:pt x="8929" y="1839"/>
                    <a:pt x="9216" y="2013"/>
                  </a:cubicBezTo>
                  <a:cubicBezTo>
                    <a:pt x="9204" y="2097"/>
                    <a:pt x="9192" y="2180"/>
                    <a:pt x="9192" y="2275"/>
                  </a:cubicBezTo>
                  <a:cubicBezTo>
                    <a:pt x="9157" y="3478"/>
                    <a:pt x="10121" y="4478"/>
                    <a:pt x="11312" y="4514"/>
                  </a:cubicBezTo>
                  <a:cubicBezTo>
                    <a:pt x="11326" y="4514"/>
                    <a:pt x="11341" y="4514"/>
                    <a:pt x="11356" y="4514"/>
                  </a:cubicBezTo>
                  <a:cubicBezTo>
                    <a:pt x="12539" y="4514"/>
                    <a:pt x="13515" y="3570"/>
                    <a:pt x="13550" y="2382"/>
                  </a:cubicBezTo>
                  <a:cubicBezTo>
                    <a:pt x="13586" y="1192"/>
                    <a:pt x="12633" y="180"/>
                    <a:pt x="11431" y="156"/>
                  </a:cubicBezTo>
                  <a:cubicBezTo>
                    <a:pt x="11407" y="155"/>
                    <a:pt x="11383" y="155"/>
                    <a:pt x="11359" y="155"/>
                  </a:cubicBezTo>
                  <a:cubicBezTo>
                    <a:pt x="10319" y="155"/>
                    <a:pt x="9450" y="905"/>
                    <a:pt x="9240" y="1894"/>
                  </a:cubicBezTo>
                  <a:cubicBezTo>
                    <a:pt x="8945" y="1727"/>
                    <a:pt x="8648" y="1672"/>
                    <a:pt x="8385" y="1672"/>
                  </a:cubicBezTo>
                  <a:cubicBezTo>
                    <a:pt x="8011" y="1672"/>
                    <a:pt x="7706" y="1784"/>
                    <a:pt x="7573" y="1847"/>
                  </a:cubicBezTo>
                  <a:cubicBezTo>
                    <a:pt x="7418" y="823"/>
                    <a:pt x="6549" y="25"/>
                    <a:pt x="5478" y="1"/>
                  </a:cubicBezTo>
                  <a:cubicBezTo>
                    <a:pt x="5455" y="0"/>
                    <a:pt x="5433" y="0"/>
                    <a:pt x="54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42"/>
            <p:cNvSpPr/>
            <p:nvPr/>
          </p:nvSpPr>
          <p:spPr>
            <a:xfrm>
              <a:off x="6081837" y="1265472"/>
              <a:ext cx="418010" cy="30463"/>
            </a:xfrm>
            <a:custGeom>
              <a:avLst/>
              <a:gdLst/>
              <a:ahLst/>
              <a:cxnLst/>
              <a:rect l="l" t="t" r="r" b="b"/>
              <a:pathLst>
                <a:path w="6216" h="453" extrusionOk="0">
                  <a:moveTo>
                    <a:pt x="2978" y="1"/>
                  </a:moveTo>
                  <a:cubicBezTo>
                    <a:pt x="1986" y="1"/>
                    <a:pt x="993" y="111"/>
                    <a:pt x="24" y="333"/>
                  </a:cubicBezTo>
                  <a:cubicBezTo>
                    <a:pt x="1" y="333"/>
                    <a:pt x="1" y="345"/>
                    <a:pt x="1" y="369"/>
                  </a:cubicBezTo>
                  <a:cubicBezTo>
                    <a:pt x="1" y="381"/>
                    <a:pt x="24" y="393"/>
                    <a:pt x="36" y="393"/>
                  </a:cubicBezTo>
                  <a:cubicBezTo>
                    <a:pt x="999" y="171"/>
                    <a:pt x="1986" y="60"/>
                    <a:pt x="2974" y="60"/>
                  </a:cubicBezTo>
                  <a:cubicBezTo>
                    <a:pt x="4052" y="60"/>
                    <a:pt x="5130" y="192"/>
                    <a:pt x="6180" y="452"/>
                  </a:cubicBezTo>
                  <a:cubicBezTo>
                    <a:pt x="6192" y="452"/>
                    <a:pt x="6204" y="441"/>
                    <a:pt x="6204" y="429"/>
                  </a:cubicBezTo>
                  <a:cubicBezTo>
                    <a:pt x="6216" y="417"/>
                    <a:pt x="6204" y="393"/>
                    <a:pt x="6192" y="393"/>
                  </a:cubicBezTo>
                  <a:cubicBezTo>
                    <a:pt x="5142" y="132"/>
                    <a:pt x="4060" y="1"/>
                    <a:pt x="2978" y="1"/>
                  </a:cubicBezTo>
                  <a:close/>
                </a:path>
              </a:pathLst>
            </a:custGeom>
            <a:solidFill>
              <a:srgbClr val="EAA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42"/>
            <p:cNvSpPr/>
            <p:nvPr/>
          </p:nvSpPr>
          <p:spPr>
            <a:xfrm>
              <a:off x="6118689" y="1163659"/>
              <a:ext cx="343567" cy="44989"/>
            </a:xfrm>
            <a:custGeom>
              <a:avLst/>
              <a:gdLst/>
              <a:ahLst/>
              <a:cxnLst/>
              <a:rect l="l" t="t" r="r" b="b"/>
              <a:pathLst>
                <a:path w="5109" h="669" extrusionOk="0">
                  <a:moveTo>
                    <a:pt x="2030" y="0"/>
                  </a:moveTo>
                  <a:cubicBezTo>
                    <a:pt x="1356" y="0"/>
                    <a:pt x="681" y="84"/>
                    <a:pt x="24" y="252"/>
                  </a:cubicBezTo>
                  <a:cubicBezTo>
                    <a:pt x="12" y="252"/>
                    <a:pt x="0" y="276"/>
                    <a:pt x="12" y="288"/>
                  </a:cubicBezTo>
                  <a:cubicBezTo>
                    <a:pt x="12" y="300"/>
                    <a:pt x="24" y="311"/>
                    <a:pt x="48" y="311"/>
                  </a:cubicBezTo>
                  <a:cubicBezTo>
                    <a:pt x="698" y="143"/>
                    <a:pt x="1369" y="59"/>
                    <a:pt x="2039" y="59"/>
                  </a:cubicBezTo>
                  <a:cubicBezTo>
                    <a:pt x="3075" y="59"/>
                    <a:pt x="4111" y="259"/>
                    <a:pt x="5072" y="657"/>
                  </a:cubicBezTo>
                  <a:cubicBezTo>
                    <a:pt x="5072" y="669"/>
                    <a:pt x="5072" y="669"/>
                    <a:pt x="5084" y="669"/>
                  </a:cubicBezTo>
                  <a:cubicBezTo>
                    <a:pt x="5096" y="669"/>
                    <a:pt x="5108" y="657"/>
                    <a:pt x="5108" y="645"/>
                  </a:cubicBezTo>
                  <a:cubicBezTo>
                    <a:pt x="5108" y="633"/>
                    <a:pt x="5108" y="609"/>
                    <a:pt x="5096" y="609"/>
                  </a:cubicBezTo>
                  <a:cubicBezTo>
                    <a:pt x="4125" y="203"/>
                    <a:pt x="3079" y="0"/>
                    <a:pt x="2030" y="0"/>
                  </a:cubicBezTo>
                  <a:close/>
                </a:path>
              </a:pathLst>
            </a:custGeom>
            <a:solidFill>
              <a:srgbClr val="EAA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42"/>
            <p:cNvSpPr/>
            <p:nvPr/>
          </p:nvSpPr>
          <p:spPr>
            <a:xfrm>
              <a:off x="6357283" y="4131829"/>
              <a:ext cx="582162" cy="463739"/>
            </a:xfrm>
            <a:custGeom>
              <a:avLst/>
              <a:gdLst/>
              <a:ahLst/>
              <a:cxnLst/>
              <a:rect l="l" t="t" r="r" b="b"/>
              <a:pathLst>
                <a:path w="8657" h="6896" extrusionOk="0">
                  <a:moveTo>
                    <a:pt x="4965" y="0"/>
                  </a:moveTo>
                  <a:cubicBezTo>
                    <a:pt x="4965" y="0"/>
                    <a:pt x="3765" y="410"/>
                    <a:pt x="2197" y="410"/>
                  </a:cubicBezTo>
                  <a:cubicBezTo>
                    <a:pt x="1512" y="410"/>
                    <a:pt x="757" y="332"/>
                    <a:pt x="0" y="107"/>
                  </a:cubicBezTo>
                  <a:lnTo>
                    <a:pt x="0" y="107"/>
                  </a:lnTo>
                  <a:cubicBezTo>
                    <a:pt x="0" y="108"/>
                    <a:pt x="286" y="5287"/>
                    <a:pt x="584" y="6001"/>
                  </a:cubicBezTo>
                  <a:cubicBezTo>
                    <a:pt x="584" y="6001"/>
                    <a:pt x="2084" y="6692"/>
                    <a:pt x="5918" y="6882"/>
                  </a:cubicBezTo>
                  <a:cubicBezTo>
                    <a:pt x="6119" y="6892"/>
                    <a:pt x="6307" y="6896"/>
                    <a:pt x="6483" y="6896"/>
                  </a:cubicBezTo>
                  <a:cubicBezTo>
                    <a:pt x="8068" y="6896"/>
                    <a:pt x="8656" y="6549"/>
                    <a:pt x="8656" y="6549"/>
                  </a:cubicBezTo>
                  <a:cubicBezTo>
                    <a:pt x="8656" y="6549"/>
                    <a:pt x="8632" y="5775"/>
                    <a:pt x="7251" y="5001"/>
                  </a:cubicBezTo>
                  <a:cubicBezTo>
                    <a:pt x="6763" y="4727"/>
                    <a:pt x="5025" y="4215"/>
                    <a:pt x="5025" y="4215"/>
                  </a:cubicBezTo>
                  <a:lnTo>
                    <a:pt x="49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42"/>
            <p:cNvSpPr/>
            <p:nvPr/>
          </p:nvSpPr>
          <p:spPr>
            <a:xfrm>
              <a:off x="5575800" y="4126987"/>
              <a:ext cx="586196" cy="468581"/>
            </a:xfrm>
            <a:custGeom>
              <a:avLst/>
              <a:gdLst/>
              <a:ahLst/>
              <a:cxnLst/>
              <a:rect l="l" t="t" r="r" b="b"/>
              <a:pathLst>
                <a:path w="8717" h="6968" extrusionOk="0">
                  <a:moveTo>
                    <a:pt x="3382" y="1"/>
                  </a:moveTo>
                  <a:lnTo>
                    <a:pt x="3358" y="4251"/>
                  </a:lnTo>
                  <a:cubicBezTo>
                    <a:pt x="3358" y="4251"/>
                    <a:pt x="1894" y="4799"/>
                    <a:pt x="1406" y="5073"/>
                  </a:cubicBezTo>
                  <a:cubicBezTo>
                    <a:pt x="25" y="5847"/>
                    <a:pt x="1" y="6609"/>
                    <a:pt x="1" y="6609"/>
                  </a:cubicBezTo>
                  <a:cubicBezTo>
                    <a:pt x="1" y="6609"/>
                    <a:pt x="592" y="6968"/>
                    <a:pt x="2187" y="6968"/>
                  </a:cubicBezTo>
                  <a:cubicBezTo>
                    <a:pt x="2359" y="6968"/>
                    <a:pt x="2543" y="6963"/>
                    <a:pt x="2739" y="6954"/>
                  </a:cubicBezTo>
                  <a:cubicBezTo>
                    <a:pt x="6573" y="6764"/>
                    <a:pt x="8061" y="6073"/>
                    <a:pt x="8061" y="6073"/>
                  </a:cubicBezTo>
                  <a:cubicBezTo>
                    <a:pt x="8371" y="5359"/>
                    <a:pt x="8716" y="168"/>
                    <a:pt x="8716" y="168"/>
                  </a:cubicBezTo>
                  <a:lnTo>
                    <a:pt x="8716" y="168"/>
                  </a:lnTo>
                  <a:cubicBezTo>
                    <a:pt x="7990" y="385"/>
                    <a:pt x="7236" y="463"/>
                    <a:pt x="6532" y="463"/>
                  </a:cubicBezTo>
                  <a:cubicBezTo>
                    <a:pt x="4809" y="463"/>
                    <a:pt x="3382" y="1"/>
                    <a:pt x="33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42"/>
            <p:cNvSpPr/>
            <p:nvPr/>
          </p:nvSpPr>
          <p:spPr>
            <a:xfrm>
              <a:off x="5795228" y="2978871"/>
              <a:ext cx="910397" cy="1447637"/>
            </a:xfrm>
            <a:custGeom>
              <a:avLst/>
              <a:gdLst/>
              <a:ahLst/>
              <a:cxnLst/>
              <a:rect l="l" t="t" r="r" b="b"/>
              <a:pathLst>
                <a:path w="13538" h="21527" extrusionOk="0">
                  <a:moveTo>
                    <a:pt x="167" y="0"/>
                  </a:moveTo>
                  <a:cubicBezTo>
                    <a:pt x="0" y="6382"/>
                    <a:pt x="12" y="16371"/>
                    <a:pt x="72" y="21324"/>
                  </a:cubicBezTo>
                  <a:lnTo>
                    <a:pt x="5048" y="21467"/>
                  </a:lnTo>
                  <a:lnTo>
                    <a:pt x="7096" y="6025"/>
                  </a:lnTo>
                  <a:lnTo>
                    <a:pt x="8680" y="21527"/>
                  </a:lnTo>
                  <a:lnTo>
                    <a:pt x="13395" y="21396"/>
                  </a:lnTo>
                  <a:lnTo>
                    <a:pt x="13538" y="119"/>
                  </a:lnTo>
                  <a:lnTo>
                    <a:pt x="1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42"/>
            <p:cNvSpPr/>
            <p:nvPr/>
          </p:nvSpPr>
          <p:spPr>
            <a:xfrm>
              <a:off x="5832013" y="3110138"/>
              <a:ext cx="24142" cy="1291555"/>
            </a:xfrm>
            <a:custGeom>
              <a:avLst/>
              <a:gdLst/>
              <a:ahLst/>
              <a:cxnLst/>
              <a:rect l="l" t="t" r="r" b="b"/>
              <a:pathLst>
                <a:path w="359" h="19206" extrusionOk="0">
                  <a:moveTo>
                    <a:pt x="310" y="1"/>
                  </a:moveTo>
                  <a:cubicBezTo>
                    <a:pt x="287" y="1"/>
                    <a:pt x="263" y="25"/>
                    <a:pt x="263" y="49"/>
                  </a:cubicBezTo>
                  <a:lnTo>
                    <a:pt x="1" y="19206"/>
                  </a:lnTo>
                  <a:lnTo>
                    <a:pt x="96" y="19206"/>
                  </a:lnTo>
                  <a:lnTo>
                    <a:pt x="358" y="49"/>
                  </a:lnTo>
                  <a:cubicBezTo>
                    <a:pt x="358" y="13"/>
                    <a:pt x="334" y="1"/>
                    <a:pt x="3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42"/>
            <p:cNvSpPr/>
            <p:nvPr/>
          </p:nvSpPr>
          <p:spPr>
            <a:xfrm>
              <a:off x="6334083" y="3385584"/>
              <a:ext cx="92129" cy="1026533"/>
            </a:xfrm>
            <a:custGeom>
              <a:avLst/>
              <a:gdLst/>
              <a:ahLst/>
              <a:cxnLst/>
              <a:rect l="l" t="t" r="r" b="b"/>
              <a:pathLst>
                <a:path w="1370" h="15265" extrusionOk="0">
                  <a:moveTo>
                    <a:pt x="36" y="1"/>
                  </a:moveTo>
                  <a:cubicBezTo>
                    <a:pt x="12" y="1"/>
                    <a:pt x="0" y="24"/>
                    <a:pt x="0" y="48"/>
                  </a:cubicBezTo>
                  <a:lnTo>
                    <a:pt x="1286" y="15264"/>
                  </a:lnTo>
                  <a:lnTo>
                    <a:pt x="1369" y="15264"/>
                  </a:lnTo>
                  <a:lnTo>
                    <a:pt x="83" y="48"/>
                  </a:lnTo>
                  <a:cubicBezTo>
                    <a:pt x="83" y="24"/>
                    <a:pt x="60" y="1"/>
                    <a:pt x="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42"/>
            <p:cNvSpPr/>
            <p:nvPr/>
          </p:nvSpPr>
          <p:spPr>
            <a:xfrm>
              <a:off x="6098649" y="3356465"/>
              <a:ext cx="341954" cy="64423"/>
            </a:xfrm>
            <a:custGeom>
              <a:avLst/>
              <a:gdLst/>
              <a:ahLst/>
              <a:cxnLst/>
              <a:rect l="l" t="t" r="r" b="b"/>
              <a:pathLst>
                <a:path w="5085" h="958" extrusionOk="0">
                  <a:moveTo>
                    <a:pt x="5043" y="1"/>
                  </a:moveTo>
                  <a:cubicBezTo>
                    <a:pt x="5037" y="1"/>
                    <a:pt x="5031" y="2"/>
                    <a:pt x="5025" y="5"/>
                  </a:cubicBezTo>
                  <a:cubicBezTo>
                    <a:pt x="5001" y="5"/>
                    <a:pt x="2096" y="743"/>
                    <a:pt x="36" y="862"/>
                  </a:cubicBezTo>
                  <a:cubicBezTo>
                    <a:pt x="13" y="862"/>
                    <a:pt x="1" y="886"/>
                    <a:pt x="1" y="910"/>
                  </a:cubicBezTo>
                  <a:cubicBezTo>
                    <a:pt x="1" y="946"/>
                    <a:pt x="24" y="958"/>
                    <a:pt x="48" y="958"/>
                  </a:cubicBezTo>
                  <a:cubicBezTo>
                    <a:pt x="2108" y="838"/>
                    <a:pt x="5013" y="100"/>
                    <a:pt x="5049" y="100"/>
                  </a:cubicBezTo>
                  <a:cubicBezTo>
                    <a:pt x="5073" y="88"/>
                    <a:pt x="5085" y="65"/>
                    <a:pt x="5073" y="41"/>
                  </a:cubicBezTo>
                  <a:cubicBezTo>
                    <a:pt x="5073" y="14"/>
                    <a:pt x="5059" y="1"/>
                    <a:pt x="5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42"/>
            <p:cNvSpPr/>
            <p:nvPr/>
          </p:nvSpPr>
          <p:spPr>
            <a:xfrm>
              <a:off x="6296424" y="3075707"/>
              <a:ext cx="5649" cy="249892"/>
            </a:xfrm>
            <a:custGeom>
              <a:avLst/>
              <a:gdLst/>
              <a:ahLst/>
              <a:cxnLst/>
              <a:rect l="l" t="t" r="r" b="b"/>
              <a:pathLst>
                <a:path w="84" h="3716" extrusionOk="0">
                  <a:moveTo>
                    <a:pt x="36" y="1"/>
                  </a:moveTo>
                  <a:cubicBezTo>
                    <a:pt x="12" y="1"/>
                    <a:pt x="0" y="25"/>
                    <a:pt x="0" y="49"/>
                  </a:cubicBezTo>
                  <a:lnTo>
                    <a:pt x="0" y="3668"/>
                  </a:lnTo>
                  <a:cubicBezTo>
                    <a:pt x="0" y="3692"/>
                    <a:pt x="12" y="3716"/>
                    <a:pt x="36" y="3716"/>
                  </a:cubicBezTo>
                  <a:cubicBezTo>
                    <a:pt x="60" y="3716"/>
                    <a:pt x="84" y="3692"/>
                    <a:pt x="84" y="3668"/>
                  </a:cubicBezTo>
                  <a:lnTo>
                    <a:pt x="84" y="49"/>
                  </a:lnTo>
                  <a:cubicBezTo>
                    <a:pt x="84" y="25"/>
                    <a:pt x="60" y="1"/>
                    <a:pt x="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42"/>
            <p:cNvSpPr/>
            <p:nvPr/>
          </p:nvSpPr>
          <p:spPr>
            <a:xfrm>
              <a:off x="5862476" y="3079742"/>
              <a:ext cx="116136" cy="253052"/>
            </a:xfrm>
            <a:custGeom>
              <a:avLst/>
              <a:gdLst/>
              <a:ahLst/>
              <a:cxnLst/>
              <a:rect l="l" t="t" r="r" b="b"/>
              <a:pathLst>
                <a:path w="1727" h="3763" extrusionOk="0">
                  <a:moveTo>
                    <a:pt x="1655" y="0"/>
                  </a:moveTo>
                  <a:cubicBezTo>
                    <a:pt x="1453" y="1370"/>
                    <a:pt x="881" y="2679"/>
                    <a:pt x="12" y="3680"/>
                  </a:cubicBezTo>
                  <a:cubicBezTo>
                    <a:pt x="0" y="3703"/>
                    <a:pt x="0" y="3727"/>
                    <a:pt x="12" y="3751"/>
                  </a:cubicBezTo>
                  <a:cubicBezTo>
                    <a:pt x="24" y="3751"/>
                    <a:pt x="36" y="3763"/>
                    <a:pt x="48" y="3763"/>
                  </a:cubicBezTo>
                  <a:cubicBezTo>
                    <a:pt x="60" y="3763"/>
                    <a:pt x="72" y="3751"/>
                    <a:pt x="72" y="3751"/>
                  </a:cubicBezTo>
                  <a:cubicBezTo>
                    <a:pt x="941" y="2751"/>
                    <a:pt x="1524" y="1453"/>
                    <a:pt x="1727" y="84"/>
                  </a:cubicBezTo>
                  <a:cubicBezTo>
                    <a:pt x="1703" y="72"/>
                    <a:pt x="1691" y="48"/>
                    <a:pt x="1679" y="24"/>
                  </a:cubicBezTo>
                  <a:cubicBezTo>
                    <a:pt x="1667" y="24"/>
                    <a:pt x="1655" y="12"/>
                    <a:pt x="16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42"/>
            <p:cNvSpPr/>
            <p:nvPr/>
          </p:nvSpPr>
          <p:spPr>
            <a:xfrm>
              <a:off x="6591035" y="2999448"/>
              <a:ext cx="97778" cy="286138"/>
            </a:xfrm>
            <a:custGeom>
              <a:avLst/>
              <a:gdLst/>
              <a:ahLst/>
              <a:cxnLst/>
              <a:rect l="l" t="t" r="r" b="b"/>
              <a:pathLst>
                <a:path w="1454" h="4255" extrusionOk="0">
                  <a:moveTo>
                    <a:pt x="202" y="1"/>
                  </a:moveTo>
                  <a:cubicBezTo>
                    <a:pt x="184" y="1"/>
                    <a:pt x="168" y="20"/>
                    <a:pt x="168" y="40"/>
                  </a:cubicBezTo>
                  <a:cubicBezTo>
                    <a:pt x="84" y="706"/>
                    <a:pt x="1" y="1695"/>
                    <a:pt x="275" y="2611"/>
                  </a:cubicBezTo>
                  <a:cubicBezTo>
                    <a:pt x="489" y="3338"/>
                    <a:pt x="906" y="3921"/>
                    <a:pt x="1418" y="4254"/>
                  </a:cubicBezTo>
                  <a:cubicBezTo>
                    <a:pt x="1430" y="4231"/>
                    <a:pt x="1442" y="4195"/>
                    <a:pt x="1454" y="4171"/>
                  </a:cubicBezTo>
                  <a:cubicBezTo>
                    <a:pt x="965" y="3850"/>
                    <a:pt x="561" y="3278"/>
                    <a:pt x="358" y="2588"/>
                  </a:cubicBezTo>
                  <a:cubicBezTo>
                    <a:pt x="96" y="1695"/>
                    <a:pt x="168" y="706"/>
                    <a:pt x="251" y="51"/>
                  </a:cubicBezTo>
                  <a:cubicBezTo>
                    <a:pt x="251" y="28"/>
                    <a:pt x="239" y="4"/>
                    <a:pt x="215" y="4"/>
                  </a:cubicBezTo>
                  <a:cubicBezTo>
                    <a:pt x="211" y="2"/>
                    <a:pt x="207" y="1"/>
                    <a:pt x="2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42"/>
            <p:cNvSpPr/>
            <p:nvPr/>
          </p:nvSpPr>
          <p:spPr>
            <a:xfrm>
              <a:off x="6237986" y="3022111"/>
              <a:ext cx="64087" cy="291518"/>
            </a:xfrm>
            <a:custGeom>
              <a:avLst/>
              <a:gdLst/>
              <a:ahLst/>
              <a:cxnLst/>
              <a:rect l="l" t="t" r="r" b="b"/>
              <a:pathLst>
                <a:path w="953" h="4335" extrusionOk="0">
                  <a:moveTo>
                    <a:pt x="36" y="0"/>
                  </a:moveTo>
                  <a:cubicBezTo>
                    <a:pt x="12" y="0"/>
                    <a:pt x="0" y="24"/>
                    <a:pt x="0" y="48"/>
                  </a:cubicBezTo>
                  <a:cubicBezTo>
                    <a:pt x="0" y="72"/>
                    <a:pt x="24" y="1762"/>
                    <a:pt x="167" y="3024"/>
                  </a:cubicBezTo>
                  <a:cubicBezTo>
                    <a:pt x="310" y="4310"/>
                    <a:pt x="881" y="4334"/>
                    <a:pt x="905" y="4334"/>
                  </a:cubicBezTo>
                  <a:cubicBezTo>
                    <a:pt x="929" y="4334"/>
                    <a:pt x="953" y="4310"/>
                    <a:pt x="953" y="4275"/>
                  </a:cubicBezTo>
                  <a:cubicBezTo>
                    <a:pt x="953" y="4251"/>
                    <a:pt x="941" y="4227"/>
                    <a:pt x="917" y="4227"/>
                  </a:cubicBezTo>
                  <a:cubicBezTo>
                    <a:pt x="905" y="4227"/>
                    <a:pt x="381" y="4203"/>
                    <a:pt x="250" y="3013"/>
                  </a:cubicBezTo>
                  <a:cubicBezTo>
                    <a:pt x="119" y="1762"/>
                    <a:pt x="84" y="72"/>
                    <a:pt x="84" y="48"/>
                  </a:cubicBezTo>
                  <a:cubicBezTo>
                    <a:pt x="84" y="24"/>
                    <a:pt x="72" y="0"/>
                    <a:pt x="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42"/>
            <p:cNvSpPr/>
            <p:nvPr/>
          </p:nvSpPr>
          <p:spPr>
            <a:xfrm>
              <a:off x="6392521" y="4514535"/>
              <a:ext cx="550085" cy="99661"/>
            </a:xfrm>
            <a:custGeom>
              <a:avLst/>
              <a:gdLst/>
              <a:ahLst/>
              <a:cxnLst/>
              <a:rect l="l" t="t" r="r" b="b"/>
              <a:pathLst>
                <a:path w="8180" h="1482" extrusionOk="0">
                  <a:moveTo>
                    <a:pt x="36" y="0"/>
                  </a:moveTo>
                  <a:cubicBezTo>
                    <a:pt x="36" y="191"/>
                    <a:pt x="0" y="393"/>
                    <a:pt x="12" y="620"/>
                  </a:cubicBezTo>
                  <a:cubicBezTo>
                    <a:pt x="12" y="620"/>
                    <a:pt x="1155" y="1108"/>
                    <a:pt x="4227" y="1370"/>
                  </a:cubicBezTo>
                  <a:cubicBezTo>
                    <a:pt x="5172" y="1451"/>
                    <a:pt x="5896" y="1481"/>
                    <a:pt x="6450" y="1481"/>
                  </a:cubicBezTo>
                  <a:cubicBezTo>
                    <a:pt x="7911" y="1481"/>
                    <a:pt x="8180" y="1274"/>
                    <a:pt x="8180" y="1274"/>
                  </a:cubicBezTo>
                  <a:cubicBezTo>
                    <a:pt x="8180" y="1274"/>
                    <a:pt x="8180" y="1108"/>
                    <a:pt x="8132" y="846"/>
                  </a:cubicBezTo>
                  <a:cubicBezTo>
                    <a:pt x="7387" y="925"/>
                    <a:pt x="6676" y="959"/>
                    <a:pt x="6002" y="959"/>
                  </a:cubicBezTo>
                  <a:cubicBezTo>
                    <a:pt x="3326" y="959"/>
                    <a:pt x="1244" y="419"/>
                    <a:pt x="3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42"/>
            <p:cNvSpPr/>
            <p:nvPr/>
          </p:nvSpPr>
          <p:spPr>
            <a:xfrm>
              <a:off x="5571832" y="4514535"/>
              <a:ext cx="550892" cy="99661"/>
            </a:xfrm>
            <a:custGeom>
              <a:avLst/>
              <a:gdLst/>
              <a:ahLst/>
              <a:cxnLst/>
              <a:rect l="l" t="t" r="r" b="b"/>
              <a:pathLst>
                <a:path w="8192" h="1482" extrusionOk="0">
                  <a:moveTo>
                    <a:pt x="8156" y="0"/>
                  </a:moveTo>
                  <a:cubicBezTo>
                    <a:pt x="6948" y="419"/>
                    <a:pt x="4866" y="959"/>
                    <a:pt x="2190" y="959"/>
                  </a:cubicBezTo>
                  <a:cubicBezTo>
                    <a:pt x="1516" y="959"/>
                    <a:pt x="805" y="925"/>
                    <a:pt x="60" y="846"/>
                  </a:cubicBezTo>
                  <a:cubicBezTo>
                    <a:pt x="12" y="1108"/>
                    <a:pt x="0" y="1274"/>
                    <a:pt x="0" y="1274"/>
                  </a:cubicBezTo>
                  <a:cubicBezTo>
                    <a:pt x="0" y="1274"/>
                    <a:pt x="276" y="1481"/>
                    <a:pt x="1736" y="1481"/>
                  </a:cubicBezTo>
                  <a:cubicBezTo>
                    <a:pt x="2288" y="1481"/>
                    <a:pt x="3011" y="1451"/>
                    <a:pt x="3953" y="1370"/>
                  </a:cubicBezTo>
                  <a:cubicBezTo>
                    <a:pt x="7037" y="1108"/>
                    <a:pt x="8168" y="620"/>
                    <a:pt x="8168" y="620"/>
                  </a:cubicBezTo>
                  <a:cubicBezTo>
                    <a:pt x="8192" y="393"/>
                    <a:pt x="8156" y="191"/>
                    <a:pt x="815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42"/>
            <p:cNvSpPr/>
            <p:nvPr/>
          </p:nvSpPr>
          <p:spPr>
            <a:xfrm>
              <a:off x="5269958" y="2073518"/>
              <a:ext cx="1482135" cy="1138702"/>
            </a:xfrm>
            <a:custGeom>
              <a:avLst/>
              <a:gdLst/>
              <a:ahLst/>
              <a:cxnLst/>
              <a:rect l="l" t="t" r="r" b="b"/>
              <a:pathLst>
                <a:path w="22040" h="16933" extrusionOk="0">
                  <a:moveTo>
                    <a:pt x="11826" y="0"/>
                  </a:moveTo>
                  <a:cubicBezTo>
                    <a:pt x="10877" y="0"/>
                    <a:pt x="9432" y="336"/>
                    <a:pt x="7859" y="1902"/>
                  </a:cubicBezTo>
                  <a:cubicBezTo>
                    <a:pt x="6930" y="2831"/>
                    <a:pt x="5954" y="4188"/>
                    <a:pt x="5013" y="6165"/>
                  </a:cubicBezTo>
                  <a:cubicBezTo>
                    <a:pt x="5013" y="6165"/>
                    <a:pt x="4323" y="3926"/>
                    <a:pt x="3025" y="2414"/>
                  </a:cubicBezTo>
                  <a:cubicBezTo>
                    <a:pt x="2084" y="2688"/>
                    <a:pt x="941" y="2962"/>
                    <a:pt x="60" y="3450"/>
                  </a:cubicBezTo>
                  <a:cubicBezTo>
                    <a:pt x="1" y="4819"/>
                    <a:pt x="929" y="9499"/>
                    <a:pt x="2513" y="11511"/>
                  </a:cubicBezTo>
                  <a:cubicBezTo>
                    <a:pt x="3492" y="12755"/>
                    <a:pt x="4312" y="13210"/>
                    <a:pt x="5032" y="13210"/>
                  </a:cubicBezTo>
                  <a:cubicBezTo>
                    <a:pt x="5896" y="13210"/>
                    <a:pt x="6617" y="12554"/>
                    <a:pt x="7299" y="11820"/>
                  </a:cubicBezTo>
                  <a:lnTo>
                    <a:pt x="7299" y="11820"/>
                  </a:lnTo>
                  <a:cubicBezTo>
                    <a:pt x="7240" y="12499"/>
                    <a:pt x="7180" y="13225"/>
                    <a:pt x="7109" y="13999"/>
                  </a:cubicBezTo>
                  <a:cubicBezTo>
                    <a:pt x="7002" y="15297"/>
                    <a:pt x="7299" y="16261"/>
                    <a:pt x="8073" y="16523"/>
                  </a:cubicBezTo>
                  <a:cubicBezTo>
                    <a:pt x="8483" y="16656"/>
                    <a:pt x="13698" y="16933"/>
                    <a:pt x="14458" y="16933"/>
                  </a:cubicBezTo>
                  <a:cubicBezTo>
                    <a:pt x="14516" y="16933"/>
                    <a:pt x="14548" y="16931"/>
                    <a:pt x="14550" y="16928"/>
                  </a:cubicBezTo>
                  <a:cubicBezTo>
                    <a:pt x="14555" y="16924"/>
                    <a:pt x="14605" y="16923"/>
                    <a:pt x="14691" y="16923"/>
                  </a:cubicBezTo>
                  <a:cubicBezTo>
                    <a:pt x="14917" y="16923"/>
                    <a:pt x="15395" y="16932"/>
                    <a:pt x="15995" y="16932"/>
                  </a:cubicBezTo>
                  <a:cubicBezTo>
                    <a:pt x="17870" y="16932"/>
                    <a:pt x="20940" y="16835"/>
                    <a:pt x="21253" y="16035"/>
                  </a:cubicBezTo>
                  <a:cubicBezTo>
                    <a:pt x="21265" y="16023"/>
                    <a:pt x="22039" y="14999"/>
                    <a:pt x="21503" y="12808"/>
                  </a:cubicBezTo>
                  <a:cubicBezTo>
                    <a:pt x="21456" y="12582"/>
                    <a:pt x="21456" y="12356"/>
                    <a:pt x="21432" y="12130"/>
                  </a:cubicBezTo>
                  <a:lnTo>
                    <a:pt x="21861" y="2093"/>
                  </a:lnTo>
                  <a:cubicBezTo>
                    <a:pt x="21039" y="1057"/>
                    <a:pt x="19979" y="676"/>
                    <a:pt x="17896" y="319"/>
                  </a:cubicBezTo>
                  <a:cubicBezTo>
                    <a:pt x="17896" y="319"/>
                    <a:pt x="15800" y="795"/>
                    <a:pt x="15288" y="819"/>
                  </a:cubicBezTo>
                  <a:lnTo>
                    <a:pt x="13812" y="819"/>
                  </a:lnTo>
                  <a:cubicBezTo>
                    <a:pt x="13742" y="829"/>
                    <a:pt x="13670" y="834"/>
                    <a:pt x="13597" y="834"/>
                  </a:cubicBezTo>
                  <a:cubicBezTo>
                    <a:pt x="13324" y="834"/>
                    <a:pt x="13037" y="767"/>
                    <a:pt x="12764" y="664"/>
                  </a:cubicBezTo>
                  <a:cubicBezTo>
                    <a:pt x="12895" y="366"/>
                    <a:pt x="12967" y="188"/>
                    <a:pt x="12967" y="188"/>
                  </a:cubicBezTo>
                  <a:cubicBezTo>
                    <a:pt x="12967" y="188"/>
                    <a:pt x="12535" y="0"/>
                    <a:pt x="118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42"/>
            <p:cNvSpPr/>
            <p:nvPr/>
          </p:nvSpPr>
          <p:spPr>
            <a:xfrm>
              <a:off x="6148278" y="2189385"/>
              <a:ext cx="211493" cy="46535"/>
            </a:xfrm>
            <a:custGeom>
              <a:avLst/>
              <a:gdLst/>
              <a:ahLst/>
              <a:cxnLst/>
              <a:rect l="l" t="t" r="r" b="b"/>
              <a:pathLst>
                <a:path w="3145" h="692" extrusionOk="0">
                  <a:moveTo>
                    <a:pt x="3077" y="0"/>
                  </a:moveTo>
                  <a:cubicBezTo>
                    <a:pt x="3067" y="0"/>
                    <a:pt x="3057" y="4"/>
                    <a:pt x="3049" y="13"/>
                  </a:cubicBezTo>
                  <a:cubicBezTo>
                    <a:pt x="2185" y="447"/>
                    <a:pt x="1503" y="567"/>
                    <a:pt x="1013" y="567"/>
                  </a:cubicBezTo>
                  <a:cubicBezTo>
                    <a:pt x="415" y="567"/>
                    <a:pt x="103" y="388"/>
                    <a:pt x="96" y="382"/>
                  </a:cubicBezTo>
                  <a:cubicBezTo>
                    <a:pt x="87" y="377"/>
                    <a:pt x="77" y="375"/>
                    <a:pt x="66" y="375"/>
                  </a:cubicBezTo>
                  <a:cubicBezTo>
                    <a:pt x="48" y="375"/>
                    <a:pt x="28" y="383"/>
                    <a:pt x="13" y="406"/>
                  </a:cubicBezTo>
                  <a:cubicBezTo>
                    <a:pt x="1" y="429"/>
                    <a:pt x="1" y="465"/>
                    <a:pt x="37" y="477"/>
                  </a:cubicBezTo>
                  <a:cubicBezTo>
                    <a:pt x="60" y="501"/>
                    <a:pt x="394" y="691"/>
                    <a:pt x="1013" y="691"/>
                  </a:cubicBezTo>
                  <a:cubicBezTo>
                    <a:pt x="1513" y="691"/>
                    <a:pt x="2215" y="560"/>
                    <a:pt x="3096" y="108"/>
                  </a:cubicBezTo>
                  <a:cubicBezTo>
                    <a:pt x="3132" y="96"/>
                    <a:pt x="3144" y="60"/>
                    <a:pt x="3120" y="36"/>
                  </a:cubicBezTo>
                  <a:cubicBezTo>
                    <a:pt x="3113" y="13"/>
                    <a:pt x="3095" y="0"/>
                    <a:pt x="307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42"/>
            <p:cNvSpPr/>
            <p:nvPr/>
          </p:nvSpPr>
          <p:spPr>
            <a:xfrm>
              <a:off x="6240407" y="2126979"/>
              <a:ext cx="12037" cy="1089746"/>
            </a:xfrm>
            <a:custGeom>
              <a:avLst/>
              <a:gdLst/>
              <a:ahLst/>
              <a:cxnLst/>
              <a:rect l="l" t="t" r="r" b="b"/>
              <a:pathLst>
                <a:path w="179" h="16205" extrusionOk="0">
                  <a:moveTo>
                    <a:pt x="60" y="0"/>
                  </a:moveTo>
                  <a:cubicBezTo>
                    <a:pt x="24" y="0"/>
                    <a:pt x="0" y="24"/>
                    <a:pt x="0" y="60"/>
                  </a:cubicBezTo>
                  <a:lnTo>
                    <a:pt x="60" y="16145"/>
                  </a:lnTo>
                  <a:cubicBezTo>
                    <a:pt x="60" y="16169"/>
                    <a:pt x="83" y="16204"/>
                    <a:pt x="119" y="16204"/>
                  </a:cubicBezTo>
                  <a:cubicBezTo>
                    <a:pt x="155" y="16204"/>
                    <a:pt x="179" y="16169"/>
                    <a:pt x="179" y="16145"/>
                  </a:cubicBezTo>
                  <a:lnTo>
                    <a:pt x="119" y="60"/>
                  </a:lnTo>
                  <a:cubicBezTo>
                    <a:pt x="107" y="24"/>
                    <a:pt x="83" y="0"/>
                    <a:pt x="6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42"/>
            <p:cNvSpPr/>
            <p:nvPr/>
          </p:nvSpPr>
          <p:spPr>
            <a:xfrm>
              <a:off x="5998585" y="2044467"/>
              <a:ext cx="252245" cy="213376"/>
            </a:xfrm>
            <a:custGeom>
              <a:avLst/>
              <a:gdLst/>
              <a:ahLst/>
              <a:cxnLst/>
              <a:rect l="l" t="t" r="r" b="b"/>
              <a:pathLst>
                <a:path w="3751" h="3173" extrusionOk="0">
                  <a:moveTo>
                    <a:pt x="953" y="1"/>
                  </a:moveTo>
                  <a:cubicBezTo>
                    <a:pt x="953" y="1"/>
                    <a:pt x="524" y="632"/>
                    <a:pt x="262" y="1215"/>
                  </a:cubicBezTo>
                  <a:cubicBezTo>
                    <a:pt x="0" y="1799"/>
                    <a:pt x="1917" y="2858"/>
                    <a:pt x="2798" y="3168"/>
                  </a:cubicBezTo>
                  <a:cubicBezTo>
                    <a:pt x="2811" y="3171"/>
                    <a:pt x="2824" y="3173"/>
                    <a:pt x="2837" y="3173"/>
                  </a:cubicBezTo>
                  <a:cubicBezTo>
                    <a:pt x="3279" y="3173"/>
                    <a:pt x="3751" y="1263"/>
                    <a:pt x="3751" y="1263"/>
                  </a:cubicBezTo>
                  <a:cubicBezTo>
                    <a:pt x="3751" y="1263"/>
                    <a:pt x="2024" y="810"/>
                    <a:pt x="9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42"/>
            <p:cNvSpPr/>
            <p:nvPr/>
          </p:nvSpPr>
          <p:spPr>
            <a:xfrm>
              <a:off x="6244374" y="2044467"/>
              <a:ext cx="252313" cy="210216"/>
            </a:xfrm>
            <a:custGeom>
              <a:avLst/>
              <a:gdLst/>
              <a:ahLst/>
              <a:cxnLst/>
              <a:rect l="l" t="t" r="r" b="b"/>
              <a:pathLst>
                <a:path w="3752" h="3126" extrusionOk="0">
                  <a:moveTo>
                    <a:pt x="2822" y="1"/>
                  </a:moveTo>
                  <a:cubicBezTo>
                    <a:pt x="1834" y="858"/>
                    <a:pt x="1" y="1287"/>
                    <a:pt x="1" y="1287"/>
                  </a:cubicBezTo>
                  <a:cubicBezTo>
                    <a:pt x="1" y="1287"/>
                    <a:pt x="662" y="3125"/>
                    <a:pt x="1126" y="3125"/>
                  </a:cubicBezTo>
                  <a:cubicBezTo>
                    <a:pt x="1140" y="3125"/>
                    <a:pt x="1154" y="3124"/>
                    <a:pt x="1167" y="3120"/>
                  </a:cubicBezTo>
                  <a:cubicBezTo>
                    <a:pt x="2060" y="2811"/>
                    <a:pt x="3751" y="1834"/>
                    <a:pt x="3489" y="1251"/>
                  </a:cubicBezTo>
                  <a:cubicBezTo>
                    <a:pt x="3215" y="667"/>
                    <a:pt x="2822" y="1"/>
                    <a:pt x="282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42"/>
            <p:cNvSpPr/>
            <p:nvPr/>
          </p:nvSpPr>
          <p:spPr>
            <a:xfrm>
              <a:off x="5269151" y="2194227"/>
              <a:ext cx="256280" cy="180223"/>
            </a:xfrm>
            <a:custGeom>
              <a:avLst/>
              <a:gdLst/>
              <a:ahLst/>
              <a:cxnLst/>
              <a:rect l="l" t="t" r="r" b="b"/>
              <a:pathLst>
                <a:path w="3811" h="2680" extrusionOk="0">
                  <a:moveTo>
                    <a:pt x="2965" y="0"/>
                  </a:moveTo>
                  <a:lnTo>
                    <a:pt x="1" y="1096"/>
                  </a:lnTo>
                  <a:lnTo>
                    <a:pt x="144" y="2679"/>
                  </a:lnTo>
                  <a:lnTo>
                    <a:pt x="3811" y="1631"/>
                  </a:lnTo>
                  <a:cubicBezTo>
                    <a:pt x="3811" y="1631"/>
                    <a:pt x="3311" y="298"/>
                    <a:pt x="296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42"/>
            <p:cNvSpPr/>
            <p:nvPr/>
          </p:nvSpPr>
          <p:spPr>
            <a:xfrm>
              <a:off x="6595877" y="2463217"/>
              <a:ext cx="120171" cy="430048"/>
            </a:xfrm>
            <a:custGeom>
              <a:avLst/>
              <a:gdLst/>
              <a:ahLst/>
              <a:cxnLst/>
              <a:rect l="l" t="t" r="r" b="b"/>
              <a:pathLst>
                <a:path w="1787" h="6395" extrusionOk="0">
                  <a:moveTo>
                    <a:pt x="60" y="1"/>
                  </a:moveTo>
                  <a:cubicBezTo>
                    <a:pt x="24" y="1"/>
                    <a:pt x="0" y="36"/>
                    <a:pt x="12" y="72"/>
                  </a:cubicBezTo>
                  <a:cubicBezTo>
                    <a:pt x="203" y="1977"/>
                    <a:pt x="1655" y="6311"/>
                    <a:pt x="1667" y="6359"/>
                  </a:cubicBezTo>
                  <a:cubicBezTo>
                    <a:pt x="1667" y="6382"/>
                    <a:pt x="1691" y="6394"/>
                    <a:pt x="1715" y="6394"/>
                  </a:cubicBezTo>
                  <a:lnTo>
                    <a:pt x="1739" y="6394"/>
                  </a:lnTo>
                  <a:cubicBezTo>
                    <a:pt x="1774" y="6382"/>
                    <a:pt x="1786" y="6347"/>
                    <a:pt x="1774" y="6323"/>
                  </a:cubicBezTo>
                  <a:cubicBezTo>
                    <a:pt x="1763" y="6275"/>
                    <a:pt x="322" y="1953"/>
                    <a:pt x="119" y="60"/>
                  </a:cubicBezTo>
                  <a:cubicBezTo>
                    <a:pt x="119" y="25"/>
                    <a:pt x="96" y="1"/>
                    <a:pt x="6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42"/>
            <p:cNvSpPr/>
            <p:nvPr/>
          </p:nvSpPr>
          <p:spPr>
            <a:xfrm>
              <a:off x="5751181" y="2293215"/>
              <a:ext cx="104973" cy="569586"/>
            </a:xfrm>
            <a:custGeom>
              <a:avLst/>
              <a:gdLst/>
              <a:ahLst/>
              <a:cxnLst/>
              <a:rect l="l" t="t" r="r" b="b"/>
              <a:pathLst>
                <a:path w="1561" h="8470" extrusionOk="0">
                  <a:moveTo>
                    <a:pt x="1493" y="0"/>
                  </a:moveTo>
                  <a:cubicBezTo>
                    <a:pt x="1472" y="0"/>
                    <a:pt x="1450" y="14"/>
                    <a:pt x="1441" y="40"/>
                  </a:cubicBezTo>
                  <a:cubicBezTo>
                    <a:pt x="1429" y="40"/>
                    <a:pt x="989" y="957"/>
                    <a:pt x="488" y="3124"/>
                  </a:cubicBezTo>
                  <a:cubicBezTo>
                    <a:pt x="0" y="5279"/>
                    <a:pt x="215" y="8375"/>
                    <a:pt x="227" y="8410"/>
                  </a:cubicBezTo>
                  <a:cubicBezTo>
                    <a:pt x="227" y="8446"/>
                    <a:pt x="250" y="8470"/>
                    <a:pt x="274" y="8470"/>
                  </a:cubicBezTo>
                  <a:cubicBezTo>
                    <a:pt x="286" y="8470"/>
                    <a:pt x="286" y="8470"/>
                    <a:pt x="286" y="8458"/>
                  </a:cubicBezTo>
                  <a:cubicBezTo>
                    <a:pt x="322" y="8458"/>
                    <a:pt x="346" y="8434"/>
                    <a:pt x="334" y="8398"/>
                  </a:cubicBezTo>
                  <a:cubicBezTo>
                    <a:pt x="334" y="8375"/>
                    <a:pt x="119" y="5291"/>
                    <a:pt x="608" y="3148"/>
                  </a:cubicBezTo>
                  <a:cubicBezTo>
                    <a:pt x="1096" y="1005"/>
                    <a:pt x="1536" y="100"/>
                    <a:pt x="1548" y="88"/>
                  </a:cubicBezTo>
                  <a:cubicBezTo>
                    <a:pt x="1560" y="64"/>
                    <a:pt x="1548" y="28"/>
                    <a:pt x="1512" y="5"/>
                  </a:cubicBezTo>
                  <a:cubicBezTo>
                    <a:pt x="1506" y="2"/>
                    <a:pt x="1500" y="0"/>
                    <a:pt x="149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42"/>
            <p:cNvSpPr/>
            <p:nvPr/>
          </p:nvSpPr>
          <p:spPr>
            <a:xfrm>
              <a:off x="6073028" y="2660118"/>
              <a:ext cx="543696" cy="373224"/>
            </a:xfrm>
            <a:custGeom>
              <a:avLst/>
              <a:gdLst/>
              <a:ahLst/>
              <a:cxnLst/>
              <a:rect l="l" t="t" r="r" b="b"/>
              <a:pathLst>
                <a:path w="8085" h="5550" extrusionOk="0">
                  <a:moveTo>
                    <a:pt x="8018" y="1"/>
                  </a:moveTo>
                  <a:cubicBezTo>
                    <a:pt x="8000" y="1"/>
                    <a:pt x="7981" y="11"/>
                    <a:pt x="7966" y="25"/>
                  </a:cubicBezTo>
                  <a:cubicBezTo>
                    <a:pt x="7073" y="1430"/>
                    <a:pt x="5525" y="2252"/>
                    <a:pt x="4156" y="2907"/>
                  </a:cubicBezTo>
                  <a:cubicBezTo>
                    <a:pt x="4013" y="2978"/>
                    <a:pt x="3870" y="3050"/>
                    <a:pt x="3715" y="3121"/>
                  </a:cubicBezTo>
                  <a:cubicBezTo>
                    <a:pt x="2406" y="3752"/>
                    <a:pt x="1036" y="4395"/>
                    <a:pt x="24" y="5455"/>
                  </a:cubicBezTo>
                  <a:cubicBezTo>
                    <a:pt x="1" y="5478"/>
                    <a:pt x="1" y="5514"/>
                    <a:pt x="24" y="5538"/>
                  </a:cubicBezTo>
                  <a:cubicBezTo>
                    <a:pt x="36" y="5550"/>
                    <a:pt x="48" y="5550"/>
                    <a:pt x="60" y="5550"/>
                  </a:cubicBezTo>
                  <a:cubicBezTo>
                    <a:pt x="72" y="5550"/>
                    <a:pt x="96" y="5550"/>
                    <a:pt x="108" y="5538"/>
                  </a:cubicBezTo>
                  <a:cubicBezTo>
                    <a:pt x="1108" y="4490"/>
                    <a:pt x="2465" y="3847"/>
                    <a:pt x="3775" y="3228"/>
                  </a:cubicBezTo>
                  <a:cubicBezTo>
                    <a:pt x="3918" y="3157"/>
                    <a:pt x="4061" y="3085"/>
                    <a:pt x="4215" y="3014"/>
                  </a:cubicBezTo>
                  <a:cubicBezTo>
                    <a:pt x="5597" y="2347"/>
                    <a:pt x="7144" y="1514"/>
                    <a:pt x="8073" y="85"/>
                  </a:cubicBezTo>
                  <a:cubicBezTo>
                    <a:pt x="8085" y="61"/>
                    <a:pt x="8073" y="25"/>
                    <a:pt x="8049" y="14"/>
                  </a:cubicBezTo>
                  <a:cubicBezTo>
                    <a:pt x="8040" y="4"/>
                    <a:pt x="8029" y="1"/>
                    <a:pt x="80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42"/>
            <p:cNvSpPr/>
            <p:nvPr/>
          </p:nvSpPr>
          <p:spPr>
            <a:xfrm>
              <a:off x="6089840" y="2842762"/>
              <a:ext cx="492453" cy="273899"/>
            </a:xfrm>
            <a:custGeom>
              <a:avLst/>
              <a:gdLst/>
              <a:ahLst/>
              <a:cxnLst/>
              <a:rect l="l" t="t" r="r" b="b"/>
              <a:pathLst>
                <a:path w="7323" h="4073" extrusionOk="0">
                  <a:moveTo>
                    <a:pt x="7275" y="0"/>
                  </a:moveTo>
                  <a:cubicBezTo>
                    <a:pt x="7240" y="0"/>
                    <a:pt x="7216" y="24"/>
                    <a:pt x="7204" y="48"/>
                  </a:cubicBezTo>
                  <a:cubicBezTo>
                    <a:pt x="7168" y="250"/>
                    <a:pt x="6978" y="393"/>
                    <a:pt x="6811" y="512"/>
                  </a:cubicBezTo>
                  <a:cubicBezTo>
                    <a:pt x="4704" y="1929"/>
                    <a:pt x="2430" y="3084"/>
                    <a:pt x="48" y="3953"/>
                  </a:cubicBezTo>
                  <a:cubicBezTo>
                    <a:pt x="13" y="3965"/>
                    <a:pt x="1" y="4001"/>
                    <a:pt x="13" y="4036"/>
                  </a:cubicBezTo>
                  <a:cubicBezTo>
                    <a:pt x="24" y="4060"/>
                    <a:pt x="36" y="4072"/>
                    <a:pt x="60" y="4072"/>
                  </a:cubicBezTo>
                  <a:lnTo>
                    <a:pt x="84" y="4072"/>
                  </a:lnTo>
                  <a:cubicBezTo>
                    <a:pt x="2477" y="3203"/>
                    <a:pt x="4763" y="2036"/>
                    <a:pt x="6871" y="607"/>
                  </a:cubicBezTo>
                  <a:cubicBezTo>
                    <a:pt x="7073" y="477"/>
                    <a:pt x="7275" y="322"/>
                    <a:pt x="7323" y="72"/>
                  </a:cubicBezTo>
                  <a:cubicBezTo>
                    <a:pt x="7323" y="36"/>
                    <a:pt x="7311" y="12"/>
                    <a:pt x="727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42"/>
            <p:cNvSpPr/>
            <p:nvPr/>
          </p:nvSpPr>
          <p:spPr>
            <a:xfrm>
              <a:off x="6290036" y="2157375"/>
              <a:ext cx="17686" cy="1049733"/>
            </a:xfrm>
            <a:custGeom>
              <a:avLst/>
              <a:gdLst/>
              <a:ahLst/>
              <a:cxnLst/>
              <a:rect l="l" t="t" r="r" b="b"/>
              <a:pathLst>
                <a:path w="263" h="15610" extrusionOk="0">
                  <a:moveTo>
                    <a:pt x="60" y="1"/>
                  </a:moveTo>
                  <a:cubicBezTo>
                    <a:pt x="24" y="1"/>
                    <a:pt x="0" y="24"/>
                    <a:pt x="0" y="60"/>
                  </a:cubicBezTo>
                  <a:lnTo>
                    <a:pt x="155" y="15550"/>
                  </a:lnTo>
                  <a:cubicBezTo>
                    <a:pt x="155" y="15586"/>
                    <a:pt x="179" y="15610"/>
                    <a:pt x="215" y="15610"/>
                  </a:cubicBezTo>
                  <a:cubicBezTo>
                    <a:pt x="238" y="15610"/>
                    <a:pt x="262" y="15574"/>
                    <a:pt x="262" y="15550"/>
                  </a:cubicBezTo>
                  <a:lnTo>
                    <a:pt x="119" y="48"/>
                  </a:lnTo>
                  <a:cubicBezTo>
                    <a:pt x="119" y="24"/>
                    <a:pt x="95" y="1"/>
                    <a:pt x="6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42"/>
            <p:cNvSpPr/>
            <p:nvPr/>
          </p:nvSpPr>
          <p:spPr>
            <a:xfrm>
              <a:off x="7541444" y="2682646"/>
              <a:ext cx="36919" cy="155342"/>
            </a:xfrm>
            <a:custGeom>
              <a:avLst/>
              <a:gdLst/>
              <a:ahLst/>
              <a:cxnLst/>
              <a:rect l="l" t="t" r="r" b="b"/>
              <a:pathLst>
                <a:path w="549" h="2310" extrusionOk="0">
                  <a:moveTo>
                    <a:pt x="1" y="0"/>
                  </a:moveTo>
                  <a:lnTo>
                    <a:pt x="1" y="0"/>
                  </a:lnTo>
                  <a:cubicBezTo>
                    <a:pt x="96" y="500"/>
                    <a:pt x="227" y="1191"/>
                    <a:pt x="548" y="2310"/>
                  </a:cubicBezTo>
                  <a:lnTo>
                    <a:pt x="1" y="0"/>
                  </a:ln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42"/>
            <p:cNvSpPr/>
            <p:nvPr/>
          </p:nvSpPr>
          <p:spPr>
            <a:xfrm>
              <a:off x="7053833" y="2029269"/>
              <a:ext cx="229852" cy="92936"/>
            </a:xfrm>
            <a:custGeom>
              <a:avLst/>
              <a:gdLst/>
              <a:ahLst/>
              <a:cxnLst/>
              <a:rect l="l" t="t" r="r" b="b"/>
              <a:pathLst>
                <a:path w="3418" h="1382" extrusionOk="0">
                  <a:moveTo>
                    <a:pt x="3418" y="1"/>
                  </a:moveTo>
                  <a:lnTo>
                    <a:pt x="72" y="167"/>
                  </a:lnTo>
                  <a:lnTo>
                    <a:pt x="1" y="1382"/>
                  </a:lnTo>
                  <a:cubicBezTo>
                    <a:pt x="1132" y="1298"/>
                    <a:pt x="2311" y="1274"/>
                    <a:pt x="3394" y="1048"/>
                  </a:cubicBezTo>
                  <a:lnTo>
                    <a:pt x="3418" y="1"/>
                  </a:ln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42"/>
            <p:cNvSpPr/>
            <p:nvPr/>
          </p:nvSpPr>
          <p:spPr>
            <a:xfrm>
              <a:off x="6917724" y="2099744"/>
              <a:ext cx="860028" cy="915844"/>
            </a:xfrm>
            <a:custGeom>
              <a:avLst/>
              <a:gdLst/>
              <a:ahLst/>
              <a:cxnLst/>
              <a:rect l="l" t="t" r="r" b="b"/>
              <a:pathLst>
                <a:path w="12789" h="13619" extrusionOk="0">
                  <a:moveTo>
                    <a:pt x="9038" y="7680"/>
                  </a:moveTo>
                  <a:cubicBezTo>
                    <a:pt x="9145" y="7966"/>
                    <a:pt x="9192" y="8251"/>
                    <a:pt x="9276" y="8668"/>
                  </a:cubicBezTo>
                  <a:lnTo>
                    <a:pt x="9038" y="7680"/>
                  </a:lnTo>
                  <a:close/>
                  <a:moveTo>
                    <a:pt x="5418" y="0"/>
                  </a:moveTo>
                  <a:lnTo>
                    <a:pt x="5418" y="0"/>
                  </a:lnTo>
                  <a:cubicBezTo>
                    <a:pt x="4335" y="226"/>
                    <a:pt x="3156" y="250"/>
                    <a:pt x="2025" y="334"/>
                  </a:cubicBezTo>
                  <a:lnTo>
                    <a:pt x="2001" y="869"/>
                  </a:lnTo>
                  <a:cubicBezTo>
                    <a:pt x="2001" y="869"/>
                    <a:pt x="1144" y="1036"/>
                    <a:pt x="739" y="1143"/>
                  </a:cubicBezTo>
                  <a:cubicBezTo>
                    <a:pt x="751" y="2953"/>
                    <a:pt x="1" y="9811"/>
                    <a:pt x="215" y="11633"/>
                  </a:cubicBezTo>
                  <a:lnTo>
                    <a:pt x="5585" y="12145"/>
                  </a:lnTo>
                  <a:lnTo>
                    <a:pt x="9811" y="10978"/>
                  </a:lnTo>
                  <a:cubicBezTo>
                    <a:pt x="9502" y="9859"/>
                    <a:pt x="9371" y="9168"/>
                    <a:pt x="9276" y="8668"/>
                  </a:cubicBezTo>
                  <a:lnTo>
                    <a:pt x="9276" y="8668"/>
                  </a:lnTo>
                  <a:lnTo>
                    <a:pt x="9811" y="10978"/>
                  </a:lnTo>
                  <a:cubicBezTo>
                    <a:pt x="9839" y="10973"/>
                    <a:pt x="9865" y="10971"/>
                    <a:pt x="9891" y="10971"/>
                  </a:cubicBezTo>
                  <a:cubicBezTo>
                    <a:pt x="10790" y="10971"/>
                    <a:pt x="10991" y="13619"/>
                    <a:pt x="11851" y="13619"/>
                  </a:cubicBezTo>
                  <a:cubicBezTo>
                    <a:pt x="11881" y="13619"/>
                    <a:pt x="11911" y="13616"/>
                    <a:pt x="11943" y="13609"/>
                  </a:cubicBezTo>
                  <a:cubicBezTo>
                    <a:pt x="12645" y="12776"/>
                    <a:pt x="12788" y="9216"/>
                    <a:pt x="12431" y="8251"/>
                  </a:cubicBezTo>
                  <a:cubicBezTo>
                    <a:pt x="11347" y="4179"/>
                    <a:pt x="10228" y="2870"/>
                    <a:pt x="9633" y="2286"/>
                  </a:cubicBezTo>
                  <a:cubicBezTo>
                    <a:pt x="8752" y="1393"/>
                    <a:pt x="6859" y="1000"/>
                    <a:pt x="6859" y="1000"/>
                  </a:cubicBezTo>
                  <a:lnTo>
                    <a:pt x="5406" y="869"/>
                  </a:lnTo>
                  <a:lnTo>
                    <a:pt x="5418" y="0"/>
                  </a:ln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42"/>
            <p:cNvSpPr/>
            <p:nvPr/>
          </p:nvSpPr>
          <p:spPr>
            <a:xfrm>
              <a:off x="6267575" y="2170152"/>
              <a:ext cx="787132" cy="801052"/>
            </a:xfrm>
            <a:custGeom>
              <a:avLst/>
              <a:gdLst/>
              <a:ahLst/>
              <a:cxnLst/>
              <a:rect l="l" t="t" r="r" b="b"/>
              <a:pathLst>
                <a:path w="11705" h="11912" extrusionOk="0">
                  <a:moveTo>
                    <a:pt x="10742" y="1"/>
                  </a:moveTo>
                  <a:cubicBezTo>
                    <a:pt x="10741" y="1"/>
                    <a:pt x="10740" y="1"/>
                    <a:pt x="10740" y="1"/>
                  </a:cubicBezTo>
                  <a:cubicBezTo>
                    <a:pt x="10740" y="1"/>
                    <a:pt x="8347" y="358"/>
                    <a:pt x="7835" y="3668"/>
                  </a:cubicBezTo>
                  <a:cubicBezTo>
                    <a:pt x="7728" y="5883"/>
                    <a:pt x="7442" y="7621"/>
                    <a:pt x="7442" y="7621"/>
                  </a:cubicBezTo>
                  <a:lnTo>
                    <a:pt x="3966" y="5752"/>
                  </a:lnTo>
                  <a:cubicBezTo>
                    <a:pt x="3966" y="5752"/>
                    <a:pt x="3668" y="3573"/>
                    <a:pt x="3251" y="3442"/>
                  </a:cubicBezTo>
                  <a:cubicBezTo>
                    <a:pt x="3224" y="3433"/>
                    <a:pt x="3200" y="3429"/>
                    <a:pt x="3178" y="3429"/>
                  </a:cubicBezTo>
                  <a:cubicBezTo>
                    <a:pt x="2873" y="3429"/>
                    <a:pt x="3049" y="4228"/>
                    <a:pt x="3049" y="4228"/>
                  </a:cubicBezTo>
                  <a:cubicBezTo>
                    <a:pt x="3049" y="4228"/>
                    <a:pt x="2110" y="2625"/>
                    <a:pt x="1771" y="2625"/>
                  </a:cubicBezTo>
                  <a:cubicBezTo>
                    <a:pt x="1750" y="2625"/>
                    <a:pt x="1731" y="2631"/>
                    <a:pt x="1715" y="2644"/>
                  </a:cubicBezTo>
                  <a:cubicBezTo>
                    <a:pt x="1442" y="2870"/>
                    <a:pt x="2287" y="4240"/>
                    <a:pt x="2287" y="4240"/>
                  </a:cubicBezTo>
                  <a:cubicBezTo>
                    <a:pt x="2287" y="4240"/>
                    <a:pt x="1317" y="3018"/>
                    <a:pt x="904" y="3018"/>
                  </a:cubicBezTo>
                  <a:cubicBezTo>
                    <a:pt x="850" y="3018"/>
                    <a:pt x="806" y="3038"/>
                    <a:pt x="775" y="3085"/>
                  </a:cubicBezTo>
                  <a:cubicBezTo>
                    <a:pt x="620" y="3323"/>
                    <a:pt x="1811" y="4537"/>
                    <a:pt x="1811" y="4537"/>
                  </a:cubicBezTo>
                  <a:cubicBezTo>
                    <a:pt x="1811" y="4537"/>
                    <a:pt x="778" y="3620"/>
                    <a:pt x="442" y="3620"/>
                  </a:cubicBezTo>
                  <a:cubicBezTo>
                    <a:pt x="404" y="3620"/>
                    <a:pt x="376" y="3631"/>
                    <a:pt x="358" y="3656"/>
                  </a:cubicBezTo>
                  <a:cubicBezTo>
                    <a:pt x="179" y="3906"/>
                    <a:pt x="1453" y="4942"/>
                    <a:pt x="1453" y="4942"/>
                  </a:cubicBezTo>
                  <a:cubicBezTo>
                    <a:pt x="1453" y="4942"/>
                    <a:pt x="642" y="4372"/>
                    <a:pt x="298" y="4372"/>
                  </a:cubicBezTo>
                  <a:cubicBezTo>
                    <a:pt x="238" y="4372"/>
                    <a:pt x="192" y="4390"/>
                    <a:pt x="168" y="4430"/>
                  </a:cubicBezTo>
                  <a:cubicBezTo>
                    <a:pt x="1" y="4692"/>
                    <a:pt x="1668" y="6180"/>
                    <a:pt x="2275" y="6549"/>
                  </a:cubicBezTo>
                  <a:cubicBezTo>
                    <a:pt x="2275" y="6549"/>
                    <a:pt x="5642" y="11911"/>
                    <a:pt x="8541" y="11911"/>
                  </a:cubicBezTo>
                  <a:cubicBezTo>
                    <a:pt x="8587" y="11911"/>
                    <a:pt x="8634" y="11910"/>
                    <a:pt x="8681" y="11907"/>
                  </a:cubicBezTo>
                  <a:cubicBezTo>
                    <a:pt x="11217" y="11752"/>
                    <a:pt x="10978" y="6609"/>
                    <a:pt x="10859" y="5240"/>
                  </a:cubicBezTo>
                  <a:lnTo>
                    <a:pt x="10859" y="5240"/>
                  </a:lnTo>
                  <a:lnTo>
                    <a:pt x="11693" y="5359"/>
                  </a:lnTo>
                  <a:cubicBezTo>
                    <a:pt x="11490" y="3525"/>
                    <a:pt x="11705" y="2013"/>
                    <a:pt x="11693" y="203"/>
                  </a:cubicBezTo>
                  <a:lnTo>
                    <a:pt x="11693" y="203"/>
                  </a:lnTo>
                  <a:cubicBezTo>
                    <a:pt x="11685" y="206"/>
                    <a:pt x="11674" y="207"/>
                    <a:pt x="11660" y="207"/>
                  </a:cubicBezTo>
                  <a:cubicBezTo>
                    <a:pt x="11471" y="207"/>
                    <a:pt x="10776" y="1"/>
                    <a:pt x="10742"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42"/>
            <p:cNvSpPr/>
            <p:nvPr/>
          </p:nvSpPr>
          <p:spPr>
            <a:xfrm>
              <a:off x="6453380" y="2563281"/>
              <a:ext cx="124139" cy="141825"/>
            </a:xfrm>
            <a:custGeom>
              <a:avLst/>
              <a:gdLst/>
              <a:ahLst/>
              <a:cxnLst/>
              <a:rect l="l" t="t" r="r" b="b"/>
              <a:pathLst>
                <a:path w="1846" h="2109" extrusionOk="0">
                  <a:moveTo>
                    <a:pt x="1393" y="1"/>
                  </a:moveTo>
                  <a:cubicBezTo>
                    <a:pt x="1393" y="1"/>
                    <a:pt x="310" y="632"/>
                    <a:pt x="0" y="1418"/>
                  </a:cubicBezTo>
                  <a:cubicBezTo>
                    <a:pt x="0" y="1418"/>
                    <a:pt x="107" y="1692"/>
                    <a:pt x="322" y="2108"/>
                  </a:cubicBezTo>
                  <a:cubicBezTo>
                    <a:pt x="750" y="1382"/>
                    <a:pt x="1274" y="739"/>
                    <a:pt x="1846" y="144"/>
                  </a:cubicBezTo>
                  <a:cubicBezTo>
                    <a:pt x="1703" y="96"/>
                    <a:pt x="1548" y="49"/>
                    <a:pt x="139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42"/>
            <p:cNvSpPr/>
            <p:nvPr/>
          </p:nvSpPr>
          <p:spPr>
            <a:xfrm>
              <a:off x="6474966" y="2170220"/>
              <a:ext cx="514914" cy="829431"/>
            </a:xfrm>
            <a:custGeom>
              <a:avLst/>
              <a:gdLst/>
              <a:ahLst/>
              <a:cxnLst/>
              <a:rect l="l" t="t" r="r" b="b"/>
              <a:pathLst>
                <a:path w="7657" h="12334" extrusionOk="0">
                  <a:moveTo>
                    <a:pt x="7656" y="0"/>
                  </a:moveTo>
                  <a:cubicBezTo>
                    <a:pt x="7656" y="0"/>
                    <a:pt x="5525" y="226"/>
                    <a:pt x="4656" y="3358"/>
                  </a:cubicBezTo>
                  <a:cubicBezTo>
                    <a:pt x="4370" y="4417"/>
                    <a:pt x="4227" y="5798"/>
                    <a:pt x="4358" y="7620"/>
                  </a:cubicBezTo>
                  <a:cubicBezTo>
                    <a:pt x="4358" y="7620"/>
                    <a:pt x="3096" y="6560"/>
                    <a:pt x="1525" y="5989"/>
                  </a:cubicBezTo>
                  <a:cubicBezTo>
                    <a:pt x="953" y="6584"/>
                    <a:pt x="429" y="7227"/>
                    <a:pt x="1" y="7953"/>
                  </a:cubicBezTo>
                  <a:cubicBezTo>
                    <a:pt x="524" y="8977"/>
                    <a:pt x="1715" y="10859"/>
                    <a:pt x="3703" y="11668"/>
                  </a:cubicBezTo>
                  <a:cubicBezTo>
                    <a:pt x="4814" y="12117"/>
                    <a:pt x="5522" y="12334"/>
                    <a:pt x="5992" y="12334"/>
                  </a:cubicBezTo>
                  <a:cubicBezTo>
                    <a:pt x="6707" y="12334"/>
                    <a:pt x="6877" y="11835"/>
                    <a:pt x="7085" y="10894"/>
                  </a:cubicBezTo>
                  <a:cubicBezTo>
                    <a:pt x="7418" y="9346"/>
                    <a:pt x="7656" y="0"/>
                    <a:pt x="7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42"/>
            <p:cNvSpPr/>
            <p:nvPr/>
          </p:nvSpPr>
          <p:spPr>
            <a:xfrm>
              <a:off x="6700783" y="4315953"/>
              <a:ext cx="505298" cy="350359"/>
            </a:xfrm>
            <a:custGeom>
              <a:avLst/>
              <a:gdLst/>
              <a:ahLst/>
              <a:cxnLst/>
              <a:rect l="l" t="t" r="r" b="b"/>
              <a:pathLst>
                <a:path w="7514" h="5210" extrusionOk="0">
                  <a:moveTo>
                    <a:pt x="7025" y="1"/>
                  </a:moveTo>
                  <a:cubicBezTo>
                    <a:pt x="5989" y="36"/>
                    <a:pt x="4953" y="84"/>
                    <a:pt x="3905" y="191"/>
                  </a:cubicBezTo>
                  <a:cubicBezTo>
                    <a:pt x="3989" y="1048"/>
                    <a:pt x="4084" y="1810"/>
                    <a:pt x="4191" y="2465"/>
                  </a:cubicBezTo>
                  <a:cubicBezTo>
                    <a:pt x="4191" y="2465"/>
                    <a:pt x="0" y="4025"/>
                    <a:pt x="24" y="4823"/>
                  </a:cubicBezTo>
                  <a:cubicBezTo>
                    <a:pt x="33" y="5117"/>
                    <a:pt x="718" y="5209"/>
                    <a:pt x="1571" y="5209"/>
                  </a:cubicBezTo>
                  <a:cubicBezTo>
                    <a:pt x="2993" y="5209"/>
                    <a:pt x="4882" y="4954"/>
                    <a:pt x="4882" y="4954"/>
                  </a:cubicBezTo>
                  <a:cubicBezTo>
                    <a:pt x="4882" y="4954"/>
                    <a:pt x="5254" y="5042"/>
                    <a:pt x="5693" y="5042"/>
                  </a:cubicBezTo>
                  <a:cubicBezTo>
                    <a:pt x="6492" y="5042"/>
                    <a:pt x="7513" y="4749"/>
                    <a:pt x="6906" y="3096"/>
                  </a:cubicBezTo>
                  <a:lnTo>
                    <a:pt x="7025" y="1"/>
                  </a:ln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42"/>
            <p:cNvSpPr/>
            <p:nvPr/>
          </p:nvSpPr>
          <p:spPr>
            <a:xfrm>
              <a:off x="6920952" y="3173418"/>
              <a:ext cx="293132" cy="1155447"/>
            </a:xfrm>
            <a:custGeom>
              <a:avLst/>
              <a:gdLst/>
              <a:ahLst/>
              <a:cxnLst/>
              <a:rect l="l" t="t" r="r" b="b"/>
              <a:pathLst>
                <a:path w="4359" h="17182" extrusionOk="0">
                  <a:moveTo>
                    <a:pt x="0" y="1"/>
                  </a:moveTo>
                  <a:cubicBezTo>
                    <a:pt x="0" y="1"/>
                    <a:pt x="48" y="10895"/>
                    <a:pt x="643" y="17181"/>
                  </a:cubicBezTo>
                  <a:cubicBezTo>
                    <a:pt x="1679" y="17074"/>
                    <a:pt x="2715" y="17026"/>
                    <a:pt x="3751" y="16991"/>
                  </a:cubicBezTo>
                  <a:lnTo>
                    <a:pt x="4358" y="1274"/>
                  </a:lnTo>
                  <a:lnTo>
                    <a:pt x="0" y="1"/>
                  </a:ln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42"/>
            <p:cNvSpPr/>
            <p:nvPr/>
          </p:nvSpPr>
          <p:spPr>
            <a:xfrm>
              <a:off x="7282810" y="3163801"/>
              <a:ext cx="394272" cy="1137828"/>
            </a:xfrm>
            <a:custGeom>
              <a:avLst/>
              <a:gdLst/>
              <a:ahLst/>
              <a:cxnLst/>
              <a:rect l="l" t="t" r="r" b="b"/>
              <a:pathLst>
                <a:path w="5863" h="16920" extrusionOk="0">
                  <a:moveTo>
                    <a:pt x="4222" y="1"/>
                  </a:moveTo>
                  <a:cubicBezTo>
                    <a:pt x="2489" y="1"/>
                    <a:pt x="1" y="632"/>
                    <a:pt x="1" y="632"/>
                  </a:cubicBezTo>
                  <a:cubicBezTo>
                    <a:pt x="1" y="632"/>
                    <a:pt x="1204" y="10561"/>
                    <a:pt x="2096" y="16919"/>
                  </a:cubicBezTo>
                  <a:cubicBezTo>
                    <a:pt x="2227" y="16907"/>
                    <a:pt x="2370" y="16896"/>
                    <a:pt x="2513" y="16872"/>
                  </a:cubicBezTo>
                  <a:cubicBezTo>
                    <a:pt x="3537" y="16812"/>
                    <a:pt x="4513" y="16646"/>
                    <a:pt x="5466" y="16407"/>
                  </a:cubicBezTo>
                  <a:cubicBezTo>
                    <a:pt x="5609" y="12693"/>
                    <a:pt x="5799" y="6942"/>
                    <a:pt x="5859" y="739"/>
                  </a:cubicBezTo>
                  <a:cubicBezTo>
                    <a:pt x="5863" y="182"/>
                    <a:pt x="5151" y="1"/>
                    <a:pt x="4222" y="1"/>
                  </a:cubicBez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42"/>
            <p:cNvSpPr/>
            <p:nvPr/>
          </p:nvSpPr>
          <p:spPr>
            <a:xfrm>
              <a:off x="7182746" y="4267131"/>
              <a:ext cx="495749" cy="430182"/>
            </a:xfrm>
            <a:custGeom>
              <a:avLst/>
              <a:gdLst/>
              <a:ahLst/>
              <a:cxnLst/>
              <a:rect l="l" t="t" r="r" b="b"/>
              <a:pathLst>
                <a:path w="7372" h="6397" extrusionOk="0">
                  <a:moveTo>
                    <a:pt x="6954" y="0"/>
                  </a:moveTo>
                  <a:lnTo>
                    <a:pt x="6954" y="0"/>
                  </a:lnTo>
                  <a:cubicBezTo>
                    <a:pt x="6001" y="239"/>
                    <a:pt x="5025" y="405"/>
                    <a:pt x="4001" y="465"/>
                  </a:cubicBezTo>
                  <a:cubicBezTo>
                    <a:pt x="3858" y="489"/>
                    <a:pt x="3727" y="500"/>
                    <a:pt x="3584" y="512"/>
                  </a:cubicBezTo>
                  <a:cubicBezTo>
                    <a:pt x="3751" y="1727"/>
                    <a:pt x="3906" y="2810"/>
                    <a:pt x="4049" y="3668"/>
                  </a:cubicBezTo>
                  <a:cubicBezTo>
                    <a:pt x="4049" y="3668"/>
                    <a:pt x="1" y="5203"/>
                    <a:pt x="25" y="5989"/>
                  </a:cubicBezTo>
                  <a:cubicBezTo>
                    <a:pt x="34" y="6302"/>
                    <a:pt x="760" y="6397"/>
                    <a:pt x="1639" y="6397"/>
                  </a:cubicBezTo>
                  <a:cubicBezTo>
                    <a:pt x="3004" y="6397"/>
                    <a:pt x="4739" y="6168"/>
                    <a:pt x="4739" y="6168"/>
                  </a:cubicBezTo>
                  <a:cubicBezTo>
                    <a:pt x="4739" y="6168"/>
                    <a:pt x="5109" y="6256"/>
                    <a:pt x="5547" y="6256"/>
                  </a:cubicBezTo>
                  <a:cubicBezTo>
                    <a:pt x="6347" y="6256"/>
                    <a:pt x="7372" y="5962"/>
                    <a:pt x="6763" y="4299"/>
                  </a:cubicBezTo>
                  <a:cubicBezTo>
                    <a:pt x="6763" y="4299"/>
                    <a:pt x="6847" y="2679"/>
                    <a:pt x="6954" y="0"/>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42"/>
            <p:cNvSpPr/>
            <p:nvPr/>
          </p:nvSpPr>
          <p:spPr>
            <a:xfrm>
              <a:off x="6721563" y="2832338"/>
              <a:ext cx="1147444" cy="1383550"/>
            </a:xfrm>
            <a:custGeom>
              <a:avLst/>
              <a:gdLst/>
              <a:ahLst/>
              <a:cxnLst/>
              <a:rect l="l" t="t" r="r" b="b"/>
              <a:pathLst>
                <a:path w="17063" h="20574" extrusionOk="0">
                  <a:moveTo>
                    <a:pt x="12740" y="0"/>
                  </a:moveTo>
                  <a:cubicBezTo>
                    <a:pt x="10655" y="581"/>
                    <a:pt x="8453" y="753"/>
                    <a:pt x="6294" y="753"/>
                  </a:cubicBezTo>
                  <a:cubicBezTo>
                    <a:pt x="5223" y="753"/>
                    <a:pt x="4163" y="711"/>
                    <a:pt x="3132" y="655"/>
                  </a:cubicBezTo>
                  <a:cubicBezTo>
                    <a:pt x="2953" y="1179"/>
                    <a:pt x="1" y="5073"/>
                    <a:pt x="989" y="19812"/>
                  </a:cubicBezTo>
                  <a:cubicBezTo>
                    <a:pt x="989" y="19812"/>
                    <a:pt x="4303" y="20574"/>
                    <a:pt x="8105" y="20574"/>
                  </a:cubicBezTo>
                  <a:cubicBezTo>
                    <a:pt x="10647" y="20574"/>
                    <a:pt x="13406" y="20233"/>
                    <a:pt x="15538" y="19098"/>
                  </a:cubicBezTo>
                  <a:cubicBezTo>
                    <a:pt x="17062" y="2060"/>
                    <a:pt x="12943" y="334"/>
                    <a:pt x="1274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42"/>
            <p:cNvSpPr/>
            <p:nvPr/>
          </p:nvSpPr>
          <p:spPr>
            <a:xfrm>
              <a:off x="6375709" y="2450911"/>
              <a:ext cx="84934" cy="91658"/>
            </a:xfrm>
            <a:custGeom>
              <a:avLst/>
              <a:gdLst/>
              <a:ahLst/>
              <a:cxnLst/>
              <a:rect l="l" t="t" r="r" b="b"/>
              <a:pathLst>
                <a:path w="1263" h="1363" extrusionOk="0">
                  <a:moveTo>
                    <a:pt x="1221" y="0"/>
                  </a:moveTo>
                  <a:cubicBezTo>
                    <a:pt x="1215" y="0"/>
                    <a:pt x="1209" y="2"/>
                    <a:pt x="1203" y="5"/>
                  </a:cubicBezTo>
                  <a:cubicBezTo>
                    <a:pt x="1191" y="5"/>
                    <a:pt x="0" y="398"/>
                    <a:pt x="48" y="1327"/>
                  </a:cubicBezTo>
                  <a:cubicBezTo>
                    <a:pt x="48" y="1351"/>
                    <a:pt x="60" y="1362"/>
                    <a:pt x="84" y="1362"/>
                  </a:cubicBezTo>
                  <a:cubicBezTo>
                    <a:pt x="107" y="1362"/>
                    <a:pt x="119" y="1339"/>
                    <a:pt x="119" y="1315"/>
                  </a:cubicBezTo>
                  <a:cubicBezTo>
                    <a:pt x="84" y="446"/>
                    <a:pt x="1215" y="77"/>
                    <a:pt x="1227" y="77"/>
                  </a:cubicBezTo>
                  <a:cubicBezTo>
                    <a:pt x="1250" y="65"/>
                    <a:pt x="1262" y="41"/>
                    <a:pt x="1250" y="29"/>
                  </a:cubicBezTo>
                  <a:cubicBezTo>
                    <a:pt x="1250" y="11"/>
                    <a:pt x="1238" y="0"/>
                    <a:pt x="122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42"/>
            <p:cNvSpPr/>
            <p:nvPr/>
          </p:nvSpPr>
          <p:spPr>
            <a:xfrm>
              <a:off x="6754380" y="2680225"/>
              <a:ext cx="16072" cy="191386"/>
            </a:xfrm>
            <a:custGeom>
              <a:avLst/>
              <a:gdLst/>
              <a:ahLst/>
              <a:cxnLst/>
              <a:rect l="l" t="t" r="r" b="b"/>
              <a:pathLst>
                <a:path w="239" h="2846" extrusionOk="0">
                  <a:moveTo>
                    <a:pt x="203" y="0"/>
                  </a:moveTo>
                  <a:cubicBezTo>
                    <a:pt x="179" y="0"/>
                    <a:pt x="168" y="12"/>
                    <a:pt x="168" y="36"/>
                  </a:cubicBezTo>
                  <a:cubicBezTo>
                    <a:pt x="168" y="48"/>
                    <a:pt x="1" y="1715"/>
                    <a:pt x="1" y="2810"/>
                  </a:cubicBezTo>
                  <a:cubicBezTo>
                    <a:pt x="1" y="2822"/>
                    <a:pt x="13" y="2846"/>
                    <a:pt x="37" y="2846"/>
                  </a:cubicBezTo>
                  <a:cubicBezTo>
                    <a:pt x="60" y="2846"/>
                    <a:pt x="72" y="2822"/>
                    <a:pt x="72" y="2810"/>
                  </a:cubicBezTo>
                  <a:cubicBezTo>
                    <a:pt x="72" y="1715"/>
                    <a:pt x="239" y="60"/>
                    <a:pt x="239" y="48"/>
                  </a:cubicBezTo>
                  <a:cubicBezTo>
                    <a:pt x="239" y="24"/>
                    <a:pt x="227" y="0"/>
                    <a:pt x="20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42"/>
            <p:cNvSpPr/>
            <p:nvPr/>
          </p:nvSpPr>
          <p:spPr>
            <a:xfrm>
              <a:off x="7183553" y="4643448"/>
              <a:ext cx="461251" cy="60119"/>
            </a:xfrm>
            <a:custGeom>
              <a:avLst/>
              <a:gdLst/>
              <a:ahLst/>
              <a:cxnLst/>
              <a:rect l="l" t="t" r="r" b="b"/>
              <a:pathLst>
                <a:path w="6859" h="894" extrusionOk="0">
                  <a:moveTo>
                    <a:pt x="6859" y="0"/>
                  </a:moveTo>
                  <a:cubicBezTo>
                    <a:pt x="6050" y="215"/>
                    <a:pt x="4798" y="458"/>
                    <a:pt x="3229" y="458"/>
                  </a:cubicBezTo>
                  <a:cubicBezTo>
                    <a:pt x="2280" y="458"/>
                    <a:pt x="1214" y="369"/>
                    <a:pt x="60" y="131"/>
                  </a:cubicBezTo>
                  <a:cubicBezTo>
                    <a:pt x="1" y="358"/>
                    <a:pt x="13" y="500"/>
                    <a:pt x="13" y="500"/>
                  </a:cubicBezTo>
                  <a:cubicBezTo>
                    <a:pt x="13" y="500"/>
                    <a:pt x="382" y="893"/>
                    <a:pt x="3263" y="893"/>
                  </a:cubicBezTo>
                  <a:cubicBezTo>
                    <a:pt x="5847" y="893"/>
                    <a:pt x="6799" y="548"/>
                    <a:pt x="6799" y="548"/>
                  </a:cubicBezTo>
                  <a:cubicBezTo>
                    <a:pt x="6823" y="358"/>
                    <a:pt x="6847" y="179"/>
                    <a:pt x="68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42"/>
            <p:cNvSpPr/>
            <p:nvPr/>
          </p:nvSpPr>
          <p:spPr>
            <a:xfrm>
              <a:off x="7187588" y="4529733"/>
              <a:ext cx="301067" cy="160116"/>
            </a:xfrm>
            <a:custGeom>
              <a:avLst/>
              <a:gdLst/>
              <a:ahLst/>
              <a:cxnLst/>
              <a:rect l="l" t="t" r="r" b="b"/>
              <a:pathLst>
                <a:path w="4477" h="2381" extrusionOk="0">
                  <a:moveTo>
                    <a:pt x="3382" y="1"/>
                  </a:moveTo>
                  <a:cubicBezTo>
                    <a:pt x="3382" y="1"/>
                    <a:pt x="0" y="870"/>
                    <a:pt x="0" y="1822"/>
                  </a:cubicBezTo>
                  <a:cubicBezTo>
                    <a:pt x="0" y="2211"/>
                    <a:pt x="533" y="2380"/>
                    <a:pt x="1785" y="2380"/>
                  </a:cubicBezTo>
                  <a:cubicBezTo>
                    <a:pt x="2259" y="2380"/>
                    <a:pt x="2835" y="2356"/>
                    <a:pt x="3524" y="2310"/>
                  </a:cubicBezTo>
                  <a:lnTo>
                    <a:pt x="4477" y="2287"/>
                  </a:lnTo>
                  <a:cubicBezTo>
                    <a:pt x="4477" y="2287"/>
                    <a:pt x="4013" y="620"/>
                    <a:pt x="33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42"/>
            <p:cNvSpPr/>
            <p:nvPr/>
          </p:nvSpPr>
          <p:spPr>
            <a:xfrm>
              <a:off x="6701590" y="4608210"/>
              <a:ext cx="474028" cy="64894"/>
            </a:xfrm>
            <a:custGeom>
              <a:avLst/>
              <a:gdLst/>
              <a:ahLst/>
              <a:cxnLst/>
              <a:rect l="l" t="t" r="r" b="b"/>
              <a:pathLst>
                <a:path w="7049" h="965" extrusionOk="0">
                  <a:moveTo>
                    <a:pt x="7049" y="0"/>
                  </a:moveTo>
                  <a:lnTo>
                    <a:pt x="7049" y="0"/>
                  </a:lnTo>
                  <a:cubicBezTo>
                    <a:pt x="6202" y="226"/>
                    <a:pt x="4789" y="512"/>
                    <a:pt x="3059" y="512"/>
                  </a:cubicBezTo>
                  <a:cubicBezTo>
                    <a:pt x="2137" y="512"/>
                    <a:pt x="1124" y="430"/>
                    <a:pt x="60" y="215"/>
                  </a:cubicBezTo>
                  <a:cubicBezTo>
                    <a:pt x="0" y="429"/>
                    <a:pt x="12" y="572"/>
                    <a:pt x="12" y="572"/>
                  </a:cubicBezTo>
                  <a:cubicBezTo>
                    <a:pt x="12" y="572"/>
                    <a:pt x="381" y="965"/>
                    <a:pt x="3274" y="965"/>
                  </a:cubicBezTo>
                  <a:cubicBezTo>
                    <a:pt x="5846" y="965"/>
                    <a:pt x="6989" y="548"/>
                    <a:pt x="6989" y="548"/>
                  </a:cubicBezTo>
                  <a:cubicBezTo>
                    <a:pt x="7025" y="358"/>
                    <a:pt x="7037" y="179"/>
                    <a:pt x="70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42"/>
            <p:cNvSpPr/>
            <p:nvPr/>
          </p:nvSpPr>
          <p:spPr>
            <a:xfrm>
              <a:off x="6705558" y="4499337"/>
              <a:ext cx="301134" cy="160385"/>
            </a:xfrm>
            <a:custGeom>
              <a:avLst/>
              <a:gdLst/>
              <a:ahLst/>
              <a:cxnLst/>
              <a:rect l="l" t="t" r="r" b="b"/>
              <a:pathLst>
                <a:path w="4478" h="2385" extrusionOk="0">
                  <a:moveTo>
                    <a:pt x="3382" y="0"/>
                  </a:moveTo>
                  <a:cubicBezTo>
                    <a:pt x="3382" y="0"/>
                    <a:pt x="1" y="869"/>
                    <a:pt x="1" y="1834"/>
                  </a:cubicBezTo>
                  <a:cubicBezTo>
                    <a:pt x="1" y="2218"/>
                    <a:pt x="546" y="2385"/>
                    <a:pt x="1831" y="2385"/>
                  </a:cubicBezTo>
                  <a:cubicBezTo>
                    <a:pt x="2296" y="2385"/>
                    <a:pt x="2857" y="2363"/>
                    <a:pt x="3525" y="2322"/>
                  </a:cubicBezTo>
                  <a:lnTo>
                    <a:pt x="4477" y="2286"/>
                  </a:lnTo>
                  <a:cubicBezTo>
                    <a:pt x="4477" y="2286"/>
                    <a:pt x="4013" y="631"/>
                    <a:pt x="33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42"/>
            <p:cNvSpPr/>
            <p:nvPr/>
          </p:nvSpPr>
          <p:spPr>
            <a:xfrm>
              <a:off x="6948994" y="3223517"/>
              <a:ext cx="489226" cy="1513674"/>
            </a:xfrm>
            <a:custGeom>
              <a:avLst/>
              <a:gdLst/>
              <a:ahLst/>
              <a:cxnLst/>
              <a:rect l="l" t="t" r="r" b="b"/>
              <a:pathLst>
                <a:path w="7275" h="22509" extrusionOk="0">
                  <a:moveTo>
                    <a:pt x="3049" y="0"/>
                  </a:moveTo>
                  <a:cubicBezTo>
                    <a:pt x="2982" y="0"/>
                    <a:pt x="2915" y="2"/>
                    <a:pt x="2846" y="6"/>
                  </a:cubicBezTo>
                  <a:cubicBezTo>
                    <a:pt x="2024" y="41"/>
                    <a:pt x="1381" y="351"/>
                    <a:pt x="929" y="910"/>
                  </a:cubicBezTo>
                  <a:cubicBezTo>
                    <a:pt x="0" y="2089"/>
                    <a:pt x="322" y="3958"/>
                    <a:pt x="345" y="4030"/>
                  </a:cubicBezTo>
                  <a:cubicBezTo>
                    <a:pt x="388" y="4274"/>
                    <a:pt x="601" y="4442"/>
                    <a:pt x="832" y="4442"/>
                  </a:cubicBezTo>
                  <a:cubicBezTo>
                    <a:pt x="860" y="4442"/>
                    <a:pt x="888" y="4440"/>
                    <a:pt x="917" y="4435"/>
                  </a:cubicBezTo>
                  <a:cubicBezTo>
                    <a:pt x="1191" y="4387"/>
                    <a:pt x="1381" y="4125"/>
                    <a:pt x="1322" y="3851"/>
                  </a:cubicBezTo>
                  <a:cubicBezTo>
                    <a:pt x="1322" y="3839"/>
                    <a:pt x="1072" y="2351"/>
                    <a:pt x="1715" y="1530"/>
                  </a:cubicBezTo>
                  <a:cubicBezTo>
                    <a:pt x="1988" y="1196"/>
                    <a:pt x="2369" y="1030"/>
                    <a:pt x="2893" y="1006"/>
                  </a:cubicBezTo>
                  <a:cubicBezTo>
                    <a:pt x="2950" y="1002"/>
                    <a:pt x="3006" y="1001"/>
                    <a:pt x="3060" y="1001"/>
                  </a:cubicBezTo>
                  <a:cubicBezTo>
                    <a:pt x="3586" y="1001"/>
                    <a:pt x="3996" y="1157"/>
                    <a:pt x="4298" y="1470"/>
                  </a:cubicBezTo>
                  <a:cubicBezTo>
                    <a:pt x="5060" y="2232"/>
                    <a:pt x="4989" y="3673"/>
                    <a:pt x="4989" y="3685"/>
                  </a:cubicBezTo>
                  <a:cubicBezTo>
                    <a:pt x="4989" y="3708"/>
                    <a:pt x="4989" y="3732"/>
                    <a:pt x="4989" y="3756"/>
                  </a:cubicBezTo>
                  <a:lnTo>
                    <a:pt x="6251" y="22044"/>
                  </a:lnTo>
                  <a:cubicBezTo>
                    <a:pt x="6275" y="22306"/>
                    <a:pt x="6489" y="22508"/>
                    <a:pt x="6751" y="22508"/>
                  </a:cubicBezTo>
                  <a:lnTo>
                    <a:pt x="6787" y="22508"/>
                  </a:lnTo>
                  <a:cubicBezTo>
                    <a:pt x="7060" y="22496"/>
                    <a:pt x="7275" y="22258"/>
                    <a:pt x="7251" y="21973"/>
                  </a:cubicBezTo>
                  <a:lnTo>
                    <a:pt x="6001" y="3708"/>
                  </a:lnTo>
                  <a:cubicBezTo>
                    <a:pt x="6001" y="3447"/>
                    <a:pt x="6025" y="1780"/>
                    <a:pt x="5013" y="768"/>
                  </a:cubicBezTo>
                  <a:cubicBezTo>
                    <a:pt x="4507" y="262"/>
                    <a:pt x="3850" y="0"/>
                    <a:pt x="304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42"/>
            <p:cNvSpPr/>
            <p:nvPr/>
          </p:nvSpPr>
          <p:spPr>
            <a:xfrm>
              <a:off x="7111531" y="2823798"/>
              <a:ext cx="640465" cy="553581"/>
            </a:xfrm>
            <a:custGeom>
              <a:avLst/>
              <a:gdLst/>
              <a:ahLst/>
              <a:cxnLst/>
              <a:rect l="l" t="t" r="r" b="b"/>
              <a:pathLst>
                <a:path w="9524" h="8232" extrusionOk="0">
                  <a:moveTo>
                    <a:pt x="7622" y="1"/>
                  </a:moveTo>
                  <a:cubicBezTo>
                    <a:pt x="7398" y="1"/>
                    <a:pt x="7164" y="43"/>
                    <a:pt x="6929" y="127"/>
                  </a:cubicBezTo>
                  <a:cubicBezTo>
                    <a:pt x="4751" y="2032"/>
                    <a:pt x="2191" y="5176"/>
                    <a:pt x="2191" y="5176"/>
                  </a:cubicBezTo>
                  <a:cubicBezTo>
                    <a:pt x="2191" y="5176"/>
                    <a:pt x="583" y="5319"/>
                    <a:pt x="405" y="5723"/>
                  </a:cubicBezTo>
                  <a:cubicBezTo>
                    <a:pt x="301" y="5968"/>
                    <a:pt x="627" y="6014"/>
                    <a:pt x="887" y="6014"/>
                  </a:cubicBezTo>
                  <a:cubicBezTo>
                    <a:pt x="1045" y="6014"/>
                    <a:pt x="1179" y="5997"/>
                    <a:pt x="1179" y="5997"/>
                  </a:cubicBezTo>
                  <a:lnTo>
                    <a:pt x="1179" y="5997"/>
                  </a:lnTo>
                  <a:cubicBezTo>
                    <a:pt x="1179" y="5997"/>
                    <a:pt x="0" y="6581"/>
                    <a:pt x="191" y="6878"/>
                  </a:cubicBezTo>
                  <a:cubicBezTo>
                    <a:pt x="283" y="7014"/>
                    <a:pt x="416" y="7050"/>
                    <a:pt x="535" y="7050"/>
                  </a:cubicBezTo>
                  <a:cubicBezTo>
                    <a:pt x="677" y="7050"/>
                    <a:pt x="798" y="6997"/>
                    <a:pt x="798" y="6997"/>
                  </a:cubicBezTo>
                  <a:lnTo>
                    <a:pt x="798" y="6997"/>
                  </a:lnTo>
                  <a:cubicBezTo>
                    <a:pt x="797" y="6998"/>
                    <a:pt x="322" y="7224"/>
                    <a:pt x="703" y="7545"/>
                  </a:cubicBezTo>
                  <a:cubicBezTo>
                    <a:pt x="763" y="7590"/>
                    <a:pt x="819" y="7606"/>
                    <a:pt x="868" y="7606"/>
                  </a:cubicBezTo>
                  <a:cubicBezTo>
                    <a:pt x="970" y="7606"/>
                    <a:pt x="1043" y="7535"/>
                    <a:pt x="1071" y="7502"/>
                  </a:cubicBezTo>
                  <a:lnTo>
                    <a:pt x="1071" y="7502"/>
                  </a:lnTo>
                  <a:cubicBezTo>
                    <a:pt x="1026" y="7562"/>
                    <a:pt x="891" y="7776"/>
                    <a:pt x="1084" y="7938"/>
                  </a:cubicBezTo>
                  <a:cubicBezTo>
                    <a:pt x="1143" y="7991"/>
                    <a:pt x="1201" y="8010"/>
                    <a:pt x="1255" y="8010"/>
                  </a:cubicBezTo>
                  <a:cubicBezTo>
                    <a:pt x="1395" y="8010"/>
                    <a:pt x="1506" y="7878"/>
                    <a:pt x="1522" y="7857"/>
                  </a:cubicBezTo>
                  <a:lnTo>
                    <a:pt x="1522" y="7857"/>
                  </a:lnTo>
                  <a:cubicBezTo>
                    <a:pt x="1506" y="7879"/>
                    <a:pt x="1412" y="8024"/>
                    <a:pt x="1643" y="8200"/>
                  </a:cubicBezTo>
                  <a:cubicBezTo>
                    <a:pt x="1673" y="8222"/>
                    <a:pt x="1711" y="8232"/>
                    <a:pt x="1755" y="8232"/>
                  </a:cubicBezTo>
                  <a:cubicBezTo>
                    <a:pt x="2096" y="8232"/>
                    <a:pt x="2820" y="7621"/>
                    <a:pt x="3358" y="7009"/>
                  </a:cubicBezTo>
                  <a:cubicBezTo>
                    <a:pt x="3358" y="7009"/>
                    <a:pt x="6620" y="4628"/>
                    <a:pt x="9061" y="2842"/>
                  </a:cubicBezTo>
                  <a:cubicBezTo>
                    <a:pt x="9523" y="961"/>
                    <a:pt x="8692" y="1"/>
                    <a:pt x="7622"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42"/>
            <p:cNvSpPr/>
            <p:nvPr/>
          </p:nvSpPr>
          <p:spPr>
            <a:xfrm>
              <a:off x="7316501" y="1829544"/>
              <a:ext cx="353991" cy="270469"/>
            </a:xfrm>
            <a:custGeom>
              <a:avLst/>
              <a:gdLst/>
              <a:ahLst/>
              <a:cxnLst/>
              <a:rect l="l" t="t" r="r" b="b"/>
              <a:pathLst>
                <a:path w="5264" h="4022" extrusionOk="0">
                  <a:moveTo>
                    <a:pt x="4268" y="0"/>
                  </a:moveTo>
                  <a:cubicBezTo>
                    <a:pt x="4243" y="0"/>
                    <a:pt x="4217" y="2"/>
                    <a:pt x="4191" y="6"/>
                  </a:cubicBezTo>
                  <a:cubicBezTo>
                    <a:pt x="3453" y="113"/>
                    <a:pt x="786" y="1196"/>
                    <a:pt x="857" y="1732"/>
                  </a:cubicBezTo>
                  <a:cubicBezTo>
                    <a:pt x="857" y="1732"/>
                    <a:pt x="0" y="3173"/>
                    <a:pt x="1345" y="3792"/>
                  </a:cubicBezTo>
                  <a:cubicBezTo>
                    <a:pt x="1691" y="3950"/>
                    <a:pt x="2078" y="4022"/>
                    <a:pt x="2467" y="4022"/>
                  </a:cubicBezTo>
                  <a:cubicBezTo>
                    <a:pt x="3605" y="4022"/>
                    <a:pt x="4764" y="3405"/>
                    <a:pt x="4977" y="2518"/>
                  </a:cubicBezTo>
                  <a:cubicBezTo>
                    <a:pt x="5264" y="1370"/>
                    <a:pt x="4953" y="0"/>
                    <a:pt x="4268"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42"/>
            <p:cNvSpPr/>
            <p:nvPr/>
          </p:nvSpPr>
          <p:spPr>
            <a:xfrm>
              <a:off x="6699976" y="1326263"/>
              <a:ext cx="1020077" cy="735620"/>
            </a:xfrm>
            <a:custGeom>
              <a:avLst/>
              <a:gdLst/>
              <a:ahLst/>
              <a:cxnLst/>
              <a:rect l="l" t="t" r="r" b="b"/>
              <a:pathLst>
                <a:path w="15169" h="10939" extrusionOk="0">
                  <a:moveTo>
                    <a:pt x="6717" y="1"/>
                  </a:moveTo>
                  <a:cubicBezTo>
                    <a:pt x="4563" y="1"/>
                    <a:pt x="2535" y="259"/>
                    <a:pt x="1465" y="858"/>
                  </a:cubicBezTo>
                  <a:cubicBezTo>
                    <a:pt x="1465" y="858"/>
                    <a:pt x="774" y="2870"/>
                    <a:pt x="393" y="4263"/>
                  </a:cubicBezTo>
                  <a:cubicBezTo>
                    <a:pt x="0" y="5668"/>
                    <a:pt x="2084" y="8680"/>
                    <a:pt x="2810" y="9240"/>
                  </a:cubicBezTo>
                  <a:cubicBezTo>
                    <a:pt x="3361" y="9663"/>
                    <a:pt x="6113" y="10938"/>
                    <a:pt x="8852" y="10938"/>
                  </a:cubicBezTo>
                  <a:cubicBezTo>
                    <a:pt x="11440" y="10938"/>
                    <a:pt x="14016" y="9800"/>
                    <a:pt x="14716" y="5728"/>
                  </a:cubicBezTo>
                  <a:cubicBezTo>
                    <a:pt x="14966" y="4275"/>
                    <a:pt x="15169" y="3477"/>
                    <a:pt x="14728" y="1846"/>
                  </a:cubicBezTo>
                  <a:cubicBezTo>
                    <a:pt x="14428" y="751"/>
                    <a:pt x="10389" y="1"/>
                    <a:pt x="6717"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42"/>
            <p:cNvSpPr/>
            <p:nvPr/>
          </p:nvSpPr>
          <p:spPr>
            <a:xfrm>
              <a:off x="7444608" y="1747636"/>
              <a:ext cx="187284" cy="212031"/>
            </a:xfrm>
            <a:custGeom>
              <a:avLst/>
              <a:gdLst/>
              <a:ahLst/>
              <a:cxnLst/>
              <a:rect l="l" t="t" r="r" b="b"/>
              <a:pathLst>
                <a:path w="2785" h="3153" extrusionOk="0">
                  <a:moveTo>
                    <a:pt x="1383" y="0"/>
                  </a:moveTo>
                  <a:cubicBezTo>
                    <a:pt x="1037" y="0"/>
                    <a:pt x="762" y="81"/>
                    <a:pt x="762" y="81"/>
                  </a:cubicBezTo>
                  <a:lnTo>
                    <a:pt x="0" y="2212"/>
                  </a:lnTo>
                  <a:cubicBezTo>
                    <a:pt x="264" y="2815"/>
                    <a:pt x="848" y="3152"/>
                    <a:pt x="1412" y="3152"/>
                  </a:cubicBezTo>
                  <a:cubicBezTo>
                    <a:pt x="2096" y="3152"/>
                    <a:pt x="2749" y="2656"/>
                    <a:pt x="2762" y="1533"/>
                  </a:cubicBezTo>
                  <a:cubicBezTo>
                    <a:pt x="2785" y="238"/>
                    <a:pt x="1979" y="0"/>
                    <a:pt x="1383" y="0"/>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42"/>
            <p:cNvSpPr/>
            <p:nvPr/>
          </p:nvSpPr>
          <p:spPr>
            <a:xfrm>
              <a:off x="6789617" y="1225123"/>
              <a:ext cx="815174" cy="858616"/>
            </a:xfrm>
            <a:custGeom>
              <a:avLst/>
              <a:gdLst/>
              <a:ahLst/>
              <a:cxnLst/>
              <a:rect l="l" t="t" r="r" b="b"/>
              <a:pathLst>
                <a:path w="12122" h="12768" extrusionOk="0">
                  <a:moveTo>
                    <a:pt x="4638" y="0"/>
                  </a:moveTo>
                  <a:cubicBezTo>
                    <a:pt x="2804" y="0"/>
                    <a:pt x="1287" y="638"/>
                    <a:pt x="620" y="2350"/>
                  </a:cubicBezTo>
                  <a:cubicBezTo>
                    <a:pt x="620" y="2350"/>
                    <a:pt x="346" y="4755"/>
                    <a:pt x="156" y="7613"/>
                  </a:cubicBezTo>
                  <a:cubicBezTo>
                    <a:pt x="1" y="9923"/>
                    <a:pt x="1060" y="12268"/>
                    <a:pt x="4513" y="12673"/>
                  </a:cubicBezTo>
                  <a:cubicBezTo>
                    <a:pt x="5023" y="12735"/>
                    <a:pt x="5499" y="12767"/>
                    <a:pt x="5944" y="12767"/>
                  </a:cubicBezTo>
                  <a:cubicBezTo>
                    <a:pt x="8587" y="12767"/>
                    <a:pt x="10133" y="11609"/>
                    <a:pt x="11050" y="8470"/>
                  </a:cubicBezTo>
                  <a:cubicBezTo>
                    <a:pt x="12121" y="4803"/>
                    <a:pt x="11740" y="1719"/>
                    <a:pt x="8418" y="671"/>
                  </a:cubicBezTo>
                  <a:cubicBezTo>
                    <a:pt x="7121" y="262"/>
                    <a:pt x="5814" y="0"/>
                    <a:pt x="4638" y="0"/>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42"/>
            <p:cNvSpPr/>
            <p:nvPr/>
          </p:nvSpPr>
          <p:spPr>
            <a:xfrm>
              <a:off x="7084296" y="1817372"/>
              <a:ext cx="88901" cy="39004"/>
            </a:xfrm>
            <a:custGeom>
              <a:avLst/>
              <a:gdLst/>
              <a:ahLst/>
              <a:cxnLst/>
              <a:rect l="l" t="t" r="r" b="b"/>
              <a:pathLst>
                <a:path w="1322" h="580" extrusionOk="0">
                  <a:moveTo>
                    <a:pt x="1269" y="0"/>
                  </a:moveTo>
                  <a:cubicBezTo>
                    <a:pt x="1257" y="0"/>
                    <a:pt x="1245" y="6"/>
                    <a:pt x="1238" y="20"/>
                  </a:cubicBezTo>
                  <a:cubicBezTo>
                    <a:pt x="1020" y="407"/>
                    <a:pt x="719" y="503"/>
                    <a:pt x="478" y="503"/>
                  </a:cubicBezTo>
                  <a:cubicBezTo>
                    <a:pt x="259" y="503"/>
                    <a:pt x="89" y="424"/>
                    <a:pt x="72" y="413"/>
                  </a:cubicBezTo>
                  <a:cubicBezTo>
                    <a:pt x="68" y="410"/>
                    <a:pt x="64" y="408"/>
                    <a:pt x="58" y="408"/>
                  </a:cubicBezTo>
                  <a:cubicBezTo>
                    <a:pt x="42" y="408"/>
                    <a:pt x="21" y="419"/>
                    <a:pt x="12" y="437"/>
                  </a:cubicBezTo>
                  <a:cubicBezTo>
                    <a:pt x="0" y="461"/>
                    <a:pt x="12" y="485"/>
                    <a:pt x="36" y="496"/>
                  </a:cubicBezTo>
                  <a:cubicBezTo>
                    <a:pt x="36" y="496"/>
                    <a:pt x="238" y="580"/>
                    <a:pt x="476" y="580"/>
                  </a:cubicBezTo>
                  <a:cubicBezTo>
                    <a:pt x="750" y="580"/>
                    <a:pt x="1084" y="485"/>
                    <a:pt x="1310" y="68"/>
                  </a:cubicBezTo>
                  <a:cubicBezTo>
                    <a:pt x="1322" y="44"/>
                    <a:pt x="1310" y="20"/>
                    <a:pt x="1298" y="8"/>
                  </a:cubicBezTo>
                  <a:cubicBezTo>
                    <a:pt x="1288" y="3"/>
                    <a:pt x="1278" y="0"/>
                    <a:pt x="126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42"/>
            <p:cNvSpPr/>
            <p:nvPr/>
          </p:nvSpPr>
          <p:spPr>
            <a:xfrm>
              <a:off x="7097880" y="1345496"/>
              <a:ext cx="1681" cy="2488"/>
            </a:xfrm>
            <a:custGeom>
              <a:avLst/>
              <a:gdLst/>
              <a:ahLst/>
              <a:cxnLst/>
              <a:rect l="l" t="t" r="r" b="b"/>
              <a:pathLst>
                <a:path w="25" h="37" extrusionOk="0">
                  <a:moveTo>
                    <a:pt x="1" y="36"/>
                  </a:moveTo>
                  <a:cubicBezTo>
                    <a:pt x="13" y="13"/>
                    <a:pt x="24" y="1"/>
                    <a:pt x="24" y="1"/>
                  </a:cubicBezTo>
                  <a:cubicBezTo>
                    <a:pt x="24" y="1"/>
                    <a:pt x="13" y="13"/>
                    <a:pt x="1" y="36"/>
                  </a:cubicBez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42"/>
            <p:cNvSpPr/>
            <p:nvPr/>
          </p:nvSpPr>
          <p:spPr>
            <a:xfrm>
              <a:off x="7274808" y="1541388"/>
              <a:ext cx="169060" cy="125080"/>
            </a:xfrm>
            <a:custGeom>
              <a:avLst/>
              <a:gdLst/>
              <a:ahLst/>
              <a:cxnLst/>
              <a:rect l="l" t="t" r="r" b="b"/>
              <a:pathLst>
                <a:path w="2514" h="1860" extrusionOk="0">
                  <a:moveTo>
                    <a:pt x="550" y="1"/>
                  </a:moveTo>
                  <a:cubicBezTo>
                    <a:pt x="356" y="1"/>
                    <a:pt x="238" y="106"/>
                    <a:pt x="156" y="255"/>
                  </a:cubicBezTo>
                  <a:cubicBezTo>
                    <a:pt x="1" y="540"/>
                    <a:pt x="191" y="993"/>
                    <a:pt x="703" y="1374"/>
                  </a:cubicBezTo>
                  <a:cubicBezTo>
                    <a:pt x="1123" y="1683"/>
                    <a:pt x="1448" y="1860"/>
                    <a:pt x="1699" y="1860"/>
                  </a:cubicBezTo>
                  <a:cubicBezTo>
                    <a:pt x="1825" y="1860"/>
                    <a:pt x="1933" y="1815"/>
                    <a:pt x="2025" y="1719"/>
                  </a:cubicBezTo>
                  <a:cubicBezTo>
                    <a:pt x="2025" y="1719"/>
                    <a:pt x="2513" y="1231"/>
                    <a:pt x="1596" y="529"/>
                  </a:cubicBezTo>
                  <a:cubicBezTo>
                    <a:pt x="1103" y="144"/>
                    <a:pt x="775" y="1"/>
                    <a:pt x="550"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42"/>
            <p:cNvSpPr/>
            <p:nvPr/>
          </p:nvSpPr>
          <p:spPr>
            <a:xfrm>
              <a:off x="6864127" y="1500703"/>
              <a:ext cx="175381" cy="98249"/>
            </a:xfrm>
            <a:custGeom>
              <a:avLst/>
              <a:gdLst/>
              <a:ahLst/>
              <a:cxnLst/>
              <a:rect l="l" t="t" r="r" b="b"/>
              <a:pathLst>
                <a:path w="2608" h="1461" extrusionOk="0">
                  <a:moveTo>
                    <a:pt x="2004" y="1"/>
                  </a:moveTo>
                  <a:cubicBezTo>
                    <a:pt x="1791" y="1"/>
                    <a:pt x="1498" y="57"/>
                    <a:pt x="1095" y="193"/>
                  </a:cubicBezTo>
                  <a:cubicBezTo>
                    <a:pt x="0" y="574"/>
                    <a:pt x="310" y="1193"/>
                    <a:pt x="310" y="1193"/>
                  </a:cubicBezTo>
                  <a:cubicBezTo>
                    <a:pt x="393" y="1378"/>
                    <a:pt x="564" y="1461"/>
                    <a:pt x="820" y="1461"/>
                  </a:cubicBezTo>
                  <a:cubicBezTo>
                    <a:pt x="1041" y="1461"/>
                    <a:pt x="1324" y="1399"/>
                    <a:pt x="1667" y="1288"/>
                  </a:cubicBezTo>
                  <a:cubicBezTo>
                    <a:pt x="2274" y="1086"/>
                    <a:pt x="2607" y="717"/>
                    <a:pt x="2548" y="395"/>
                  </a:cubicBezTo>
                  <a:cubicBezTo>
                    <a:pt x="2503" y="169"/>
                    <a:pt x="2372" y="1"/>
                    <a:pt x="2004" y="1"/>
                  </a:cubicBezTo>
                  <a:close/>
                </a:path>
              </a:pathLst>
            </a:custGeom>
            <a:solidFill>
              <a:srgbClr val="EED9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42"/>
            <p:cNvSpPr/>
            <p:nvPr/>
          </p:nvSpPr>
          <p:spPr>
            <a:xfrm>
              <a:off x="7461420" y="1787514"/>
              <a:ext cx="149760" cy="115329"/>
            </a:xfrm>
            <a:custGeom>
              <a:avLst/>
              <a:gdLst/>
              <a:ahLst/>
              <a:cxnLst/>
              <a:rect l="l" t="t" r="r" b="b"/>
              <a:pathLst>
                <a:path w="2227" h="1715" extrusionOk="0">
                  <a:moveTo>
                    <a:pt x="1315" y="1"/>
                  </a:moveTo>
                  <a:cubicBezTo>
                    <a:pt x="1140" y="1"/>
                    <a:pt x="960" y="53"/>
                    <a:pt x="774" y="167"/>
                  </a:cubicBezTo>
                  <a:cubicBezTo>
                    <a:pt x="0" y="607"/>
                    <a:pt x="405" y="1679"/>
                    <a:pt x="405" y="1691"/>
                  </a:cubicBezTo>
                  <a:cubicBezTo>
                    <a:pt x="417" y="1714"/>
                    <a:pt x="429" y="1714"/>
                    <a:pt x="441" y="1714"/>
                  </a:cubicBezTo>
                  <a:lnTo>
                    <a:pt x="464" y="1714"/>
                  </a:lnTo>
                  <a:cubicBezTo>
                    <a:pt x="476" y="1714"/>
                    <a:pt x="488" y="1691"/>
                    <a:pt x="488" y="1667"/>
                  </a:cubicBezTo>
                  <a:cubicBezTo>
                    <a:pt x="476" y="1655"/>
                    <a:pt x="107" y="643"/>
                    <a:pt x="822" y="238"/>
                  </a:cubicBezTo>
                  <a:cubicBezTo>
                    <a:pt x="996" y="130"/>
                    <a:pt x="1165" y="80"/>
                    <a:pt x="1328" y="80"/>
                  </a:cubicBezTo>
                  <a:cubicBezTo>
                    <a:pt x="1399" y="80"/>
                    <a:pt x="1468" y="89"/>
                    <a:pt x="1536" y="107"/>
                  </a:cubicBezTo>
                  <a:cubicBezTo>
                    <a:pt x="1929" y="226"/>
                    <a:pt x="2143" y="619"/>
                    <a:pt x="2143" y="619"/>
                  </a:cubicBezTo>
                  <a:cubicBezTo>
                    <a:pt x="2150" y="633"/>
                    <a:pt x="2161" y="639"/>
                    <a:pt x="2172" y="639"/>
                  </a:cubicBezTo>
                  <a:cubicBezTo>
                    <a:pt x="2179" y="639"/>
                    <a:pt x="2186" y="636"/>
                    <a:pt x="2191" y="631"/>
                  </a:cubicBezTo>
                  <a:cubicBezTo>
                    <a:pt x="2215" y="619"/>
                    <a:pt x="2227" y="595"/>
                    <a:pt x="2215" y="583"/>
                  </a:cubicBezTo>
                  <a:cubicBezTo>
                    <a:pt x="2203" y="559"/>
                    <a:pt x="1988" y="155"/>
                    <a:pt x="1560" y="36"/>
                  </a:cubicBezTo>
                  <a:cubicBezTo>
                    <a:pt x="1479" y="13"/>
                    <a:pt x="1398" y="1"/>
                    <a:pt x="131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42"/>
            <p:cNvSpPr/>
            <p:nvPr/>
          </p:nvSpPr>
          <p:spPr>
            <a:xfrm>
              <a:off x="7482199" y="1830418"/>
              <a:ext cx="83320" cy="23604"/>
            </a:xfrm>
            <a:custGeom>
              <a:avLst/>
              <a:gdLst/>
              <a:ahLst/>
              <a:cxnLst/>
              <a:rect l="l" t="t" r="r" b="b"/>
              <a:pathLst>
                <a:path w="1239" h="351" extrusionOk="0">
                  <a:moveTo>
                    <a:pt x="522" y="1"/>
                  </a:moveTo>
                  <a:cubicBezTo>
                    <a:pt x="359" y="1"/>
                    <a:pt x="186" y="51"/>
                    <a:pt x="24" y="195"/>
                  </a:cubicBezTo>
                  <a:cubicBezTo>
                    <a:pt x="1" y="219"/>
                    <a:pt x="1" y="243"/>
                    <a:pt x="13" y="255"/>
                  </a:cubicBezTo>
                  <a:cubicBezTo>
                    <a:pt x="24" y="267"/>
                    <a:pt x="36" y="273"/>
                    <a:pt x="47" y="273"/>
                  </a:cubicBezTo>
                  <a:cubicBezTo>
                    <a:pt x="57" y="273"/>
                    <a:pt x="66" y="267"/>
                    <a:pt x="72" y="255"/>
                  </a:cubicBezTo>
                  <a:cubicBezTo>
                    <a:pt x="218" y="127"/>
                    <a:pt x="375" y="82"/>
                    <a:pt x="522" y="82"/>
                  </a:cubicBezTo>
                  <a:cubicBezTo>
                    <a:pt x="869" y="82"/>
                    <a:pt x="1167" y="330"/>
                    <a:pt x="1167" y="338"/>
                  </a:cubicBezTo>
                  <a:cubicBezTo>
                    <a:pt x="1179" y="350"/>
                    <a:pt x="1191" y="350"/>
                    <a:pt x="1191" y="350"/>
                  </a:cubicBezTo>
                  <a:cubicBezTo>
                    <a:pt x="1203" y="350"/>
                    <a:pt x="1215" y="338"/>
                    <a:pt x="1227" y="326"/>
                  </a:cubicBezTo>
                  <a:cubicBezTo>
                    <a:pt x="1239" y="314"/>
                    <a:pt x="1239" y="291"/>
                    <a:pt x="1227" y="279"/>
                  </a:cubicBezTo>
                  <a:cubicBezTo>
                    <a:pt x="1219" y="270"/>
                    <a:pt x="897" y="1"/>
                    <a:pt x="52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42"/>
            <p:cNvSpPr/>
            <p:nvPr/>
          </p:nvSpPr>
          <p:spPr>
            <a:xfrm>
              <a:off x="7060288" y="1508033"/>
              <a:ext cx="116136" cy="279481"/>
            </a:xfrm>
            <a:custGeom>
              <a:avLst/>
              <a:gdLst/>
              <a:ahLst/>
              <a:cxnLst/>
              <a:rect l="l" t="t" r="r" b="b"/>
              <a:pathLst>
                <a:path w="1727" h="4156" extrusionOk="0">
                  <a:moveTo>
                    <a:pt x="1679" y="1"/>
                  </a:moveTo>
                  <a:cubicBezTo>
                    <a:pt x="1655" y="1"/>
                    <a:pt x="1631" y="24"/>
                    <a:pt x="1631" y="48"/>
                  </a:cubicBezTo>
                  <a:cubicBezTo>
                    <a:pt x="1643" y="763"/>
                    <a:pt x="1619" y="2679"/>
                    <a:pt x="1453" y="2906"/>
                  </a:cubicBezTo>
                  <a:cubicBezTo>
                    <a:pt x="1396" y="2983"/>
                    <a:pt x="1318" y="3023"/>
                    <a:pt x="1220" y="3023"/>
                  </a:cubicBezTo>
                  <a:cubicBezTo>
                    <a:pt x="1094" y="3023"/>
                    <a:pt x="933" y="2957"/>
                    <a:pt x="738" y="2822"/>
                  </a:cubicBezTo>
                  <a:cubicBezTo>
                    <a:pt x="726" y="2822"/>
                    <a:pt x="714" y="2810"/>
                    <a:pt x="714" y="2810"/>
                  </a:cubicBezTo>
                  <a:cubicBezTo>
                    <a:pt x="630" y="2760"/>
                    <a:pt x="551" y="2736"/>
                    <a:pt x="477" y="2736"/>
                  </a:cubicBezTo>
                  <a:cubicBezTo>
                    <a:pt x="395" y="2736"/>
                    <a:pt x="319" y="2766"/>
                    <a:pt x="250" y="2822"/>
                  </a:cubicBezTo>
                  <a:cubicBezTo>
                    <a:pt x="60" y="2977"/>
                    <a:pt x="0" y="3358"/>
                    <a:pt x="107" y="3632"/>
                  </a:cubicBezTo>
                  <a:cubicBezTo>
                    <a:pt x="250" y="3965"/>
                    <a:pt x="572" y="4144"/>
                    <a:pt x="595" y="4156"/>
                  </a:cubicBezTo>
                  <a:lnTo>
                    <a:pt x="607" y="4156"/>
                  </a:lnTo>
                  <a:cubicBezTo>
                    <a:pt x="619" y="4156"/>
                    <a:pt x="643" y="4144"/>
                    <a:pt x="643" y="4132"/>
                  </a:cubicBezTo>
                  <a:cubicBezTo>
                    <a:pt x="655" y="4120"/>
                    <a:pt x="655" y="4084"/>
                    <a:pt x="631" y="4084"/>
                  </a:cubicBezTo>
                  <a:cubicBezTo>
                    <a:pt x="631" y="4073"/>
                    <a:pt x="310" y="3906"/>
                    <a:pt x="179" y="3596"/>
                  </a:cubicBezTo>
                  <a:cubicBezTo>
                    <a:pt x="83" y="3358"/>
                    <a:pt x="143" y="3025"/>
                    <a:pt x="310" y="2882"/>
                  </a:cubicBezTo>
                  <a:cubicBezTo>
                    <a:pt x="357" y="2840"/>
                    <a:pt x="411" y="2819"/>
                    <a:pt x="470" y="2819"/>
                  </a:cubicBezTo>
                  <a:cubicBezTo>
                    <a:pt x="530" y="2819"/>
                    <a:pt x="595" y="2840"/>
                    <a:pt x="667" y="2882"/>
                  </a:cubicBezTo>
                  <a:cubicBezTo>
                    <a:pt x="667" y="2882"/>
                    <a:pt x="679" y="2894"/>
                    <a:pt x="691" y="2894"/>
                  </a:cubicBezTo>
                  <a:cubicBezTo>
                    <a:pt x="915" y="3051"/>
                    <a:pt x="1086" y="3107"/>
                    <a:pt x="1217" y="3107"/>
                  </a:cubicBezTo>
                  <a:cubicBezTo>
                    <a:pt x="1364" y="3107"/>
                    <a:pt x="1461" y="3035"/>
                    <a:pt x="1524" y="2953"/>
                  </a:cubicBezTo>
                  <a:cubicBezTo>
                    <a:pt x="1726" y="2668"/>
                    <a:pt x="1715" y="310"/>
                    <a:pt x="1715" y="48"/>
                  </a:cubicBezTo>
                  <a:cubicBezTo>
                    <a:pt x="1715" y="24"/>
                    <a:pt x="1703" y="1"/>
                    <a:pt x="167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42"/>
            <p:cNvSpPr/>
            <p:nvPr/>
          </p:nvSpPr>
          <p:spPr>
            <a:xfrm>
              <a:off x="7241991" y="1811656"/>
              <a:ext cx="186612" cy="98181"/>
            </a:xfrm>
            <a:custGeom>
              <a:avLst/>
              <a:gdLst/>
              <a:ahLst/>
              <a:cxnLst/>
              <a:rect l="l" t="t" r="r" b="b"/>
              <a:pathLst>
                <a:path w="2775" h="1460" extrusionOk="0">
                  <a:moveTo>
                    <a:pt x="1608" y="1"/>
                  </a:moveTo>
                  <a:cubicBezTo>
                    <a:pt x="1504" y="1"/>
                    <a:pt x="1396" y="8"/>
                    <a:pt x="1287" y="22"/>
                  </a:cubicBezTo>
                  <a:cubicBezTo>
                    <a:pt x="548" y="117"/>
                    <a:pt x="1" y="510"/>
                    <a:pt x="48" y="903"/>
                  </a:cubicBezTo>
                  <a:cubicBezTo>
                    <a:pt x="89" y="1237"/>
                    <a:pt x="561" y="1460"/>
                    <a:pt x="1156" y="1460"/>
                  </a:cubicBezTo>
                  <a:cubicBezTo>
                    <a:pt x="1260" y="1460"/>
                    <a:pt x="1367" y="1453"/>
                    <a:pt x="1477" y="1439"/>
                  </a:cubicBezTo>
                  <a:cubicBezTo>
                    <a:pt x="2215" y="1343"/>
                    <a:pt x="2775" y="951"/>
                    <a:pt x="2715" y="558"/>
                  </a:cubicBezTo>
                  <a:cubicBezTo>
                    <a:pt x="2675" y="223"/>
                    <a:pt x="2203" y="1"/>
                    <a:pt x="1608" y="1"/>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42"/>
            <p:cNvSpPr/>
            <p:nvPr/>
          </p:nvSpPr>
          <p:spPr>
            <a:xfrm>
              <a:off x="6840053" y="1771778"/>
              <a:ext cx="189033" cy="107327"/>
            </a:xfrm>
            <a:custGeom>
              <a:avLst/>
              <a:gdLst/>
              <a:ahLst/>
              <a:cxnLst/>
              <a:rect l="l" t="t" r="r" b="b"/>
              <a:pathLst>
                <a:path w="2811" h="1596" extrusionOk="0">
                  <a:moveTo>
                    <a:pt x="930" y="1"/>
                  </a:moveTo>
                  <a:cubicBezTo>
                    <a:pt x="519" y="1"/>
                    <a:pt x="198" y="138"/>
                    <a:pt x="120" y="389"/>
                  </a:cubicBezTo>
                  <a:cubicBezTo>
                    <a:pt x="1" y="770"/>
                    <a:pt x="477" y="1258"/>
                    <a:pt x="1191" y="1484"/>
                  </a:cubicBezTo>
                  <a:cubicBezTo>
                    <a:pt x="1426" y="1559"/>
                    <a:pt x="1657" y="1595"/>
                    <a:pt x="1866" y="1595"/>
                  </a:cubicBezTo>
                  <a:cubicBezTo>
                    <a:pt x="2284" y="1595"/>
                    <a:pt x="2612" y="1452"/>
                    <a:pt x="2692" y="1198"/>
                  </a:cubicBezTo>
                  <a:cubicBezTo>
                    <a:pt x="2811" y="829"/>
                    <a:pt x="2334" y="341"/>
                    <a:pt x="1620" y="115"/>
                  </a:cubicBezTo>
                  <a:cubicBezTo>
                    <a:pt x="1380" y="37"/>
                    <a:pt x="1143" y="1"/>
                    <a:pt x="930" y="1"/>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42"/>
            <p:cNvSpPr/>
            <p:nvPr/>
          </p:nvSpPr>
          <p:spPr>
            <a:xfrm>
              <a:off x="6723984" y="1180605"/>
              <a:ext cx="976904" cy="570730"/>
            </a:xfrm>
            <a:custGeom>
              <a:avLst/>
              <a:gdLst/>
              <a:ahLst/>
              <a:cxnLst/>
              <a:rect l="l" t="t" r="r" b="b"/>
              <a:pathLst>
                <a:path w="14527" h="8487" extrusionOk="0">
                  <a:moveTo>
                    <a:pt x="6743" y="0"/>
                  </a:moveTo>
                  <a:cubicBezTo>
                    <a:pt x="4581" y="0"/>
                    <a:pt x="2696" y="877"/>
                    <a:pt x="1822" y="1774"/>
                  </a:cubicBezTo>
                  <a:cubicBezTo>
                    <a:pt x="512" y="3119"/>
                    <a:pt x="0" y="7382"/>
                    <a:pt x="620" y="7763"/>
                  </a:cubicBezTo>
                  <a:cubicBezTo>
                    <a:pt x="643" y="7777"/>
                    <a:pt x="677" y="7784"/>
                    <a:pt x="721" y="7784"/>
                  </a:cubicBezTo>
                  <a:cubicBezTo>
                    <a:pt x="1618" y="7784"/>
                    <a:pt x="6619" y="4902"/>
                    <a:pt x="8775" y="3858"/>
                  </a:cubicBezTo>
                  <a:cubicBezTo>
                    <a:pt x="8886" y="3804"/>
                    <a:pt x="9003" y="3778"/>
                    <a:pt x="9117" y="3778"/>
                  </a:cubicBezTo>
                  <a:cubicBezTo>
                    <a:pt x="9456" y="3778"/>
                    <a:pt x="9779" y="4001"/>
                    <a:pt x="9895" y="4358"/>
                  </a:cubicBezTo>
                  <a:cubicBezTo>
                    <a:pt x="10561" y="6477"/>
                    <a:pt x="11514" y="7656"/>
                    <a:pt x="12192" y="8275"/>
                  </a:cubicBezTo>
                  <a:cubicBezTo>
                    <a:pt x="12351" y="8419"/>
                    <a:pt x="12543" y="8487"/>
                    <a:pt x="12734" y="8487"/>
                  </a:cubicBezTo>
                  <a:cubicBezTo>
                    <a:pt x="13031" y="8487"/>
                    <a:pt x="13321" y="8322"/>
                    <a:pt x="13466" y="8025"/>
                  </a:cubicBezTo>
                  <a:cubicBezTo>
                    <a:pt x="13919" y="7048"/>
                    <a:pt x="14526" y="5393"/>
                    <a:pt x="14312" y="3905"/>
                  </a:cubicBezTo>
                  <a:cubicBezTo>
                    <a:pt x="14026" y="1810"/>
                    <a:pt x="10787" y="952"/>
                    <a:pt x="10252" y="821"/>
                  </a:cubicBezTo>
                  <a:cubicBezTo>
                    <a:pt x="10192" y="810"/>
                    <a:pt x="10145" y="786"/>
                    <a:pt x="10097" y="762"/>
                  </a:cubicBezTo>
                  <a:cubicBezTo>
                    <a:pt x="8971" y="219"/>
                    <a:pt x="7822" y="0"/>
                    <a:pt x="6743"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42"/>
            <p:cNvSpPr/>
            <p:nvPr/>
          </p:nvSpPr>
          <p:spPr>
            <a:xfrm>
              <a:off x="7378100" y="1137500"/>
              <a:ext cx="164218" cy="154400"/>
            </a:xfrm>
            <a:custGeom>
              <a:avLst/>
              <a:gdLst/>
              <a:ahLst/>
              <a:cxnLst/>
              <a:rect l="l" t="t" r="r" b="b"/>
              <a:pathLst>
                <a:path w="2442" h="2296" extrusionOk="0">
                  <a:moveTo>
                    <a:pt x="825" y="1"/>
                  </a:moveTo>
                  <a:cubicBezTo>
                    <a:pt x="792" y="1"/>
                    <a:pt x="756" y="8"/>
                    <a:pt x="715" y="22"/>
                  </a:cubicBezTo>
                  <a:cubicBezTo>
                    <a:pt x="1" y="260"/>
                    <a:pt x="48" y="1832"/>
                    <a:pt x="560" y="2177"/>
                  </a:cubicBezTo>
                  <a:lnTo>
                    <a:pt x="1168" y="2296"/>
                  </a:lnTo>
                  <a:cubicBezTo>
                    <a:pt x="1168" y="2296"/>
                    <a:pt x="2442" y="1153"/>
                    <a:pt x="1942" y="939"/>
                  </a:cubicBezTo>
                  <a:cubicBezTo>
                    <a:pt x="1899" y="920"/>
                    <a:pt x="1857" y="912"/>
                    <a:pt x="1815" y="912"/>
                  </a:cubicBezTo>
                  <a:cubicBezTo>
                    <a:pt x="1371" y="912"/>
                    <a:pt x="953" y="1855"/>
                    <a:pt x="953" y="1855"/>
                  </a:cubicBezTo>
                  <a:cubicBezTo>
                    <a:pt x="953" y="1855"/>
                    <a:pt x="1377" y="1"/>
                    <a:pt x="825"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42"/>
            <p:cNvSpPr/>
            <p:nvPr/>
          </p:nvSpPr>
          <p:spPr>
            <a:xfrm>
              <a:off x="6949734" y="1698546"/>
              <a:ext cx="50570" cy="60187"/>
            </a:xfrm>
            <a:custGeom>
              <a:avLst/>
              <a:gdLst/>
              <a:ahLst/>
              <a:cxnLst/>
              <a:rect l="l" t="t" r="r" b="b"/>
              <a:pathLst>
                <a:path w="752" h="895" extrusionOk="0">
                  <a:moveTo>
                    <a:pt x="376" y="1"/>
                  </a:moveTo>
                  <a:cubicBezTo>
                    <a:pt x="181" y="1"/>
                    <a:pt x="13" y="187"/>
                    <a:pt x="1" y="430"/>
                  </a:cubicBezTo>
                  <a:cubicBezTo>
                    <a:pt x="1" y="680"/>
                    <a:pt x="156" y="882"/>
                    <a:pt x="358" y="894"/>
                  </a:cubicBezTo>
                  <a:cubicBezTo>
                    <a:pt x="561" y="894"/>
                    <a:pt x="727" y="704"/>
                    <a:pt x="739" y="454"/>
                  </a:cubicBezTo>
                  <a:cubicBezTo>
                    <a:pt x="751" y="204"/>
                    <a:pt x="596" y="1"/>
                    <a:pt x="394" y="1"/>
                  </a:cubicBezTo>
                  <a:cubicBezTo>
                    <a:pt x="388" y="1"/>
                    <a:pt x="382" y="1"/>
                    <a:pt x="3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42"/>
            <p:cNvSpPr/>
            <p:nvPr/>
          </p:nvSpPr>
          <p:spPr>
            <a:xfrm>
              <a:off x="7252415" y="1726588"/>
              <a:ext cx="50503" cy="60119"/>
            </a:xfrm>
            <a:custGeom>
              <a:avLst/>
              <a:gdLst/>
              <a:ahLst/>
              <a:cxnLst/>
              <a:rect l="l" t="t" r="r" b="b"/>
              <a:pathLst>
                <a:path w="751" h="894" extrusionOk="0">
                  <a:moveTo>
                    <a:pt x="375" y="0"/>
                  </a:moveTo>
                  <a:cubicBezTo>
                    <a:pt x="181" y="0"/>
                    <a:pt x="12" y="187"/>
                    <a:pt x="1" y="430"/>
                  </a:cubicBezTo>
                  <a:cubicBezTo>
                    <a:pt x="1" y="680"/>
                    <a:pt x="155" y="882"/>
                    <a:pt x="358" y="894"/>
                  </a:cubicBezTo>
                  <a:cubicBezTo>
                    <a:pt x="560" y="894"/>
                    <a:pt x="727" y="703"/>
                    <a:pt x="739" y="453"/>
                  </a:cubicBezTo>
                  <a:cubicBezTo>
                    <a:pt x="751" y="203"/>
                    <a:pt x="596" y="1"/>
                    <a:pt x="393" y="1"/>
                  </a:cubicBezTo>
                  <a:cubicBezTo>
                    <a:pt x="387" y="1"/>
                    <a:pt x="381" y="0"/>
                    <a:pt x="3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42"/>
            <p:cNvSpPr/>
            <p:nvPr/>
          </p:nvSpPr>
          <p:spPr>
            <a:xfrm>
              <a:off x="6751219" y="1567480"/>
              <a:ext cx="912011" cy="326218"/>
            </a:xfrm>
            <a:custGeom>
              <a:avLst/>
              <a:gdLst/>
              <a:ahLst/>
              <a:cxnLst/>
              <a:rect l="l" t="t" r="r" b="b"/>
              <a:pathLst>
                <a:path w="13562" h="4851" extrusionOk="0">
                  <a:moveTo>
                    <a:pt x="2287" y="111"/>
                  </a:moveTo>
                  <a:cubicBezTo>
                    <a:pt x="2338" y="111"/>
                    <a:pt x="2389" y="113"/>
                    <a:pt x="2441" y="117"/>
                  </a:cubicBezTo>
                  <a:cubicBezTo>
                    <a:pt x="3572" y="212"/>
                    <a:pt x="4417" y="1212"/>
                    <a:pt x="4334" y="2343"/>
                  </a:cubicBezTo>
                  <a:cubicBezTo>
                    <a:pt x="4244" y="3427"/>
                    <a:pt x="3339" y="4244"/>
                    <a:pt x="2281" y="4244"/>
                  </a:cubicBezTo>
                  <a:cubicBezTo>
                    <a:pt x="2224" y="4244"/>
                    <a:pt x="2166" y="4241"/>
                    <a:pt x="2108" y="4236"/>
                  </a:cubicBezTo>
                  <a:cubicBezTo>
                    <a:pt x="965" y="4141"/>
                    <a:pt x="119" y="3141"/>
                    <a:pt x="215" y="2010"/>
                  </a:cubicBezTo>
                  <a:cubicBezTo>
                    <a:pt x="305" y="930"/>
                    <a:pt x="1221" y="111"/>
                    <a:pt x="2287" y="111"/>
                  </a:cubicBezTo>
                  <a:close/>
                  <a:moveTo>
                    <a:pt x="8208" y="609"/>
                  </a:moveTo>
                  <a:cubicBezTo>
                    <a:pt x="8266" y="609"/>
                    <a:pt x="8324" y="612"/>
                    <a:pt x="8382" y="617"/>
                  </a:cubicBezTo>
                  <a:cubicBezTo>
                    <a:pt x="9513" y="712"/>
                    <a:pt x="10359" y="1712"/>
                    <a:pt x="10263" y="2843"/>
                  </a:cubicBezTo>
                  <a:cubicBezTo>
                    <a:pt x="10173" y="3916"/>
                    <a:pt x="9279" y="4732"/>
                    <a:pt x="8212" y="4732"/>
                  </a:cubicBezTo>
                  <a:cubicBezTo>
                    <a:pt x="8154" y="4732"/>
                    <a:pt x="8096" y="4729"/>
                    <a:pt x="8037" y="4724"/>
                  </a:cubicBezTo>
                  <a:cubicBezTo>
                    <a:pt x="6906" y="4629"/>
                    <a:pt x="6061" y="3629"/>
                    <a:pt x="6156" y="2498"/>
                  </a:cubicBezTo>
                  <a:cubicBezTo>
                    <a:pt x="6246" y="1425"/>
                    <a:pt x="7150" y="609"/>
                    <a:pt x="8208" y="609"/>
                  </a:cubicBezTo>
                  <a:close/>
                  <a:moveTo>
                    <a:pt x="2257" y="1"/>
                  </a:moveTo>
                  <a:cubicBezTo>
                    <a:pt x="1139" y="1"/>
                    <a:pt x="197" y="861"/>
                    <a:pt x="95" y="1998"/>
                  </a:cubicBezTo>
                  <a:cubicBezTo>
                    <a:pt x="0" y="3200"/>
                    <a:pt x="893" y="4248"/>
                    <a:pt x="2096" y="4355"/>
                  </a:cubicBezTo>
                  <a:cubicBezTo>
                    <a:pt x="2154" y="4360"/>
                    <a:pt x="2212" y="4362"/>
                    <a:pt x="2270" y="4362"/>
                  </a:cubicBezTo>
                  <a:cubicBezTo>
                    <a:pt x="3388" y="4362"/>
                    <a:pt x="4351" y="3499"/>
                    <a:pt x="4441" y="2355"/>
                  </a:cubicBezTo>
                  <a:cubicBezTo>
                    <a:pt x="4453" y="2272"/>
                    <a:pt x="4453" y="2188"/>
                    <a:pt x="4453" y="2093"/>
                  </a:cubicBezTo>
                  <a:cubicBezTo>
                    <a:pt x="4683" y="1985"/>
                    <a:pt x="4909" y="1946"/>
                    <a:pt x="5116" y="1946"/>
                  </a:cubicBezTo>
                  <a:cubicBezTo>
                    <a:pt x="5595" y="1946"/>
                    <a:pt x="5976" y="2158"/>
                    <a:pt x="6084" y="2224"/>
                  </a:cubicBezTo>
                  <a:cubicBezTo>
                    <a:pt x="6061" y="2307"/>
                    <a:pt x="6049" y="2403"/>
                    <a:pt x="6037" y="2486"/>
                  </a:cubicBezTo>
                  <a:cubicBezTo>
                    <a:pt x="5941" y="3689"/>
                    <a:pt x="6834" y="4736"/>
                    <a:pt x="8037" y="4843"/>
                  </a:cubicBezTo>
                  <a:cubicBezTo>
                    <a:pt x="8096" y="4848"/>
                    <a:pt x="8155" y="4851"/>
                    <a:pt x="8213" y="4851"/>
                  </a:cubicBezTo>
                  <a:cubicBezTo>
                    <a:pt x="9317" y="4851"/>
                    <a:pt x="10257" y="4011"/>
                    <a:pt x="10371" y="2903"/>
                  </a:cubicBezTo>
                  <a:lnTo>
                    <a:pt x="12966" y="3129"/>
                  </a:lnTo>
                  <a:cubicBezTo>
                    <a:pt x="13038" y="3165"/>
                    <a:pt x="13442" y="3391"/>
                    <a:pt x="13419" y="3796"/>
                  </a:cubicBezTo>
                  <a:cubicBezTo>
                    <a:pt x="13419" y="3831"/>
                    <a:pt x="13442" y="3855"/>
                    <a:pt x="13478" y="3867"/>
                  </a:cubicBezTo>
                  <a:cubicBezTo>
                    <a:pt x="13502" y="3867"/>
                    <a:pt x="13538" y="3843"/>
                    <a:pt x="13538" y="3808"/>
                  </a:cubicBezTo>
                  <a:cubicBezTo>
                    <a:pt x="13561" y="3296"/>
                    <a:pt x="13026" y="3034"/>
                    <a:pt x="13014" y="3022"/>
                  </a:cubicBezTo>
                  <a:lnTo>
                    <a:pt x="12990" y="3022"/>
                  </a:lnTo>
                  <a:lnTo>
                    <a:pt x="10382" y="2796"/>
                  </a:lnTo>
                  <a:cubicBezTo>
                    <a:pt x="10454" y="1617"/>
                    <a:pt x="9573" y="593"/>
                    <a:pt x="8394" y="498"/>
                  </a:cubicBezTo>
                  <a:cubicBezTo>
                    <a:pt x="8335" y="493"/>
                    <a:pt x="8277" y="491"/>
                    <a:pt x="8219" y="491"/>
                  </a:cubicBezTo>
                  <a:cubicBezTo>
                    <a:pt x="7220" y="491"/>
                    <a:pt x="6356" y="1160"/>
                    <a:pt x="6108" y="2105"/>
                  </a:cubicBezTo>
                  <a:cubicBezTo>
                    <a:pt x="5960" y="2023"/>
                    <a:pt x="5585" y="1833"/>
                    <a:pt x="5116" y="1833"/>
                  </a:cubicBezTo>
                  <a:cubicBezTo>
                    <a:pt x="4906" y="1833"/>
                    <a:pt x="4677" y="1871"/>
                    <a:pt x="4441" y="1974"/>
                  </a:cubicBezTo>
                  <a:cubicBezTo>
                    <a:pt x="4346" y="938"/>
                    <a:pt x="3524" y="93"/>
                    <a:pt x="2453" y="10"/>
                  </a:cubicBezTo>
                  <a:cubicBezTo>
                    <a:pt x="2387" y="4"/>
                    <a:pt x="2322" y="1"/>
                    <a:pt x="22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42"/>
            <p:cNvSpPr/>
            <p:nvPr/>
          </p:nvSpPr>
          <p:spPr>
            <a:xfrm>
              <a:off x="7481392" y="1912393"/>
              <a:ext cx="56152" cy="77738"/>
            </a:xfrm>
            <a:custGeom>
              <a:avLst/>
              <a:gdLst/>
              <a:ahLst/>
              <a:cxnLst/>
              <a:rect l="l" t="t" r="r" b="b"/>
              <a:pathLst>
                <a:path w="835" h="1156" extrusionOk="0">
                  <a:moveTo>
                    <a:pt x="417" y="0"/>
                  </a:moveTo>
                  <a:cubicBezTo>
                    <a:pt x="191" y="0"/>
                    <a:pt x="1" y="262"/>
                    <a:pt x="1" y="572"/>
                  </a:cubicBezTo>
                  <a:cubicBezTo>
                    <a:pt x="1" y="893"/>
                    <a:pt x="191" y="1155"/>
                    <a:pt x="417" y="1155"/>
                  </a:cubicBezTo>
                  <a:cubicBezTo>
                    <a:pt x="656" y="1155"/>
                    <a:pt x="834" y="893"/>
                    <a:pt x="834" y="572"/>
                  </a:cubicBezTo>
                  <a:cubicBezTo>
                    <a:pt x="834" y="262"/>
                    <a:pt x="656" y="0"/>
                    <a:pt x="41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42"/>
            <p:cNvSpPr/>
            <p:nvPr/>
          </p:nvSpPr>
          <p:spPr>
            <a:xfrm>
              <a:off x="6988199" y="2159796"/>
              <a:ext cx="388354" cy="119499"/>
            </a:xfrm>
            <a:custGeom>
              <a:avLst/>
              <a:gdLst/>
              <a:ahLst/>
              <a:cxnLst/>
              <a:rect l="l" t="t" r="r" b="b"/>
              <a:pathLst>
                <a:path w="5775" h="1777" extrusionOk="0">
                  <a:moveTo>
                    <a:pt x="5226" y="1"/>
                  </a:moveTo>
                  <a:cubicBezTo>
                    <a:pt x="4979" y="1"/>
                    <a:pt x="4834" y="24"/>
                    <a:pt x="4834" y="24"/>
                  </a:cubicBezTo>
                  <a:cubicBezTo>
                    <a:pt x="4834" y="24"/>
                    <a:pt x="3669" y="1096"/>
                    <a:pt x="2284" y="1096"/>
                  </a:cubicBezTo>
                  <a:cubicBezTo>
                    <a:pt x="2269" y="1096"/>
                    <a:pt x="2254" y="1096"/>
                    <a:pt x="2239" y="1096"/>
                  </a:cubicBezTo>
                  <a:cubicBezTo>
                    <a:pt x="846" y="1072"/>
                    <a:pt x="739" y="24"/>
                    <a:pt x="739" y="24"/>
                  </a:cubicBezTo>
                  <a:cubicBezTo>
                    <a:pt x="700" y="22"/>
                    <a:pt x="661" y="22"/>
                    <a:pt x="624" y="22"/>
                  </a:cubicBezTo>
                  <a:cubicBezTo>
                    <a:pt x="376" y="22"/>
                    <a:pt x="166" y="54"/>
                    <a:pt x="0" y="95"/>
                  </a:cubicBezTo>
                  <a:cubicBezTo>
                    <a:pt x="346" y="929"/>
                    <a:pt x="1001" y="1608"/>
                    <a:pt x="1882" y="1715"/>
                  </a:cubicBezTo>
                  <a:cubicBezTo>
                    <a:pt x="2132" y="1757"/>
                    <a:pt x="2371" y="1777"/>
                    <a:pt x="2600" y="1777"/>
                  </a:cubicBezTo>
                  <a:cubicBezTo>
                    <a:pt x="3989" y="1777"/>
                    <a:pt x="4988" y="1038"/>
                    <a:pt x="5775" y="36"/>
                  </a:cubicBezTo>
                  <a:cubicBezTo>
                    <a:pt x="5561" y="9"/>
                    <a:pt x="5375" y="1"/>
                    <a:pt x="522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42"/>
            <p:cNvSpPr/>
            <p:nvPr/>
          </p:nvSpPr>
          <p:spPr>
            <a:xfrm>
              <a:off x="7258803" y="3128564"/>
              <a:ext cx="153795" cy="147407"/>
            </a:xfrm>
            <a:custGeom>
              <a:avLst/>
              <a:gdLst/>
              <a:ahLst/>
              <a:cxnLst/>
              <a:rect l="l" t="t" r="r" b="b"/>
              <a:pathLst>
                <a:path w="2287" h="2192" extrusionOk="0">
                  <a:moveTo>
                    <a:pt x="406" y="1"/>
                  </a:moveTo>
                  <a:cubicBezTo>
                    <a:pt x="144" y="394"/>
                    <a:pt x="1" y="644"/>
                    <a:pt x="1" y="644"/>
                  </a:cubicBezTo>
                  <a:lnTo>
                    <a:pt x="1561" y="2192"/>
                  </a:lnTo>
                  <a:cubicBezTo>
                    <a:pt x="1561" y="2192"/>
                    <a:pt x="1882" y="2120"/>
                    <a:pt x="2287" y="1941"/>
                  </a:cubicBezTo>
                  <a:cubicBezTo>
                    <a:pt x="1727" y="1239"/>
                    <a:pt x="1072" y="608"/>
                    <a:pt x="406" y="1"/>
                  </a:cubicBezTo>
                  <a:close/>
                </a:path>
              </a:pathLst>
            </a:custGeom>
            <a:solidFill>
              <a:srgbClr val="E874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42"/>
            <p:cNvSpPr/>
            <p:nvPr/>
          </p:nvSpPr>
          <p:spPr>
            <a:xfrm>
              <a:off x="6837699" y="2162150"/>
              <a:ext cx="964867" cy="1097008"/>
            </a:xfrm>
            <a:custGeom>
              <a:avLst/>
              <a:gdLst/>
              <a:ahLst/>
              <a:cxnLst/>
              <a:rect l="l" t="t" r="r" b="b"/>
              <a:pathLst>
                <a:path w="14348" h="16313" extrusionOk="0">
                  <a:moveTo>
                    <a:pt x="8013" y="1"/>
                  </a:moveTo>
                  <a:cubicBezTo>
                    <a:pt x="7226" y="1003"/>
                    <a:pt x="6227" y="1742"/>
                    <a:pt x="4838" y="1742"/>
                  </a:cubicBezTo>
                  <a:cubicBezTo>
                    <a:pt x="4609" y="1742"/>
                    <a:pt x="4370" y="1722"/>
                    <a:pt x="4120" y="1680"/>
                  </a:cubicBezTo>
                  <a:cubicBezTo>
                    <a:pt x="3239" y="1573"/>
                    <a:pt x="2584" y="882"/>
                    <a:pt x="2238" y="60"/>
                  </a:cubicBezTo>
                  <a:cubicBezTo>
                    <a:pt x="1798" y="168"/>
                    <a:pt x="1596" y="346"/>
                    <a:pt x="1596" y="346"/>
                  </a:cubicBezTo>
                  <a:cubicBezTo>
                    <a:pt x="1012" y="1608"/>
                    <a:pt x="0" y="4656"/>
                    <a:pt x="36" y="7359"/>
                  </a:cubicBezTo>
                  <a:cubicBezTo>
                    <a:pt x="60" y="10074"/>
                    <a:pt x="1405" y="10705"/>
                    <a:pt x="1405" y="10705"/>
                  </a:cubicBezTo>
                  <a:cubicBezTo>
                    <a:pt x="1405" y="10705"/>
                    <a:pt x="1298" y="10931"/>
                    <a:pt x="4608" y="11014"/>
                  </a:cubicBezTo>
                  <a:cubicBezTo>
                    <a:pt x="4770" y="11018"/>
                    <a:pt x="4930" y="11020"/>
                    <a:pt x="5089" y="11020"/>
                  </a:cubicBezTo>
                  <a:cubicBezTo>
                    <a:pt x="8178" y="11020"/>
                    <a:pt x="10644" y="10288"/>
                    <a:pt x="10644" y="10288"/>
                  </a:cubicBezTo>
                  <a:lnTo>
                    <a:pt x="10644" y="10288"/>
                  </a:lnTo>
                  <a:cubicBezTo>
                    <a:pt x="8715" y="11574"/>
                    <a:pt x="7322" y="13419"/>
                    <a:pt x="6668" y="14372"/>
                  </a:cubicBezTo>
                  <a:cubicBezTo>
                    <a:pt x="7334" y="14967"/>
                    <a:pt x="7989" y="15610"/>
                    <a:pt x="8549" y="16312"/>
                  </a:cubicBezTo>
                  <a:cubicBezTo>
                    <a:pt x="8763" y="16229"/>
                    <a:pt x="9001" y="16110"/>
                    <a:pt x="9227" y="15955"/>
                  </a:cubicBezTo>
                  <a:cubicBezTo>
                    <a:pt x="9918" y="15503"/>
                    <a:pt x="13930" y="13205"/>
                    <a:pt x="14145" y="11538"/>
                  </a:cubicBezTo>
                  <a:cubicBezTo>
                    <a:pt x="14347" y="9883"/>
                    <a:pt x="13907" y="6502"/>
                    <a:pt x="12025" y="3001"/>
                  </a:cubicBezTo>
                  <a:cubicBezTo>
                    <a:pt x="10799" y="715"/>
                    <a:pt x="9073" y="132"/>
                    <a:pt x="80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42"/>
            <p:cNvSpPr/>
            <p:nvPr/>
          </p:nvSpPr>
          <p:spPr>
            <a:xfrm>
              <a:off x="6824855" y="2382856"/>
              <a:ext cx="109748" cy="502406"/>
            </a:xfrm>
            <a:custGeom>
              <a:avLst/>
              <a:gdLst/>
              <a:ahLst/>
              <a:cxnLst/>
              <a:rect l="l" t="t" r="r" b="b"/>
              <a:pathLst>
                <a:path w="1632" h="7471" extrusionOk="0">
                  <a:moveTo>
                    <a:pt x="770" y="0"/>
                  </a:moveTo>
                  <a:cubicBezTo>
                    <a:pt x="756" y="0"/>
                    <a:pt x="748" y="11"/>
                    <a:pt x="739" y="29"/>
                  </a:cubicBezTo>
                  <a:cubicBezTo>
                    <a:pt x="727" y="41"/>
                    <a:pt x="1" y="1672"/>
                    <a:pt x="179" y="4315"/>
                  </a:cubicBezTo>
                  <a:cubicBezTo>
                    <a:pt x="370" y="6982"/>
                    <a:pt x="1525" y="7446"/>
                    <a:pt x="1584" y="7458"/>
                  </a:cubicBezTo>
                  <a:cubicBezTo>
                    <a:pt x="1584" y="7458"/>
                    <a:pt x="1584" y="7470"/>
                    <a:pt x="1596" y="7470"/>
                  </a:cubicBezTo>
                  <a:cubicBezTo>
                    <a:pt x="1608" y="7470"/>
                    <a:pt x="1620" y="7458"/>
                    <a:pt x="1632" y="7446"/>
                  </a:cubicBezTo>
                  <a:cubicBezTo>
                    <a:pt x="1632" y="7423"/>
                    <a:pt x="1620" y="7399"/>
                    <a:pt x="1608" y="7399"/>
                  </a:cubicBezTo>
                  <a:cubicBezTo>
                    <a:pt x="1596" y="7387"/>
                    <a:pt x="441" y="6923"/>
                    <a:pt x="263" y="4315"/>
                  </a:cubicBezTo>
                  <a:cubicBezTo>
                    <a:pt x="72" y="1696"/>
                    <a:pt x="798" y="77"/>
                    <a:pt x="798" y="53"/>
                  </a:cubicBezTo>
                  <a:cubicBezTo>
                    <a:pt x="810" y="41"/>
                    <a:pt x="810" y="17"/>
                    <a:pt x="786" y="5"/>
                  </a:cubicBezTo>
                  <a:cubicBezTo>
                    <a:pt x="780" y="2"/>
                    <a:pt x="775" y="0"/>
                    <a:pt x="77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42"/>
            <p:cNvSpPr/>
            <p:nvPr/>
          </p:nvSpPr>
          <p:spPr>
            <a:xfrm>
              <a:off x="7402175" y="2383192"/>
              <a:ext cx="154535" cy="473221"/>
            </a:xfrm>
            <a:custGeom>
              <a:avLst/>
              <a:gdLst/>
              <a:ahLst/>
              <a:cxnLst/>
              <a:rect l="l" t="t" r="r" b="b"/>
              <a:pathLst>
                <a:path w="2298" h="7037" extrusionOk="0">
                  <a:moveTo>
                    <a:pt x="250" y="0"/>
                  </a:moveTo>
                  <a:cubicBezTo>
                    <a:pt x="226" y="0"/>
                    <a:pt x="214" y="12"/>
                    <a:pt x="202" y="24"/>
                  </a:cubicBezTo>
                  <a:cubicBezTo>
                    <a:pt x="202" y="72"/>
                    <a:pt x="0" y="1072"/>
                    <a:pt x="679" y="3501"/>
                  </a:cubicBezTo>
                  <a:cubicBezTo>
                    <a:pt x="1369" y="5941"/>
                    <a:pt x="2215" y="7013"/>
                    <a:pt x="2226" y="7025"/>
                  </a:cubicBezTo>
                  <a:cubicBezTo>
                    <a:pt x="2226" y="7037"/>
                    <a:pt x="2238" y="7037"/>
                    <a:pt x="2250" y="7037"/>
                  </a:cubicBezTo>
                  <a:cubicBezTo>
                    <a:pt x="2262" y="7037"/>
                    <a:pt x="2262" y="7037"/>
                    <a:pt x="2274" y="7025"/>
                  </a:cubicBezTo>
                  <a:cubicBezTo>
                    <a:pt x="2286" y="7013"/>
                    <a:pt x="2298" y="6989"/>
                    <a:pt x="2286" y="6977"/>
                  </a:cubicBezTo>
                  <a:cubicBezTo>
                    <a:pt x="2274" y="6965"/>
                    <a:pt x="1429" y="5906"/>
                    <a:pt x="750" y="3489"/>
                  </a:cubicBezTo>
                  <a:cubicBezTo>
                    <a:pt x="83" y="1072"/>
                    <a:pt x="274" y="60"/>
                    <a:pt x="274" y="48"/>
                  </a:cubicBezTo>
                  <a:cubicBezTo>
                    <a:pt x="286" y="24"/>
                    <a:pt x="274" y="0"/>
                    <a:pt x="25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42"/>
            <p:cNvSpPr/>
            <p:nvPr/>
          </p:nvSpPr>
          <p:spPr>
            <a:xfrm>
              <a:off x="7302850" y="2120456"/>
              <a:ext cx="265897" cy="139740"/>
            </a:xfrm>
            <a:custGeom>
              <a:avLst/>
              <a:gdLst/>
              <a:ahLst/>
              <a:cxnLst/>
              <a:rect l="l" t="t" r="r" b="b"/>
              <a:pathLst>
                <a:path w="3954" h="2078" extrusionOk="0">
                  <a:moveTo>
                    <a:pt x="844" y="0"/>
                  </a:moveTo>
                  <a:cubicBezTo>
                    <a:pt x="719" y="0"/>
                    <a:pt x="620" y="61"/>
                    <a:pt x="620" y="61"/>
                  </a:cubicBezTo>
                  <a:cubicBezTo>
                    <a:pt x="620" y="61"/>
                    <a:pt x="1" y="847"/>
                    <a:pt x="453" y="1181"/>
                  </a:cubicBezTo>
                  <a:cubicBezTo>
                    <a:pt x="511" y="1222"/>
                    <a:pt x="565" y="1241"/>
                    <a:pt x="616" y="1241"/>
                  </a:cubicBezTo>
                  <a:cubicBezTo>
                    <a:pt x="839" y="1241"/>
                    <a:pt x="1001" y="896"/>
                    <a:pt x="1086" y="656"/>
                  </a:cubicBezTo>
                  <a:lnTo>
                    <a:pt x="1086" y="656"/>
                  </a:lnTo>
                  <a:cubicBezTo>
                    <a:pt x="1019" y="927"/>
                    <a:pt x="970" y="1358"/>
                    <a:pt x="1298" y="1454"/>
                  </a:cubicBezTo>
                  <a:cubicBezTo>
                    <a:pt x="1329" y="1464"/>
                    <a:pt x="1359" y="1468"/>
                    <a:pt x="1387" y="1468"/>
                  </a:cubicBezTo>
                  <a:cubicBezTo>
                    <a:pt x="1655" y="1468"/>
                    <a:pt x="1811" y="1076"/>
                    <a:pt x="1885" y="808"/>
                  </a:cubicBezTo>
                  <a:lnTo>
                    <a:pt x="1885" y="808"/>
                  </a:lnTo>
                  <a:cubicBezTo>
                    <a:pt x="1833" y="1073"/>
                    <a:pt x="1778" y="1473"/>
                    <a:pt x="1894" y="1597"/>
                  </a:cubicBezTo>
                  <a:cubicBezTo>
                    <a:pt x="1957" y="1664"/>
                    <a:pt x="2059" y="1718"/>
                    <a:pt x="2182" y="1718"/>
                  </a:cubicBezTo>
                  <a:cubicBezTo>
                    <a:pt x="2378" y="1718"/>
                    <a:pt x="2624" y="1582"/>
                    <a:pt x="2842" y="1145"/>
                  </a:cubicBezTo>
                  <a:lnTo>
                    <a:pt x="2842" y="1145"/>
                  </a:lnTo>
                  <a:cubicBezTo>
                    <a:pt x="2744" y="1398"/>
                    <a:pt x="2635" y="1795"/>
                    <a:pt x="2822" y="1966"/>
                  </a:cubicBezTo>
                  <a:cubicBezTo>
                    <a:pt x="2904" y="2041"/>
                    <a:pt x="2989" y="2077"/>
                    <a:pt x="3075" y="2077"/>
                  </a:cubicBezTo>
                  <a:cubicBezTo>
                    <a:pt x="3291" y="2077"/>
                    <a:pt x="3509" y="1851"/>
                    <a:pt x="3680" y="1442"/>
                  </a:cubicBezTo>
                  <a:cubicBezTo>
                    <a:pt x="3680" y="1442"/>
                    <a:pt x="3954" y="1038"/>
                    <a:pt x="3406" y="800"/>
                  </a:cubicBezTo>
                  <a:cubicBezTo>
                    <a:pt x="3319" y="763"/>
                    <a:pt x="3245" y="749"/>
                    <a:pt x="3185" y="749"/>
                  </a:cubicBezTo>
                  <a:cubicBezTo>
                    <a:pt x="3033" y="749"/>
                    <a:pt x="2965" y="835"/>
                    <a:pt x="2965" y="835"/>
                  </a:cubicBezTo>
                  <a:cubicBezTo>
                    <a:pt x="2965" y="835"/>
                    <a:pt x="2822" y="514"/>
                    <a:pt x="2441" y="407"/>
                  </a:cubicBezTo>
                  <a:cubicBezTo>
                    <a:pt x="2352" y="384"/>
                    <a:pt x="2277" y="376"/>
                    <a:pt x="2216" y="376"/>
                  </a:cubicBezTo>
                  <a:cubicBezTo>
                    <a:pt x="2016" y="376"/>
                    <a:pt x="1953" y="466"/>
                    <a:pt x="1953" y="466"/>
                  </a:cubicBezTo>
                  <a:cubicBezTo>
                    <a:pt x="1953" y="466"/>
                    <a:pt x="1918" y="288"/>
                    <a:pt x="1572" y="192"/>
                  </a:cubicBezTo>
                  <a:cubicBezTo>
                    <a:pt x="1512" y="175"/>
                    <a:pt x="1459" y="168"/>
                    <a:pt x="1414" y="168"/>
                  </a:cubicBezTo>
                  <a:cubicBezTo>
                    <a:pt x="1211" y="168"/>
                    <a:pt x="1156" y="311"/>
                    <a:pt x="1156" y="311"/>
                  </a:cubicBezTo>
                  <a:cubicBezTo>
                    <a:pt x="1156" y="311"/>
                    <a:pt x="1096" y="61"/>
                    <a:pt x="941" y="14"/>
                  </a:cubicBezTo>
                  <a:cubicBezTo>
                    <a:pt x="908" y="4"/>
                    <a:pt x="875" y="0"/>
                    <a:pt x="844" y="0"/>
                  </a:cubicBezTo>
                  <a:close/>
                </a:path>
              </a:pathLst>
            </a:custGeom>
            <a:solidFill>
              <a:srgbClr val="F8BC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42"/>
            <p:cNvSpPr/>
            <p:nvPr/>
          </p:nvSpPr>
          <p:spPr>
            <a:xfrm>
              <a:off x="6555468" y="636161"/>
              <a:ext cx="185805" cy="199389"/>
            </a:xfrm>
            <a:custGeom>
              <a:avLst/>
              <a:gdLst/>
              <a:ahLst/>
              <a:cxnLst/>
              <a:rect l="l" t="t" r="r" b="b"/>
              <a:pathLst>
                <a:path w="2763" h="2965" extrusionOk="0">
                  <a:moveTo>
                    <a:pt x="1442" y="1"/>
                  </a:moveTo>
                  <a:cubicBezTo>
                    <a:pt x="1388" y="1"/>
                    <a:pt x="1334" y="33"/>
                    <a:pt x="1322" y="98"/>
                  </a:cubicBezTo>
                  <a:lnTo>
                    <a:pt x="1167" y="740"/>
                  </a:lnTo>
                  <a:cubicBezTo>
                    <a:pt x="1120" y="955"/>
                    <a:pt x="953" y="1133"/>
                    <a:pt x="762" y="1169"/>
                  </a:cubicBezTo>
                  <a:lnTo>
                    <a:pt x="143" y="1300"/>
                  </a:lnTo>
                  <a:cubicBezTo>
                    <a:pt x="12" y="1336"/>
                    <a:pt x="0" y="1526"/>
                    <a:pt x="131" y="1562"/>
                  </a:cubicBezTo>
                  <a:lnTo>
                    <a:pt x="739" y="1741"/>
                  </a:lnTo>
                  <a:cubicBezTo>
                    <a:pt x="929" y="1800"/>
                    <a:pt x="1072" y="1979"/>
                    <a:pt x="1108" y="2205"/>
                  </a:cubicBezTo>
                  <a:lnTo>
                    <a:pt x="1203" y="2860"/>
                  </a:lnTo>
                  <a:cubicBezTo>
                    <a:pt x="1215" y="2928"/>
                    <a:pt x="1273" y="2964"/>
                    <a:pt x="1331" y="2964"/>
                  </a:cubicBezTo>
                  <a:cubicBezTo>
                    <a:pt x="1384" y="2964"/>
                    <a:pt x="1436" y="2934"/>
                    <a:pt x="1453" y="2872"/>
                  </a:cubicBezTo>
                  <a:lnTo>
                    <a:pt x="1620" y="2169"/>
                  </a:lnTo>
                  <a:cubicBezTo>
                    <a:pt x="1667" y="1979"/>
                    <a:pt x="1798" y="1836"/>
                    <a:pt x="1965" y="1800"/>
                  </a:cubicBezTo>
                  <a:lnTo>
                    <a:pt x="2632" y="1657"/>
                  </a:lnTo>
                  <a:cubicBezTo>
                    <a:pt x="2763" y="1633"/>
                    <a:pt x="2763" y="1443"/>
                    <a:pt x="2632" y="1407"/>
                  </a:cubicBezTo>
                  <a:lnTo>
                    <a:pt x="1989" y="1205"/>
                  </a:lnTo>
                  <a:cubicBezTo>
                    <a:pt x="1822" y="1157"/>
                    <a:pt x="1703" y="1002"/>
                    <a:pt x="1667" y="812"/>
                  </a:cubicBezTo>
                  <a:lnTo>
                    <a:pt x="1560" y="109"/>
                  </a:lnTo>
                  <a:cubicBezTo>
                    <a:pt x="1554" y="36"/>
                    <a:pt x="1498" y="1"/>
                    <a:pt x="144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42"/>
            <p:cNvSpPr/>
            <p:nvPr/>
          </p:nvSpPr>
          <p:spPr>
            <a:xfrm>
              <a:off x="4157157" y="1630897"/>
              <a:ext cx="186679" cy="199389"/>
            </a:xfrm>
            <a:custGeom>
              <a:avLst/>
              <a:gdLst/>
              <a:ahLst/>
              <a:cxnLst/>
              <a:rect l="l" t="t" r="r" b="b"/>
              <a:pathLst>
                <a:path w="2776" h="2965" extrusionOk="0">
                  <a:moveTo>
                    <a:pt x="1439" y="1"/>
                  </a:moveTo>
                  <a:cubicBezTo>
                    <a:pt x="1386" y="1"/>
                    <a:pt x="1334" y="31"/>
                    <a:pt x="1322" y="93"/>
                  </a:cubicBezTo>
                  <a:lnTo>
                    <a:pt x="1168" y="736"/>
                  </a:lnTo>
                  <a:cubicBezTo>
                    <a:pt x="1120" y="962"/>
                    <a:pt x="953" y="1129"/>
                    <a:pt x="763" y="1177"/>
                  </a:cubicBezTo>
                  <a:lnTo>
                    <a:pt x="144" y="1308"/>
                  </a:lnTo>
                  <a:cubicBezTo>
                    <a:pt x="13" y="1331"/>
                    <a:pt x="1" y="1522"/>
                    <a:pt x="132" y="1558"/>
                  </a:cubicBezTo>
                  <a:lnTo>
                    <a:pt x="739" y="1748"/>
                  </a:lnTo>
                  <a:cubicBezTo>
                    <a:pt x="930" y="1796"/>
                    <a:pt x="1072" y="1986"/>
                    <a:pt x="1108" y="2212"/>
                  </a:cubicBezTo>
                  <a:lnTo>
                    <a:pt x="1203" y="2855"/>
                  </a:lnTo>
                  <a:cubicBezTo>
                    <a:pt x="1216" y="2928"/>
                    <a:pt x="1271" y="2964"/>
                    <a:pt x="1328" y="2964"/>
                  </a:cubicBezTo>
                  <a:cubicBezTo>
                    <a:pt x="1381" y="2964"/>
                    <a:pt x="1436" y="2931"/>
                    <a:pt x="1453" y="2867"/>
                  </a:cubicBezTo>
                  <a:lnTo>
                    <a:pt x="1620" y="2177"/>
                  </a:lnTo>
                  <a:cubicBezTo>
                    <a:pt x="1668" y="1986"/>
                    <a:pt x="1799" y="1843"/>
                    <a:pt x="1965" y="1808"/>
                  </a:cubicBezTo>
                  <a:lnTo>
                    <a:pt x="2632" y="1665"/>
                  </a:lnTo>
                  <a:cubicBezTo>
                    <a:pt x="2763" y="1629"/>
                    <a:pt x="2775" y="1438"/>
                    <a:pt x="2632" y="1403"/>
                  </a:cubicBezTo>
                  <a:lnTo>
                    <a:pt x="1989" y="1212"/>
                  </a:lnTo>
                  <a:cubicBezTo>
                    <a:pt x="1823" y="1165"/>
                    <a:pt x="1703" y="1010"/>
                    <a:pt x="1668" y="819"/>
                  </a:cubicBezTo>
                  <a:lnTo>
                    <a:pt x="1561" y="105"/>
                  </a:lnTo>
                  <a:cubicBezTo>
                    <a:pt x="1554" y="37"/>
                    <a:pt x="1496" y="1"/>
                    <a:pt x="14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42"/>
            <p:cNvSpPr/>
            <p:nvPr/>
          </p:nvSpPr>
          <p:spPr>
            <a:xfrm>
              <a:off x="8430893" y="3560697"/>
              <a:ext cx="185805" cy="199322"/>
            </a:xfrm>
            <a:custGeom>
              <a:avLst/>
              <a:gdLst/>
              <a:ahLst/>
              <a:cxnLst/>
              <a:rect l="l" t="t" r="r" b="b"/>
              <a:pathLst>
                <a:path w="2763" h="2964" extrusionOk="0">
                  <a:moveTo>
                    <a:pt x="1432" y="1"/>
                  </a:moveTo>
                  <a:cubicBezTo>
                    <a:pt x="1379" y="1"/>
                    <a:pt x="1327" y="31"/>
                    <a:pt x="1310" y="93"/>
                  </a:cubicBezTo>
                  <a:lnTo>
                    <a:pt x="1155" y="736"/>
                  </a:lnTo>
                  <a:cubicBezTo>
                    <a:pt x="1108" y="962"/>
                    <a:pt x="953" y="1129"/>
                    <a:pt x="750" y="1165"/>
                  </a:cubicBezTo>
                  <a:lnTo>
                    <a:pt x="143" y="1296"/>
                  </a:lnTo>
                  <a:cubicBezTo>
                    <a:pt x="0" y="1331"/>
                    <a:pt x="0" y="1522"/>
                    <a:pt x="131" y="1558"/>
                  </a:cubicBezTo>
                  <a:lnTo>
                    <a:pt x="727" y="1736"/>
                  </a:lnTo>
                  <a:cubicBezTo>
                    <a:pt x="917" y="1796"/>
                    <a:pt x="1060" y="1974"/>
                    <a:pt x="1096" y="2200"/>
                  </a:cubicBezTo>
                  <a:lnTo>
                    <a:pt x="1203" y="2855"/>
                  </a:lnTo>
                  <a:cubicBezTo>
                    <a:pt x="1209" y="2928"/>
                    <a:pt x="1265" y="2964"/>
                    <a:pt x="1321" y="2964"/>
                  </a:cubicBezTo>
                  <a:cubicBezTo>
                    <a:pt x="1375" y="2964"/>
                    <a:pt x="1429" y="2931"/>
                    <a:pt x="1441" y="2867"/>
                  </a:cubicBezTo>
                  <a:lnTo>
                    <a:pt x="1608" y="2165"/>
                  </a:lnTo>
                  <a:cubicBezTo>
                    <a:pt x="1655" y="1986"/>
                    <a:pt x="1786" y="1843"/>
                    <a:pt x="1953" y="1808"/>
                  </a:cubicBezTo>
                  <a:lnTo>
                    <a:pt x="2620" y="1665"/>
                  </a:lnTo>
                  <a:cubicBezTo>
                    <a:pt x="2751" y="1629"/>
                    <a:pt x="2763" y="1438"/>
                    <a:pt x="2632" y="1403"/>
                  </a:cubicBezTo>
                  <a:lnTo>
                    <a:pt x="1977" y="1212"/>
                  </a:lnTo>
                  <a:cubicBezTo>
                    <a:pt x="1810" y="1165"/>
                    <a:pt x="1691" y="1010"/>
                    <a:pt x="1667" y="819"/>
                  </a:cubicBezTo>
                  <a:lnTo>
                    <a:pt x="1560" y="105"/>
                  </a:lnTo>
                  <a:cubicBezTo>
                    <a:pt x="1548" y="37"/>
                    <a:pt x="1490" y="1"/>
                    <a:pt x="1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42"/>
            <p:cNvSpPr/>
            <p:nvPr/>
          </p:nvSpPr>
          <p:spPr>
            <a:xfrm>
              <a:off x="8010636" y="1986261"/>
              <a:ext cx="185805" cy="199322"/>
            </a:xfrm>
            <a:custGeom>
              <a:avLst/>
              <a:gdLst/>
              <a:ahLst/>
              <a:cxnLst/>
              <a:rect l="l" t="t" r="r" b="b"/>
              <a:pathLst>
                <a:path w="2763" h="2964" extrusionOk="0">
                  <a:moveTo>
                    <a:pt x="1436" y="0"/>
                  </a:moveTo>
                  <a:cubicBezTo>
                    <a:pt x="1382" y="0"/>
                    <a:pt x="1328" y="33"/>
                    <a:pt x="1310" y="97"/>
                  </a:cubicBezTo>
                  <a:lnTo>
                    <a:pt x="1155" y="740"/>
                  </a:lnTo>
                  <a:cubicBezTo>
                    <a:pt x="1108" y="954"/>
                    <a:pt x="953" y="1133"/>
                    <a:pt x="750" y="1169"/>
                  </a:cubicBezTo>
                  <a:lnTo>
                    <a:pt x="143" y="1300"/>
                  </a:lnTo>
                  <a:cubicBezTo>
                    <a:pt x="0" y="1335"/>
                    <a:pt x="0" y="1526"/>
                    <a:pt x="131" y="1562"/>
                  </a:cubicBezTo>
                  <a:lnTo>
                    <a:pt x="727" y="1740"/>
                  </a:lnTo>
                  <a:cubicBezTo>
                    <a:pt x="917" y="1800"/>
                    <a:pt x="1060" y="1978"/>
                    <a:pt x="1096" y="2205"/>
                  </a:cubicBezTo>
                  <a:lnTo>
                    <a:pt x="1203" y="2859"/>
                  </a:lnTo>
                  <a:cubicBezTo>
                    <a:pt x="1209" y="2928"/>
                    <a:pt x="1267" y="2964"/>
                    <a:pt x="1325" y="2964"/>
                  </a:cubicBezTo>
                  <a:cubicBezTo>
                    <a:pt x="1378" y="2964"/>
                    <a:pt x="1430" y="2934"/>
                    <a:pt x="1441" y="2871"/>
                  </a:cubicBezTo>
                  <a:lnTo>
                    <a:pt x="1608" y="2169"/>
                  </a:lnTo>
                  <a:cubicBezTo>
                    <a:pt x="1655" y="1978"/>
                    <a:pt x="1786" y="1836"/>
                    <a:pt x="1953" y="1800"/>
                  </a:cubicBezTo>
                  <a:lnTo>
                    <a:pt x="2620" y="1657"/>
                  </a:lnTo>
                  <a:cubicBezTo>
                    <a:pt x="2751" y="1633"/>
                    <a:pt x="2763" y="1443"/>
                    <a:pt x="2632" y="1407"/>
                  </a:cubicBezTo>
                  <a:lnTo>
                    <a:pt x="1977" y="1205"/>
                  </a:lnTo>
                  <a:cubicBezTo>
                    <a:pt x="1810" y="1157"/>
                    <a:pt x="1691" y="1002"/>
                    <a:pt x="1667" y="812"/>
                  </a:cubicBezTo>
                  <a:lnTo>
                    <a:pt x="1560" y="109"/>
                  </a:lnTo>
                  <a:cubicBezTo>
                    <a:pt x="1548" y="36"/>
                    <a:pt x="1492" y="0"/>
                    <a:pt x="1436" y="0"/>
                  </a:cubicBezTo>
                  <a:close/>
                </a:path>
              </a:pathLst>
            </a:custGeom>
            <a:solidFill>
              <a:srgbClr val="F9F9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86" name="Google Shape;986;p42"/>
            <p:cNvGrpSpPr/>
            <p:nvPr/>
          </p:nvGrpSpPr>
          <p:grpSpPr>
            <a:xfrm>
              <a:off x="4318075" y="403696"/>
              <a:ext cx="1348907" cy="1226248"/>
              <a:chOff x="6494019" y="-137261"/>
              <a:chExt cx="2116596" cy="1924130"/>
            </a:xfrm>
          </p:grpSpPr>
          <p:sp>
            <p:nvSpPr>
              <p:cNvPr id="987" name="Google Shape;987;p42"/>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42"/>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89" name="Google Shape;989;p42"/>
          <p:cNvSpPr/>
          <p:nvPr/>
        </p:nvSpPr>
        <p:spPr>
          <a:xfrm>
            <a:off x="849993" y="539386"/>
            <a:ext cx="185805" cy="199389"/>
          </a:xfrm>
          <a:custGeom>
            <a:avLst/>
            <a:gdLst/>
            <a:ahLst/>
            <a:cxnLst/>
            <a:rect l="l" t="t" r="r" b="b"/>
            <a:pathLst>
              <a:path w="2763" h="2965" extrusionOk="0">
                <a:moveTo>
                  <a:pt x="1442" y="1"/>
                </a:moveTo>
                <a:cubicBezTo>
                  <a:pt x="1388" y="1"/>
                  <a:pt x="1334" y="33"/>
                  <a:pt x="1322" y="98"/>
                </a:cubicBezTo>
                <a:lnTo>
                  <a:pt x="1167" y="740"/>
                </a:lnTo>
                <a:cubicBezTo>
                  <a:pt x="1120" y="955"/>
                  <a:pt x="953" y="1133"/>
                  <a:pt x="762" y="1169"/>
                </a:cubicBezTo>
                <a:lnTo>
                  <a:pt x="143" y="1300"/>
                </a:lnTo>
                <a:cubicBezTo>
                  <a:pt x="12" y="1336"/>
                  <a:pt x="0" y="1526"/>
                  <a:pt x="131" y="1562"/>
                </a:cubicBezTo>
                <a:lnTo>
                  <a:pt x="739" y="1741"/>
                </a:lnTo>
                <a:cubicBezTo>
                  <a:pt x="929" y="1800"/>
                  <a:pt x="1072" y="1979"/>
                  <a:pt x="1108" y="2205"/>
                </a:cubicBezTo>
                <a:lnTo>
                  <a:pt x="1203" y="2860"/>
                </a:lnTo>
                <a:cubicBezTo>
                  <a:pt x="1215" y="2928"/>
                  <a:pt x="1273" y="2964"/>
                  <a:pt x="1331" y="2964"/>
                </a:cubicBezTo>
                <a:cubicBezTo>
                  <a:pt x="1384" y="2964"/>
                  <a:pt x="1436" y="2934"/>
                  <a:pt x="1453" y="2872"/>
                </a:cubicBezTo>
                <a:lnTo>
                  <a:pt x="1620" y="2169"/>
                </a:lnTo>
                <a:cubicBezTo>
                  <a:pt x="1667" y="1979"/>
                  <a:pt x="1798" y="1836"/>
                  <a:pt x="1965" y="1800"/>
                </a:cubicBezTo>
                <a:lnTo>
                  <a:pt x="2632" y="1657"/>
                </a:lnTo>
                <a:cubicBezTo>
                  <a:pt x="2763" y="1633"/>
                  <a:pt x="2763" y="1443"/>
                  <a:pt x="2632" y="1407"/>
                </a:cubicBezTo>
                <a:lnTo>
                  <a:pt x="1989" y="1205"/>
                </a:lnTo>
                <a:cubicBezTo>
                  <a:pt x="1822" y="1157"/>
                  <a:pt x="1703" y="1002"/>
                  <a:pt x="1667" y="812"/>
                </a:cubicBezTo>
                <a:lnTo>
                  <a:pt x="1560" y="109"/>
                </a:lnTo>
                <a:cubicBezTo>
                  <a:pt x="1554" y="36"/>
                  <a:pt x="1498" y="1"/>
                  <a:pt x="144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815325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93"/>
        <p:cNvGrpSpPr/>
        <p:nvPr/>
      </p:nvGrpSpPr>
      <p:grpSpPr>
        <a:xfrm>
          <a:off x="0" y="0"/>
          <a:ext cx="0" cy="0"/>
          <a:chOff x="0" y="0"/>
          <a:chExt cx="0" cy="0"/>
        </a:xfrm>
      </p:grpSpPr>
      <p:sp>
        <p:nvSpPr>
          <p:cNvPr id="994" name="Google Shape;994;p43"/>
          <p:cNvSpPr txBox="1">
            <a:spLocks noGrp="1"/>
          </p:cNvSpPr>
          <p:nvPr>
            <p:ph type="title"/>
          </p:nvPr>
        </p:nvSpPr>
        <p:spPr>
          <a:xfrm>
            <a:off x="2034638" y="746063"/>
            <a:ext cx="4064100" cy="923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Introduction</a:t>
            </a:r>
            <a:endParaRPr dirty="0"/>
          </a:p>
        </p:txBody>
      </p:sp>
      <p:sp>
        <p:nvSpPr>
          <p:cNvPr id="995" name="Google Shape;995;p43"/>
          <p:cNvSpPr txBox="1">
            <a:spLocks noGrp="1"/>
          </p:cNvSpPr>
          <p:nvPr>
            <p:ph type="subTitle" idx="1"/>
          </p:nvPr>
        </p:nvSpPr>
        <p:spPr>
          <a:xfrm>
            <a:off x="1599551" y="1557184"/>
            <a:ext cx="5289103" cy="21571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To greatly increase revenue from virtual events on </a:t>
            </a:r>
            <a:r>
              <a:rPr lang="en-GB" b="1" dirty="0" err="1"/>
              <a:t>Granhub</a:t>
            </a:r>
            <a:r>
              <a:rPr lang="en-GB" b="1" dirty="0"/>
              <a:t> platform</a:t>
            </a:r>
            <a:r>
              <a:rPr lang="en-GB" dirty="0"/>
              <a:t>, focus on understanding the audience, offering diverse and engaging content, ensuring high production quality, implementing effective monetization strategies, and promoting the events through targeted marketing.</a:t>
            </a:r>
          </a:p>
        </p:txBody>
      </p:sp>
      <p:grpSp>
        <p:nvGrpSpPr>
          <p:cNvPr id="996" name="Google Shape;996;p43"/>
          <p:cNvGrpSpPr/>
          <p:nvPr/>
        </p:nvGrpSpPr>
        <p:grpSpPr>
          <a:xfrm>
            <a:off x="5867261" y="1669472"/>
            <a:ext cx="3188914" cy="3169366"/>
            <a:chOff x="3681100" y="1476500"/>
            <a:chExt cx="942100" cy="936325"/>
          </a:xfrm>
        </p:grpSpPr>
        <p:sp>
          <p:nvSpPr>
            <p:cNvPr id="997" name="Google Shape;997;p43"/>
            <p:cNvSpPr/>
            <p:nvPr/>
          </p:nvSpPr>
          <p:spPr>
            <a:xfrm>
              <a:off x="4067975" y="1768850"/>
              <a:ext cx="352525" cy="277125"/>
            </a:xfrm>
            <a:custGeom>
              <a:avLst/>
              <a:gdLst/>
              <a:ahLst/>
              <a:cxnLst/>
              <a:rect l="l" t="t" r="r" b="b"/>
              <a:pathLst>
                <a:path w="14101" h="11085" extrusionOk="0">
                  <a:moveTo>
                    <a:pt x="1383" y="1"/>
                  </a:moveTo>
                  <a:cubicBezTo>
                    <a:pt x="1336" y="1"/>
                    <a:pt x="1293" y="8"/>
                    <a:pt x="1254" y="22"/>
                  </a:cubicBezTo>
                  <a:cubicBezTo>
                    <a:pt x="837" y="177"/>
                    <a:pt x="1302" y="487"/>
                    <a:pt x="1302" y="487"/>
                  </a:cubicBezTo>
                  <a:cubicBezTo>
                    <a:pt x="1302" y="487"/>
                    <a:pt x="994" y="351"/>
                    <a:pt x="756" y="351"/>
                  </a:cubicBezTo>
                  <a:cubicBezTo>
                    <a:pt x="629" y="351"/>
                    <a:pt x="521" y="390"/>
                    <a:pt x="492" y="510"/>
                  </a:cubicBezTo>
                  <a:cubicBezTo>
                    <a:pt x="420" y="868"/>
                    <a:pt x="659" y="1058"/>
                    <a:pt x="659" y="1058"/>
                  </a:cubicBezTo>
                  <a:cubicBezTo>
                    <a:pt x="659" y="1058"/>
                    <a:pt x="615" y="1053"/>
                    <a:pt x="552" y="1053"/>
                  </a:cubicBezTo>
                  <a:cubicBezTo>
                    <a:pt x="365" y="1053"/>
                    <a:pt x="1" y="1099"/>
                    <a:pt x="28" y="1463"/>
                  </a:cubicBezTo>
                  <a:cubicBezTo>
                    <a:pt x="63" y="1749"/>
                    <a:pt x="432" y="1820"/>
                    <a:pt x="432" y="1820"/>
                  </a:cubicBezTo>
                  <a:cubicBezTo>
                    <a:pt x="432" y="1820"/>
                    <a:pt x="51" y="1880"/>
                    <a:pt x="63" y="2177"/>
                  </a:cubicBezTo>
                  <a:cubicBezTo>
                    <a:pt x="87" y="2487"/>
                    <a:pt x="611" y="2499"/>
                    <a:pt x="611" y="2499"/>
                  </a:cubicBezTo>
                  <a:cubicBezTo>
                    <a:pt x="611" y="2499"/>
                    <a:pt x="373" y="2594"/>
                    <a:pt x="420" y="2916"/>
                  </a:cubicBezTo>
                  <a:cubicBezTo>
                    <a:pt x="456" y="3201"/>
                    <a:pt x="1171" y="3570"/>
                    <a:pt x="1837" y="3570"/>
                  </a:cubicBezTo>
                  <a:cubicBezTo>
                    <a:pt x="1873" y="4297"/>
                    <a:pt x="2040" y="6368"/>
                    <a:pt x="2766" y="8726"/>
                  </a:cubicBezTo>
                  <a:cubicBezTo>
                    <a:pt x="2766" y="8761"/>
                    <a:pt x="2778" y="8797"/>
                    <a:pt x="2790" y="8821"/>
                  </a:cubicBezTo>
                  <a:cubicBezTo>
                    <a:pt x="3254" y="10547"/>
                    <a:pt x="3564" y="10928"/>
                    <a:pt x="4266" y="11083"/>
                  </a:cubicBezTo>
                  <a:cubicBezTo>
                    <a:pt x="4270" y="11084"/>
                    <a:pt x="4278" y="11084"/>
                    <a:pt x="4289" y="11084"/>
                  </a:cubicBezTo>
                  <a:cubicBezTo>
                    <a:pt x="4442" y="11084"/>
                    <a:pt x="5235" y="11011"/>
                    <a:pt x="5290" y="11000"/>
                  </a:cubicBezTo>
                  <a:cubicBezTo>
                    <a:pt x="8576" y="10440"/>
                    <a:pt x="11719" y="9000"/>
                    <a:pt x="13934" y="5166"/>
                  </a:cubicBezTo>
                  <a:cubicBezTo>
                    <a:pt x="14101" y="4856"/>
                    <a:pt x="13934" y="4463"/>
                    <a:pt x="13589" y="4392"/>
                  </a:cubicBezTo>
                  <a:cubicBezTo>
                    <a:pt x="12398" y="4130"/>
                    <a:pt x="11422" y="3975"/>
                    <a:pt x="10195" y="3678"/>
                  </a:cubicBezTo>
                  <a:cubicBezTo>
                    <a:pt x="10156" y="3669"/>
                    <a:pt x="10115" y="3664"/>
                    <a:pt x="10075" y="3664"/>
                  </a:cubicBezTo>
                  <a:cubicBezTo>
                    <a:pt x="9897" y="3664"/>
                    <a:pt x="9721" y="3748"/>
                    <a:pt x="9624" y="3904"/>
                  </a:cubicBezTo>
                  <a:cubicBezTo>
                    <a:pt x="8922" y="5071"/>
                    <a:pt x="7838" y="5940"/>
                    <a:pt x="5874" y="6904"/>
                  </a:cubicBezTo>
                  <a:cubicBezTo>
                    <a:pt x="5171" y="5392"/>
                    <a:pt x="4350" y="3916"/>
                    <a:pt x="4111" y="3344"/>
                  </a:cubicBezTo>
                  <a:cubicBezTo>
                    <a:pt x="4111" y="3344"/>
                    <a:pt x="4111" y="3332"/>
                    <a:pt x="4111" y="3332"/>
                  </a:cubicBezTo>
                  <a:cubicBezTo>
                    <a:pt x="4088" y="3285"/>
                    <a:pt x="4064" y="3237"/>
                    <a:pt x="4052" y="3201"/>
                  </a:cubicBezTo>
                  <a:cubicBezTo>
                    <a:pt x="3897" y="2773"/>
                    <a:pt x="3492" y="1558"/>
                    <a:pt x="2909" y="927"/>
                  </a:cubicBezTo>
                  <a:cubicBezTo>
                    <a:pt x="2618" y="615"/>
                    <a:pt x="1831" y="1"/>
                    <a:pt x="1383" y="1"/>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43"/>
            <p:cNvSpPr/>
            <p:nvPr/>
          </p:nvSpPr>
          <p:spPr>
            <a:xfrm>
              <a:off x="4232950" y="1845300"/>
              <a:ext cx="200650" cy="175050"/>
            </a:xfrm>
            <a:custGeom>
              <a:avLst/>
              <a:gdLst/>
              <a:ahLst/>
              <a:cxnLst/>
              <a:rect l="l" t="t" r="r" b="b"/>
              <a:pathLst>
                <a:path w="8026" h="7002" extrusionOk="0">
                  <a:moveTo>
                    <a:pt x="4918" y="0"/>
                  </a:moveTo>
                  <a:cubicBezTo>
                    <a:pt x="2858" y="155"/>
                    <a:pt x="1" y="2620"/>
                    <a:pt x="1" y="2620"/>
                  </a:cubicBezTo>
                  <a:cubicBezTo>
                    <a:pt x="215" y="4489"/>
                    <a:pt x="2489" y="7001"/>
                    <a:pt x="2489" y="7001"/>
                  </a:cubicBezTo>
                  <a:cubicBezTo>
                    <a:pt x="4251" y="6656"/>
                    <a:pt x="8026" y="5299"/>
                    <a:pt x="7490" y="1679"/>
                  </a:cubicBezTo>
                  <a:cubicBezTo>
                    <a:pt x="7287" y="286"/>
                    <a:pt x="4918" y="0"/>
                    <a:pt x="491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43"/>
            <p:cNvSpPr/>
            <p:nvPr/>
          </p:nvSpPr>
          <p:spPr>
            <a:xfrm>
              <a:off x="3883800" y="2222425"/>
              <a:ext cx="191875" cy="187075"/>
            </a:xfrm>
            <a:custGeom>
              <a:avLst/>
              <a:gdLst/>
              <a:ahLst/>
              <a:cxnLst/>
              <a:rect l="l" t="t" r="r" b="b"/>
              <a:pathLst>
                <a:path w="7675" h="7483" extrusionOk="0">
                  <a:moveTo>
                    <a:pt x="4335" y="1"/>
                  </a:moveTo>
                  <a:lnTo>
                    <a:pt x="4275" y="4668"/>
                  </a:lnTo>
                  <a:cubicBezTo>
                    <a:pt x="4275" y="4668"/>
                    <a:pt x="1" y="6275"/>
                    <a:pt x="25" y="7085"/>
                  </a:cubicBezTo>
                  <a:cubicBezTo>
                    <a:pt x="33" y="7387"/>
                    <a:pt x="729" y="7482"/>
                    <a:pt x="1596" y="7482"/>
                  </a:cubicBezTo>
                  <a:cubicBezTo>
                    <a:pt x="3051" y="7482"/>
                    <a:pt x="4989" y="7216"/>
                    <a:pt x="4989" y="7216"/>
                  </a:cubicBezTo>
                  <a:cubicBezTo>
                    <a:pt x="4989" y="7216"/>
                    <a:pt x="5372" y="7308"/>
                    <a:pt x="5822" y="7308"/>
                  </a:cubicBezTo>
                  <a:cubicBezTo>
                    <a:pt x="6638" y="7308"/>
                    <a:pt x="7675" y="7006"/>
                    <a:pt x="7061" y="5311"/>
                  </a:cubicBezTo>
                  <a:lnTo>
                    <a:pt x="7502" y="346"/>
                  </a:lnTo>
                  <a:lnTo>
                    <a:pt x="4335" y="1"/>
                  </a:ln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43"/>
            <p:cNvSpPr/>
            <p:nvPr/>
          </p:nvSpPr>
          <p:spPr>
            <a:xfrm>
              <a:off x="3965075" y="2032600"/>
              <a:ext cx="325350" cy="305900"/>
            </a:xfrm>
            <a:custGeom>
              <a:avLst/>
              <a:gdLst/>
              <a:ahLst/>
              <a:cxnLst/>
              <a:rect l="l" t="t" r="r" b="b"/>
              <a:pathLst>
                <a:path w="13014" h="12236" extrusionOk="0">
                  <a:moveTo>
                    <a:pt x="5316" y="1"/>
                  </a:moveTo>
                  <a:cubicBezTo>
                    <a:pt x="3070" y="1"/>
                    <a:pt x="772" y="1405"/>
                    <a:pt x="417" y="5081"/>
                  </a:cubicBezTo>
                  <a:cubicBezTo>
                    <a:pt x="0" y="9284"/>
                    <a:pt x="619" y="12035"/>
                    <a:pt x="619" y="12035"/>
                  </a:cubicBezTo>
                  <a:cubicBezTo>
                    <a:pt x="619" y="12035"/>
                    <a:pt x="2066" y="12236"/>
                    <a:pt x="3286" y="12236"/>
                  </a:cubicBezTo>
                  <a:cubicBezTo>
                    <a:pt x="3693" y="12236"/>
                    <a:pt x="4075" y="12213"/>
                    <a:pt x="4370" y="12154"/>
                  </a:cubicBezTo>
                  <a:lnTo>
                    <a:pt x="4751" y="6462"/>
                  </a:lnTo>
                  <a:lnTo>
                    <a:pt x="10109" y="10844"/>
                  </a:lnTo>
                  <a:lnTo>
                    <a:pt x="13014" y="4474"/>
                  </a:lnTo>
                  <a:cubicBezTo>
                    <a:pt x="13014" y="4474"/>
                    <a:pt x="8751" y="497"/>
                    <a:pt x="6251" y="81"/>
                  </a:cubicBezTo>
                  <a:cubicBezTo>
                    <a:pt x="5944" y="28"/>
                    <a:pt x="5631" y="1"/>
                    <a:pt x="53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43"/>
            <p:cNvSpPr/>
            <p:nvPr/>
          </p:nvSpPr>
          <p:spPr>
            <a:xfrm>
              <a:off x="3879350" y="2364700"/>
              <a:ext cx="50625" cy="39325"/>
            </a:xfrm>
            <a:custGeom>
              <a:avLst/>
              <a:gdLst/>
              <a:ahLst/>
              <a:cxnLst/>
              <a:rect l="l" t="t" r="r" b="b"/>
              <a:pathLst>
                <a:path w="2025" h="1573" extrusionOk="0">
                  <a:moveTo>
                    <a:pt x="1703" y="1"/>
                  </a:moveTo>
                  <a:cubicBezTo>
                    <a:pt x="393" y="644"/>
                    <a:pt x="0" y="1239"/>
                    <a:pt x="0" y="1239"/>
                  </a:cubicBezTo>
                  <a:cubicBezTo>
                    <a:pt x="0" y="1239"/>
                    <a:pt x="72" y="1429"/>
                    <a:pt x="1929" y="1572"/>
                  </a:cubicBezTo>
                  <a:cubicBezTo>
                    <a:pt x="2024" y="1025"/>
                    <a:pt x="1941" y="465"/>
                    <a:pt x="17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43"/>
            <p:cNvSpPr/>
            <p:nvPr/>
          </p:nvSpPr>
          <p:spPr>
            <a:xfrm>
              <a:off x="3921900" y="2347750"/>
              <a:ext cx="144700" cy="58975"/>
            </a:xfrm>
            <a:custGeom>
              <a:avLst/>
              <a:gdLst/>
              <a:ahLst/>
              <a:cxnLst/>
              <a:rect l="l" t="t" r="r" b="b"/>
              <a:pathLst>
                <a:path w="5788" h="2359" extrusionOk="0">
                  <a:moveTo>
                    <a:pt x="1751" y="0"/>
                  </a:moveTo>
                  <a:cubicBezTo>
                    <a:pt x="1037" y="214"/>
                    <a:pt x="453" y="453"/>
                    <a:pt x="1" y="679"/>
                  </a:cubicBezTo>
                  <a:cubicBezTo>
                    <a:pt x="239" y="1143"/>
                    <a:pt x="322" y="1703"/>
                    <a:pt x="227" y="2250"/>
                  </a:cubicBezTo>
                  <a:cubicBezTo>
                    <a:pt x="703" y="2286"/>
                    <a:pt x="1299" y="2322"/>
                    <a:pt x="2037" y="2346"/>
                  </a:cubicBezTo>
                  <a:cubicBezTo>
                    <a:pt x="2273" y="2354"/>
                    <a:pt x="2495" y="2358"/>
                    <a:pt x="2702" y="2358"/>
                  </a:cubicBezTo>
                  <a:cubicBezTo>
                    <a:pt x="5683" y="2358"/>
                    <a:pt x="5787" y="1536"/>
                    <a:pt x="5787" y="1536"/>
                  </a:cubicBezTo>
                  <a:cubicBezTo>
                    <a:pt x="5787" y="619"/>
                    <a:pt x="5537" y="83"/>
                    <a:pt x="5549" y="24"/>
                  </a:cubicBezTo>
                  <a:lnTo>
                    <a:pt x="5549" y="24"/>
                  </a:lnTo>
                  <a:cubicBezTo>
                    <a:pt x="4991" y="348"/>
                    <a:pt x="4390" y="457"/>
                    <a:pt x="3834" y="457"/>
                  </a:cubicBezTo>
                  <a:cubicBezTo>
                    <a:pt x="2697" y="457"/>
                    <a:pt x="1751" y="0"/>
                    <a:pt x="175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43"/>
            <p:cNvSpPr/>
            <p:nvPr/>
          </p:nvSpPr>
          <p:spPr>
            <a:xfrm>
              <a:off x="3877850" y="2386125"/>
              <a:ext cx="188750" cy="26700"/>
            </a:xfrm>
            <a:custGeom>
              <a:avLst/>
              <a:gdLst/>
              <a:ahLst/>
              <a:cxnLst/>
              <a:rect l="l" t="t" r="r" b="b"/>
              <a:pathLst>
                <a:path w="7550" h="1068" extrusionOk="0">
                  <a:moveTo>
                    <a:pt x="7549" y="1"/>
                  </a:moveTo>
                  <a:lnTo>
                    <a:pt x="7549" y="1"/>
                  </a:lnTo>
                  <a:cubicBezTo>
                    <a:pt x="6569" y="281"/>
                    <a:pt x="4984" y="613"/>
                    <a:pt x="2976" y="613"/>
                  </a:cubicBezTo>
                  <a:cubicBezTo>
                    <a:pt x="2082" y="613"/>
                    <a:pt x="1105" y="547"/>
                    <a:pt x="60" y="382"/>
                  </a:cubicBezTo>
                  <a:cubicBezTo>
                    <a:pt x="1" y="608"/>
                    <a:pt x="24" y="763"/>
                    <a:pt x="24" y="763"/>
                  </a:cubicBezTo>
                  <a:cubicBezTo>
                    <a:pt x="24" y="763"/>
                    <a:pt x="356" y="1067"/>
                    <a:pt x="2594" y="1067"/>
                  </a:cubicBezTo>
                  <a:cubicBezTo>
                    <a:pt x="2899" y="1067"/>
                    <a:pt x="3240" y="1062"/>
                    <a:pt x="3620" y="1049"/>
                  </a:cubicBezTo>
                  <a:cubicBezTo>
                    <a:pt x="6466" y="953"/>
                    <a:pt x="7502" y="561"/>
                    <a:pt x="7502" y="561"/>
                  </a:cubicBezTo>
                  <a:cubicBezTo>
                    <a:pt x="7525" y="370"/>
                    <a:pt x="7537" y="180"/>
                    <a:pt x="754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43"/>
            <p:cNvSpPr/>
            <p:nvPr/>
          </p:nvSpPr>
          <p:spPr>
            <a:xfrm>
              <a:off x="3939175" y="2355350"/>
              <a:ext cx="16700" cy="29025"/>
            </a:xfrm>
            <a:custGeom>
              <a:avLst/>
              <a:gdLst/>
              <a:ahLst/>
              <a:cxnLst/>
              <a:rect l="l" t="t" r="r" b="b"/>
              <a:pathLst>
                <a:path w="668" h="1161" extrusionOk="0">
                  <a:moveTo>
                    <a:pt x="51" y="1"/>
                  </a:moveTo>
                  <a:cubicBezTo>
                    <a:pt x="35" y="1"/>
                    <a:pt x="21" y="9"/>
                    <a:pt x="12" y="18"/>
                  </a:cubicBezTo>
                  <a:cubicBezTo>
                    <a:pt x="0" y="41"/>
                    <a:pt x="12" y="65"/>
                    <a:pt x="24" y="77"/>
                  </a:cubicBezTo>
                  <a:cubicBezTo>
                    <a:pt x="48" y="89"/>
                    <a:pt x="584" y="399"/>
                    <a:pt x="536" y="1113"/>
                  </a:cubicBezTo>
                  <a:cubicBezTo>
                    <a:pt x="536" y="1137"/>
                    <a:pt x="548" y="1161"/>
                    <a:pt x="584" y="1161"/>
                  </a:cubicBezTo>
                  <a:lnTo>
                    <a:pt x="596" y="1161"/>
                  </a:lnTo>
                  <a:cubicBezTo>
                    <a:pt x="608" y="1161"/>
                    <a:pt x="619" y="1137"/>
                    <a:pt x="619" y="1125"/>
                  </a:cubicBezTo>
                  <a:cubicBezTo>
                    <a:pt x="667" y="339"/>
                    <a:pt x="84" y="6"/>
                    <a:pt x="72" y="6"/>
                  </a:cubicBezTo>
                  <a:cubicBezTo>
                    <a:pt x="65" y="2"/>
                    <a:pt x="58" y="1"/>
                    <a:pt x="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43"/>
            <p:cNvSpPr/>
            <p:nvPr/>
          </p:nvSpPr>
          <p:spPr>
            <a:xfrm>
              <a:off x="3954950" y="2349625"/>
              <a:ext cx="15500" cy="29100"/>
            </a:xfrm>
            <a:custGeom>
              <a:avLst/>
              <a:gdLst/>
              <a:ahLst/>
              <a:cxnLst/>
              <a:rect l="l" t="t" r="r" b="b"/>
              <a:pathLst>
                <a:path w="620" h="1164" extrusionOk="0">
                  <a:moveTo>
                    <a:pt x="48" y="1"/>
                  </a:moveTo>
                  <a:cubicBezTo>
                    <a:pt x="34" y="1"/>
                    <a:pt x="19" y="6"/>
                    <a:pt x="12" y="20"/>
                  </a:cubicBezTo>
                  <a:cubicBezTo>
                    <a:pt x="0" y="44"/>
                    <a:pt x="12" y="68"/>
                    <a:pt x="36" y="80"/>
                  </a:cubicBezTo>
                  <a:cubicBezTo>
                    <a:pt x="36" y="80"/>
                    <a:pt x="500" y="354"/>
                    <a:pt x="524" y="1116"/>
                  </a:cubicBezTo>
                  <a:cubicBezTo>
                    <a:pt x="524" y="1140"/>
                    <a:pt x="548" y="1163"/>
                    <a:pt x="572" y="1163"/>
                  </a:cubicBezTo>
                  <a:lnTo>
                    <a:pt x="584" y="1163"/>
                  </a:lnTo>
                  <a:cubicBezTo>
                    <a:pt x="596" y="1151"/>
                    <a:pt x="619" y="1140"/>
                    <a:pt x="619" y="1116"/>
                  </a:cubicBezTo>
                  <a:cubicBezTo>
                    <a:pt x="584" y="294"/>
                    <a:pt x="96" y="20"/>
                    <a:pt x="72" y="8"/>
                  </a:cubicBezTo>
                  <a:cubicBezTo>
                    <a:pt x="67" y="4"/>
                    <a:pt x="58" y="1"/>
                    <a:pt x="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43"/>
            <p:cNvSpPr/>
            <p:nvPr/>
          </p:nvSpPr>
          <p:spPr>
            <a:xfrm>
              <a:off x="3954050" y="2332225"/>
              <a:ext cx="16100" cy="25350"/>
            </a:xfrm>
            <a:custGeom>
              <a:avLst/>
              <a:gdLst/>
              <a:ahLst/>
              <a:cxnLst/>
              <a:rect l="l" t="t" r="r" b="b"/>
              <a:pathLst>
                <a:path w="644" h="1014" extrusionOk="0">
                  <a:moveTo>
                    <a:pt x="310" y="85"/>
                  </a:moveTo>
                  <a:cubicBezTo>
                    <a:pt x="370" y="85"/>
                    <a:pt x="394" y="109"/>
                    <a:pt x="405" y="121"/>
                  </a:cubicBezTo>
                  <a:cubicBezTo>
                    <a:pt x="501" y="252"/>
                    <a:pt x="405" y="633"/>
                    <a:pt x="334" y="859"/>
                  </a:cubicBezTo>
                  <a:cubicBezTo>
                    <a:pt x="251" y="645"/>
                    <a:pt x="132" y="288"/>
                    <a:pt x="215" y="145"/>
                  </a:cubicBezTo>
                  <a:cubicBezTo>
                    <a:pt x="227" y="121"/>
                    <a:pt x="251" y="97"/>
                    <a:pt x="286" y="97"/>
                  </a:cubicBezTo>
                  <a:cubicBezTo>
                    <a:pt x="286" y="85"/>
                    <a:pt x="298" y="85"/>
                    <a:pt x="310" y="85"/>
                  </a:cubicBezTo>
                  <a:close/>
                  <a:moveTo>
                    <a:pt x="339" y="0"/>
                  </a:moveTo>
                  <a:cubicBezTo>
                    <a:pt x="330" y="0"/>
                    <a:pt x="320" y="1"/>
                    <a:pt x="310" y="2"/>
                  </a:cubicBezTo>
                  <a:cubicBezTo>
                    <a:pt x="227" y="2"/>
                    <a:pt x="167" y="38"/>
                    <a:pt x="132" y="97"/>
                  </a:cubicBezTo>
                  <a:cubicBezTo>
                    <a:pt x="1" y="335"/>
                    <a:pt x="263" y="919"/>
                    <a:pt x="298" y="990"/>
                  </a:cubicBezTo>
                  <a:cubicBezTo>
                    <a:pt x="310" y="1002"/>
                    <a:pt x="322" y="1014"/>
                    <a:pt x="346" y="1014"/>
                  </a:cubicBezTo>
                  <a:cubicBezTo>
                    <a:pt x="358" y="1014"/>
                    <a:pt x="370" y="1002"/>
                    <a:pt x="382" y="990"/>
                  </a:cubicBezTo>
                  <a:cubicBezTo>
                    <a:pt x="405" y="919"/>
                    <a:pt x="644" y="288"/>
                    <a:pt x="477" y="73"/>
                  </a:cubicBezTo>
                  <a:cubicBezTo>
                    <a:pt x="456" y="42"/>
                    <a:pt x="415" y="0"/>
                    <a:pt x="3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43"/>
            <p:cNvSpPr/>
            <p:nvPr/>
          </p:nvSpPr>
          <p:spPr>
            <a:xfrm>
              <a:off x="3961500" y="2342375"/>
              <a:ext cx="23525" cy="15500"/>
            </a:xfrm>
            <a:custGeom>
              <a:avLst/>
              <a:gdLst/>
              <a:ahLst/>
              <a:cxnLst/>
              <a:rect l="l" t="t" r="r" b="b"/>
              <a:pathLst>
                <a:path w="941" h="620" extrusionOk="0">
                  <a:moveTo>
                    <a:pt x="706" y="91"/>
                  </a:moveTo>
                  <a:cubicBezTo>
                    <a:pt x="712" y="91"/>
                    <a:pt x="719" y="92"/>
                    <a:pt x="727" y="96"/>
                  </a:cubicBezTo>
                  <a:cubicBezTo>
                    <a:pt x="762" y="96"/>
                    <a:pt x="798" y="108"/>
                    <a:pt x="822" y="156"/>
                  </a:cubicBezTo>
                  <a:cubicBezTo>
                    <a:pt x="858" y="203"/>
                    <a:pt x="846" y="239"/>
                    <a:pt x="834" y="263"/>
                  </a:cubicBezTo>
                  <a:cubicBezTo>
                    <a:pt x="762" y="406"/>
                    <a:pt x="381" y="489"/>
                    <a:pt x="143" y="525"/>
                  </a:cubicBezTo>
                  <a:cubicBezTo>
                    <a:pt x="274" y="370"/>
                    <a:pt x="512" y="132"/>
                    <a:pt x="667" y="96"/>
                  </a:cubicBezTo>
                  <a:cubicBezTo>
                    <a:pt x="683" y="96"/>
                    <a:pt x="693" y="91"/>
                    <a:pt x="706" y="91"/>
                  </a:cubicBezTo>
                  <a:close/>
                  <a:moveTo>
                    <a:pt x="729" y="1"/>
                  </a:moveTo>
                  <a:cubicBezTo>
                    <a:pt x="455" y="1"/>
                    <a:pt x="47" y="490"/>
                    <a:pt x="12" y="548"/>
                  </a:cubicBezTo>
                  <a:cubicBezTo>
                    <a:pt x="0" y="560"/>
                    <a:pt x="0" y="584"/>
                    <a:pt x="0" y="596"/>
                  </a:cubicBezTo>
                  <a:cubicBezTo>
                    <a:pt x="12" y="608"/>
                    <a:pt x="24" y="620"/>
                    <a:pt x="48" y="620"/>
                  </a:cubicBezTo>
                  <a:cubicBezTo>
                    <a:pt x="84" y="620"/>
                    <a:pt x="250" y="596"/>
                    <a:pt x="429" y="560"/>
                  </a:cubicBezTo>
                  <a:cubicBezTo>
                    <a:pt x="631" y="501"/>
                    <a:pt x="846" y="429"/>
                    <a:pt x="905" y="298"/>
                  </a:cubicBezTo>
                  <a:cubicBezTo>
                    <a:pt x="929" y="263"/>
                    <a:pt x="941" y="191"/>
                    <a:pt x="893" y="108"/>
                  </a:cubicBezTo>
                  <a:cubicBezTo>
                    <a:pt x="858" y="48"/>
                    <a:pt x="798" y="13"/>
                    <a:pt x="738" y="1"/>
                  </a:cubicBezTo>
                  <a:cubicBezTo>
                    <a:pt x="735" y="1"/>
                    <a:pt x="732" y="1"/>
                    <a:pt x="7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43"/>
            <p:cNvSpPr/>
            <p:nvPr/>
          </p:nvSpPr>
          <p:spPr>
            <a:xfrm>
              <a:off x="3681100" y="2178375"/>
              <a:ext cx="397400" cy="220100"/>
            </a:xfrm>
            <a:custGeom>
              <a:avLst/>
              <a:gdLst/>
              <a:ahLst/>
              <a:cxnLst/>
              <a:rect l="l" t="t" r="r" b="b"/>
              <a:pathLst>
                <a:path w="15896" h="8804" extrusionOk="0">
                  <a:moveTo>
                    <a:pt x="12335" y="0"/>
                  </a:moveTo>
                  <a:lnTo>
                    <a:pt x="4882" y="5311"/>
                  </a:lnTo>
                  <a:cubicBezTo>
                    <a:pt x="4882" y="5311"/>
                    <a:pt x="1830" y="2746"/>
                    <a:pt x="863" y="2746"/>
                  </a:cubicBezTo>
                  <a:cubicBezTo>
                    <a:pt x="795" y="2746"/>
                    <a:pt x="737" y="2759"/>
                    <a:pt x="691" y="2787"/>
                  </a:cubicBezTo>
                  <a:cubicBezTo>
                    <a:pt x="1" y="3215"/>
                    <a:pt x="3001" y="7180"/>
                    <a:pt x="3001" y="7180"/>
                  </a:cubicBezTo>
                  <a:cubicBezTo>
                    <a:pt x="3001" y="7180"/>
                    <a:pt x="3473" y="8804"/>
                    <a:pt x="4446" y="8804"/>
                  </a:cubicBezTo>
                  <a:cubicBezTo>
                    <a:pt x="4793" y="8804"/>
                    <a:pt x="5204" y="8597"/>
                    <a:pt x="5680" y="8037"/>
                  </a:cubicBezTo>
                  <a:lnTo>
                    <a:pt x="15895" y="2358"/>
                  </a:lnTo>
                  <a:lnTo>
                    <a:pt x="12335" y="0"/>
                  </a:ln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43"/>
            <p:cNvSpPr/>
            <p:nvPr/>
          </p:nvSpPr>
          <p:spPr>
            <a:xfrm>
              <a:off x="3695975" y="2241775"/>
              <a:ext cx="50925" cy="46150"/>
            </a:xfrm>
            <a:custGeom>
              <a:avLst/>
              <a:gdLst/>
              <a:ahLst/>
              <a:cxnLst/>
              <a:rect l="l" t="t" r="r" b="b"/>
              <a:pathLst>
                <a:path w="2037" h="1846" extrusionOk="0">
                  <a:moveTo>
                    <a:pt x="120" y="0"/>
                  </a:moveTo>
                  <a:cubicBezTo>
                    <a:pt x="120" y="0"/>
                    <a:pt x="1" y="155"/>
                    <a:pt x="787" y="1846"/>
                  </a:cubicBezTo>
                  <a:cubicBezTo>
                    <a:pt x="1311" y="1655"/>
                    <a:pt x="1751" y="1310"/>
                    <a:pt x="2037" y="870"/>
                  </a:cubicBezTo>
                  <a:cubicBezTo>
                    <a:pt x="834" y="48"/>
                    <a:pt x="120" y="0"/>
                    <a:pt x="1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43"/>
            <p:cNvSpPr/>
            <p:nvPr/>
          </p:nvSpPr>
          <p:spPr>
            <a:xfrm>
              <a:off x="3715625" y="2263500"/>
              <a:ext cx="113725" cy="136950"/>
            </a:xfrm>
            <a:custGeom>
              <a:avLst/>
              <a:gdLst/>
              <a:ahLst/>
              <a:cxnLst/>
              <a:rect l="l" t="t" r="r" b="b"/>
              <a:pathLst>
                <a:path w="4549" h="5478" extrusionOk="0">
                  <a:moveTo>
                    <a:pt x="1251" y="1"/>
                  </a:moveTo>
                  <a:cubicBezTo>
                    <a:pt x="965" y="441"/>
                    <a:pt x="525" y="786"/>
                    <a:pt x="1" y="977"/>
                  </a:cubicBezTo>
                  <a:cubicBezTo>
                    <a:pt x="203" y="1406"/>
                    <a:pt x="465" y="1941"/>
                    <a:pt x="810" y="2596"/>
                  </a:cubicBezTo>
                  <a:cubicBezTo>
                    <a:pt x="2175" y="5238"/>
                    <a:pt x="3013" y="5477"/>
                    <a:pt x="3272" y="5477"/>
                  </a:cubicBezTo>
                  <a:cubicBezTo>
                    <a:pt x="3329" y="5477"/>
                    <a:pt x="3358" y="5466"/>
                    <a:pt x="3358" y="5466"/>
                  </a:cubicBezTo>
                  <a:cubicBezTo>
                    <a:pt x="4156" y="5013"/>
                    <a:pt x="4501" y="4525"/>
                    <a:pt x="4549" y="4513"/>
                  </a:cubicBezTo>
                  <a:cubicBezTo>
                    <a:pt x="2858" y="3525"/>
                    <a:pt x="2703" y="1191"/>
                    <a:pt x="2703" y="1191"/>
                  </a:cubicBezTo>
                  <a:cubicBezTo>
                    <a:pt x="2168" y="679"/>
                    <a:pt x="1680" y="286"/>
                    <a:pt x="125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43"/>
            <p:cNvSpPr/>
            <p:nvPr/>
          </p:nvSpPr>
          <p:spPr>
            <a:xfrm>
              <a:off x="3687050" y="2241775"/>
              <a:ext cx="112550" cy="164025"/>
            </a:xfrm>
            <a:custGeom>
              <a:avLst/>
              <a:gdLst/>
              <a:ahLst/>
              <a:cxnLst/>
              <a:rect l="l" t="t" r="r" b="b"/>
              <a:pathLst>
                <a:path w="4502" h="6561" extrusionOk="0">
                  <a:moveTo>
                    <a:pt x="477" y="0"/>
                  </a:moveTo>
                  <a:cubicBezTo>
                    <a:pt x="251" y="60"/>
                    <a:pt x="132" y="167"/>
                    <a:pt x="132" y="167"/>
                  </a:cubicBezTo>
                  <a:cubicBezTo>
                    <a:pt x="132" y="167"/>
                    <a:pt x="1" y="715"/>
                    <a:pt x="1656" y="3429"/>
                  </a:cubicBezTo>
                  <a:cubicBezTo>
                    <a:pt x="3132" y="5858"/>
                    <a:pt x="3977" y="6561"/>
                    <a:pt x="3977" y="6561"/>
                  </a:cubicBezTo>
                  <a:cubicBezTo>
                    <a:pt x="4168" y="6489"/>
                    <a:pt x="4335" y="6418"/>
                    <a:pt x="4501" y="6335"/>
                  </a:cubicBezTo>
                  <a:cubicBezTo>
                    <a:pt x="3454" y="5299"/>
                    <a:pt x="1680" y="3215"/>
                    <a:pt x="4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43"/>
            <p:cNvSpPr/>
            <p:nvPr/>
          </p:nvSpPr>
          <p:spPr>
            <a:xfrm>
              <a:off x="3745100" y="2274525"/>
              <a:ext cx="19375" cy="27025"/>
            </a:xfrm>
            <a:custGeom>
              <a:avLst/>
              <a:gdLst/>
              <a:ahLst/>
              <a:cxnLst/>
              <a:rect l="l" t="t" r="r" b="b"/>
              <a:pathLst>
                <a:path w="775" h="1081" extrusionOk="0">
                  <a:moveTo>
                    <a:pt x="727" y="0"/>
                  </a:moveTo>
                  <a:cubicBezTo>
                    <a:pt x="703" y="0"/>
                    <a:pt x="679" y="24"/>
                    <a:pt x="679" y="48"/>
                  </a:cubicBezTo>
                  <a:cubicBezTo>
                    <a:pt x="679" y="72"/>
                    <a:pt x="679" y="679"/>
                    <a:pt x="36" y="1000"/>
                  </a:cubicBezTo>
                  <a:cubicBezTo>
                    <a:pt x="12" y="1012"/>
                    <a:pt x="0" y="1036"/>
                    <a:pt x="12" y="1060"/>
                  </a:cubicBezTo>
                  <a:cubicBezTo>
                    <a:pt x="12" y="1060"/>
                    <a:pt x="12" y="1060"/>
                    <a:pt x="24" y="1072"/>
                  </a:cubicBezTo>
                  <a:cubicBezTo>
                    <a:pt x="30" y="1078"/>
                    <a:pt x="36" y="1081"/>
                    <a:pt x="44" y="1081"/>
                  </a:cubicBezTo>
                  <a:cubicBezTo>
                    <a:pt x="51" y="1081"/>
                    <a:pt x="60" y="1078"/>
                    <a:pt x="72" y="1072"/>
                  </a:cubicBezTo>
                  <a:cubicBezTo>
                    <a:pt x="762" y="738"/>
                    <a:pt x="774" y="48"/>
                    <a:pt x="774" y="48"/>
                  </a:cubicBezTo>
                  <a:cubicBezTo>
                    <a:pt x="774" y="24"/>
                    <a:pt x="751" y="0"/>
                    <a:pt x="7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43"/>
            <p:cNvSpPr/>
            <p:nvPr/>
          </p:nvSpPr>
          <p:spPr>
            <a:xfrm>
              <a:off x="3757900" y="2285525"/>
              <a:ext cx="19375" cy="26725"/>
            </a:xfrm>
            <a:custGeom>
              <a:avLst/>
              <a:gdLst/>
              <a:ahLst/>
              <a:cxnLst/>
              <a:rect l="l" t="t" r="r" b="b"/>
              <a:pathLst>
                <a:path w="775" h="1069" extrusionOk="0">
                  <a:moveTo>
                    <a:pt x="727" y="1"/>
                  </a:moveTo>
                  <a:cubicBezTo>
                    <a:pt x="703" y="1"/>
                    <a:pt x="679" y="25"/>
                    <a:pt x="679" y="48"/>
                  </a:cubicBezTo>
                  <a:cubicBezTo>
                    <a:pt x="679" y="48"/>
                    <a:pt x="679" y="596"/>
                    <a:pt x="24" y="989"/>
                  </a:cubicBezTo>
                  <a:cubicBezTo>
                    <a:pt x="0" y="1001"/>
                    <a:pt x="0" y="1025"/>
                    <a:pt x="12" y="1048"/>
                  </a:cubicBezTo>
                  <a:cubicBezTo>
                    <a:pt x="19" y="1062"/>
                    <a:pt x="30" y="1068"/>
                    <a:pt x="43" y="1068"/>
                  </a:cubicBezTo>
                  <a:cubicBezTo>
                    <a:pt x="52" y="1068"/>
                    <a:pt x="62" y="1065"/>
                    <a:pt x="72" y="1060"/>
                  </a:cubicBezTo>
                  <a:cubicBezTo>
                    <a:pt x="762" y="632"/>
                    <a:pt x="774" y="72"/>
                    <a:pt x="774" y="48"/>
                  </a:cubicBezTo>
                  <a:cubicBezTo>
                    <a:pt x="774" y="25"/>
                    <a:pt x="751" y="1"/>
                    <a:pt x="7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43"/>
            <p:cNvSpPr/>
            <p:nvPr/>
          </p:nvSpPr>
          <p:spPr>
            <a:xfrm>
              <a:off x="3772775" y="2279875"/>
              <a:ext cx="23250" cy="16100"/>
            </a:xfrm>
            <a:custGeom>
              <a:avLst/>
              <a:gdLst/>
              <a:ahLst/>
              <a:cxnLst/>
              <a:rect l="l" t="t" r="r" b="b"/>
              <a:pathLst>
                <a:path w="930" h="644" extrusionOk="0">
                  <a:moveTo>
                    <a:pt x="715" y="84"/>
                  </a:moveTo>
                  <a:cubicBezTo>
                    <a:pt x="739" y="84"/>
                    <a:pt x="763" y="96"/>
                    <a:pt x="787" y="120"/>
                  </a:cubicBezTo>
                  <a:cubicBezTo>
                    <a:pt x="798" y="131"/>
                    <a:pt x="798" y="131"/>
                    <a:pt x="810" y="143"/>
                  </a:cubicBezTo>
                  <a:cubicBezTo>
                    <a:pt x="846" y="191"/>
                    <a:pt x="834" y="227"/>
                    <a:pt x="822" y="251"/>
                  </a:cubicBezTo>
                  <a:cubicBezTo>
                    <a:pt x="763" y="393"/>
                    <a:pt x="382" y="501"/>
                    <a:pt x="156" y="536"/>
                  </a:cubicBezTo>
                  <a:cubicBezTo>
                    <a:pt x="286" y="358"/>
                    <a:pt x="548" y="84"/>
                    <a:pt x="715" y="84"/>
                  </a:cubicBezTo>
                  <a:close/>
                  <a:moveTo>
                    <a:pt x="706" y="0"/>
                  </a:moveTo>
                  <a:cubicBezTo>
                    <a:pt x="433" y="0"/>
                    <a:pt x="60" y="525"/>
                    <a:pt x="13" y="584"/>
                  </a:cubicBezTo>
                  <a:cubicBezTo>
                    <a:pt x="1" y="596"/>
                    <a:pt x="1" y="608"/>
                    <a:pt x="13" y="632"/>
                  </a:cubicBezTo>
                  <a:cubicBezTo>
                    <a:pt x="25" y="643"/>
                    <a:pt x="36" y="643"/>
                    <a:pt x="48" y="643"/>
                  </a:cubicBezTo>
                  <a:cubicBezTo>
                    <a:pt x="132" y="632"/>
                    <a:pt x="798" y="524"/>
                    <a:pt x="906" y="286"/>
                  </a:cubicBezTo>
                  <a:cubicBezTo>
                    <a:pt x="918" y="239"/>
                    <a:pt x="929" y="179"/>
                    <a:pt x="882" y="96"/>
                  </a:cubicBezTo>
                  <a:cubicBezTo>
                    <a:pt x="834" y="36"/>
                    <a:pt x="775" y="0"/>
                    <a:pt x="715" y="0"/>
                  </a:cubicBezTo>
                  <a:cubicBezTo>
                    <a:pt x="712" y="0"/>
                    <a:pt x="709"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43"/>
            <p:cNvSpPr/>
            <p:nvPr/>
          </p:nvSpPr>
          <p:spPr>
            <a:xfrm>
              <a:off x="3772475" y="2294050"/>
              <a:ext cx="22950" cy="16525"/>
            </a:xfrm>
            <a:custGeom>
              <a:avLst/>
              <a:gdLst/>
              <a:ahLst/>
              <a:cxnLst/>
              <a:rect l="l" t="t" r="r" b="b"/>
              <a:pathLst>
                <a:path w="918" h="661" extrusionOk="0">
                  <a:moveTo>
                    <a:pt x="156" y="100"/>
                  </a:moveTo>
                  <a:lnTo>
                    <a:pt x="156" y="100"/>
                  </a:lnTo>
                  <a:cubicBezTo>
                    <a:pt x="358" y="148"/>
                    <a:pt x="668" y="231"/>
                    <a:pt x="775" y="350"/>
                  </a:cubicBezTo>
                  <a:cubicBezTo>
                    <a:pt x="799" y="362"/>
                    <a:pt x="810" y="386"/>
                    <a:pt x="810" y="398"/>
                  </a:cubicBezTo>
                  <a:cubicBezTo>
                    <a:pt x="834" y="434"/>
                    <a:pt x="822" y="469"/>
                    <a:pt x="799" y="517"/>
                  </a:cubicBezTo>
                  <a:cubicBezTo>
                    <a:pt x="775" y="565"/>
                    <a:pt x="739" y="576"/>
                    <a:pt x="715" y="576"/>
                  </a:cubicBezTo>
                  <a:cubicBezTo>
                    <a:pt x="560" y="576"/>
                    <a:pt x="298" y="291"/>
                    <a:pt x="156" y="100"/>
                  </a:cubicBezTo>
                  <a:close/>
                  <a:moveTo>
                    <a:pt x="47" y="0"/>
                  </a:moveTo>
                  <a:cubicBezTo>
                    <a:pt x="36" y="0"/>
                    <a:pt x="21" y="8"/>
                    <a:pt x="13" y="17"/>
                  </a:cubicBezTo>
                  <a:cubicBezTo>
                    <a:pt x="1" y="29"/>
                    <a:pt x="1" y="53"/>
                    <a:pt x="13" y="65"/>
                  </a:cubicBezTo>
                  <a:cubicBezTo>
                    <a:pt x="37" y="100"/>
                    <a:pt x="132" y="231"/>
                    <a:pt x="263" y="374"/>
                  </a:cubicBezTo>
                  <a:cubicBezTo>
                    <a:pt x="400" y="512"/>
                    <a:pt x="560" y="660"/>
                    <a:pt x="699" y="660"/>
                  </a:cubicBezTo>
                  <a:cubicBezTo>
                    <a:pt x="705" y="660"/>
                    <a:pt x="710" y="660"/>
                    <a:pt x="715" y="660"/>
                  </a:cubicBezTo>
                  <a:cubicBezTo>
                    <a:pt x="763" y="660"/>
                    <a:pt x="834" y="636"/>
                    <a:pt x="882" y="565"/>
                  </a:cubicBezTo>
                  <a:cubicBezTo>
                    <a:pt x="918" y="493"/>
                    <a:pt x="918" y="422"/>
                    <a:pt x="894" y="362"/>
                  </a:cubicBezTo>
                  <a:cubicBezTo>
                    <a:pt x="775" y="112"/>
                    <a:pt x="132" y="5"/>
                    <a:pt x="60" y="5"/>
                  </a:cubicBezTo>
                  <a:cubicBezTo>
                    <a:pt x="57" y="1"/>
                    <a:pt x="52" y="0"/>
                    <a:pt x="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43"/>
            <p:cNvSpPr/>
            <p:nvPr/>
          </p:nvSpPr>
          <p:spPr>
            <a:xfrm>
              <a:off x="4342500" y="1847550"/>
              <a:ext cx="156575" cy="180950"/>
            </a:xfrm>
            <a:custGeom>
              <a:avLst/>
              <a:gdLst/>
              <a:ahLst/>
              <a:cxnLst/>
              <a:rect l="l" t="t" r="r" b="b"/>
              <a:pathLst>
                <a:path w="6263" h="7238" extrusionOk="0">
                  <a:moveTo>
                    <a:pt x="2427" y="1"/>
                  </a:moveTo>
                  <a:cubicBezTo>
                    <a:pt x="1484" y="1"/>
                    <a:pt x="798" y="827"/>
                    <a:pt x="798" y="827"/>
                  </a:cubicBezTo>
                  <a:cubicBezTo>
                    <a:pt x="0" y="2089"/>
                    <a:pt x="1227" y="7030"/>
                    <a:pt x="1227" y="7030"/>
                  </a:cubicBezTo>
                  <a:cubicBezTo>
                    <a:pt x="1661" y="7181"/>
                    <a:pt x="2181" y="7238"/>
                    <a:pt x="2720" y="7238"/>
                  </a:cubicBezTo>
                  <a:cubicBezTo>
                    <a:pt x="4400" y="7238"/>
                    <a:pt x="6263" y="6685"/>
                    <a:pt x="6263" y="6685"/>
                  </a:cubicBezTo>
                  <a:cubicBezTo>
                    <a:pt x="6084" y="6197"/>
                    <a:pt x="5132" y="1077"/>
                    <a:pt x="3132" y="160"/>
                  </a:cubicBezTo>
                  <a:cubicBezTo>
                    <a:pt x="2886" y="47"/>
                    <a:pt x="2650" y="1"/>
                    <a:pt x="24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43"/>
            <p:cNvSpPr/>
            <p:nvPr/>
          </p:nvSpPr>
          <p:spPr>
            <a:xfrm>
              <a:off x="4281175" y="1828925"/>
              <a:ext cx="196475" cy="200350"/>
            </a:xfrm>
            <a:custGeom>
              <a:avLst/>
              <a:gdLst/>
              <a:ahLst/>
              <a:cxnLst/>
              <a:rect l="l" t="t" r="r" b="b"/>
              <a:pathLst>
                <a:path w="7859" h="8014" extrusionOk="0">
                  <a:moveTo>
                    <a:pt x="3882" y="1"/>
                  </a:moveTo>
                  <a:cubicBezTo>
                    <a:pt x="1608" y="274"/>
                    <a:pt x="1" y="5466"/>
                    <a:pt x="1" y="5466"/>
                  </a:cubicBezTo>
                  <a:cubicBezTo>
                    <a:pt x="882" y="7132"/>
                    <a:pt x="3894" y="8013"/>
                    <a:pt x="3894" y="8013"/>
                  </a:cubicBezTo>
                  <a:cubicBezTo>
                    <a:pt x="5406" y="7049"/>
                    <a:pt x="7859" y="4275"/>
                    <a:pt x="6049" y="1108"/>
                  </a:cubicBezTo>
                  <a:lnTo>
                    <a:pt x="388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43"/>
            <p:cNvSpPr/>
            <p:nvPr/>
          </p:nvSpPr>
          <p:spPr>
            <a:xfrm>
              <a:off x="3806425" y="2071450"/>
              <a:ext cx="665575" cy="313925"/>
            </a:xfrm>
            <a:custGeom>
              <a:avLst/>
              <a:gdLst/>
              <a:ahLst/>
              <a:cxnLst/>
              <a:rect l="l" t="t" r="r" b="b"/>
              <a:pathLst>
                <a:path w="26623" h="12557" extrusionOk="0">
                  <a:moveTo>
                    <a:pt x="12531" y="1"/>
                  </a:moveTo>
                  <a:cubicBezTo>
                    <a:pt x="9775" y="1"/>
                    <a:pt x="0" y="9016"/>
                    <a:pt x="0" y="9016"/>
                  </a:cubicBezTo>
                  <a:cubicBezTo>
                    <a:pt x="0" y="9016"/>
                    <a:pt x="0" y="11874"/>
                    <a:pt x="2405" y="11909"/>
                  </a:cubicBezTo>
                  <a:cubicBezTo>
                    <a:pt x="2405" y="11909"/>
                    <a:pt x="8680" y="9278"/>
                    <a:pt x="10347" y="7575"/>
                  </a:cubicBezTo>
                  <a:cubicBezTo>
                    <a:pt x="10347" y="7575"/>
                    <a:pt x="14534" y="12557"/>
                    <a:pt x="19619" y="12557"/>
                  </a:cubicBezTo>
                  <a:cubicBezTo>
                    <a:pt x="19707" y="12557"/>
                    <a:pt x="19795" y="12555"/>
                    <a:pt x="19884" y="12552"/>
                  </a:cubicBezTo>
                  <a:cubicBezTo>
                    <a:pt x="25087" y="12386"/>
                    <a:pt x="26456" y="9361"/>
                    <a:pt x="26623" y="8790"/>
                  </a:cubicBezTo>
                  <a:lnTo>
                    <a:pt x="18205" y="3754"/>
                  </a:lnTo>
                  <a:cubicBezTo>
                    <a:pt x="18205" y="3754"/>
                    <a:pt x="15264" y="182"/>
                    <a:pt x="12609" y="3"/>
                  </a:cubicBezTo>
                  <a:cubicBezTo>
                    <a:pt x="12583" y="1"/>
                    <a:pt x="12557" y="1"/>
                    <a:pt x="125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43"/>
            <p:cNvSpPr/>
            <p:nvPr/>
          </p:nvSpPr>
          <p:spPr>
            <a:xfrm>
              <a:off x="4257513" y="1853678"/>
              <a:ext cx="263150" cy="445350"/>
            </a:xfrm>
            <a:custGeom>
              <a:avLst/>
              <a:gdLst/>
              <a:ahLst/>
              <a:cxnLst/>
              <a:rect l="l" t="t" r="r" b="b"/>
              <a:pathLst>
                <a:path w="10526" h="17814" extrusionOk="0">
                  <a:moveTo>
                    <a:pt x="6543" y="1"/>
                  </a:moveTo>
                  <a:cubicBezTo>
                    <a:pt x="6531" y="1"/>
                    <a:pt x="6525" y="2"/>
                    <a:pt x="6525" y="2"/>
                  </a:cubicBezTo>
                  <a:lnTo>
                    <a:pt x="2227" y="2240"/>
                  </a:lnTo>
                  <a:cubicBezTo>
                    <a:pt x="1025" y="4169"/>
                    <a:pt x="1" y="12122"/>
                    <a:pt x="1" y="12122"/>
                  </a:cubicBezTo>
                  <a:cubicBezTo>
                    <a:pt x="132" y="14325"/>
                    <a:pt x="3275" y="15122"/>
                    <a:pt x="5775" y="16063"/>
                  </a:cubicBezTo>
                  <a:cubicBezTo>
                    <a:pt x="7263" y="16623"/>
                    <a:pt x="8680" y="17813"/>
                    <a:pt x="8680" y="17813"/>
                  </a:cubicBezTo>
                  <a:cubicBezTo>
                    <a:pt x="8490" y="17563"/>
                    <a:pt x="10526" y="13515"/>
                    <a:pt x="9788" y="7348"/>
                  </a:cubicBezTo>
                  <a:cubicBezTo>
                    <a:pt x="8929" y="183"/>
                    <a:pt x="6762" y="1"/>
                    <a:pt x="6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43"/>
            <p:cNvSpPr/>
            <p:nvPr/>
          </p:nvSpPr>
          <p:spPr>
            <a:xfrm>
              <a:off x="4285350" y="2080925"/>
              <a:ext cx="111950" cy="121275"/>
            </a:xfrm>
            <a:custGeom>
              <a:avLst/>
              <a:gdLst/>
              <a:ahLst/>
              <a:cxnLst/>
              <a:rect l="l" t="t" r="r" b="b"/>
              <a:pathLst>
                <a:path w="4478" h="4851" extrusionOk="0">
                  <a:moveTo>
                    <a:pt x="43" y="0"/>
                  </a:moveTo>
                  <a:cubicBezTo>
                    <a:pt x="37" y="0"/>
                    <a:pt x="30" y="2"/>
                    <a:pt x="24" y="5"/>
                  </a:cubicBezTo>
                  <a:cubicBezTo>
                    <a:pt x="12" y="5"/>
                    <a:pt x="0" y="29"/>
                    <a:pt x="12" y="53"/>
                  </a:cubicBezTo>
                  <a:cubicBezTo>
                    <a:pt x="810" y="2124"/>
                    <a:pt x="2417" y="3875"/>
                    <a:pt x="4418" y="4851"/>
                  </a:cubicBezTo>
                  <a:lnTo>
                    <a:pt x="4429" y="4851"/>
                  </a:lnTo>
                  <a:cubicBezTo>
                    <a:pt x="4441" y="4851"/>
                    <a:pt x="4453" y="4851"/>
                    <a:pt x="4465" y="4827"/>
                  </a:cubicBezTo>
                  <a:cubicBezTo>
                    <a:pt x="4477" y="4815"/>
                    <a:pt x="4465" y="4791"/>
                    <a:pt x="4453" y="4780"/>
                  </a:cubicBezTo>
                  <a:cubicBezTo>
                    <a:pt x="2465" y="3815"/>
                    <a:pt x="869" y="2077"/>
                    <a:pt x="84" y="29"/>
                  </a:cubicBezTo>
                  <a:cubicBezTo>
                    <a:pt x="75" y="11"/>
                    <a:pt x="60" y="0"/>
                    <a:pt x="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43"/>
            <p:cNvSpPr/>
            <p:nvPr/>
          </p:nvSpPr>
          <p:spPr>
            <a:xfrm>
              <a:off x="4352025" y="2091650"/>
              <a:ext cx="44675" cy="78700"/>
            </a:xfrm>
            <a:custGeom>
              <a:avLst/>
              <a:gdLst/>
              <a:ahLst/>
              <a:cxnLst/>
              <a:rect l="l" t="t" r="r" b="b"/>
              <a:pathLst>
                <a:path w="1787" h="3148" extrusionOk="0">
                  <a:moveTo>
                    <a:pt x="55" y="0"/>
                  </a:moveTo>
                  <a:cubicBezTo>
                    <a:pt x="49" y="0"/>
                    <a:pt x="42" y="2"/>
                    <a:pt x="36" y="5"/>
                  </a:cubicBezTo>
                  <a:cubicBezTo>
                    <a:pt x="12" y="5"/>
                    <a:pt x="0" y="29"/>
                    <a:pt x="12" y="52"/>
                  </a:cubicBezTo>
                  <a:cubicBezTo>
                    <a:pt x="381" y="1160"/>
                    <a:pt x="965" y="2231"/>
                    <a:pt x="1715" y="3124"/>
                  </a:cubicBezTo>
                  <a:cubicBezTo>
                    <a:pt x="1727" y="3136"/>
                    <a:pt x="1739" y="3148"/>
                    <a:pt x="1751" y="3148"/>
                  </a:cubicBezTo>
                  <a:cubicBezTo>
                    <a:pt x="1751" y="3148"/>
                    <a:pt x="1762" y="3136"/>
                    <a:pt x="1774" y="3136"/>
                  </a:cubicBezTo>
                  <a:cubicBezTo>
                    <a:pt x="1786" y="3124"/>
                    <a:pt x="1786" y="3100"/>
                    <a:pt x="1774" y="3077"/>
                  </a:cubicBezTo>
                  <a:cubicBezTo>
                    <a:pt x="1036" y="2184"/>
                    <a:pt x="453" y="1124"/>
                    <a:pt x="84" y="29"/>
                  </a:cubicBezTo>
                  <a:cubicBezTo>
                    <a:pt x="84" y="11"/>
                    <a:pt x="71" y="0"/>
                    <a:pt x="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43"/>
            <p:cNvSpPr/>
            <p:nvPr/>
          </p:nvSpPr>
          <p:spPr>
            <a:xfrm>
              <a:off x="4129975" y="1850950"/>
              <a:ext cx="214925" cy="112675"/>
            </a:xfrm>
            <a:custGeom>
              <a:avLst/>
              <a:gdLst/>
              <a:ahLst/>
              <a:cxnLst/>
              <a:rect l="l" t="t" r="r" b="b"/>
              <a:pathLst>
                <a:path w="8597" h="4507" extrusionOk="0">
                  <a:moveTo>
                    <a:pt x="2548" y="1"/>
                  </a:moveTo>
                  <a:lnTo>
                    <a:pt x="0" y="2013"/>
                  </a:lnTo>
                  <a:cubicBezTo>
                    <a:pt x="0" y="2013"/>
                    <a:pt x="2691" y="3453"/>
                    <a:pt x="4394" y="4096"/>
                  </a:cubicBezTo>
                  <a:cubicBezTo>
                    <a:pt x="5177" y="4392"/>
                    <a:pt x="5893" y="4507"/>
                    <a:pt x="6459" y="4507"/>
                  </a:cubicBezTo>
                  <a:cubicBezTo>
                    <a:pt x="7123" y="4507"/>
                    <a:pt x="7581" y="4350"/>
                    <a:pt x="7704" y="4144"/>
                  </a:cubicBezTo>
                  <a:cubicBezTo>
                    <a:pt x="7918" y="3775"/>
                    <a:pt x="8597" y="1620"/>
                    <a:pt x="7846" y="1370"/>
                  </a:cubicBezTo>
                  <a:cubicBezTo>
                    <a:pt x="7791" y="1352"/>
                    <a:pt x="7736" y="1343"/>
                    <a:pt x="7683" y="1343"/>
                  </a:cubicBezTo>
                  <a:cubicBezTo>
                    <a:pt x="7012" y="1343"/>
                    <a:pt x="6572" y="2703"/>
                    <a:pt x="6572" y="2703"/>
                  </a:cubicBezTo>
                  <a:cubicBezTo>
                    <a:pt x="5370" y="1441"/>
                    <a:pt x="2548" y="1"/>
                    <a:pt x="254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43"/>
            <p:cNvSpPr/>
            <p:nvPr/>
          </p:nvSpPr>
          <p:spPr>
            <a:xfrm>
              <a:off x="4056750" y="1885475"/>
              <a:ext cx="239625" cy="144700"/>
            </a:xfrm>
            <a:custGeom>
              <a:avLst/>
              <a:gdLst/>
              <a:ahLst/>
              <a:cxnLst/>
              <a:rect l="l" t="t" r="r" b="b"/>
              <a:pathLst>
                <a:path w="9585" h="5788" extrusionOk="0">
                  <a:moveTo>
                    <a:pt x="4203" y="1"/>
                  </a:moveTo>
                  <a:lnTo>
                    <a:pt x="0" y="1918"/>
                  </a:lnTo>
                  <a:cubicBezTo>
                    <a:pt x="0" y="1918"/>
                    <a:pt x="905" y="3084"/>
                    <a:pt x="3894" y="4775"/>
                  </a:cubicBezTo>
                  <a:cubicBezTo>
                    <a:pt x="5269" y="5555"/>
                    <a:pt x="6221" y="5787"/>
                    <a:pt x="6870" y="5787"/>
                  </a:cubicBezTo>
                  <a:cubicBezTo>
                    <a:pt x="7519" y="5787"/>
                    <a:pt x="7864" y="5555"/>
                    <a:pt x="8025" y="5406"/>
                  </a:cubicBezTo>
                  <a:cubicBezTo>
                    <a:pt x="8335" y="5108"/>
                    <a:pt x="9585" y="3215"/>
                    <a:pt x="8918" y="2763"/>
                  </a:cubicBezTo>
                  <a:cubicBezTo>
                    <a:pt x="8825" y="2700"/>
                    <a:pt x="8727" y="2673"/>
                    <a:pt x="8627" y="2673"/>
                  </a:cubicBezTo>
                  <a:cubicBezTo>
                    <a:pt x="8013" y="2673"/>
                    <a:pt x="7335" y="3704"/>
                    <a:pt x="7335" y="3704"/>
                  </a:cubicBezTo>
                  <a:cubicBezTo>
                    <a:pt x="6513" y="2168"/>
                    <a:pt x="4203" y="1"/>
                    <a:pt x="420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43"/>
            <p:cNvSpPr/>
            <p:nvPr/>
          </p:nvSpPr>
          <p:spPr>
            <a:xfrm>
              <a:off x="4170450" y="1577675"/>
              <a:ext cx="45875" cy="72750"/>
            </a:xfrm>
            <a:custGeom>
              <a:avLst/>
              <a:gdLst/>
              <a:ahLst/>
              <a:cxnLst/>
              <a:rect l="l" t="t" r="r" b="b"/>
              <a:pathLst>
                <a:path w="1835" h="2910" extrusionOk="0">
                  <a:moveTo>
                    <a:pt x="901" y="0"/>
                  </a:moveTo>
                  <a:cubicBezTo>
                    <a:pt x="672" y="0"/>
                    <a:pt x="786" y="1026"/>
                    <a:pt x="786" y="1026"/>
                  </a:cubicBezTo>
                  <a:cubicBezTo>
                    <a:pt x="786" y="1026"/>
                    <a:pt x="589" y="192"/>
                    <a:pt x="401" y="192"/>
                  </a:cubicBezTo>
                  <a:cubicBezTo>
                    <a:pt x="399" y="192"/>
                    <a:pt x="396" y="192"/>
                    <a:pt x="393" y="192"/>
                  </a:cubicBezTo>
                  <a:cubicBezTo>
                    <a:pt x="203" y="216"/>
                    <a:pt x="489" y="1311"/>
                    <a:pt x="489" y="1311"/>
                  </a:cubicBezTo>
                  <a:cubicBezTo>
                    <a:pt x="489" y="1311"/>
                    <a:pt x="311" y="1026"/>
                    <a:pt x="186" y="1026"/>
                  </a:cubicBezTo>
                  <a:cubicBezTo>
                    <a:pt x="156" y="1026"/>
                    <a:pt x="129" y="1043"/>
                    <a:pt x="108" y="1085"/>
                  </a:cubicBezTo>
                  <a:cubicBezTo>
                    <a:pt x="0" y="1288"/>
                    <a:pt x="501" y="2014"/>
                    <a:pt x="501" y="2014"/>
                  </a:cubicBezTo>
                  <a:cubicBezTo>
                    <a:pt x="501" y="2014"/>
                    <a:pt x="358" y="2371"/>
                    <a:pt x="179" y="2907"/>
                  </a:cubicBezTo>
                  <a:cubicBezTo>
                    <a:pt x="237" y="2908"/>
                    <a:pt x="295" y="2909"/>
                    <a:pt x="353" y="2909"/>
                  </a:cubicBezTo>
                  <a:cubicBezTo>
                    <a:pt x="736" y="2909"/>
                    <a:pt x="1120" y="2877"/>
                    <a:pt x="1513" y="2835"/>
                  </a:cubicBezTo>
                  <a:cubicBezTo>
                    <a:pt x="1608" y="2240"/>
                    <a:pt x="1667" y="1859"/>
                    <a:pt x="1667" y="1859"/>
                  </a:cubicBezTo>
                  <a:cubicBezTo>
                    <a:pt x="1739" y="1371"/>
                    <a:pt x="1834" y="311"/>
                    <a:pt x="1667" y="276"/>
                  </a:cubicBezTo>
                  <a:cubicBezTo>
                    <a:pt x="1663" y="275"/>
                    <a:pt x="1659" y="274"/>
                    <a:pt x="1655" y="274"/>
                  </a:cubicBezTo>
                  <a:cubicBezTo>
                    <a:pt x="1495" y="274"/>
                    <a:pt x="1382" y="966"/>
                    <a:pt x="1382" y="966"/>
                  </a:cubicBezTo>
                  <a:cubicBezTo>
                    <a:pt x="1382" y="966"/>
                    <a:pt x="1465" y="85"/>
                    <a:pt x="1298" y="49"/>
                  </a:cubicBezTo>
                  <a:cubicBezTo>
                    <a:pt x="1296" y="49"/>
                    <a:pt x="1294" y="49"/>
                    <a:pt x="1292" y="49"/>
                  </a:cubicBezTo>
                  <a:cubicBezTo>
                    <a:pt x="1142" y="49"/>
                    <a:pt x="1084" y="954"/>
                    <a:pt x="1084" y="954"/>
                  </a:cubicBezTo>
                  <a:cubicBezTo>
                    <a:pt x="1084" y="954"/>
                    <a:pt x="1072" y="26"/>
                    <a:pt x="917" y="2"/>
                  </a:cubicBezTo>
                  <a:cubicBezTo>
                    <a:pt x="912" y="1"/>
                    <a:pt x="907" y="0"/>
                    <a:pt x="901" y="0"/>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43"/>
            <p:cNvSpPr/>
            <p:nvPr/>
          </p:nvSpPr>
          <p:spPr>
            <a:xfrm>
              <a:off x="4173725" y="1624975"/>
              <a:ext cx="46150" cy="24775"/>
            </a:xfrm>
            <a:custGeom>
              <a:avLst/>
              <a:gdLst/>
              <a:ahLst/>
              <a:cxnLst/>
              <a:rect l="l" t="t" r="r" b="b"/>
              <a:pathLst>
                <a:path w="1846" h="991" extrusionOk="0">
                  <a:moveTo>
                    <a:pt x="552" y="1"/>
                  </a:moveTo>
                  <a:cubicBezTo>
                    <a:pt x="412" y="1"/>
                    <a:pt x="291" y="21"/>
                    <a:pt x="215" y="74"/>
                  </a:cubicBezTo>
                  <a:cubicBezTo>
                    <a:pt x="215" y="74"/>
                    <a:pt x="131" y="300"/>
                    <a:pt x="0" y="646"/>
                  </a:cubicBezTo>
                  <a:cubicBezTo>
                    <a:pt x="584" y="789"/>
                    <a:pt x="1215" y="860"/>
                    <a:pt x="1810" y="991"/>
                  </a:cubicBezTo>
                  <a:cubicBezTo>
                    <a:pt x="1846" y="431"/>
                    <a:pt x="1786" y="253"/>
                    <a:pt x="1786" y="253"/>
                  </a:cubicBezTo>
                  <a:cubicBezTo>
                    <a:pt x="1786" y="253"/>
                    <a:pt x="1045" y="1"/>
                    <a:pt x="55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43"/>
            <p:cNvSpPr/>
            <p:nvPr/>
          </p:nvSpPr>
          <p:spPr>
            <a:xfrm>
              <a:off x="4140975" y="1641100"/>
              <a:ext cx="78025" cy="171175"/>
            </a:xfrm>
            <a:custGeom>
              <a:avLst/>
              <a:gdLst/>
              <a:ahLst/>
              <a:cxnLst/>
              <a:rect l="l" t="t" r="r" b="b"/>
              <a:pathLst>
                <a:path w="3121" h="6847" extrusionOk="0">
                  <a:moveTo>
                    <a:pt x="1310" y="1"/>
                  </a:moveTo>
                  <a:cubicBezTo>
                    <a:pt x="953" y="894"/>
                    <a:pt x="287" y="2596"/>
                    <a:pt x="1" y="3275"/>
                  </a:cubicBezTo>
                  <a:cubicBezTo>
                    <a:pt x="167" y="4394"/>
                    <a:pt x="882" y="5763"/>
                    <a:pt x="1227" y="6847"/>
                  </a:cubicBezTo>
                  <a:cubicBezTo>
                    <a:pt x="1608" y="6513"/>
                    <a:pt x="1787" y="5751"/>
                    <a:pt x="1953" y="5251"/>
                  </a:cubicBezTo>
                  <a:cubicBezTo>
                    <a:pt x="2811" y="2572"/>
                    <a:pt x="3061" y="1108"/>
                    <a:pt x="3120" y="346"/>
                  </a:cubicBezTo>
                  <a:cubicBezTo>
                    <a:pt x="2525" y="215"/>
                    <a:pt x="1894" y="144"/>
                    <a:pt x="13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43"/>
            <p:cNvSpPr/>
            <p:nvPr/>
          </p:nvSpPr>
          <p:spPr>
            <a:xfrm>
              <a:off x="4026675" y="1755100"/>
              <a:ext cx="188150" cy="167600"/>
            </a:xfrm>
            <a:custGeom>
              <a:avLst/>
              <a:gdLst/>
              <a:ahLst/>
              <a:cxnLst/>
              <a:rect l="l" t="t" r="r" b="b"/>
              <a:pathLst>
                <a:path w="7526" h="6704" extrusionOk="0">
                  <a:moveTo>
                    <a:pt x="1322" y="1"/>
                  </a:moveTo>
                  <a:cubicBezTo>
                    <a:pt x="1322" y="1"/>
                    <a:pt x="1" y="1108"/>
                    <a:pt x="453" y="4025"/>
                  </a:cubicBezTo>
                  <a:cubicBezTo>
                    <a:pt x="775" y="6073"/>
                    <a:pt x="1346" y="6704"/>
                    <a:pt x="1346" y="6704"/>
                  </a:cubicBezTo>
                  <a:cubicBezTo>
                    <a:pt x="1346" y="6704"/>
                    <a:pt x="7335" y="6525"/>
                    <a:pt x="7442" y="4478"/>
                  </a:cubicBezTo>
                  <a:cubicBezTo>
                    <a:pt x="7526" y="2823"/>
                    <a:pt x="5906" y="120"/>
                    <a:pt x="5906" y="120"/>
                  </a:cubicBezTo>
                  <a:lnTo>
                    <a:pt x="132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43"/>
            <p:cNvSpPr/>
            <p:nvPr/>
          </p:nvSpPr>
          <p:spPr>
            <a:xfrm>
              <a:off x="3938875" y="1558350"/>
              <a:ext cx="260775" cy="194475"/>
            </a:xfrm>
            <a:custGeom>
              <a:avLst/>
              <a:gdLst/>
              <a:ahLst/>
              <a:cxnLst/>
              <a:rect l="l" t="t" r="r" b="b"/>
              <a:pathLst>
                <a:path w="10431" h="7779" extrusionOk="0">
                  <a:moveTo>
                    <a:pt x="8311" y="1"/>
                  </a:moveTo>
                  <a:lnTo>
                    <a:pt x="3799" y="2156"/>
                  </a:lnTo>
                  <a:lnTo>
                    <a:pt x="143" y="2823"/>
                  </a:lnTo>
                  <a:cubicBezTo>
                    <a:pt x="143" y="2823"/>
                    <a:pt x="143" y="2906"/>
                    <a:pt x="143" y="3025"/>
                  </a:cubicBezTo>
                  <a:cubicBezTo>
                    <a:pt x="143" y="3215"/>
                    <a:pt x="155" y="3525"/>
                    <a:pt x="191" y="3882"/>
                  </a:cubicBezTo>
                  <a:cubicBezTo>
                    <a:pt x="191" y="3882"/>
                    <a:pt x="0" y="6180"/>
                    <a:pt x="572" y="6418"/>
                  </a:cubicBezTo>
                  <a:cubicBezTo>
                    <a:pt x="613" y="6438"/>
                    <a:pt x="653" y="6447"/>
                    <a:pt x="690" y="6447"/>
                  </a:cubicBezTo>
                  <a:cubicBezTo>
                    <a:pt x="836" y="6447"/>
                    <a:pt x="953" y="6310"/>
                    <a:pt x="1048" y="6121"/>
                  </a:cubicBezTo>
                  <a:cubicBezTo>
                    <a:pt x="1370" y="6823"/>
                    <a:pt x="1405" y="7430"/>
                    <a:pt x="1810" y="7430"/>
                  </a:cubicBezTo>
                  <a:cubicBezTo>
                    <a:pt x="2310" y="7406"/>
                    <a:pt x="2667" y="7216"/>
                    <a:pt x="2667" y="7216"/>
                  </a:cubicBezTo>
                  <a:cubicBezTo>
                    <a:pt x="2667" y="7216"/>
                    <a:pt x="3020" y="7778"/>
                    <a:pt x="3259" y="7778"/>
                  </a:cubicBezTo>
                  <a:cubicBezTo>
                    <a:pt x="3268" y="7778"/>
                    <a:pt x="3278" y="7777"/>
                    <a:pt x="3287" y="7776"/>
                  </a:cubicBezTo>
                  <a:cubicBezTo>
                    <a:pt x="3525" y="7716"/>
                    <a:pt x="3929" y="7037"/>
                    <a:pt x="3894" y="6728"/>
                  </a:cubicBezTo>
                  <a:cubicBezTo>
                    <a:pt x="3891" y="6697"/>
                    <a:pt x="3892" y="6683"/>
                    <a:pt x="3895" y="6683"/>
                  </a:cubicBezTo>
                  <a:cubicBezTo>
                    <a:pt x="3923" y="6683"/>
                    <a:pt x="4139" y="7586"/>
                    <a:pt x="4608" y="7586"/>
                  </a:cubicBezTo>
                  <a:cubicBezTo>
                    <a:pt x="4681" y="7586"/>
                    <a:pt x="4761" y="7564"/>
                    <a:pt x="4846" y="7514"/>
                  </a:cubicBezTo>
                  <a:cubicBezTo>
                    <a:pt x="5549" y="7085"/>
                    <a:pt x="7323" y="7073"/>
                    <a:pt x="7859" y="6335"/>
                  </a:cubicBezTo>
                  <a:cubicBezTo>
                    <a:pt x="8406" y="5597"/>
                    <a:pt x="7990" y="5240"/>
                    <a:pt x="7990" y="5240"/>
                  </a:cubicBezTo>
                  <a:lnTo>
                    <a:pt x="7990" y="5240"/>
                  </a:lnTo>
                  <a:cubicBezTo>
                    <a:pt x="7990" y="5240"/>
                    <a:pt x="8420" y="5558"/>
                    <a:pt x="8794" y="5558"/>
                  </a:cubicBezTo>
                  <a:cubicBezTo>
                    <a:pt x="8894" y="5558"/>
                    <a:pt x="8990" y="5535"/>
                    <a:pt x="9073" y="5478"/>
                  </a:cubicBezTo>
                  <a:cubicBezTo>
                    <a:pt x="9454" y="5204"/>
                    <a:pt x="8585" y="4239"/>
                    <a:pt x="8585" y="4239"/>
                  </a:cubicBezTo>
                  <a:lnTo>
                    <a:pt x="8585" y="4239"/>
                  </a:lnTo>
                  <a:cubicBezTo>
                    <a:pt x="8585" y="4239"/>
                    <a:pt x="8617" y="4241"/>
                    <a:pt x="8672" y="4241"/>
                  </a:cubicBezTo>
                  <a:cubicBezTo>
                    <a:pt x="8942" y="4241"/>
                    <a:pt x="9765" y="4208"/>
                    <a:pt x="10121" y="3823"/>
                  </a:cubicBezTo>
                  <a:cubicBezTo>
                    <a:pt x="10430" y="3489"/>
                    <a:pt x="9930" y="2596"/>
                    <a:pt x="9478" y="1906"/>
                  </a:cubicBezTo>
                  <a:cubicBezTo>
                    <a:pt x="9644" y="1834"/>
                    <a:pt x="9823" y="1739"/>
                    <a:pt x="9990" y="1632"/>
                  </a:cubicBezTo>
                  <a:cubicBezTo>
                    <a:pt x="10371" y="1394"/>
                    <a:pt x="8775" y="429"/>
                    <a:pt x="831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43"/>
            <p:cNvSpPr/>
            <p:nvPr/>
          </p:nvSpPr>
          <p:spPr>
            <a:xfrm>
              <a:off x="4079375" y="1727125"/>
              <a:ext cx="54775" cy="31300"/>
            </a:xfrm>
            <a:custGeom>
              <a:avLst/>
              <a:gdLst/>
              <a:ahLst/>
              <a:cxnLst/>
              <a:rect l="l" t="t" r="r" b="b"/>
              <a:pathLst>
                <a:path w="2191" h="1252" extrusionOk="0">
                  <a:moveTo>
                    <a:pt x="2155" y="1"/>
                  </a:moveTo>
                  <a:cubicBezTo>
                    <a:pt x="1560" y="477"/>
                    <a:pt x="738" y="703"/>
                    <a:pt x="0" y="786"/>
                  </a:cubicBezTo>
                  <a:lnTo>
                    <a:pt x="143" y="1144"/>
                  </a:lnTo>
                  <a:cubicBezTo>
                    <a:pt x="423" y="1216"/>
                    <a:pt x="675" y="1251"/>
                    <a:pt x="900" y="1251"/>
                  </a:cubicBezTo>
                  <a:cubicBezTo>
                    <a:pt x="1668" y="1251"/>
                    <a:pt x="2108" y="841"/>
                    <a:pt x="2191" y="132"/>
                  </a:cubicBezTo>
                  <a:lnTo>
                    <a:pt x="2155" y="1"/>
                  </a:ln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43"/>
            <p:cNvSpPr/>
            <p:nvPr/>
          </p:nvSpPr>
          <p:spPr>
            <a:xfrm>
              <a:off x="4069250" y="1700350"/>
              <a:ext cx="64025" cy="46450"/>
            </a:xfrm>
            <a:custGeom>
              <a:avLst/>
              <a:gdLst/>
              <a:ahLst/>
              <a:cxnLst/>
              <a:rect l="l" t="t" r="r" b="b"/>
              <a:pathLst>
                <a:path w="2561" h="1858" extrusionOk="0">
                  <a:moveTo>
                    <a:pt x="2239" y="0"/>
                  </a:moveTo>
                  <a:lnTo>
                    <a:pt x="0" y="845"/>
                  </a:lnTo>
                  <a:lnTo>
                    <a:pt x="405" y="1857"/>
                  </a:lnTo>
                  <a:cubicBezTo>
                    <a:pt x="1143" y="1774"/>
                    <a:pt x="1965" y="1548"/>
                    <a:pt x="2560" y="1072"/>
                  </a:cubicBezTo>
                  <a:lnTo>
                    <a:pt x="2239" y="0"/>
                  </a:lnTo>
                  <a:close/>
                </a:path>
              </a:pathLst>
            </a:custGeom>
            <a:solidFill>
              <a:srgbClr val="F29F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43"/>
            <p:cNvSpPr/>
            <p:nvPr/>
          </p:nvSpPr>
          <p:spPr>
            <a:xfrm>
              <a:off x="3960900" y="1546250"/>
              <a:ext cx="203925" cy="196100"/>
            </a:xfrm>
            <a:custGeom>
              <a:avLst/>
              <a:gdLst/>
              <a:ahLst/>
              <a:cxnLst/>
              <a:rect l="l" t="t" r="r" b="b"/>
              <a:pathLst>
                <a:path w="8157" h="7844" extrusionOk="0">
                  <a:moveTo>
                    <a:pt x="4814" y="0"/>
                  </a:moveTo>
                  <a:cubicBezTo>
                    <a:pt x="3861" y="0"/>
                    <a:pt x="2769" y="492"/>
                    <a:pt x="1751" y="1175"/>
                  </a:cubicBezTo>
                  <a:cubicBezTo>
                    <a:pt x="0" y="2330"/>
                    <a:pt x="286" y="4188"/>
                    <a:pt x="1524" y="6128"/>
                  </a:cubicBezTo>
                  <a:cubicBezTo>
                    <a:pt x="2315" y="7379"/>
                    <a:pt x="3338" y="7844"/>
                    <a:pt x="4360" y="7844"/>
                  </a:cubicBezTo>
                  <a:cubicBezTo>
                    <a:pt x="4924" y="7844"/>
                    <a:pt x="5488" y="7702"/>
                    <a:pt x="6013" y="7474"/>
                  </a:cubicBezTo>
                  <a:cubicBezTo>
                    <a:pt x="7573" y="6795"/>
                    <a:pt x="8156" y="5128"/>
                    <a:pt x="7692" y="3819"/>
                  </a:cubicBezTo>
                  <a:cubicBezTo>
                    <a:pt x="7097" y="2187"/>
                    <a:pt x="6549" y="842"/>
                    <a:pt x="6549" y="842"/>
                  </a:cubicBezTo>
                  <a:cubicBezTo>
                    <a:pt x="6090" y="245"/>
                    <a:pt x="5487" y="0"/>
                    <a:pt x="4814" y="0"/>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43"/>
            <p:cNvSpPr/>
            <p:nvPr/>
          </p:nvSpPr>
          <p:spPr>
            <a:xfrm>
              <a:off x="4064175" y="1575925"/>
              <a:ext cx="625" cy="325"/>
            </a:xfrm>
            <a:custGeom>
              <a:avLst/>
              <a:gdLst/>
              <a:ahLst/>
              <a:cxnLst/>
              <a:rect l="l" t="t" r="r" b="b"/>
              <a:pathLst>
                <a:path w="25" h="13" extrusionOk="0">
                  <a:moveTo>
                    <a:pt x="25" y="12"/>
                  </a:moveTo>
                  <a:cubicBezTo>
                    <a:pt x="13" y="0"/>
                    <a:pt x="1" y="0"/>
                    <a:pt x="1" y="0"/>
                  </a:cubicBezTo>
                  <a:cubicBezTo>
                    <a:pt x="1" y="0"/>
                    <a:pt x="13" y="0"/>
                    <a:pt x="25" y="12"/>
                  </a:cubicBezTo>
                  <a:close/>
                </a:path>
              </a:pathLst>
            </a:custGeom>
            <a:solidFill>
              <a:srgbClr val="F6A1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43"/>
            <p:cNvSpPr/>
            <p:nvPr/>
          </p:nvSpPr>
          <p:spPr>
            <a:xfrm>
              <a:off x="3971925" y="1687250"/>
              <a:ext cx="52100" cy="48025"/>
            </a:xfrm>
            <a:custGeom>
              <a:avLst/>
              <a:gdLst/>
              <a:ahLst/>
              <a:cxnLst/>
              <a:rect l="l" t="t" r="r" b="b"/>
              <a:pathLst>
                <a:path w="2084" h="1921" extrusionOk="0">
                  <a:moveTo>
                    <a:pt x="1286" y="0"/>
                  </a:moveTo>
                  <a:cubicBezTo>
                    <a:pt x="1286" y="0"/>
                    <a:pt x="0" y="0"/>
                    <a:pt x="357" y="1179"/>
                  </a:cubicBezTo>
                  <a:cubicBezTo>
                    <a:pt x="522" y="1705"/>
                    <a:pt x="860" y="1920"/>
                    <a:pt x="1194" y="1920"/>
                  </a:cubicBezTo>
                  <a:cubicBezTo>
                    <a:pt x="1609" y="1920"/>
                    <a:pt x="2018" y="1589"/>
                    <a:pt x="2084" y="1107"/>
                  </a:cubicBezTo>
                  <a:lnTo>
                    <a:pt x="1286" y="0"/>
                  </a:ln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43"/>
            <p:cNvSpPr/>
            <p:nvPr/>
          </p:nvSpPr>
          <p:spPr>
            <a:xfrm>
              <a:off x="4016850" y="1625425"/>
              <a:ext cx="33375" cy="32425"/>
            </a:xfrm>
            <a:custGeom>
              <a:avLst/>
              <a:gdLst/>
              <a:ahLst/>
              <a:cxnLst/>
              <a:rect l="l" t="t" r="r" b="b"/>
              <a:pathLst>
                <a:path w="1335" h="1297" extrusionOk="0">
                  <a:moveTo>
                    <a:pt x="1007" y="0"/>
                  </a:moveTo>
                  <a:cubicBezTo>
                    <a:pt x="866" y="0"/>
                    <a:pt x="679" y="123"/>
                    <a:pt x="418" y="485"/>
                  </a:cubicBezTo>
                  <a:cubicBezTo>
                    <a:pt x="1" y="1056"/>
                    <a:pt x="370" y="1259"/>
                    <a:pt x="370" y="1259"/>
                  </a:cubicBezTo>
                  <a:cubicBezTo>
                    <a:pt x="413" y="1284"/>
                    <a:pt x="457" y="1297"/>
                    <a:pt x="502" y="1297"/>
                  </a:cubicBezTo>
                  <a:cubicBezTo>
                    <a:pt x="667" y="1297"/>
                    <a:pt x="848" y="1130"/>
                    <a:pt x="1072" y="830"/>
                  </a:cubicBezTo>
                  <a:cubicBezTo>
                    <a:pt x="1311" y="521"/>
                    <a:pt x="1334" y="235"/>
                    <a:pt x="1203" y="92"/>
                  </a:cubicBezTo>
                  <a:cubicBezTo>
                    <a:pt x="1149" y="37"/>
                    <a:pt x="1085" y="0"/>
                    <a:pt x="100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43"/>
            <p:cNvSpPr/>
            <p:nvPr/>
          </p:nvSpPr>
          <p:spPr>
            <a:xfrm>
              <a:off x="4096075" y="1600200"/>
              <a:ext cx="38075" cy="18350"/>
            </a:xfrm>
            <a:custGeom>
              <a:avLst/>
              <a:gdLst/>
              <a:ahLst/>
              <a:cxnLst/>
              <a:rect l="l" t="t" r="r" b="b"/>
              <a:pathLst>
                <a:path w="1523" h="734" extrusionOk="0">
                  <a:moveTo>
                    <a:pt x="663" y="1"/>
                  </a:moveTo>
                  <a:cubicBezTo>
                    <a:pt x="108" y="1"/>
                    <a:pt x="1" y="167"/>
                    <a:pt x="23" y="363"/>
                  </a:cubicBezTo>
                  <a:cubicBezTo>
                    <a:pt x="47" y="565"/>
                    <a:pt x="297" y="720"/>
                    <a:pt x="689" y="732"/>
                  </a:cubicBezTo>
                  <a:cubicBezTo>
                    <a:pt x="726" y="733"/>
                    <a:pt x="762" y="733"/>
                    <a:pt x="796" y="733"/>
                  </a:cubicBezTo>
                  <a:cubicBezTo>
                    <a:pt x="1194" y="733"/>
                    <a:pt x="1419" y="666"/>
                    <a:pt x="1451" y="458"/>
                  </a:cubicBezTo>
                  <a:cubicBezTo>
                    <a:pt x="1451" y="458"/>
                    <a:pt x="1523" y="41"/>
                    <a:pt x="832" y="6"/>
                  </a:cubicBezTo>
                  <a:cubicBezTo>
                    <a:pt x="772" y="2"/>
                    <a:pt x="715" y="1"/>
                    <a:pt x="66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43"/>
            <p:cNvSpPr/>
            <p:nvPr/>
          </p:nvSpPr>
          <p:spPr>
            <a:xfrm>
              <a:off x="3984125" y="1698375"/>
              <a:ext cx="32175" cy="21925"/>
            </a:xfrm>
            <a:custGeom>
              <a:avLst/>
              <a:gdLst/>
              <a:ahLst/>
              <a:cxnLst/>
              <a:rect l="l" t="t" r="r" b="b"/>
              <a:pathLst>
                <a:path w="1287" h="877" extrusionOk="0">
                  <a:moveTo>
                    <a:pt x="582" y="1"/>
                  </a:moveTo>
                  <a:cubicBezTo>
                    <a:pt x="473" y="1"/>
                    <a:pt x="372" y="24"/>
                    <a:pt x="286" y="79"/>
                  </a:cubicBezTo>
                  <a:cubicBezTo>
                    <a:pt x="72" y="222"/>
                    <a:pt x="12" y="496"/>
                    <a:pt x="0" y="508"/>
                  </a:cubicBezTo>
                  <a:cubicBezTo>
                    <a:pt x="0" y="520"/>
                    <a:pt x="12" y="531"/>
                    <a:pt x="24" y="531"/>
                  </a:cubicBezTo>
                  <a:cubicBezTo>
                    <a:pt x="27" y="535"/>
                    <a:pt x="31" y="536"/>
                    <a:pt x="34" y="536"/>
                  </a:cubicBezTo>
                  <a:cubicBezTo>
                    <a:pt x="42" y="536"/>
                    <a:pt x="48" y="528"/>
                    <a:pt x="48" y="520"/>
                  </a:cubicBezTo>
                  <a:cubicBezTo>
                    <a:pt x="48" y="520"/>
                    <a:pt x="107" y="258"/>
                    <a:pt x="322" y="127"/>
                  </a:cubicBezTo>
                  <a:cubicBezTo>
                    <a:pt x="399" y="81"/>
                    <a:pt x="485" y="54"/>
                    <a:pt x="582" y="54"/>
                  </a:cubicBezTo>
                  <a:cubicBezTo>
                    <a:pt x="635" y="54"/>
                    <a:pt x="691" y="62"/>
                    <a:pt x="750" y="79"/>
                  </a:cubicBezTo>
                  <a:cubicBezTo>
                    <a:pt x="1238" y="198"/>
                    <a:pt x="1191" y="841"/>
                    <a:pt x="1191" y="853"/>
                  </a:cubicBezTo>
                  <a:cubicBezTo>
                    <a:pt x="1179" y="865"/>
                    <a:pt x="1191" y="877"/>
                    <a:pt x="1203" y="877"/>
                  </a:cubicBezTo>
                  <a:lnTo>
                    <a:pt x="1215" y="877"/>
                  </a:lnTo>
                  <a:cubicBezTo>
                    <a:pt x="1227" y="865"/>
                    <a:pt x="1238" y="865"/>
                    <a:pt x="1238" y="853"/>
                  </a:cubicBezTo>
                  <a:cubicBezTo>
                    <a:pt x="1238" y="841"/>
                    <a:pt x="1286" y="150"/>
                    <a:pt x="762" y="20"/>
                  </a:cubicBezTo>
                  <a:cubicBezTo>
                    <a:pt x="701" y="7"/>
                    <a:pt x="640" y="1"/>
                    <a:pt x="582" y="1"/>
                  </a:cubicBezTo>
                  <a:close/>
                </a:path>
              </a:pathLst>
            </a:custGeom>
            <a:solidFill>
              <a:srgbClr val="6C48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43"/>
            <p:cNvSpPr/>
            <p:nvPr/>
          </p:nvSpPr>
          <p:spPr>
            <a:xfrm>
              <a:off x="3995125" y="1705775"/>
              <a:ext cx="17900" cy="8275"/>
            </a:xfrm>
            <a:custGeom>
              <a:avLst/>
              <a:gdLst/>
              <a:ahLst/>
              <a:cxnLst/>
              <a:rect l="l" t="t" r="r" b="b"/>
              <a:pathLst>
                <a:path w="716" h="331" extrusionOk="0">
                  <a:moveTo>
                    <a:pt x="495" y="1"/>
                  </a:moveTo>
                  <a:cubicBezTo>
                    <a:pt x="207" y="1"/>
                    <a:pt x="13" y="285"/>
                    <a:pt x="13" y="295"/>
                  </a:cubicBezTo>
                  <a:cubicBezTo>
                    <a:pt x="1" y="307"/>
                    <a:pt x="13" y="319"/>
                    <a:pt x="25" y="331"/>
                  </a:cubicBezTo>
                  <a:lnTo>
                    <a:pt x="36" y="331"/>
                  </a:lnTo>
                  <a:cubicBezTo>
                    <a:pt x="48" y="331"/>
                    <a:pt x="48" y="319"/>
                    <a:pt x="48" y="319"/>
                  </a:cubicBezTo>
                  <a:cubicBezTo>
                    <a:pt x="58" y="319"/>
                    <a:pt x="238" y="51"/>
                    <a:pt x="501" y="51"/>
                  </a:cubicBezTo>
                  <a:cubicBezTo>
                    <a:pt x="557" y="51"/>
                    <a:pt x="617" y="63"/>
                    <a:pt x="679" y="93"/>
                  </a:cubicBezTo>
                  <a:cubicBezTo>
                    <a:pt x="691" y="93"/>
                    <a:pt x="703" y="93"/>
                    <a:pt x="703" y="81"/>
                  </a:cubicBezTo>
                  <a:cubicBezTo>
                    <a:pt x="715" y="69"/>
                    <a:pt x="703" y="57"/>
                    <a:pt x="691" y="45"/>
                  </a:cubicBezTo>
                  <a:cubicBezTo>
                    <a:pt x="622" y="14"/>
                    <a:pt x="556" y="1"/>
                    <a:pt x="495" y="1"/>
                  </a:cubicBezTo>
                  <a:close/>
                </a:path>
              </a:pathLst>
            </a:custGeom>
            <a:solidFill>
              <a:srgbClr val="6C48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43"/>
            <p:cNvSpPr/>
            <p:nvPr/>
          </p:nvSpPr>
          <p:spPr>
            <a:xfrm>
              <a:off x="4135925" y="1618475"/>
              <a:ext cx="53225" cy="47100"/>
            </a:xfrm>
            <a:custGeom>
              <a:avLst/>
              <a:gdLst/>
              <a:ahLst/>
              <a:cxnLst/>
              <a:rect l="l" t="t" r="r" b="b"/>
              <a:pathLst>
                <a:path w="2129" h="1884" extrusionOk="0">
                  <a:moveTo>
                    <a:pt x="800" y="0"/>
                  </a:moveTo>
                  <a:cubicBezTo>
                    <a:pt x="338" y="0"/>
                    <a:pt x="0" y="501"/>
                    <a:pt x="0" y="501"/>
                  </a:cubicBezTo>
                  <a:lnTo>
                    <a:pt x="477" y="1787"/>
                  </a:lnTo>
                  <a:cubicBezTo>
                    <a:pt x="613" y="1853"/>
                    <a:pt x="755" y="1883"/>
                    <a:pt x="894" y="1883"/>
                  </a:cubicBezTo>
                  <a:cubicBezTo>
                    <a:pt x="1556" y="1883"/>
                    <a:pt x="2128" y="1193"/>
                    <a:pt x="1489" y="406"/>
                  </a:cubicBezTo>
                  <a:cubicBezTo>
                    <a:pt x="1247" y="104"/>
                    <a:pt x="1010" y="0"/>
                    <a:pt x="800" y="0"/>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43"/>
            <p:cNvSpPr/>
            <p:nvPr/>
          </p:nvSpPr>
          <p:spPr>
            <a:xfrm>
              <a:off x="4141575" y="1626675"/>
              <a:ext cx="25625" cy="31725"/>
            </a:xfrm>
            <a:custGeom>
              <a:avLst/>
              <a:gdLst/>
              <a:ahLst/>
              <a:cxnLst/>
              <a:rect l="l" t="t" r="r" b="b"/>
              <a:pathLst>
                <a:path w="1025" h="1269" extrusionOk="0">
                  <a:moveTo>
                    <a:pt x="732" y="0"/>
                  </a:moveTo>
                  <a:cubicBezTo>
                    <a:pt x="659" y="0"/>
                    <a:pt x="578" y="11"/>
                    <a:pt x="501" y="42"/>
                  </a:cubicBezTo>
                  <a:cubicBezTo>
                    <a:pt x="358" y="113"/>
                    <a:pt x="251" y="232"/>
                    <a:pt x="179" y="411"/>
                  </a:cubicBezTo>
                  <a:cubicBezTo>
                    <a:pt x="1" y="911"/>
                    <a:pt x="596" y="1256"/>
                    <a:pt x="608" y="1256"/>
                  </a:cubicBezTo>
                  <a:cubicBezTo>
                    <a:pt x="608" y="1268"/>
                    <a:pt x="620" y="1268"/>
                    <a:pt x="632" y="1268"/>
                  </a:cubicBezTo>
                  <a:cubicBezTo>
                    <a:pt x="632" y="1256"/>
                    <a:pt x="632" y="1256"/>
                    <a:pt x="632" y="1256"/>
                  </a:cubicBezTo>
                  <a:cubicBezTo>
                    <a:pt x="644" y="1244"/>
                    <a:pt x="644" y="1233"/>
                    <a:pt x="632" y="1221"/>
                  </a:cubicBezTo>
                  <a:cubicBezTo>
                    <a:pt x="620" y="1221"/>
                    <a:pt x="60" y="899"/>
                    <a:pt x="227" y="423"/>
                  </a:cubicBezTo>
                  <a:cubicBezTo>
                    <a:pt x="286" y="268"/>
                    <a:pt x="382" y="149"/>
                    <a:pt x="513" y="90"/>
                  </a:cubicBezTo>
                  <a:cubicBezTo>
                    <a:pt x="588" y="58"/>
                    <a:pt x="666" y="47"/>
                    <a:pt x="737" y="47"/>
                  </a:cubicBezTo>
                  <a:cubicBezTo>
                    <a:pt x="878" y="47"/>
                    <a:pt x="989" y="90"/>
                    <a:pt x="989" y="90"/>
                  </a:cubicBezTo>
                  <a:cubicBezTo>
                    <a:pt x="992" y="93"/>
                    <a:pt x="996" y="94"/>
                    <a:pt x="999" y="94"/>
                  </a:cubicBezTo>
                  <a:cubicBezTo>
                    <a:pt x="1008" y="94"/>
                    <a:pt x="1016" y="86"/>
                    <a:pt x="1025" y="78"/>
                  </a:cubicBezTo>
                  <a:cubicBezTo>
                    <a:pt x="1025" y="66"/>
                    <a:pt x="1025" y="54"/>
                    <a:pt x="1013" y="54"/>
                  </a:cubicBezTo>
                  <a:cubicBezTo>
                    <a:pt x="1005" y="46"/>
                    <a:pt x="883" y="0"/>
                    <a:pt x="732" y="0"/>
                  </a:cubicBezTo>
                  <a:close/>
                </a:path>
              </a:pathLst>
            </a:custGeom>
            <a:solidFill>
              <a:srgbClr val="6C48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43"/>
            <p:cNvSpPr/>
            <p:nvPr/>
          </p:nvSpPr>
          <p:spPr>
            <a:xfrm>
              <a:off x="4147525" y="1638425"/>
              <a:ext cx="15200" cy="11450"/>
            </a:xfrm>
            <a:custGeom>
              <a:avLst/>
              <a:gdLst/>
              <a:ahLst/>
              <a:cxnLst/>
              <a:rect l="l" t="t" r="r" b="b"/>
              <a:pathLst>
                <a:path w="608" h="458" extrusionOk="0">
                  <a:moveTo>
                    <a:pt x="584" y="1"/>
                  </a:moveTo>
                  <a:cubicBezTo>
                    <a:pt x="572" y="1"/>
                    <a:pt x="60" y="1"/>
                    <a:pt x="1" y="429"/>
                  </a:cubicBezTo>
                  <a:cubicBezTo>
                    <a:pt x="1" y="441"/>
                    <a:pt x="1" y="453"/>
                    <a:pt x="13" y="453"/>
                  </a:cubicBezTo>
                  <a:cubicBezTo>
                    <a:pt x="20" y="456"/>
                    <a:pt x="26" y="458"/>
                    <a:pt x="30" y="458"/>
                  </a:cubicBezTo>
                  <a:cubicBezTo>
                    <a:pt x="42" y="458"/>
                    <a:pt x="48" y="450"/>
                    <a:pt x="48" y="441"/>
                  </a:cubicBezTo>
                  <a:cubicBezTo>
                    <a:pt x="108" y="48"/>
                    <a:pt x="572" y="48"/>
                    <a:pt x="584" y="48"/>
                  </a:cubicBezTo>
                  <a:lnTo>
                    <a:pt x="596" y="48"/>
                  </a:lnTo>
                  <a:cubicBezTo>
                    <a:pt x="608" y="36"/>
                    <a:pt x="608" y="36"/>
                    <a:pt x="608" y="24"/>
                  </a:cubicBezTo>
                  <a:cubicBezTo>
                    <a:pt x="608" y="12"/>
                    <a:pt x="596" y="1"/>
                    <a:pt x="584" y="1"/>
                  </a:cubicBezTo>
                  <a:close/>
                </a:path>
              </a:pathLst>
            </a:custGeom>
            <a:solidFill>
              <a:srgbClr val="6C48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43"/>
            <p:cNvSpPr/>
            <p:nvPr/>
          </p:nvSpPr>
          <p:spPr>
            <a:xfrm>
              <a:off x="4033225" y="1685275"/>
              <a:ext cx="42000" cy="22125"/>
            </a:xfrm>
            <a:custGeom>
              <a:avLst/>
              <a:gdLst/>
              <a:ahLst/>
              <a:cxnLst/>
              <a:rect l="l" t="t" r="r" b="b"/>
              <a:pathLst>
                <a:path w="1680" h="885" extrusionOk="0">
                  <a:moveTo>
                    <a:pt x="1012" y="0"/>
                  </a:moveTo>
                  <a:cubicBezTo>
                    <a:pt x="936" y="0"/>
                    <a:pt x="856" y="6"/>
                    <a:pt x="775" y="20"/>
                  </a:cubicBezTo>
                  <a:cubicBezTo>
                    <a:pt x="334" y="79"/>
                    <a:pt x="1" y="329"/>
                    <a:pt x="36" y="567"/>
                  </a:cubicBezTo>
                  <a:cubicBezTo>
                    <a:pt x="66" y="762"/>
                    <a:pt x="324" y="884"/>
                    <a:pt x="664" y="884"/>
                  </a:cubicBezTo>
                  <a:cubicBezTo>
                    <a:pt x="741" y="884"/>
                    <a:pt x="822" y="878"/>
                    <a:pt x="906" y="865"/>
                  </a:cubicBezTo>
                  <a:cubicBezTo>
                    <a:pt x="1346" y="805"/>
                    <a:pt x="1679" y="555"/>
                    <a:pt x="1644" y="317"/>
                  </a:cubicBezTo>
                  <a:cubicBezTo>
                    <a:pt x="1615" y="123"/>
                    <a:pt x="1348" y="0"/>
                    <a:pt x="1012" y="0"/>
                  </a:cubicBezTo>
                  <a:close/>
                </a:path>
              </a:pathLst>
            </a:custGeom>
            <a:solidFill>
              <a:srgbClr val="F29F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43"/>
            <p:cNvSpPr/>
            <p:nvPr/>
          </p:nvSpPr>
          <p:spPr>
            <a:xfrm>
              <a:off x="4109425" y="1654500"/>
              <a:ext cx="40500" cy="28900"/>
            </a:xfrm>
            <a:custGeom>
              <a:avLst/>
              <a:gdLst/>
              <a:ahLst/>
              <a:cxnLst/>
              <a:rect l="l" t="t" r="r" b="b"/>
              <a:pathLst>
                <a:path w="1620" h="1156" extrusionOk="0">
                  <a:moveTo>
                    <a:pt x="1179" y="1"/>
                  </a:moveTo>
                  <a:cubicBezTo>
                    <a:pt x="1001" y="1"/>
                    <a:pt x="781" y="73"/>
                    <a:pt x="572" y="215"/>
                  </a:cubicBezTo>
                  <a:cubicBezTo>
                    <a:pt x="191" y="465"/>
                    <a:pt x="1" y="822"/>
                    <a:pt x="132" y="1024"/>
                  </a:cubicBezTo>
                  <a:cubicBezTo>
                    <a:pt x="189" y="1112"/>
                    <a:pt x="299" y="1155"/>
                    <a:pt x="437" y="1155"/>
                  </a:cubicBezTo>
                  <a:cubicBezTo>
                    <a:pt x="616" y="1155"/>
                    <a:pt x="840" y="1082"/>
                    <a:pt x="1048" y="941"/>
                  </a:cubicBezTo>
                  <a:cubicBezTo>
                    <a:pt x="1418" y="691"/>
                    <a:pt x="1620" y="334"/>
                    <a:pt x="1489" y="131"/>
                  </a:cubicBezTo>
                  <a:cubicBezTo>
                    <a:pt x="1427" y="44"/>
                    <a:pt x="1315" y="1"/>
                    <a:pt x="1179" y="1"/>
                  </a:cubicBezTo>
                  <a:close/>
                </a:path>
              </a:pathLst>
            </a:custGeom>
            <a:solidFill>
              <a:srgbClr val="F29F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43"/>
            <p:cNvSpPr/>
            <p:nvPr/>
          </p:nvSpPr>
          <p:spPr>
            <a:xfrm>
              <a:off x="4074900" y="1661350"/>
              <a:ext cx="19375" cy="10450"/>
            </a:xfrm>
            <a:custGeom>
              <a:avLst/>
              <a:gdLst/>
              <a:ahLst/>
              <a:cxnLst/>
              <a:rect l="l" t="t" r="r" b="b"/>
              <a:pathLst>
                <a:path w="775" h="418" extrusionOk="0">
                  <a:moveTo>
                    <a:pt x="477" y="0"/>
                  </a:moveTo>
                  <a:cubicBezTo>
                    <a:pt x="72" y="0"/>
                    <a:pt x="1" y="334"/>
                    <a:pt x="1" y="334"/>
                  </a:cubicBezTo>
                  <a:cubicBezTo>
                    <a:pt x="1" y="358"/>
                    <a:pt x="12" y="369"/>
                    <a:pt x="24" y="369"/>
                  </a:cubicBezTo>
                  <a:cubicBezTo>
                    <a:pt x="36" y="369"/>
                    <a:pt x="60" y="369"/>
                    <a:pt x="60" y="346"/>
                  </a:cubicBezTo>
                  <a:cubicBezTo>
                    <a:pt x="60" y="334"/>
                    <a:pt x="120" y="60"/>
                    <a:pt x="477" y="60"/>
                  </a:cubicBezTo>
                  <a:cubicBezTo>
                    <a:pt x="560" y="60"/>
                    <a:pt x="620" y="84"/>
                    <a:pt x="644" y="131"/>
                  </a:cubicBezTo>
                  <a:cubicBezTo>
                    <a:pt x="715" y="215"/>
                    <a:pt x="655" y="381"/>
                    <a:pt x="655" y="381"/>
                  </a:cubicBezTo>
                  <a:cubicBezTo>
                    <a:pt x="655" y="393"/>
                    <a:pt x="655" y="405"/>
                    <a:pt x="667" y="417"/>
                  </a:cubicBezTo>
                  <a:lnTo>
                    <a:pt x="679" y="417"/>
                  </a:lnTo>
                  <a:cubicBezTo>
                    <a:pt x="691" y="417"/>
                    <a:pt x="703" y="405"/>
                    <a:pt x="703" y="393"/>
                  </a:cubicBezTo>
                  <a:cubicBezTo>
                    <a:pt x="715" y="393"/>
                    <a:pt x="774" y="215"/>
                    <a:pt x="691" y="96"/>
                  </a:cubicBezTo>
                  <a:cubicBezTo>
                    <a:pt x="655" y="36"/>
                    <a:pt x="584" y="0"/>
                    <a:pt x="477" y="0"/>
                  </a:cubicBezTo>
                  <a:close/>
                </a:path>
              </a:pathLst>
            </a:custGeom>
            <a:solidFill>
              <a:srgbClr val="6C48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3"/>
            <p:cNvSpPr/>
            <p:nvPr/>
          </p:nvSpPr>
          <p:spPr>
            <a:xfrm>
              <a:off x="3937675" y="1524425"/>
              <a:ext cx="235775" cy="166225"/>
            </a:xfrm>
            <a:custGeom>
              <a:avLst/>
              <a:gdLst/>
              <a:ahLst/>
              <a:cxnLst/>
              <a:rect l="l" t="t" r="r" b="b"/>
              <a:pathLst>
                <a:path w="9431" h="6649" extrusionOk="0">
                  <a:moveTo>
                    <a:pt x="5549" y="0"/>
                  </a:moveTo>
                  <a:cubicBezTo>
                    <a:pt x="4462" y="0"/>
                    <a:pt x="3092" y="424"/>
                    <a:pt x="1906" y="1513"/>
                  </a:cubicBezTo>
                  <a:cubicBezTo>
                    <a:pt x="1906" y="1513"/>
                    <a:pt x="1" y="2953"/>
                    <a:pt x="203" y="4382"/>
                  </a:cubicBezTo>
                  <a:cubicBezTo>
                    <a:pt x="398" y="5683"/>
                    <a:pt x="1176" y="6649"/>
                    <a:pt x="1925" y="6649"/>
                  </a:cubicBezTo>
                  <a:cubicBezTo>
                    <a:pt x="1999" y="6649"/>
                    <a:pt x="2072" y="6639"/>
                    <a:pt x="2144" y="6620"/>
                  </a:cubicBezTo>
                  <a:cubicBezTo>
                    <a:pt x="2287" y="6585"/>
                    <a:pt x="2323" y="5930"/>
                    <a:pt x="2561" y="5680"/>
                  </a:cubicBezTo>
                  <a:cubicBezTo>
                    <a:pt x="2577" y="5663"/>
                    <a:pt x="2595" y="5656"/>
                    <a:pt x="2614" y="5656"/>
                  </a:cubicBezTo>
                  <a:cubicBezTo>
                    <a:pt x="2775" y="5656"/>
                    <a:pt x="2997" y="6207"/>
                    <a:pt x="3044" y="6207"/>
                  </a:cubicBezTo>
                  <a:cubicBezTo>
                    <a:pt x="3046" y="6207"/>
                    <a:pt x="3047" y="6206"/>
                    <a:pt x="3049" y="6204"/>
                  </a:cubicBezTo>
                  <a:cubicBezTo>
                    <a:pt x="3168" y="6025"/>
                    <a:pt x="3477" y="4692"/>
                    <a:pt x="3596" y="4489"/>
                  </a:cubicBezTo>
                  <a:cubicBezTo>
                    <a:pt x="4382" y="3108"/>
                    <a:pt x="4906" y="1917"/>
                    <a:pt x="4906" y="1917"/>
                  </a:cubicBezTo>
                  <a:cubicBezTo>
                    <a:pt x="6133" y="2874"/>
                    <a:pt x="8205" y="3813"/>
                    <a:pt x="8916" y="3813"/>
                  </a:cubicBezTo>
                  <a:cubicBezTo>
                    <a:pt x="9019" y="3813"/>
                    <a:pt x="9094" y="3793"/>
                    <a:pt x="9133" y="3751"/>
                  </a:cubicBezTo>
                  <a:cubicBezTo>
                    <a:pt x="9431" y="3418"/>
                    <a:pt x="9300" y="1441"/>
                    <a:pt x="6835" y="251"/>
                  </a:cubicBezTo>
                  <a:cubicBezTo>
                    <a:pt x="6499" y="92"/>
                    <a:pt x="6054" y="0"/>
                    <a:pt x="554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43"/>
            <p:cNvSpPr/>
            <p:nvPr/>
          </p:nvSpPr>
          <p:spPr>
            <a:xfrm>
              <a:off x="3948100" y="1539825"/>
              <a:ext cx="38425" cy="36125"/>
            </a:xfrm>
            <a:custGeom>
              <a:avLst/>
              <a:gdLst/>
              <a:ahLst/>
              <a:cxnLst/>
              <a:rect l="l" t="t" r="r" b="b"/>
              <a:pathLst>
                <a:path w="1537" h="1445" extrusionOk="0">
                  <a:moveTo>
                    <a:pt x="892" y="1"/>
                  </a:moveTo>
                  <a:cubicBezTo>
                    <a:pt x="494" y="1"/>
                    <a:pt x="989" y="1159"/>
                    <a:pt x="989" y="1159"/>
                  </a:cubicBezTo>
                  <a:cubicBezTo>
                    <a:pt x="989" y="1159"/>
                    <a:pt x="655" y="671"/>
                    <a:pt x="387" y="671"/>
                  </a:cubicBezTo>
                  <a:cubicBezTo>
                    <a:pt x="348" y="671"/>
                    <a:pt x="310" y="681"/>
                    <a:pt x="274" y="706"/>
                  </a:cubicBezTo>
                  <a:cubicBezTo>
                    <a:pt x="1" y="897"/>
                    <a:pt x="905" y="1444"/>
                    <a:pt x="905" y="1444"/>
                  </a:cubicBezTo>
                  <a:lnTo>
                    <a:pt x="1263" y="1301"/>
                  </a:lnTo>
                  <a:cubicBezTo>
                    <a:pt x="1536" y="1028"/>
                    <a:pt x="1394" y="63"/>
                    <a:pt x="929" y="4"/>
                  </a:cubicBezTo>
                  <a:cubicBezTo>
                    <a:pt x="916" y="2"/>
                    <a:pt x="904" y="1"/>
                    <a:pt x="89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43"/>
            <p:cNvSpPr/>
            <p:nvPr/>
          </p:nvSpPr>
          <p:spPr>
            <a:xfrm>
              <a:off x="3896000" y="1691100"/>
              <a:ext cx="68200" cy="56900"/>
            </a:xfrm>
            <a:custGeom>
              <a:avLst/>
              <a:gdLst/>
              <a:ahLst/>
              <a:cxnLst/>
              <a:rect l="l" t="t" r="r" b="b"/>
              <a:pathLst>
                <a:path w="2728" h="2276" extrusionOk="0">
                  <a:moveTo>
                    <a:pt x="748" y="1"/>
                  </a:moveTo>
                  <a:cubicBezTo>
                    <a:pt x="735" y="1"/>
                    <a:pt x="724" y="5"/>
                    <a:pt x="715" y="13"/>
                  </a:cubicBezTo>
                  <a:cubicBezTo>
                    <a:pt x="596" y="132"/>
                    <a:pt x="1072" y="751"/>
                    <a:pt x="1072" y="751"/>
                  </a:cubicBezTo>
                  <a:cubicBezTo>
                    <a:pt x="1072" y="751"/>
                    <a:pt x="573" y="234"/>
                    <a:pt x="361" y="234"/>
                  </a:cubicBezTo>
                  <a:cubicBezTo>
                    <a:pt x="329" y="234"/>
                    <a:pt x="303" y="246"/>
                    <a:pt x="287" y="275"/>
                  </a:cubicBezTo>
                  <a:cubicBezTo>
                    <a:pt x="227" y="394"/>
                    <a:pt x="858" y="918"/>
                    <a:pt x="858" y="918"/>
                  </a:cubicBezTo>
                  <a:cubicBezTo>
                    <a:pt x="858" y="918"/>
                    <a:pt x="343" y="550"/>
                    <a:pt x="170" y="550"/>
                  </a:cubicBezTo>
                  <a:cubicBezTo>
                    <a:pt x="146" y="550"/>
                    <a:pt x="129" y="557"/>
                    <a:pt x="120" y="572"/>
                  </a:cubicBezTo>
                  <a:cubicBezTo>
                    <a:pt x="37" y="703"/>
                    <a:pt x="703" y="1132"/>
                    <a:pt x="703" y="1132"/>
                  </a:cubicBezTo>
                  <a:cubicBezTo>
                    <a:pt x="703" y="1132"/>
                    <a:pt x="321" y="917"/>
                    <a:pt x="143" y="917"/>
                  </a:cubicBezTo>
                  <a:cubicBezTo>
                    <a:pt x="103" y="917"/>
                    <a:pt x="73" y="927"/>
                    <a:pt x="60" y="953"/>
                  </a:cubicBezTo>
                  <a:cubicBezTo>
                    <a:pt x="1" y="1084"/>
                    <a:pt x="787" y="1620"/>
                    <a:pt x="1168" y="1846"/>
                  </a:cubicBezTo>
                  <a:cubicBezTo>
                    <a:pt x="1168" y="1846"/>
                    <a:pt x="1465" y="2013"/>
                    <a:pt x="1930" y="2275"/>
                  </a:cubicBezTo>
                  <a:cubicBezTo>
                    <a:pt x="2215" y="1989"/>
                    <a:pt x="2489" y="1704"/>
                    <a:pt x="2727" y="1394"/>
                  </a:cubicBezTo>
                  <a:cubicBezTo>
                    <a:pt x="2251" y="1215"/>
                    <a:pt x="1930" y="1120"/>
                    <a:pt x="1930" y="1120"/>
                  </a:cubicBezTo>
                  <a:cubicBezTo>
                    <a:pt x="1930" y="1120"/>
                    <a:pt x="1704" y="358"/>
                    <a:pt x="1501" y="322"/>
                  </a:cubicBezTo>
                  <a:cubicBezTo>
                    <a:pt x="1490" y="320"/>
                    <a:pt x="1481" y="319"/>
                    <a:pt x="1472" y="319"/>
                  </a:cubicBezTo>
                  <a:cubicBezTo>
                    <a:pt x="1313" y="319"/>
                    <a:pt x="1442" y="703"/>
                    <a:pt x="1442" y="703"/>
                  </a:cubicBezTo>
                  <a:cubicBezTo>
                    <a:pt x="1442" y="703"/>
                    <a:pt x="925" y="1"/>
                    <a:pt x="748" y="1"/>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43"/>
            <p:cNvSpPr/>
            <p:nvPr/>
          </p:nvSpPr>
          <p:spPr>
            <a:xfrm>
              <a:off x="3937375" y="1714025"/>
              <a:ext cx="160175" cy="111775"/>
            </a:xfrm>
            <a:custGeom>
              <a:avLst/>
              <a:gdLst/>
              <a:ahLst/>
              <a:cxnLst/>
              <a:rect l="l" t="t" r="r" b="b"/>
              <a:pathLst>
                <a:path w="6407" h="4471" extrusionOk="0">
                  <a:moveTo>
                    <a:pt x="632" y="1"/>
                  </a:moveTo>
                  <a:cubicBezTo>
                    <a:pt x="346" y="513"/>
                    <a:pt x="191" y="1084"/>
                    <a:pt x="1" y="1656"/>
                  </a:cubicBezTo>
                  <a:cubicBezTo>
                    <a:pt x="334" y="1953"/>
                    <a:pt x="894" y="2382"/>
                    <a:pt x="1823" y="2942"/>
                  </a:cubicBezTo>
                  <a:cubicBezTo>
                    <a:pt x="2799" y="3529"/>
                    <a:pt x="4317" y="4471"/>
                    <a:pt x="5539" y="4471"/>
                  </a:cubicBezTo>
                  <a:cubicBezTo>
                    <a:pt x="5853" y="4471"/>
                    <a:pt x="6146" y="4409"/>
                    <a:pt x="6406" y="4263"/>
                  </a:cubicBezTo>
                  <a:lnTo>
                    <a:pt x="5168" y="1739"/>
                  </a:lnTo>
                  <a:cubicBezTo>
                    <a:pt x="5168" y="1739"/>
                    <a:pt x="1787" y="120"/>
                    <a:pt x="63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43"/>
            <p:cNvSpPr/>
            <p:nvPr/>
          </p:nvSpPr>
          <p:spPr>
            <a:xfrm>
              <a:off x="3926075" y="1713700"/>
              <a:ext cx="27100" cy="41725"/>
            </a:xfrm>
            <a:custGeom>
              <a:avLst/>
              <a:gdLst/>
              <a:ahLst/>
              <a:cxnLst/>
              <a:rect l="l" t="t" r="r" b="b"/>
              <a:pathLst>
                <a:path w="1084" h="1669" extrusionOk="0">
                  <a:moveTo>
                    <a:pt x="949" y="1"/>
                  </a:moveTo>
                  <a:cubicBezTo>
                    <a:pt x="877" y="1"/>
                    <a:pt x="809" y="11"/>
                    <a:pt x="751" y="26"/>
                  </a:cubicBezTo>
                  <a:cubicBezTo>
                    <a:pt x="405" y="97"/>
                    <a:pt x="12" y="895"/>
                    <a:pt x="0" y="1204"/>
                  </a:cubicBezTo>
                  <a:cubicBezTo>
                    <a:pt x="0" y="1204"/>
                    <a:pt x="84" y="1359"/>
                    <a:pt x="453" y="1669"/>
                  </a:cubicBezTo>
                  <a:cubicBezTo>
                    <a:pt x="643" y="1097"/>
                    <a:pt x="810" y="526"/>
                    <a:pt x="1084" y="14"/>
                  </a:cubicBezTo>
                  <a:cubicBezTo>
                    <a:pt x="1038" y="5"/>
                    <a:pt x="993" y="1"/>
                    <a:pt x="94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43"/>
            <p:cNvSpPr/>
            <p:nvPr/>
          </p:nvSpPr>
          <p:spPr>
            <a:xfrm>
              <a:off x="4174325" y="1806850"/>
              <a:ext cx="18775" cy="22100"/>
            </a:xfrm>
            <a:custGeom>
              <a:avLst/>
              <a:gdLst/>
              <a:ahLst/>
              <a:cxnLst/>
              <a:rect l="l" t="t" r="r" b="b"/>
              <a:pathLst>
                <a:path w="751" h="884" extrusionOk="0">
                  <a:moveTo>
                    <a:pt x="44" y="1"/>
                  </a:moveTo>
                  <a:cubicBezTo>
                    <a:pt x="36" y="1"/>
                    <a:pt x="29" y="4"/>
                    <a:pt x="24" y="14"/>
                  </a:cubicBezTo>
                  <a:cubicBezTo>
                    <a:pt x="0" y="26"/>
                    <a:pt x="0" y="50"/>
                    <a:pt x="12" y="62"/>
                  </a:cubicBezTo>
                  <a:lnTo>
                    <a:pt x="679" y="872"/>
                  </a:lnTo>
                  <a:cubicBezTo>
                    <a:pt x="691" y="884"/>
                    <a:pt x="703" y="884"/>
                    <a:pt x="715" y="884"/>
                  </a:cubicBezTo>
                  <a:cubicBezTo>
                    <a:pt x="715" y="884"/>
                    <a:pt x="727" y="884"/>
                    <a:pt x="727" y="872"/>
                  </a:cubicBezTo>
                  <a:cubicBezTo>
                    <a:pt x="750" y="860"/>
                    <a:pt x="750" y="836"/>
                    <a:pt x="738" y="824"/>
                  </a:cubicBezTo>
                  <a:lnTo>
                    <a:pt x="72" y="14"/>
                  </a:lnTo>
                  <a:cubicBezTo>
                    <a:pt x="65" y="8"/>
                    <a:pt x="54" y="1"/>
                    <a:pt x="4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43"/>
            <p:cNvSpPr/>
            <p:nvPr/>
          </p:nvSpPr>
          <p:spPr>
            <a:xfrm>
              <a:off x="4063900" y="1729200"/>
              <a:ext cx="84850" cy="39950"/>
            </a:xfrm>
            <a:custGeom>
              <a:avLst/>
              <a:gdLst/>
              <a:ahLst/>
              <a:cxnLst/>
              <a:rect l="l" t="t" r="r" b="b"/>
              <a:pathLst>
                <a:path w="3394" h="1598" extrusionOk="0">
                  <a:moveTo>
                    <a:pt x="2798" y="1"/>
                  </a:moveTo>
                  <a:cubicBezTo>
                    <a:pt x="2798" y="1"/>
                    <a:pt x="2929" y="346"/>
                    <a:pt x="2155" y="822"/>
                  </a:cubicBezTo>
                  <a:cubicBezTo>
                    <a:pt x="1772" y="1060"/>
                    <a:pt x="1478" y="1144"/>
                    <a:pt x="1253" y="1144"/>
                  </a:cubicBezTo>
                  <a:cubicBezTo>
                    <a:pt x="688" y="1144"/>
                    <a:pt x="560" y="608"/>
                    <a:pt x="560" y="608"/>
                  </a:cubicBezTo>
                  <a:cubicBezTo>
                    <a:pt x="310" y="703"/>
                    <a:pt x="60" y="942"/>
                    <a:pt x="0" y="1061"/>
                  </a:cubicBezTo>
                  <a:cubicBezTo>
                    <a:pt x="347" y="1441"/>
                    <a:pt x="780" y="1598"/>
                    <a:pt x="1224" y="1598"/>
                  </a:cubicBezTo>
                  <a:cubicBezTo>
                    <a:pt x="1878" y="1598"/>
                    <a:pt x="2556" y="1259"/>
                    <a:pt x="3024" y="799"/>
                  </a:cubicBezTo>
                  <a:cubicBezTo>
                    <a:pt x="3203" y="584"/>
                    <a:pt x="3310" y="358"/>
                    <a:pt x="3393" y="120"/>
                  </a:cubicBezTo>
                  <a:cubicBezTo>
                    <a:pt x="3072" y="25"/>
                    <a:pt x="2798" y="1"/>
                    <a:pt x="279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43"/>
            <p:cNvSpPr/>
            <p:nvPr/>
          </p:nvSpPr>
          <p:spPr>
            <a:xfrm>
              <a:off x="4082950" y="1729200"/>
              <a:ext cx="105725" cy="93175"/>
            </a:xfrm>
            <a:custGeom>
              <a:avLst/>
              <a:gdLst/>
              <a:ahLst/>
              <a:cxnLst/>
              <a:rect l="l" t="t" r="r" b="b"/>
              <a:pathLst>
                <a:path w="4229" h="3727" extrusionOk="0">
                  <a:moveTo>
                    <a:pt x="2036" y="1"/>
                  </a:moveTo>
                  <a:cubicBezTo>
                    <a:pt x="2036" y="1"/>
                    <a:pt x="1803" y="1009"/>
                    <a:pt x="543" y="1009"/>
                  </a:cubicBezTo>
                  <a:cubicBezTo>
                    <a:pt x="380" y="1009"/>
                    <a:pt x="200" y="992"/>
                    <a:pt x="0" y="953"/>
                  </a:cubicBezTo>
                  <a:lnTo>
                    <a:pt x="0" y="953"/>
                  </a:lnTo>
                  <a:cubicBezTo>
                    <a:pt x="0" y="954"/>
                    <a:pt x="405" y="3501"/>
                    <a:pt x="1965" y="3704"/>
                  </a:cubicBezTo>
                  <a:cubicBezTo>
                    <a:pt x="2083" y="3719"/>
                    <a:pt x="2197" y="3726"/>
                    <a:pt x="2306" y="3726"/>
                  </a:cubicBezTo>
                  <a:cubicBezTo>
                    <a:pt x="3639" y="3726"/>
                    <a:pt x="4228" y="2629"/>
                    <a:pt x="3810" y="1573"/>
                  </a:cubicBezTo>
                  <a:cubicBezTo>
                    <a:pt x="3370" y="441"/>
                    <a:pt x="2036" y="1"/>
                    <a:pt x="20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43"/>
            <p:cNvSpPr/>
            <p:nvPr/>
          </p:nvSpPr>
          <p:spPr>
            <a:xfrm>
              <a:off x="4088300" y="1734875"/>
              <a:ext cx="95750" cy="84275"/>
            </a:xfrm>
            <a:custGeom>
              <a:avLst/>
              <a:gdLst/>
              <a:ahLst/>
              <a:cxnLst/>
              <a:rect l="l" t="t" r="r" b="b"/>
              <a:pathLst>
                <a:path w="3830" h="3371" extrusionOk="0">
                  <a:moveTo>
                    <a:pt x="1882" y="0"/>
                  </a:moveTo>
                  <a:cubicBezTo>
                    <a:pt x="1882" y="0"/>
                    <a:pt x="1641" y="932"/>
                    <a:pt x="445" y="932"/>
                  </a:cubicBezTo>
                  <a:cubicBezTo>
                    <a:pt x="310" y="932"/>
                    <a:pt x="162" y="920"/>
                    <a:pt x="0" y="893"/>
                  </a:cubicBezTo>
                  <a:lnTo>
                    <a:pt x="0" y="893"/>
                  </a:lnTo>
                  <a:cubicBezTo>
                    <a:pt x="0" y="893"/>
                    <a:pt x="453" y="3024"/>
                    <a:pt x="1751" y="3322"/>
                  </a:cubicBezTo>
                  <a:cubicBezTo>
                    <a:pt x="1891" y="3355"/>
                    <a:pt x="2026" y="3370"/>
                    <a:pt x="2154" y="3370"/>
                  </a:cubicBezTo>
                  <a:cubicBezTo>
                    <a:pt x="3229" y="3370"/>
                    <a:pt x="3829" y="2286"/>
                    <a:pt x="3489" y="1381"/>
                  </a:cubicBezTo>
                  <a:cubicBezTo>
                    <a:pt x="3096" y="369"/>
                    <a:pt x="1882" y="0"/>
                    <a:pt x="188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43"/>
            <p:cNvSpPr/>
            <p:nvPr/>
          </p:nvSpPr>
          <p:spPr>
            <a:xfrm>
              <a:off x="4072300" y="1743400"/>
              <a:ext cx="13350" cy="18000"/>
            </a:xfrm>
            <a:custGeom>
              <a:avLst/>
              <a:gdLst/>
              <a:ahLst/>
              <a:cxnLst/>
              <a:rect l="l" t="t" r="r" b="b"/>
              <a:pathLst>
                <a:path w="534" h="720" extrusionOk="0">
                  <a:moveTo>
                    <a:pt x="176" y="0"/>
                  </a:moveTo>
                  <a:cubicBezTo>
                    <a:pt x="108" y="0"/>
                    <a:pt x="0" y="114"/>
                    <a:pt x="9" y="159"/>
                  </a:cubicBezTo>
                  <a:cubicBezTo>
                    <a:pt x="9" y="159"/>
                    <a:pt x="318" y="720"/>
                    <a:pt x="521" y="720"/>
                  </a:cubicBezTo>
                  <a:cubicBezTo>
                    <a:pt x="525" y="720"/>
                    <a:pt x="529" y="719"/>
                    <a:pt x="533" y="719"/>
                  </a:cubicBezTo>
                  <a:lnTo>
                    <a:pt x="509" y="445"/>
                  </a:lnTo>
                  <a:cubicBezTo>
                    <a:pt x="509" y="445"/>
                    <a:pt x="295" y="266"/>
                    <a:pt x="224" y="40"/>
                  </a:cubicBezTo>
                  <a:cubicBezTo>
                    <a:pt x="215" y="12"/>
                    <a:pt x="198" y="0"/>
                    <a:pt x="17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43"/>
            <p:cNvSpPr/>
            <p:nvPr/>
          </p:nvSpPr>
          <p:spPr>
            <a:xfrm>
              <a:off x="4046925" y="1742900"/>
              <a:ext cx="31875" cy="17600"/>
            </a:xfrm>
            <a:custGeom>
              <a:avLst/>
              <a:gdLst/>
              <a:ahLst/>
              <a:cxnLst/>
              <a:rect l="l" t="t" r="r" b="b"/>
              <a:pathLst>
                <a:path w="1275" h="704" extrusionOk="0">
                  <a:moveTo>
                    <a:pt x="1001" y="155"/>
                  </a:moveTo>
                  <a:lnTo>
                    <a:pt x="1001" y="155"/>
                  </a:lnTo>
                  <a:cubicBezTo>
                    <a:pt x="741" y="405"/>
                    <a:pt x="454" y="545"/>
                    <a:pt x="290" y="545"/>
                  </a:cubicBezTo>
                  <a:cubicBezTo>
                    <a:pt x="266" y="545"/>
                    <a:pt x="245" y="542"/>
                    <a:pt x="227" y="536"/>
                  </a:cubicBezTo>
                  <a:cubicBezTo>
                    <a:pt x="203" y="525"/>
                    <a:pt x="167" y="501"/>
                    <a:pt x="155" y="429"/>
                  </a:cubicBezTo>
                  <a:cubicBezTo>
                    <a:pt x="155" y="394"/>
                    <a:pt x="167" y="370"/>
                    <a:pt x="191" y="346"/>
                  </a:cubicBezTo>
                  <a:cubicBezTo>
                    <a:pt x="322" y="215"/>
                    <a:pt x="727" y="167"/>
                    <a:pt x="1001" y="155"/>
                  </a:cubicBezTo>
                  <a:close/>
                  <a:moveTo>
                    <a:pt x="1154" y="1"/>
                  </a:moveTo>
                  <a:cubicBezTo>
                    <a:pt x="975" y="1"/>
                    <a:pt x="301" y="10"/>
                    <a:pt x="84" y="239"/>
                  </a:cubicBezTo>
                  <a:cubicBezTo>
                    <a:pt x="24" y="298"/>
                    <a:pt x="0" y="370"/>
                    <a:pt x="0" y="441"/>
                  </a:cubicBezTo>
                  <a:cubicBezTo>
                    <a:pt x="12" y="560"/>
                    <a:pt x="72" y="644"/>
                    <a:pt x="179" y="679"/>
                  </a:cubicBezTo>
                  <a:cubicBezTo>
                    <a:pt x="215" y="691"/>
                    <a:pt x="250" y="703"/>
                    <a:pt x="286" y="703"/>
                  </a:cubicBezTo>
                  <a:cubicBezTo>
                    <a:pt x="548" y="703"/>
                    <a:pt x="941" y="465"/>
                    <a:pt x="1251" y="132"/>
                  </a:cubicBezTo>
                  <a:cubicBezTo>
                    <a:pt x="1262" y="108"/>
                    <a:pt x="1274" y="72"/>
                    <a:pt x="1262" y="48"/>
                  </a:cubicBezTo>
                  <a:cubicBezTo>
                    <a:pt x="1251" y="13"/>
                    <a:pt x="1215" y="1"/>
                    <a:pt x="1191" y="1"/>
                  </a:cubicBezTo>
                  <a:cubicBezTo>
                    <a:pt x="1184" y="1"/>
                    <a:pt x="1171" y="1"/>
                    <a:pt x="115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43"/>
            <p:cNvSpPr/>
            <p:nvPr/>
          </p:nvSpPr>
          <p:spPr>
            <a:xfrm>
              <a:off x="4050200" y="1742750"/>
              <a:ext cx="26800" cy="33225"/>
            </a:xfrm>
            <a:custGeom>
              <a:avLst/>
              <a:gdLst/>
              <a:ahLst/>
              <a:cxnLst/>
              <a:rect l="l" t="t" r="r" b="b"/>
              <a:pathLst>
                <a:path w="1072" h="1329" extrusionOk="0">
                  <a:moveTo>
                    <a:pt x="858" y="269"/>
                  </a:moveTo>
                  <a:cubicBezTo>
                    <a:pt x="715" y="769"/>
                    <a:pt x="536" y="1173"/>
                    <a:pt x="441" y="1173"/>
                  </a:cubicBezTo>
                  <a:cubicBezTo>
                    <a:pt x="441" y="1173"/>
                    <a:pt x="429" y="1173"/>
                    <a:pt x="405" y="1126"/>
                  </a:cubicBezTo>
                  <a:cubicBezTo>
                    <a:pt x="262" y="816"/>
                    <a:pt x="631" y="459"/>
                    <a:pt x="858" y="269"/>
                  </a:cubicBezTo>
                  <a:close/>
                  <a:moveTo>
                    <a:pt x="995" y="1"/>
                  </a:moveTo>
                  <a:cubicBezTo>
                    <a:pt x="980" y="1"/>
                    <a:pt x="965" y="7"/>
                    <a:pt x="953" y="19"/>
                  </a:cubicBezTo>
                  <a:cubicBezTo>
                    <a:pt x="917" y="42"/>
                    <a:pt x="0" y="626"/>
                    <a:pt x="262" y="1185"/>
                  </a:cubicBezTo>
                  <a:cubicBezTo>
                    <a:pt x="322" y="1304"/>
                    <a:pt x="393" y="1328"/>
                    <a:pt x="441" y="1328"/>
                  </a:cubicBezTo>
                  <a:lnTo>
                    <a:pt x="453" y="1328"/>
                  </a:lnTo>
                  <a:cubicBezTo>
                    <a:pt x="727" y="1304"/>
                    <a:pt x="977" y="459"/>
                    <a:pt x="1072" y="102"/>
                  </a:cubicBezTo>
                  <a:cubicBezTo>
                    <a:pt x="1072" y="66"/>
                    <a:pt x="1060" y="42"/>
                    <a:pt x="1036" y="19"/>
                  </a:cubicBezTo>
                  <a:cubicBezTo>
                    <a:pt x="1024" y="7"/>
                    <a:pt x="1009" y="1"/>
                    <a:pt x="99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43"/>
            <p:cNvSpPr/>
            <p:nvPr/>
          </p:nvSpPr>
          <p:spPr>
            <a:xfrm>
              <a:off x="4075800" y="1681475"/>
              <a:ext cx="25925" cy="6675"/>
            </a:xfrm>
            <a:custGeom>
              <a:avLst/>
              <a:gdLst/>
              <a:ahLst/>
              <a:cxnLst/>
              <a:rect l="l" t="t" r="r" b="b"/>
              <a:pathLst>
                <a:path w="1037" h="267" extrusionOk="0">
                  <a:moveTo>
                    <a:pt x="439" y="0"/>
                  </a:moveTo>
                  <a:cubicBezTo>
                    <a:pt x="187" y="0"/>
                    <a:pt x="0" y="29"/>
                    <a:pt x="0" y="29"/>
                  </a:cubicBezTo>
                  <a:cubicBezTo>
                    <a:pt x="0" y="29"/>
                    <a:pt x="0" y="124"/>
                    <a:pt x="48" y="255"/>
                  </a:cubicBezTo>
                  <a:cubicBezTo>
                    <a:pt x="165" y="235"/>
                    <a:pt x="326" y="216"/>
                    <a:pt x="509" y="216"/>
                  </a:cubicBezTo>
                  <a:cubicBezTo>
                    <a:pt x="661" y="216"/>
                    <a:pt x="828" y="229"/>
                    <a:pt x="1000" y="267"/>
                  </a:cubicBezTo>
                  <a:cubicBezTo>
                    <a:pt x="1036" y="160"/>
                    <a:pt x="1036" y="64"/>
                    <a:pt x="1036" y="64"/>
                  </a:cubicBezTo>
                  <a:cubicBezTo>
                    <a:pt x="833" y="15"/>
                    <a:pt x="619" y="0"/>
                    <a:pt x="4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43"/>
            <p:cNvSpPr/>
            <p:nvPr/>
          </p:nvSpPr>
          <p:spPr>
            <a:xfrm>
              <a:off x="4076975" y="1686850"/>
              <a:ext cx="23850" cy="9950"/>
            </a:xfrm>
            <a:custGeom>
              <a:avLst/>
              <a:gdLst/>
              <a:ahLst/>
              <a:cxnLst/>
              <a:rect l="l" t="t" r="r" b="b"/>
              <a:pathLst>
                <a:path w="954" h="398" extrusionOk="0">
                  <a:moveTo>
                    <a:pt x="462" y="1"/>
                  </a:moveTo>
                  <a:cubicBezTo>
                    <a:pt x="279" y="1"/>
                    <a:pt x="118" y="20"/>
                    <a:pt x="1" y="40"/>
                  </a:cubicBezTo>
                  <a:cubicBezTo>
                    <a:pt x="49" y="207"/>
                    <a:pt x="180" y="397"/>
                    <a:pt x="453" y="397"/>
                  </a:cubicBezTo>
                  <a:cubicBezTo>
                    <a:pt x="787" y="397"/>
                    <a:pt x="906" y="207"/>
                    <a:pt x="953" y="52"/>
                  </a:cubicBezTo>
                  <a:cubicBezTo>
                    <a:pt x="781" y="14"/>
                    <a:pt x="614" y="1"/>
                    <a:pt x="46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43"/>
            <p:cNvSpPr/>
            <p:nvPr/>
          </p:nvSpPr>
          <p:spPr>
            <a:xfrm>
              <a:off x="4039175" y="1664500"/>
              <a:ext cx="28000" cy="19500"/>
            </a:xfrm>
            <a:custGeom>
              <a:avLst/>
              <a:gdLst/>
              <a:ahLst/>
              <a:cxnLst/>
              <a:rect l="l" t="t" r="r" b="b"/>
              <a:pathLst>
                <a:path w="1120" h="780" extrusionOk="0">
                  <a:moveTo>
                    <a:pt x="604" y="1"/>
                  </a:moveTo>
                  <a:cubicBezTo>
                    <a:pt x="546" y="1"/>
                    <a:pt x="483" y="13"/>
                    <a:pt x="418" y="41"/>
                  </a:cubicBezTo>
                  <a:cubicBezTo>
                    <a:pt x="1" y="220"/>
                    <a:pt x="144" y="755"/>
                    <a:pt x="144" y="755"/>
                  </a:cubicBezTo>
                  <a:cubicBezTo>
                    <a:pt x="144" y="767"/>
                    <a:pt x="156" y="779"/>
                    <a:pt x="168" y="779"/>
                  </a:cubicBezTo>
                  <a:lnTo>
                    <a:pt x="179" y="779"/>
                  </a:lnTo>
                  <a:cubicBezTo>
                    <a:pt x="191" y="779"/>
                    <a:pt x="203" y="755"/>
                    <a:pt x="203" y="743"/>
                  </a:cubicBezTo>
                  <a:cubicBezTo>
                    <a:pt x="191" y="720"/>
                    <a:pt x="72" y="243"/>
                    <a:pt x="441" y="89"/>
                  </a:cubicBezTo>
                  <a:cubicBezTo>
                    <a:pt x="499" y="65"/>
                    <a:pt x="553" y="54"/>
                    <a:pt x="604" y="54"/>
                  </a:cubicBezTo>
                  <a:cubicBezTo>
                    <a:pt x="879" y="54"/>
                    <a:pt x="1050" y="354"/>
                    <a:pt x="1060" y="374"/>
                  </a:cubicBezTo>
                  <a:cubicBezTo>
                    <a:pt x="1072" y="386"/>
                    <a:pt x="1084" y="386"/>
                    <a:pt x="1096" y="386"/>
                  </a:cubicBezTo>
                  <a:cubicBezTo>
                    <a:pt x="1108" y="374"/>
                    <a:pt x="1120" y="362"/>
                    <a:pt x="1108" y="339"/>
                  </a:cubicBezTo>
                  <a:cubicBezTo>
                    <a:pt x="1108" y="339"/>
                    <a:pt x="914" y="1"/>
                    <a:pt x="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43"/>
            <p:cNvSpPr/>
            <p:nvPr/>
          </p:nvSpPr>
          <p:spPr>
            <a:xfrm>
              <a:off x="4035025" y="1680400"/>
              <a:ext cx="8950" cy="1800"/>
            </a:xfrm>
            <a:custGeom>
              <a:avLst/>
              <a:gdLst/>
              <a:ahLst/>
              <a:cxnLst/>
              <a:rect l="l" t="t" r="r" b="b"/>
              <a:pathLst>
                <a:path w="358" h="72" extrusionOk="0">
                  <a:moveTo>
                    <a:pt x="24" y="0"/>
                  </a:moveTo>
                  <a:cubicBezTo>
                    <a:pt x="12" y="0"/>
                    <a:pt x="0" y="12"/>
                    <a:pt x="0" y="36"/>
                  </a:cubicBezTo>
                  <a:cubicBezTo>
                    <a:pt x="0" y="48"/>
                    <a:pt x="12" y="60"/>
                    <a:pt x="24" y="60"/>
                  </a:cubicBezTo>
                  <a:lnTo>
                    <a:pt x="322" y="72"/>
                  </a:lnTo>
                  <a:cubicBezTo>
                    <a:pt x="334" y="72"/>
                    <a:pt x="345" y="60"/>
                    <a:pt x="345" y="48"/>
                  </a:cubicBezTo>
                  <a:cubicBezTo>
                    <a:pt x="357" y="36"/>
                    <a:pt x="345" y="24"/>
                    <a:pt x="322" y="24"/>
                  </a:cubicBezTo>
                  <a:lnTo>
                    <a:pt x="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43"/>
            <p:cNvSpPr/>
            <p:nvPr/>
          </p:nvSpPr>
          <p:spPr>
            <a:xfrm>
              <a:off x="4035900" y="1677125"/>
              <a:ext cx="7175" cy="2100"/>
            </a:xfrm>
            <a:custGeom>
              <a:avLst/>
              <a:gdLst/>
              <a:ahLst/>
              <a:cxnLst/>
              <a:rect l="l" t="t" r="r" b="b"/>
              <a:pathLst>
                <a:path w="287" h="84" extrusionOk="0">
                  <a:moveTo>
                    <a:pt x="48" y="0"/>
                  </a:moveTo>
                  <a:cubicBezTo>
                    <a:pt x="25" y="0"/>
                    <a:pt x="13" y="12"/>
                    <a:pt x="13" y="24"/>
                  </a:cubicBezTo>
                  <a:cubicBezTo>
                    <a:pt x="1" y="48"/>
                    <a:pt x="25" y="60"/>
                    <a:pt x="37" y="60"/>
                  </a:cubicBezTo>
                  <a:lnTo>
                    <a:pt x="239" y="84"/>
                  </a:lnTo>
                  <a:lnTo>
                    <a:pt x="251" y="84"/>
                  </a:lnTo>
                  <a:cubicBezTo>
                    <a:pt x="263" y="84"/>
                    <a:pt x="275" y="72"/>
                    <a:pt x="275" y="60"/>
                  </a:cubicBezTo>
                  <a:cubicBezTo>
                    <a:pt x="287" y="36"/>
                    <a:pt x="275" y="24"/>
                    <a:pt x="251" y="24"/>
                  </a:cubicBezTo>
                  <a:lnTo>
                    <a:pt x="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43"/>
            <p:cNvSpPr/>
            <p:nvPr/>
          </p:nvSpPr>
          <p:spPr>
            <a:xfrm>
              <a:off x="4098725" y="1641300"/>
              <a:ext cx="28600" cy="19475"/>
            </a:xfrm>
            <a:custGeom>
              <a:avLst/>
              <a:gdLst/>
              <a:ahLst/>
              <a:cxnLst/>
              <a:rect l="l" t="t" r="r" b="b"/>
              <a:pathLst>
                <a:path w="1144" h="779" extrusionOk="0">
                  <a:moveTo>
                    <a:pt x="609" y="0"/>
                  </a:moveTo>
                  <a:cubicBezTo>
                    <a:pt x="549" y="0"/>
                    <a:pt x="484" y="12"/>
                    <a:pt x="417" y="40"/>
                  </a:cubicBezTo>
                  <a:cubicBezTo>
                    <a:pt x="0" y="219"/>
                    <a:pt x="167" y="755"/>
                    <a:pt x="167" y="755"/>
                  </a:cubicBezTo>
                  <a:cubicBezTo>
                    <a:pt x="167" y="767"/>
                    <a:pt x="179" y="779"/>
                    <a:pt x="191" y="779"/>
                  </a:cubicBezTo>
                  <a:lnTo>
                    <a:pt x="202" y="779"/>
                  </a:lnTo>
                  <a:cubicBezTo>
                    <a:pt x="214" y="779"/>
                    <a:pt x="226" y="755"/>
                    <a:pt x="226" y="743"/>
                  </a:cubicBezTo>
                  <a:cubicBezTo>
                    <a:pt x="214" y="719"/>
                    <a:pt x="72" y="255"/>
                    <a:pt x="441" y="100"/>
                  </a:cubicBezTo>
                  <a:cubicBezTo>
                    <a:pt x="504" y="72"/>
                    <a:pt x="563" y="61"/>
                    <a:pt x="619" y="61"/>
                  </a:cubicBezTo>
                  <a:cubicBezTo>
                    <a:pt x="898" y="61"/>
                    <a:pt x="1074" y="354"/>
                    <a:pt x="1084" y="374"/>
                  </a:cubicBezTo>
                  <a:cubicBezTo>
                    <a:pt x="1095" y="386"/>
                    <a:pt x="1107" y="386"/>
                    <a:pt x="1119" y="386"/>
                  </a:cubicBezTo>
                  <a:cubicBezTo>
                    <a:pt x="1143" y="374"/>
                    <a:pt x="1143" y="362"/>
                    <a:pt x="1131" y="338"/>
                  </a:cubicBezTo>
                  <a:cubicBezTo>
                    <a:pt x="1131" y="338"/>
                    <a:pt x="929" y="0"/>
                    <a:pt x="6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43"/>
            <p:cNvSpPr/>
            <p:nvPr/>
          </p:nvSpPr>
          <p:spPr>
            <a:xfrm>
              <a:off x="4124600" y="1642375"/>
              <a:ext cx="6575" cy="7100"/>
            </a:xfrm>
            <a:custGeom>
              <a:avLst/>
              <a:gdLst/>
              <a:ahLst/>
              <a:cxnLst/>
              <a:rect l="l" t="t" r="r" b="b"/>
              <a:pathLst>
                <a:path w="263" h="284" extrusionOk="0">
                  <a:moveTo>
                    <a:pt x="227" y="0"/>
                  </a:moveTo>
                  <a:cubicBezTo>
                    <a:pt x="218" y="0"/>
                    <a:pt x="209" y="3"/>
                    <a:pt x="203" y="9"/>
                  </a:cubicBezTo>
                  <a:lnTo>
                    <a:pt x="13" y="235"/>
                  </a:lnTo>
                  <a:cubicBezTo>
                    <a:pt x="1" y="247"/>
                    <a:pt x="1" y="271"/>
                    <a:pt x="13" y="283"/>
                  </a:cubicBezTo>
                  <a:lnTo>
                    <a:pt x="37" y="283"/>
                  </a:lnTo>
                  <a:cubicBezTo>
                    <a:pt x="37" y="283"/>
                    <a:pt x="49" y="283"/>
                    <a:pt x="60" y="271"/>
                  </a:cubicBezTo>
                  <a:lnTo>
                    <a:pt x="251" y="45"/>
                  </a:lnTo>
                  <a:cubicBezTo>
                    <a:pt x="263" y="33"/>
                    <a:pt x="263" y="21"/>
                    <a:pt x="251" y="9"/>
                  </a:cubicBezTo>
                  <a:cubicBezTo>
                    <a:pt x="245" y="3"/>
                    <a:pt x="236" y="0"/>
                    <a:pt x="2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43"/>
            <p:cNvSpPr/>
            <p:nvPr/>
          </p:nvSpPr>
          <p:spPr>
            <a:xfrm>
              <a:off x="4122825" y="1640900"/>
              <a:ext cx="5075" cy="5875"/>
            </a:xfrm>
            <a:custGeom>
              <a:avLst/>
              <a:gdLst/>
              <a:ahLst/>
              <a:cxnLst/>
              <a:rect l="l" t="t" r="r" b="b"/>
              <a:pathLst>
                <a:path w="203" h="235" extrusionOk="0">
                  <a:moveTo>
                    <a:pt x="160" y="1"/>
                  </a:moveTo>
                  <a:cubicBezTo>
                    <a:pt x="149" y="1"/>
                    <a:pt x="138" y="7"/>
                    <a:pt x="131" y="21"/>
                  </a:cubicBezTo>
                  <a:lnTo>
                    <a:pt x="12" y="175"/>
                  </a:lnTo>
                  <a:cubicBezTo>
                    <a:pt x="0" y="199"/>
                    <a:pt x="0" y="211"/>
                    <a:pt x="12" y="223"/>
                  </a:cubicBezTo>
                  <a:cubicBezTo>
                    <a:pt x="24" y="235"/>
                    <a:pt x="36" y="235"/>
                    <a:pt x="36" y="235"/>
                  </a:cubicBezTo>
                  <a:cubicBezTo>
                    <a:pt x="48" y="235"/>
                    <a:pt x="60" y="235"/>
                    <a:pt x="60" y="223"/>
                  </a:cubicBezTo>
                  <a:lnTo>
                    <a:pt x="191" y="56"/>
                  </a:lnTo>
                  <a:cubicBezTo>
                    <a:pt x="203" y="44"/>
                    <a:pt x="203" y="21"/>
                    <a:pt x="179" y="9"/>
                  </a:cubicBezTo>
                  <a:cubicBezTo>
                    <a:pt x="174" y="4"/>
                    <a:pt x="167" y="1"/>
                    <a:pt x="1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43"/>
            <p:cNvSpPr/>
            <p:nvPr/>
          </p:nvSpPr>
          <p:spPr>
            <a:xfrm>
              <a:off x="4030550" y="1868925"/>
              <a:ext cx="248575" cy="248575"/>
            </a:xfrm>
            <a:custGeom>
              <a:avLst/>
              <a:gdLst/>
              <a:ahLst/>
              <a:cxnLst/>
              <a:rect l="l" t="t" r="r" b="b"/>
              <a:pathLst>
                <a:path w="9943" h="9943" extrusionOk="0">
                  <a:moveTo>
                    <a:pt x="1266" y="0"/>
                  </a:moveTo>
                  <a:cubicBezTo>
                    <a:pt x="1138" y="0"/>
                    <a:pt x="1029" y="24"/>
                    <a:pt x="953" y="79"/>
                  </a:cubicBezTo>
                  <a:cubicBezTo>
                    <a:pt x="608" y="341"/>
                    <a:pt x="1132" y="520"/>
                    <a:pt x="1132" y="520"/>
                  </a:cubicBezTo>
                  <a:cubicBezTo>
                    <a:pt x="1132" y="520"/>
                    <a:pt x="1004" y="501"/>
                    <a:pt x="852" y="501"/>
                  </a:cubicBezTo>
                  <a:cubicBezTo>
                    <a:pt x="625" y="501"/>
                    <a:pt x="343" y="544"/>
                    <a:pt x="358" y="758"/>
                  </a:cubicBezTo>
                  <a:cubicBezTo>
                    <a:pt x="382" y="1115"/>
                    <a:pt x="655" y="1234"/>
                    <a:pt x="655" y="1234"/>
                  </a:cubicBezTo>
                  <a:cubicBezTo>
                    <a:pt x="655" y="1234"/>
                    <a:pt x="1" y="1329"/>
                    <a:pt x="167" y="1794"/>
                  </a:cubicBezTo>
                  <a:cubicBezTo>
                    <a:pt x="247" y="1997"/>
                    <a:pt x="477" y="2023"/>
                    <a:pt x="591" y="2023"/>
                  </a:cubicBezTo>
                  <a:cubicBezTo>
                    <a:pt x="630" y="2023"/>
                    <a:pt x="655" y="2020"/>
                    <a:pt x="655" y="2020"/>
                  </a:cubicBezTo>
                  <a:lnTo>
                    <a:pt x="655" y="2020"/>
                  </a:lnTo>
                  <a:cubicBezTo>
                    <a:pt x="655" y="2020"/>
                    <a:pt x="286" y="2187"/>
                    <a:pt x="393" y="2472"/>
                  </a:cubicBezTo>
                  <a:cubicBezTo>
                    <a:pt x="444" y="2631"/>
                    <a:pt x="613" y="2668"/>
                    <a:pt x="759" y="2668"/>
                  </a:cubicBezTo>
                  <a:cubicBezTo>
                    <a:pt x="888" y="2668"/>
                    <a:pt x="1001" y="2639"/>
                    <a:pt x="1001" y="2639"/>
                  </a:cubicBezTo>
                  <a:lnTo>
                    <a:pt x="1001" y="2639"/>
                  </a:lnTo>
                  <a:cubicBezTo>
                    <a:pt x="1001" y="2639"/>
                    <a:pt x="798" y="2794"/>
                    <a:pt x="929" y="3092"/>
                  </a:cubicBezTo>
                  <a:cubicBezTo>
                    <a:pt x="1005" y="3278"/>
                    <a:pt x="1425" y="3416"/>
                    <a:pt x="1892" y="3416"/>
                  </a:cubicBezTo>
                  <a:cubicBezTo>
                    <a:pt x="2082" y="3416"/>
                    <a:pt x="2279" y="3393"/>
                    <a:pt x="2465" y="3342"/>
                  </a:cubicBezTo>
                  <a:cubicBezTo>
                    <a:pt x="2703" y="4032"/>
                    <a:pt x="3406" y="5985"/>
                    <a:pt x="4739" y="8068"/>
                  </a:cubicBezTo>
                  <a:cubicBezTo>
                    <a:pt x="4751" y="8092"/>
                    <a:pt x="4763" y="8128"/>
                    <a:pt x="4787" y="8152"/>
                  </a:cubicBezTo>
                  <a:cubicBezTo>
                    <a:pt x="5645" y="9590"/>
                    <a:pt x="6044" y="9942"/>
                    <a:pt x="6678" y="9942"/>
                  </a:cubicBezTo>
                  <a:cubicBezTo>
                    <a:pt x="6721" y="9942"/>
                    <a:pt x="6765" y="9941"/>
                    <a:pt x="6811" y="9938"/>
                  </a:cubicBezTo>
                  <a:cubicBezTo>
                    <a:pt x="6870" y="9926"/>
                    <a:pt x="7728" y="9616"/>
                    <a:pt x="7787" y="9592"/>
                  </a:cubicBezTo>
                  <a:cubicBezTo>
                    <a:pt x="8537" y="9235"/>
                    <a:pt x="9264" y="8830"/>
                    <a:pt x="9942" y="8354"/>
                  </a:cubicBezTo>
                  <a:cubicBezTo>
                    <a:pt x="8871" y="7580"/>
                    <a:pt x="7966" y="6556"/>
                    <a:pt x="7359" y="5378"/>
                  </a:cubicBezTo>
                  <a:cubicBezTo>
                    <a:pt x="7323" y="5413"/>
                    <a:pt x="7287" y="5437"/>
                    <a:pt x="7251" y="5473"/>
                  </a:cubicBezTo>
                  <a:cubicBezTo>
                    <a:pt x="6168" y="4211"/>
                    <a:pt x="4989" y="3008"/>
                    <a:pt x="4608" y="2520"/>
                  </a:cubicBezTo>
                  <a:cubicBezTo>
                    <a:pt x="4608" y="2520"/>
                    <a:pt x="4596" y="2508"/>
                    <a:pt x="4596" y="2508"/>
                  </a:cubicBezTo>
                  <a:cubicBezTo>
                    <a:pt x="4561" y="2461"/>
                    <a:pt x="4525" y="2425"/>
                    <a:pt x="4513" y="2389"/>
                  </a:cubicBezTo>
                  <a:lnTo>
                    <a:pt x="4501" y="2389"/>
                  </a:lnTo>
                  <a:cubicBezTo>
                    <a:pt x="4239" y="2032"/>
                    <a:pt x="3525" y="960"/>
                    <a:pt x="2799" y="508"/>
                  </a:cubicBezTo>
                  <a:cubicBezTo>
                    <a:pt x="2480" y="320"/>
                    <a:pt x="1741" y="0"/>
                    <a:pt x="1266" y="0"/>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43"/>
            <p:cNvSpPr/>
            <p:nvPr/>
          </p:nvSpPr>
          <p:spPr>
            <a:xfrm>
              <a:off x="4214500" y="1893800"/>
              <a:ext cx="181850" cy="184000"/>
            </a:xfrm>
            <a:custGeom>
              <a:avLst/>
              <a:gdLst/>
              <a:ahLst/>
              <a:cxnLst/>
              <a:rect l="l" t="t" r="r" b="b"/>
              <a:pathLst>
                <a:path w="7274" h="7360" extrusionOk="0">
                  <a:moveTo>
                    <a:pt x="6675" y="1"/>
                  </a:moveTo>
                  <a:cubicBezTo>
                    <a:pt x="6669" y="1"/>
                    <a:pt x="6663" y="1"/>
                    <a:pt x="6656" y="1"/>
                  </a:cubicBezTo>
                  <a:cubicBezTo>
                    <a:pt x="5442" y="61"/>
                    <a:pt x="4465" y="180"/>
                    <a:pt x="3203" y="215"/>
                  </a:cubicBezTo>
                  <a:cubicBezTo>
                    <a:pt x="2977" y="227"/>
                    <a:pt x="2775" y="370"/>
                    <a:pt x="2715" y="585"/>
                  </a:cubicBezTo>
                  <a:cubicBezTo>
                    <a:pt x="2346" y="1870"/>
                    <a:pt x="1560" y="2966"/>
                    <a:pt x="1" y="4383"/>
                  </a:cubicBezTo>
                  <a:cubicBezTo>
                    <a:pt x="608" y="5561"/>
                    <a:pt x="1513" y="6585"/>
                    <a:pt x="2584" y="7359"/>
                  </a:cubicBezTo>
                  <a:cubicBezTo>
                    <a:pt x="4656" y="5942"/>
                    <a:pt x="6359" y="3883"/>
                    <a:pt x="7192" y="656"/>
                  </a:cubicBezTo>
                  <a:cubicBezTo>
                    <a:pt x="7274" y="317"/>
                    <a:pt x="7023" y="1"/>
                    <a:pt x="6675" y="1"/>
                  </a:cubicBezTo>
                  <a:close/>
                </a:path>
              </a:pathLst>
            </a:custGeom>
            <a:solidFill>
              <a:srgbClr val="ECA3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43"/>
            <p:cNvSpPr/>
            <p:nvPr/>
          </p:nvSpPr>
          <p:spPr>
            <a:xfrm>
              <a:off x="4332075" y="1841125"/>
              <a:ext cx="93200" cy="39175"/>
            </a:xfrm>
            <a:custGeom>
              <a:avLst/>
              <a:gdLst/>
              <a:ahLst/>
              <a:cxnLst/>
              <a:rect l="l" t="t" r="r" b="b"/>
              <a:pathLst>
                <a:path w="3728" h="1567" extrusionOk="0">
                  <a:moveTo>
                    <a:pt x="3549" y="1"/>
                  </a:moveTo>
                  <a:cubicBezTo>
                    <a:pt x="2441" y="489"/>
                    <a:pt x="1227" y="739"/>
                    <a:pt x="1" y="763"/>
                  </a:cubicBezTo>
                  <a:lnTo>
                    <a:pt x="179" y="1310"/>
                  </a:lnTo>
                  <a:cubicBezTo>
                    <a:pt x="551" y="1493"/>
                    <a:pt x="967" y="1566"/>
                    <a:pt x="1381" y="1566"/>
                  </a:cubicBezTo>
                  <a:cubicBezTo>
                    <a:pt x="2451" y="1566"/>
                    <a:pt x="3504" y="1076"/>
                    <a:pt x="3727" y="715"/>
                  </a:cubicBezTo>
                  <a:lnTo>
                    <a:pt x="3549" y="1"/>
                  </a:ln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43"/>
            <p:cNvSpPr/>
            <p:nvPr/>
          </p:nvSpPr>
          <p:spPr>
            <a:xfrm>
              <a:off x="4316900" y="1789925"/>
              <a:ext cx="104200" cy="70275"/>
            </a:xfrm>
            <a:custGeom>
              <a:avLst/>
              <a:gdLst/>
              <a:ahLst/>
              <a:cxnLst/>
              <a:rect l="l" t="t" r="r" b="b"/>
              <a:pathLst>
                <a:path w="4168" h="2811" extrusionOk="0">
                  <a:moveTo>
                    <a:pt x="3667" y="1"/>
                  </a:moveTo>
                  <a:lnTo>
                    <a:pt x="0" y="989"/>
                  </a:lnTo>
                  <a:lnTo>
                    <a:pt x="417" y="2239"/>
                  </a:lnTo>
                  <a:lnTo>
                    <a:pt x="608" y="2811"/>
                  </a:lnTo>
                  <a:cubicBezTo>
                    <a:pt x="1834" y="2787"/>
                    <a:pt x="3060" y="2537"/>
                    <a:pt x="4168" y="2049"/>
                  </a:cubicBezTo>
                  <a:lnTo>
                    <a:pt x="3929" y="1084"/>
                  </a:lnTo>
                  <a:lnTo>
                    <a:pt x="3667" y="1"/>
                  </a:lnTo>
                  <a:close/>
                </a:path>
              </a:pathLst>
            </a:custGeom>
            <a:solidFill>
              <a:srgbClr val="ECA3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43"/>
            <p:cNvSpPr/>
            <p:nvPr/>
          </p:nvSpPr>
          <p:spPr>
            <a:xfrm>
              <a:off x="4226100" y="1513275"/>
              <a:ext cx="325975" cy="318875"/>
            </a:xfrm>
            <a:custGeom>
              <a:avLst/>
              <a:gdLst/>
              <a:ahLst/>
              <a:cxnLst/>
              <a:rect l="l" t="t" r="r" b="b"/>
              <a:pathLst>
                <a:path w="13039" h="12755" extrusionOk="0">
                  <a:moveTo>
                    <a:pt x="6334" y="0"/>
                  </a:moveTo>
                  <a:cubicBezTo>
                    <a:pt x="5123" y="0"/>
                    <a:pt x="4048" y="615"/>
                    <a:pt x="3168" y="2042"/>
                  </a:cubicBezTo>
                  <a:cubicBezTo>
                    <a:pt x="3168" y="2042"/>
                    <a:pt x="2668" y="2411"/>
                    <a:pt x="2537" y="3125"/>
                  </a:cubicBezTo>
                  <a:cubicBezTo>
                    <a:pt x="2094" y="5625"/>
                    <a:pt x="1835" y="6149"/>
                    <a:pt x="1547" y="6149"/>
                  </a:cubicBezTo>
                  <a:cubicBezTo>
                    <a:pt x="1401" y="6149"/>
                    <a:pt x="1248" y="6015"/>
                    <a:pt x="1061" y="5935"/>
                  </a:cubicBezTo>
                  <a:cubicBezTo>
                    <a:pt x="1040" y="5926"/>
                    <a:pt x="1021" y="5922"/>
                    <a:pt x="1004" y="5922"/>
                  </a:cubicBezTo>
                  <a:cubicBezTo>
                    <a:pt x="816" y="5922"/>
                    <a:pt x="841" y="6426"/>
                    <a:pt x="787" y="6590"/>
                  </a:cubicBezTo>
                  <a:cubicBezTo>
                    <a:pt x="1" y="8864"/>
                    <a:pt x="382" y="11376"/>
                    <a:pt x="3085" y="12507"/>
                  </a:cubicBezTo>
                  <a:cubicBezTo>
                    <a:pt x="3488" y="12677"/>
                    <a:pt x="3901" y="12754"/>
                    <a:pt x="4320" y="12754"/>
                  </a:cubicBezTo>
                  <a:cubicBezTo>
                    <a:pt x="6144" y="12754"/>
                    <a:pt x="8105" y="11298"/>
                    <a:pt x="10050" y="9614"/>
                  </a:cubicBezTo>
                  <a:cubicBezTo>
                    <a:pt x="13038" y="7019"/>
                    <a:pt x="12288" y="2899"/>
                    <a:pt x="9693" y="1220"/>
                  </a:cubicBezTo>
                  <a:cubicBezTo>
                    <a:pt x="8498" y="448"/>
                    <a:pt x="7366" y="0"/>
                    <a:pt x="6334" y="0"/>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43"/>
            <p:cNvSpPr/>
            <p:nvPr/>
          </p:nvSpPr>
          <p:spPr>
            <a:xfrm>
              <a:off x="4223125" y="1698250"/>
              <a:ext cx="201475" cy="153750"/>
            </a:xfrm>
            <a:custGeom>
              <a:avLst/>
              <a:gdLst/>
              <a:ahLst/>
              <a:cxnLst/>
              <a:rect l="l" t="t" r="r" b="b"/>
              <a:pathLst>
                <a:path w="8059" h="6150" extrusionOk="0">
                  <a:moveTo>
                    <a:pt x="680" y="1"/>
                  </a:moveTo>
                  <a:cubicBezTo>
                    <a:pt x="680" y="1"/>
                    <a:pt x="1" y="822"/>
                    <a:pt x="49" y="2680"/>
                  </a:cubicBezTo>
                  <a:cubicBezTo>
                    <a:pt x="84" y="4739"/>
                    <a:pt x="1180" y="6001"/>
                    <a:pt x="2704" y="6132"/>
                  </a:cubicBezTo>
                  <a:cubicBezTo>
                    <a:pt x="2846" y="6144"/>
                    <a:pt x="2989" y="6150"/>
                    <a:pt x="3132" y="6150"/>
                  </a:cubicBezTo>
                  <a:cubicBezTo>
                    <a:pt x="5454" y="6150"/>
                    <a:pt x="7715" y="4666"/>
                    <a:pt x="7883" y="3858"/>
                  </a:cubicBezTo>
                  <a:cubicBezTo>
                    <a:pt x="8059" y="3003"/>
                    <a:pt x="7519" y="404"/>
                    <a:pt x="6877" y="404"/>
                  </a:cubicBezTo>
                  <a:cubicBezTo>
                    <a:pt x="6867" y="404"/>
                    <a:pt x="6857" y="404"/>
                    <a:pt x="6847" y="406"/>
                  </a:cubicBezTo>
                  <a:cubicBezTo>
                    <a:pt x="6222" y="496"/>
                    <a:pt x="3936" y="2443"/>
                    <a:pt x="3264" y="2443"/>
                  </a:cubicBezTo>
                  <a:cubicBezTo>
                    <a:pt x="3232" y="2443"/>
                    <a:pt x="3204" y="2439"/>
                    <a:pt x="3180" y="2430"/>
                  </a:cubicBezTo>
                  <a:cubicBezTo>
                    <a:pt x="2632" y="2239"/>
                    <a:pt x="2596" y="834"/>
                    <a:pt x="2144" y="417"/>
                  </a:cubicBezTo>
                  <a:cubicBezTo>
                    <a:pt x="1680" y="1"/>
                    <a:pt x="680" y="1"/>
                    <a:pt x="6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43"/>
            <p:cNvSpPr/>
            <p:nvPr/>
          </p:nvSpPr>
          <p:spPr>
            <a:xfrm>
              <a:off x="4388000" y="1554200"/>
              <a:ext cx="235200" cy="284950"/>
            </a:xfrm>
            <a:custGeom>
              <a:avLst/>
              <a:gdLst/>
              <a:ahLst/>
              <a:cxnLst/>
              <a:rect l="l" t="t" r="r" b="b"/>
              <a:pathLst>
                <a:path w="9408" h="11398" extrusionOk="0">
                  <a:moveTo>
                    <a:pt x="5586" y="0"/>
                  </a:moveTo>
                  <a:cubicBezTo>
                    <a:pt x="4467" y="1334"/>
                    <a:pt x="3181" y="2465"/>
                    <a:pt x="1716" y="3286"/>
                  </a:cubicBezTo>
                  <a:cubicBezTo>
                    <a:pt x="1728" y="3298"/>
                    <a:pt x="1740" y="3298"/>
                    <a:pt x="1740" y="3298"/>
                  </a:cubicBezTo>
                  <a:cubicBezTo>
                    <a:pt x="1740" y="3298"/>
                    <a:pt x="1788" y="3536"/>
                    <a:pt x="1169" y="4798"/>
                  </a:cubicBezTo>
                  <a:cubicBezTo>
                    <a:pt x="562" y="6060"/>
                    <a:pt x="966" y="7441"/>
                    <a:pt x="966" y="7441"/>
                  </a:cubicBezTo>
                  <a:cubicBezTo>
                    <a:pt x="966" y="7441"/>
                    <a:pt x="312" y="7906"/>
                    <a:pt x="145" y="8763"/>
                  </a:cubicBezTo>
                  <a:cubicBezTo>
                    <a:pt x="0" y="9565"/>
                    <a:pt x="470" y="11398"/>
                    <a:pt x="2226" y="11398"/>
                  </a:cubicBezTo>
                  <a:cubicBezTo>
                    <a:pt x="2348" y="11398"/>
                    <a:pt x="2475" y="11389"/>
                    <a:pt x="2609" y="11371"/>
                  </a:cubicBezTo>
                  <a:cubicBezTo>
                    <a:pt x="4669" y="11073"/>
                    <a:pt x="5145" y="10156"/>
                    <a:pt x="5145" y="10156"/>
                  </a:cubicBezTo>
                  <a:cubicBezTo>
                    <a:pt x="5145" y="10156"/>
                    <a:pt x="6467" y="10156"/>
                    <a:pt x="7205" y="9120"/>
                  </a:cubicBezTo>
                  <a:cubicBezTo>
                    <a:pt x="9408" y="6013"/>
                    <a:pt x="8479" y="3965"/>
                    <a:pt x="8479" y="3965"/>
                  </a:cubicBezTo>
                  <a:cubicBezTo>
                    <a:pt x="8467" y="1226"/>
                    <a:pt x="5586" y="0"/>
                    <a:pt x="55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43"/>
            <p:cNvSpPr/>
            <p:nvPr/>
          </p:nvSpPr>
          <p:spPr>
            <a:xfrm>
              <a:off x="4256175" y="1476500"/>
              <a:ext cx="277450" cy="180725"/>
            </a:xfrm>
            <a:custGeom>
              <a:avLst/>
              <a:gdLst/>
              <a:ahLst/>
              <a:cxnLst/>
              <a:rect l="l" t="t" r="r" b="b"/>
              <a:pathLst>
                <a:path w="11098" h="7229" extrusionOk="0">
                  <a:moveTo>
                    <a:pt x="4360" y="0"/>
                  </a:moveTo>
                  <a:cubicBezTo>
                    <a:pt x="2110" y="0"/>
                    <a:pt x="2406" y="1977"/>
                    <a:pt x="2406" y="1977"/>
                  </a:cubicBezTo>
                  <a:cubicBezTo>
                    <a:pt x="2406" y="1977"/>
                    <a:pt x="1972" y="1651"/>
                    <a:pt x="1518" y="1651"/>
                  </a:cubicBezTo>
                  <a:cubicBezTo>
                    <a:pt x="1294" y="1651"/>
                    <a:pt x="1066" y="1730"/>
                    <a:pt x="882" y="1965"/>
                  </a:cubicBezTo>
                  <a:cubicBezTo>
                    <a:pt x="322" y="2679"/>
                    <a:pt x="0" y="4394"/>
                    <a:pt x="1644" y="4668"/>
                  </a:cubicBezTo>
                  <a:cubicBezTo>
                    <a:pt x="4251" y="5108"/>
                    <a:pt x="4715" y="6299"/>
                    <a:pt x="5930" y="6906"/>
                  </a:cubicBezTo>
                  <a:cubicBezTo>
                    <a:pt x="6488" y="7178"/>
                    <a:pt x="7069" y="7229"/>
                    <a:pt x="7491" y="7229"/>
                  </a:cubicBezTo>
                  <a:cubicBezTo>
                    <a:pt x="7741" y="7229"/>
                    <a:pt x="7935" y="7211"/>
                    <a:pt x="8036" y="7211"/>
                  </a:cubicBezTo>
                  <a:cubicBezTo>
                    <a:pt x="8063" y="7211"/>
                    <a:pt x="8084" y="7213"/>
                    <a:pt x="8097" y="7216"/>
                  </a:cubicBezTo>
                  <a:cubicBezTo>
                    <a:pt x="9680" y="6430"/>
                    <a:pt x="9883" y="4894"/>
                    <a:pt x="11097" y="3656"/>
                  </a:cubicBezTo>
                  <a:cubicBezTo>
                    <a:pt x="11038" y="3584"/>
                    <a:pt x="10549" y="1882"/>
                    <a:pt x="6966" y="572"/>
                  </a:cubicBezTo>
                  <a:cubicBezTo>
                    <a:pt x="5847" y="160"/>
                    <a:pt x="5000" y="0"/>
                    <a:pt x="43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43"/>
            <p:cNvSpPr/>
            <p:nvPr/>
          </p:nvSpPr>
          <p:spPr>
            <a:xfrm>
              <a:off x="4416025" y="1477850"/>
              <a:ext cx="124425" cy="96900"/>
            </a:xfrm>
            <a:custGeom>
              <a:avLst/>
              <a:gdLst/>
              <a:ahLst/>
              <a:cxnLst/>
              <a:rect l="l" t="t" r="r" b="b"/>
              <a:pathLst>
                <a:path w="4977" h="3876" extrusionOk="0">
                  <a:moveTo>
                    <a:pt x="1088" y="0"/>
                  </a:moveTo>
                  <a:cubicBezTo>
                    <a:pt x="991" y="0"/>
                    <a:pt x="894" y="13"/>
                    <a:pt x="798" y="42"/>
                  </a:cubicBezTo>
                  <a:cubicBezTo>
                    <a:pt x="345" y="173"/>
                    <a:pt x="72" y="613"/>
                    <a:pt x="36" y="1054"/>
                  </a:cubicBezTo>
                  <a:cubicBezTo>
                    <a:pt x="0" y="1482"/>
                    <a:pt x="143" y="1911"/>
                    <a:pt x="286" y="2316"/>
                  </a:cubicBezTo>
                  <a:lnTo>
                    <a:pt x="4977" y="3876"/>
                  </a:lnTo>
                  <a:cubicBezTo>
                    <a:pt x="4429" y="2495"/>
                    <a:pt x="3441" y="1280"/>
                    <a:pt x="2167" y="411"/>
                  </a:cubicBezTo>
                  <a:cubicBezTo>
                    <a:pt x="1853" y="202"/>
                    <a:pt x="1471" y="0"/>
                    <a:pt x="10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43"/>
            <p:cNvSpPr/>
            <p:nvPr/>
          </p:nvSpPr>
          <p:spPr>
            <a:xfrm>
              <a:off x="4380600" y="1575625"/>
              <a:ext cx="625" cy="325"/>
            </a:xfrm>
            <a:custGeom>
              <a:avLst/>
              <a:gdLst/>
              <a:ahLst/>
              <a:cxnLst/>
              <a:rect l="l" t="t" r="r" b="b"/>
              <a:pathLst>
                <a:path w="25" h="13" extrusionOk="0">
                  <a:moveTo>
                    <a:pt x="0" y="12"/>
                  </a:moveTo>
                  <a:lnTo>
                    <a:pt x="24" y="0"/>
                  </a:lnTo>
                  <a:close/>
                </a:path>
              </a:pathLst>
            </a:custGeom>
            <a:solidFill>
              <a:srgbClr val="8558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43"/>
            <p:cNvSpPr/>
            <p:nvPr/>
          </p:nvSpPr>
          <p:spPr>
            <a:xfrm>
              <a:off x="4395175" y="1559250"/>
              <a:ext cx="925" cy="625"/>
            </a:xfrm>
            <a:custGeom>
              <a:avLst/>
              <a:gdLst/>
              <a:ahLst/>
              <a:cxnLst/>
              <a:rect l="l" t="t" r="r" b="b"/>
              <a:pathLst>
                <a:path w="37" h="25" extrusionOk="0">
                  <a:moveTo>
                    <a:pt x="36" y="1"/>
                  </a:moveTo>
                  <a:cubicBezTo>
                    <a:pt x="36" y="1"/>
                    <a:pt x="24" y="1"/>
                    <a:pt x="1" y="24"/>
                  </a:cubicBezTo>
                  <a:cubicBezTo>
                    <a:pt x="25" y="12"/>
                    <a:pt x="36" y="1"/>
                    <a:pt x="36" y="1"/>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43"/>
            <p:cNvSpPr/>
            <p:nvPr/>
          </p:nvSpPr>
          <p:spPr>
            <a:xfrm>
              <a:off x="4315700" y="1602050"/>
              <a:ext cx="59850" cy="54625"/>
            </a:xfrm>
            <a:custGeom>
              <a:avLst/>
              <a:gdLst/>
              <a:ahLst/>
              <a:cxnLst/>
              <a:rect l="l" t="t" r="r" b="b"/>
              <a:pathLst>
                <a:path w="2394" h="2185" extrusionOk="0">
                  <a:moveTo>
                    <a:pt x="581" y="0"/>
                  </a:moveTo>
                  <a:cubicBezTo>
                    <a:pt x="441" y="0"/>
                    <a:pt x="331" y="69"/>
                    <a:pt x="239" y="170"/>
                  </a:cubicBezTo>
                  <a:cubicBezTo>
                    <a:pt x="1" y="432"/>
                    <a:pt x="96" y="932"/>
                    <a:pt x="537" y="1444"/>
                  </a:cubicBezTo>
                  <a:cubicBezTo>
                    <a:pt x="939" y="1919"/>
                    <a:pt x="1264" y="2184"/>
                    <a:pt x="1544" y="2184"/>
                  </a:cubicBezTo>
                  <a:cubicBezTo>
                    <a:pt x="1629" y="2184"/>
                    <a:pt x="1709" y="2160"/>
                    <a:pt x="1787" y="2110"/>
                  </a:cubicBezTo>
                  <a:cubicBezTo>
                    <a:pt x="1787" y="2110"/>
                    <a:pt x="2394" y="1729"/>
                    <a:pt x="1632" y="789"/>
                  </a:cubicBezTo>
                  <a:cubicBezTo>
                    <a:pt x="1150" y="202"/>
                    <a:pt x="821" y="0"/>
                    <a:pt x="5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43"/>
            <p:cNvSpPr/>
            <p:nvPr/>
          </p:nvSpPr>
          <p:spPr>
            <a:xfrm>
              <a:off x="4229100" y="1655600"/>
              <a:ext cx="43225" cy="38550"/>
            </a:xfrm>
            <a:custGeom>
              <a:avLst/>
              <a:gdLst/>
              <a:ahLst/>
              <a:cxnLst/>
              <a:rect l="l" t="t" r="r" b="b"/>
              <a:pathLst>
                <a:path w="1729" h="1542" extrusionOk="0">
                  <a:moveTo>
                    <a:pt x="647" y="0"/>
                  </a:moveTo>
                  <a:cubicBezTo>
                    <a:pt x="500" y="0"/>
                    <a:pt x="170" y="101"/>
                    <a:pt x="95" y="516"/>
                  </a:cubicBezTo>
                  <a:cubicBezTo>
                    <a:pt x="0" y="969"/>
                    <a:pt x="488" y="1397"/>
                    <a:pt x="488" y="1397"/>
                  </a:cubicBezTo>
                  <a:cubicBezTo>
                    <a:pt x="554" y="1499"/>
                    <a:pt x="630" y="1542"/>
                    <a:pt x="710" y="1542"/>
                  </a:cubicBezTo>
                  <a:cubicBezTo>
                    <a:pt x="1148" y="1542"/>
                    <a:pt x="1729" y="270"/>
                    <a:pt x="1688" y="270"/>
                  </a:cubicBezTo>
                  <a:lnTo>
                    <a:pt x="1688" y="270"/>
                  </a:lnTo>
                  <a:cubicBezTo>
                    <a:pt x="1686" y="270"/>
                    <a:pt x="1683" y="273"/>
                    <a:pt x="1679" y="278"/>
                  </a:cubicBezTo>
                  <a:cubicBezTo>
                    <a:pt x="1596" y="377"/>
                    <a:pt x="1508" y="481"/>
                    <a:pt x="1368" y="481"/>
                  </a:cubicBezTo>
                  <a:cubicBezTo>
                    <a:pt x="1305" y="481"/>
                    <a:pt x="1231" y="460"/>
                    <a:pt x="1143" y="409"/>
                  </a:cubicBezTo>
                  <a:cubicBezTo>
                    <a:pt x="869" y="230"/>
                    <a:pt x="810" y="40"/>
                    <a:pt x="691" y="4"/>
                  </a:cubicBezTo>
                  <a:cubicBezTo>
                    <a:pt x="679" y="2"/>
                    <a:pt x="664" y="0"/>
                    <a:pt x="647" y="0"/>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43"/>
            <p:cNvSpPr/>
            <p:nvPr/>
          </p:nvSpPr>
          <p:spPr>
            <a:xfrm>
              <a:off x="4229100" y="1591400"/>
              <a:ext cx="63425" cy="99450"/>
            </a:xfrm>
            <a:custGeom>
              <a:avLst/>
              <a:gdLst/>
              <a:ahLst/>
              <a:cxnLst/>
              <a:rect l="l" t="t" r="r" b="b"/>
              <a:pathLst>
                <a:path w="2537" h="3978" extrusionOk="0">
                  <a:moveTo>
                    <a:pt x="2500" y="0"/>
                  </a:moveTo>
                  <a:cubicBezTo>
                    <a:pt x="2477" y="0"/>
                    <a:pt x="2453" y="12"/>
                    <a:pt x="2453" y="36"/>
                  </a:cubicBezTo>
                  <a:cubicBezTo>
                    <a:pt x="2286" y="762"/>
                    <a:pt x="1810" y="2715"/>
                    <a:pt x="1595" y="2894"/>
                  </a:cubicBezTo>
                  <a:cubicBezTo>
                    <a:pt x="1537" y="2944"/>
                    <a:pt x="1472" y="2969"/>
                    <a:pt x="1401" y="2969"/>
                  </a:cubicBezTo>
                  <a:cubicBezTo>
                    <a:pt x="1254" y="2969"/>
                    <a:pt x="1081" y="2864"/>
                    <a:pt x="881" y="2655"/>
                  </a:cubicBezTo>
                  <a:cubicBezTo>
                    <a:pt x="869" y="2644"/>
                    <a:pt x="869" y="2644"/>
                    <a:pt x="857" y="2632"/>
                  </a:cubicBezTo>
                  <a:cubicBezTo>
                    <a:pt x="765" y="2540"/>
                    <a:pt x="663" y="2492"/>
                    <a:pt x="561" y="2492"/>
                  </a:cubicBezTo>
                  <a:cubicBezTo>
                    <a:pt x="505" y="2492"/>
                    <a:pt x="448" y="2507"/>
                    <a:pt x="393" y="2536"/>
                  </a:cubicBezTo>
                  <a:cubicBezTo>
                    <a:pt x="167" y="2655"/>
                    <a:pt x="0" y="3025"/>
                    <a:pt x="60" y="3322"/>
                  </a:cubicBezTo>
                  <a:cubicBezTo>
                    <a:pt x="119" y="3691"/>
                    <a:pt x="417" y="3953"/>
                    <a:pt x="429" y="3965"/>
                  </a:cubicBezTo>
                  <a:cubicBezTo>
                    <a:pt x="429" y="3965"/>
                    <a:pt x="441" y="3977"/>
                    <a:pt x="441" y="3977"/>
                  </a:cubicBezTo>
                  <a:cubicBezTo>
                    <a:pt x="452" y="3977"/>
                    <a:pt x="476" y="3977"/>
                    <a:pt x="488" y="3965"/>
                  </a:cubicBezTo>
                  <a:cubicBezTo>
                    <a:pt x="500" y="3941"/>
                    <a:pt x="500" y="3918"/>
                    <a:pt x="488" y="3894"/>
                  </a:cubicBezTo>
                  <a:cubicBezTo>
                    <a:pt x="476" y="3894"/>
                    <a:pt x="202" y="3644"/>
                    <a:pt x="143" y="3310"/>
                  </a:cubicBezTo>
                  <a:cubicBezTo>
                    <a:pt x="95" y="3048"/>
                    <a:pt x="238" y="2715"/>
                    <a:pt x="429" y="2608"/>
                  </a:cubicBezTo>
                  <a:cubicBezTo>
                    <a:pt x="470" y="2587"/>
                    <a:pt x="513" y="2576"/>
                    <a:pt x="556" y="2576"/>
                  </a:cubicBezTo>
                  <a:cubicBezTo>
                    <a:pt x="638" y="2576"/>
                    <a:pt x="720" y="2614"/>
                    <a:pt x="798" y="2691"/>
                  </a:cubicBezTo>
                  <a:lnTo>
                    <a:pt x="822" y="2715"/>
                  </a:lnTo>
                  <a:cubicBezTo>
                    <a:pt x="1067" y="2975"/>
                    <a:pt x="1259" y="3061"/>
                    <a:pt x="1407" y="3061"/>
                  </a:cubicBezTo>
                  <a:cubicBezTo>
                    <a:pt x="1510" y="3061"/>
                    <a:pt x="1591" y="3019"/>
                    <a:pt x="1655" y="2965"/>
                  </a:cubicBezTo>
                  <a:cubicBezTo>
                    <a:pt x="1929" y="2715"/>
                    <a:pt x="2465" y="322"/>
                    <a:pt x="2536" y="48"/>
                  </a:cubicBezTo>
                  <a:cubicBezTo>
                    <a:pt x="2536" y="36"/>
                    <a:pt x="2524" y="12"/>
                    <a:pt x="2500" y="0"/>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43"/>
            <p:cNvSpPr/>
            <p:nvPr/>
          </p:nvSpPr>
          <p:spPr>
            <a:xfrm>
              <a:off x="4240400" y="1724925"/>
              <a:ext cx="37825" cy="12950"/>
            </a:xfrm>
            <a:custGeom>
              <a:avLst/>
              <a:gdLst/>
              <a:ahLst/>
              <a:cxnLst/>
              <a:rect l="l" t="t" r="r" b="b"/>
              <a:pathLst>
                <a:path w="1513" h="518" extrusionOk="0">
                  <a:moveTo>
                    <a:pt x="457" y="0"/>
                  </a:moveTo>
                  <a:cubicBezTo>
                    <a:pt x="323" y="0"/>
                    <a:pt x="185" y="9"/>
                    <a:pt x="48" y="29"/>
                  </a:cubicBezTo>
                  <a:cubicBezTo>
                    <a:pt x="48" y="29"/>
                    <a:pt x="0" y="184"/>
                    <a:pt x="12" y="374"/>
                  </a:cubicBezTo>
                  <a:cubicBezTo>
                    <a:pt x="134" y="359"/>
                    <a:pt x="252" y="353"/>
                    <a:pt x="365" y="353"/>
                  </a:cubicBezTo>
                  <a:cubicBezTo>
                    <a:pt x="783" y="353"/>
                    <a:pt x="1135" y="442"/>
                    <a:pt x="1370" y="517"/>
                  </a:cubicBezTo>
                  <a:cubicBezTo>
                    <a:pt x="1465" y="327"/>
                    <a:pt x="1513" y="148"/>
                    <a:pt x="1513" y="148"/>
                  </a:cubicBezTo>
                  <a:cubicBezTo>
                    <a:pt x="1513" y="148"/>
                    <a:pt x="1022" y="0"/>
                    <a:pt x="4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43"/>
            <p:cNvSpPr/>
            <p:nvPr/>
          </p:nvSpPr>
          <p:spPr>
            <a:xfrm>
              <a:off x="4240700" y="1733725"/>
              <a:ext cx="33950" cy="17375"/>
            </a:xfrm>
            <a:custGeom>
              <a:avLst/>
              <a:gdLst/>
              <a:ahLst/>
              <a:cxnLst/>
              <a:rect l="l" t="t" r="r" b="b"/>
              <a:pathLst>
                <a:path w="1358" h="695" extrusionOk="0">
                  <a:moveTo>
                    <a:pt x="353" y="1"/>
                  </a:moveTo>
                  <a:cubicBezTo>
                    <a:pt x="240" y="1"/>
                    <a:pt x="122" y="7"/>
                    <a:pt x="0" y="22"/>
                  </a:cubicBezTo>
                  <a:cubicBezTo>
                    <a:pt x="24" y="296"/>
                    <a:pt x="143" y="641"/>
                    <a:pt x="619" y="689"/>
                  </a:cubicBezTo>
                  <a:cubicBezTo>
                    <a:pt x="647" y="693"/>
                    <a:pt x="673" y="694"/>
                    <a:pt x="699" y="694"/>
                  </a:cubicBezTo>
                  <a:cubicBezTo>
                    <a:pt x="1034" y="694"/>
                    <a:pt x="1247" y="419"/>
                    <a:pt x="1358" y="165"/>
                  </a:cubicBezTo>
                  <a:cubicBezTo>
                    <a:pt x="1123" y="90"/>
                    <a:pt x="771" y="1"/>
                    <a:pt x="35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43"/>
            <p:cNvSpPr/>
            <p:nvPr/>
          </p:nvSpPr>
          <p:spPr>
            <a:xfrm>
              <a:off x="4378500" y="1704175"/>
              <a:ext cx="85550" cy="82875"/>
            </a:xfrm>
            <a:custGeom>
              <a:avLst/>
              <a:gdLst/>
              <a:ahLst/>
              <a:cxnLst/>
              <a:rect l="l" t="t" r="r" b="b"/>
              <a:pathLst>
                <a:path w="3422" h="3315" extrusionOk="0">
                  <a:moveTo>
                    <a:pt x="1350" y="0"/>
                  </a:moveTo>
                  <a:cubicBezTo>
                    <a:pt x="1302" y="0"/>
                    <a:pt x="1275" y="2"/>
                    <a:pt x="1275" y="2"/>
                  </a:cubicBezTo>
                  <a:lnTo>
                    <a:pt x="1" y="1990"/>
                  </a:lnTo>
                  <a:cubicBezTo>
                    <a:pt x="154" y="2787"/>
                    <a:pt x="849" y="3314"/>
                    <a:pt x="1541" y="3314"/>
                  </a:cubicBezTo>
                  <a:cubicBezTo>
                    <a:pt x="2142" y="3314"/>
                    <a:pt x="2740" y="2917"/>
                    <a:pt x="2978" y="1954"/>
                  </a:cubicBezTo>
                  <a:cubicBezTo>
                    <a:pt x="3422" y="104"/>
                    <a:pt x="1733" y="0"/>
                    <a:pt x="1350" y="0"/>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43"/>
            <p:cNvSpPr/>
            <p:nvPr/>
          </p:nvSpPr>
          <p:spPr>
            <a:xfrm>
              <a:off x="4388025" y="1720625"/>
              <a:ext cx="56300" cy="39275"/>
            </a:xfrm>
            <a:custGeom>
              <a:avLst/>
              <a:gdLst/>
              <a:ahLst/>
              <a:cxnLst/>
              <a:rect l="l" t="t" r="r" b="b"/>
              <a:pathLst>
                <a:path w="2252" h="1571" extrusionOk="0">
                  <a:moveTo>
                    <a:pt x="1255" y="0"/>
                  </a:moveTo>
                  <a:cubicBezTo>
                    <a:pt x="1141" y="0"/>
                    <a:pt x="1020" y="19"/>
                    <a:pt x="894" y="58"/>
                  </a:cubicBezTo>
                  <a:cubicBezTo>
                    <a:pt x="1" y="332"/>
                    <a:pt x="156" y="1523"/>
                    <a:pt x="156" y="1535"/>
                  </a:cubicBezTo>
                  <a:cubicBezTo>
                    <a:pt x="156" y="1546"/>
                    <a:pt x="168" y="1558"/>
                    <a:pt x="191" y="1570"/>
                  </a:cubicBezTo>
                  <a:lnTo>
                    <a:pt x="203" y="1570"/>
                  </a:lnTo>
                  <a:cubicBezTo>
                    <a:pt x="227" y="1558"/>
                    <a:pt x="239" y="1546"/>
                    <a:pt x="239" y="1523"/>
                  </a:cubicBezTo>
                  <a:cubicBezTo>
                    <a:pt x="239" y="1511"/>
                    <a:pt x="96" y="392"/>
                    <a:pt x="918" y="142"/>
                  </a:cubicBezTo>
                  <a:cubicBezTo>
                    <a:pt x="1039" y="106"/>
                    <a:pt x="1157" y="88"/>
                    <a:pt x="1268" y="88"/>
                  </a:cubicBezTo>
                  <a:cubicBezTo>
                    <a:pt x="1418" y="88"/>
                    <a:pt x="1557" y="121"/>
                    <a:pt x="1680" y="189"/>
                  </a:cubicBezTo>
                  <a:cubicBezTo>
                    <a:pt x="2049" y="392"/>
                    <a:pt x="2168" y="844"/>
                    <a:pt x="2168" y="844"/>
                  </a:cubicBezTo>
                  <a:cubicBezTo>
                    <a:pt x="2180" y="868"/>
                    <a:pt x="2204" y="880"/>
                    <a:pt x="2216" y="880"/>
                  </a:cubicBezTo>
                  <a:cubicBezTo>
                    <a:pt x="2239" y="868"/>
                    <a:pt x="2251" y="844"/>
                    <a:pt x="2251" y="820"/>
                  </a:cubicBezTo>
                  <a:cubicBezTo>
                    <a:pt x="2239" y="808"/>
                    <a:pt x="2120" y="332"/>
                    <a:pt x="1715" y="118"/>
                  </a:cubicBezTo>
                  <a:cubicBezTo>
                    <a:pt x="1575" y="40"/>
                    <a:pt x="1421" y="0"/>
                    <a:pt x="1255" y="0"/>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43"/>
            <p:cNvSpPr/>
            <p:nvPr/>
          </p:nvSpPr>
          <p:spPr>
            <a:xfrm>
              <a:off x="4394275" y="1734150"/>
              <a:ext cx="31300" cy="13250"/>
            </a:xfrm>
            <a:custGeom>
              <a:avLst/>
              <a:gdLst/>
              <a:ahLst/>
              <a:cxnLst/>
              <a:rect l="l" t="t" r="r" b="b"/>
              <a:pathLst>
                <a:path w="1252" h="530" extrusionOk="0">
                  <a:moveTo>
                    <a:pt x="406" y="1"/>
                  </a:moveTo>
                  <a:cubicBezTo>
                    <a:pt x="286" y="1"/>
                    <a:pt x="158" y="29"/>
                    <a:pt x="25" y="101"/>
                  </a:cubicBezTo>
                  <a:cubicBezTo>
                    <a:pt x="13" y="113"/>
                    <a:pt x="1" y="136"/>
                    <a:pt x="13" y="160"/>
                  </a:cubicBezTo>
                  <a:cubicBezTo>
                    <a:pt x="22" y="178"/>
                    <a:pt x="37" y="189"/>
                    <a:pt x="54" y="189"/>
                  </a:cubicBezTo>
                  <a:cubicBezTo>
                    <a:pt x="60" y="189"/>
                    <a:pt x="66" y="187"/>
                    <a:pt x="72" y="184"/>
                  </a:cubicBezTo>
                  <a:cubicBezTo>
                    <a:pt x="191" y="120"/>
                    <a:pt x="306" y="94"/>
                    <a:pt x="413" y="94"/>
                  </a:cubicBezTo>
                  <a:cubicBezTo>
                    <a:pt x="844" y="94"/>
                    <a:pt x="1158" y="508"/>
                    <a:pt x="1168" y="517"/>
                  </a:cubicBezTo>
                  <a:cubicBezTo>
                    <a:pt x="1168" y="517"/>
                    <a:pt x="1180" y="529"/>
                    <a:pt x="1192" y="529"/>
                  </a:cubicBezTo>
                  <a:cubicBezTo>
                    <a:pt x="1204" y="529"/>
                    <a:pt x="1215" y="529"/>
                    <a:pt x="1227" y="517"/>
                  </a:cubicBezTo>
                  <a:cubicBezTo>
                    <a:pt x="1239" y="505"/>
                    <a:pt x="1251" y="482"/>
                    <a:pt x="1239" y="458"/>
                  </a:cubicBezTo>
                  <a:cubicBezTo>
                    <a:pt x="1230" y="458"/>
                    <a:pt x="885" y="1"/>
                    <a:pt x="406" y="1"/>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43"/>
            <p:cNvSpPr/>
            <p:nvPr/>
          </p:nvSpPr>
          <p:spPr>
            <a:xfrm>
              <a:off x="4299625" y="1671125"/>
              <a:ext cx="25925" cy="25450"/>
            </a:xfrm>
            <a:custGeom>
              <a:avLst/>
              <a:gdLst/>
              <a:ahLst/>
              <a:cxnLst/>
              <a:rect l="l" t="t" r="r" b="b"/>
              <a:pathLst>
                <a:path w="1037" h="1018" extrusionOk="0">
                  <a:moveTo>
                    <a:pt x="601" y="0"/>
                  </a:moveTo>
                  <a:cubicBezTo>
                    <a:pt x="421" y="0"/>
                    <a:pt x="232" y="124"/>
                    <a:pt x="132" y="324"/>
                  </a:cubicBezTo>
                  <a:cubicBezTo>
                    <a:pt x="1" y="586"/>
                    <a:pt x="72" y="883"/>
                    <a:pt x="287" y="979"/>
                  </a:cubicBezTo>
                  <a:cubicBezTo>
                    <a:pt x="340" y="1005"/>
                    <a:pt x="397" y="1018"/>
                    <a:pt x="456" y="1018"/>
                  </a:cubicBezTo>
                  <a:cubicBezTo>
                    <a:pt x="633" y="1018"/>
                    <a:pt x="819" y="902"/>
                    <a:pt x="918" y="705"/>
                  </a:cubicBezTo>
                  <a:cubicBezTo>
                    <a:pt x="1037" y="443"/>
                    <a:pt x="977" y="145"/>
                    <a:pt x="763" y="38"/>
                  </a:cubicBezTo>
                  <a:cubicBezTo>
                    <a:pt x="712" y="12"/>
                    <a:pt x="657" y="0"/>
                    <a:pt x="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43"/>
            <p:cNvSpPr/>
            <p:nvPr/>
          </p:nvSpPr>
          <p:spPr>
            <a:xfrm>
              <a:off x="4530325" y="1514625"/>
              <a:ext cx="42575" cy="59225"/>
            </a:xfrm>
            <a:custGeom>
              <a:avLst/>
              <a:gdLst/>
              <a:ahLst/>
              <a:cxnLst/>
              <a:rect l="l" t="t" r="r" b="b"/>
              <a:pathLst>
                <a:path w="1703" h="2369" extrusionOk="0">
                  <a:moveTo>
                    <a:pt x="764" y="1"/>
                  </a:moveTo>
                  <a:cubicBezTo>
                    <a:pt x="354" y="1"/>
                    <a:pt x="0" y="2024"/>
                    <a:pt x="0" y="2024"/>
                  </a:cubicBezTo>
                  <a:lnTo>
                    <a:pt x="572" y="2369"/>
                  </a:lnTo>
                  <a:cubicBezTo>
                    <a:pt x="572" y="2369"/>
                    <a:pt x="1703" y="1762"/>
                    <a:pt x="1679" y="1035"/>
                  </a:cubicBezTo>
                  <a:cubicBezTo>
                    <a:pt x="1672" y="889"/>
                    <a:pt x="1621" y="830"/>
                    <a:pt x="1545" y="830"/>
                  </a:cubicBezTo>
                  <a:cubicBezTo>
                    <a:pt x="1238" y="830"/>
                    <a:pt x="512" y="1786"/>
                    <a:pt x="512" y="1786"/>
                  </a:cubicBezTo>
                  <a:cubicBezTo>
                    <a:pt x="512" y="1786"/>
                    <a:pt x="1310" y="464"/>
                    <a:pt x="869" y="47"/>
                  </a:cubicBezTo>
                  <a:cubicBezTo>
                    <a:pt x="834" y="15"/>
                    <a:pt x="799" y="1"/>
                    <a:pt x="7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43"/>
            <p:cNvSpPr/>
            <p:nvPr/>
          </p:nvSpPr>
          <p:spPr>
            <a:xfrm>
              <a:off x="4221050" y="1874300"/>
              <a:ext cx="211350" cy="186225"/>
            </a:xfrm>
            <a:custGeom>
              <a:avLst/>
              <a:gdLst/>
              <a:ahLst/>
              <a:cxnLst/>
              <a:rect l="l" t="t" r="r" b="b"/>
              <a:pathLst>
                <a:path w="8454" h="7449" extrusionOk="0">
                  <a:moveTo>
                    <a:pt x="4735" y="1"/>
                  </a:moveTo>
                  <a:cubicBezTo>
                    <a:pt x="4336" y="1"/>
                    <a:pt x="4049" y="43"/>
                    <a:pt x="4049" y="43"/>
                  </a:cubicBezTo>
                  <a:cubicBezTo>
                    <a:pt x="2096" y="745"/>
                    <a:pt x="1" y="3877"/>
                    <a:pt x="1" y="3889"/>
                  </a:cubicBezTo>
                  <a:cubicBezTo>
                    <a:pt x="703" y="5639"/>
                    <a:pt x="3572" y="7449"/>
                    <a:pt x="3572" y="7449"/>
                  </a:cubicBezTo>
                  <a:cubicBezTo>
                    <a:pt x="5180" y="6651"/>
                    <a:pt x="8454" y="4329"/>
                    <a:pt x="6978" y="984"/>
                  </a:cubicBezTo>
                  <a:cubicBezTo>
                    <a:pt x="6606" y="147"/>
                    <a:pt x="5478" y="1"/>
                    <a:pt x="473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43"/>
            <p:cNvSpPr/>
            <p:nvPr/>
          </p:nvSpPr>
          <p:spPr>
            <a:xfrm>
              <a:off x="4010600" y="1808625"/>
              <a:ext cx="70675" cy="85875"/>
            </a:xfrm>
            <a:custGeom>
              <a:avLst/>
              <a:gdLst/>
              <a:ahLst/>
              <a:cxnLst/>
              <a:rect l="l" t="t" r="r" b="b"/>
              <a:pathLst>
                <a:path w="2827" h="3435" extrusionOk="0">
                  <a:moveTo>
                    <a:pt x="1030" y="1"/>
                  </a:moveTo>
                  <a:cubicBezTo>
                    <a:pt x="676" y="1"/>
                    <a:pt x="403" y="798"/>
                    <a:pt x="310" y="1122"/>
                  </a:cubicBezTo>
                  <a:cubicBezTo>
                    <a:pt x="310" y="1134"/>
                    <a:pt x="298" y="1134"/>
                    <a:pt x="298" y="1134"/>
                  </a:cubicBezTo>
                  <a:cubicBezTo>
                    <a:pt x="1" y="1396"/>
                    <a:pt x="453" y="3408"/>
                    <a:pt x="1120" y="3432"/>
                  </a:cubicBezTo>
                  <a:cubicBezTo>
                    <a:pt x="1174" y="3434"/>
                    <a:pt x="1227" y="3435"/>
                    <a:pt x="1280" y="3435"/>
                  </a:cubicBezTo>
                  <a:cubicBezTo>
                    <a:pt x="1888" y="3435"/>
                    <a:pt x="2384" y="3312"/>
                    <a:pt x="2406" y="3158"/>
                  </a:cubicBezTo>
                  <a:cubicBezTo>
                    <a:pt x="2442" y="2837"/>
                    <a:pt x="1453" y="2682"/>
                    <a:pt x="1453" y="2682"/>
                  </a:cubicBezTo>
                  <a:lnTo>
                    <a:pt x="1453" y="2682"/>
                  </a:lnTo>
                  <a:cubicBezTo>
                    <a:pt x="1453" y="2682"/>
                    <a:pt x="1553" y="2686"/>
                    <a:pt x="1696" y="2686"/>
                  </a:cubicBezTo>
                  <a:cubicBezTo>
                    <a:pt x="2070" y="2686"/>
                    <a:pt x="2746" y="2655"/>
                    <a:pt x="2763" y="2432"/>
                  </a:cubicBezTo>
                  <a:cubicBezTo>
                    <a:pt x="2787" y="2134"/>
                    <a:pt x="1430" y="2134"/>
                    <a:pt x="1430" y="2134"/>
                  </a:cubicBezTo>
                  <a:cubicBezTo>
                    <a:pt x="1430" y="2134"/>
                    <a:pt x="2763" y="2015"/>
                    <a:pt x="2811" y="1717"/>
                  </a:cubicBezTo>
                  <a:cubicBezTo>
                    <a:pt x="2826" y="1502"/>
                    <a:pt x="2571" y="1442"/>
                    <a:pt x="2281" y="1442"/>
                  </a:cubicBezTo>
                  <a:cubicBezTo>
                    <a:pt x="1913" y="1442"/>
                    <a:pt x="1489" y="1539"/>
                    <a:pt x="1489" y="1539"/>
                  </a:cubicBezTo>
                  <a:cubicBezTo>
                    <a:pt x="1489" y="1539"/>
                    <a:pt x="2418" y="1122"/>
                    <a:pt x="2358" y="777"/>
                  </a:cubicBezTo>
                  <a:cubicBezTo>
                    <a:pt x="2336" y="675"/>
                    <a:pt x="2183" y="632"/>
                    <a:pt x="1970" y="632"/>
                  </a:cubicBezTo>
                  <a:cubicBezTo>
                    <a:pt x="1735" y="632"/>
                    <a:pt x="1425" y="684"/>
                    <a:pt x="1132" y="765"/>
                  </a:cubicBezTo>
                  <a:cubicBezTo>
                    <a:pt x="1239" y="432"/>
                    <a:pt x="1322" y="39"/>
                    <a:pt x="1060" y="3"/>
                  </a:cubicBezTo>
                  <a:cubicBezTo>
                    <a:pt x="1050" y="2"/>
                    <a:pt x="1040" y="1"/>
                    <a:pt x="1030" y="1"/>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7" name="Google Shape;1087;p43"/>
          <p:cNvGrpSpPr/>
          <p:nvPr/>
        </p:nvGrpSpPr>
        <p:grpSpPr>
          <a:xfrm>
            <a:off x="8059489" y="4014524"/>
            <a:ext cx="1193736" cy="1179160"/>
            <a:chOff x="-2708900" y="3174350"/>
            <a:chExt cx="350100" cy="345825"/>
          </a:xfrm>
        </p:grpSpPr>
        <p:sp>
          <p:nvSpPr>
            <p:cNvPr id="1088" name="Google Shape;1088;p43"/>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43"/>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43"/>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43"/>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43"/>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43"/>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4" name="Google Shape;1094;p43"/>
          <p:cNvGrpSpPr/>
          <p:nvPr/>
        </p:nvGrpSpPr>
        <p:grpSpPr>
          <a:xfrm>
            <a:off x="5956040" y="3366405"/>
            <a:ext cx="656087" cy="648111"/>
            <a:chOff x="5624415" y="3404280"/>
            <a:chExt cx="656087" cy="648111"/>
          </a:xfrm>
        </p:grpSpPr>
        <p:grpSp>
          <p:nvGrpSpPr>
            <p:cNvPr id="1095" name="Google Shape;1095;p43"/>
            <p:cNvGrpSpPr/>
            <p:nvPr/>
          </p:nvGrpSpPr>
          <p:grpSpPr>
            <a:xfrm flipH="1">
              <a:off x="5624415" y="3404280"/>
              <a:ext cx="656087" cy="648111"/>
              <a:chOff x="-2708900" y="3174350"/>
              <a:chExt cx="350100" cy="345825"/>
            </a:xfrm>
          </p:grpSpPr>
          <p:sp>
            <p:nvSpPr>
              <p:cNvPr id="1096" name="Google Shape;1096;p43"/>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43"/>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43"/>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43"/>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43"/>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43"/>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102" name="Google Shape;1102;p43"/>
            <p:cNvCxnSpPr/>
            <p:nvPr/>
          </p:nvCxnSpPr>
          <p:spPr>
            <a:xfrm>
              <a:off x="5679725" y="4047784"/>
              <a:ext cx="507900" cy="0"/>
            </a:xfrm>
            <a:prstGeom prst="straightConnector1">
              <a:avLst/>
            </a:prstGeom>
            <a:noFill/>
            <a:ln w="9525" cap="flat" cmpd="sng">
              <a:solidFill>
                <a:schemeClr val="dk1"/>
              </a:solidFill>
              <a:prstDash val="solid"/>
              <a:round/>
              <a:headEnd type="none" w="med" len="med"/>
              <a:tailEnd type="none" w="med" len="med"/>
            </a:ln>
          </p:spPr>
        </p:cxnSp>
      </p:grpSp>
      <p:sp>
        <p:nvSpPr>
          <p:cNvPr id="1103" name="Google Shape;1103;p43"/>
          <p:cNvSpPr/>
          <p:nvPr/>
        </p:nvSpPr>
        <p:spPr>
          <a:xfrm rot="3372310">
            <a:off x="7683901" y="1025359"/>
            <a:ext cx="448776" cy="457272"/>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43"/>
          <p:cNvSpPr/>
          <p:nvPr/>
        </p:nvSpPr>
        <p:spPr>
          <a:xfrm rot="-331105">
            <a:off x="7205784" y="1304289"/>
            <a:ext cx="279032" cy="284311"/>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5" name="Google Shape;1105;p43"/>
          <p:cNvGrpSpPr/>
          <p:nvPr/>
        </p:nvGrpSpPr>
        <p:grpSpPr>
          <a:xfrm>
            <a:off x="268075" y="2457449"/>
            <a:ext cx="1559508" cy="1417699"/>
            <a:chOff x="6494019" y="-137261"/>
            <a:chExt cx="2116596" cy="1924130"/>
          </a:xfrm>
        </p:grpSpPr>
        <p:sp>
          <p:nvSpPr>
            <p:cNvPr id="1106" name="Google Shape;1106;p43"/>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43"/>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08" name="Google Shape;1108;p43"/>
          <p:cNvSpPr/>
          <p:nvPr/>
        </p:nvSpPr>
        <p:spPr>
          <a:xfrm>
            <a:off x="2720225" y="3875138"/>
            <a:ext cx="280153" cy="300952"/>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43"/>
          <p:cNvSpPr/>
          <p:nvPr/>
        </p:nvSpPr>
        <p:spPr>
          <a:xfrm>
            <a:off x="6501650" y="491213"/>
            <a:ext cx="280153" cy="300952"/>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36964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grpSp>
        <p:nvGrpSpPr>
          <p:cNvPr id="1114" name="Google Shape;1114;p44"/>
          <p:cNvGrpSpPr/>
          <p:nvPr/>
        </p:nvGrpSpPr>
        <p:grpSpPr>
          <a:xfrm>
            <a:off x="765188" y="-189148"/>
            <a:ext cx="7425250" cy="5200500"/>
            <a:chOff x="684000" y="-310300"/>
            <a:chExt cx="7425250" cy="5200500"/>
          </a:xfrm>
        </p:grpSpPr>
        <p:sp>
          <p:nvSpPr>
            <p:cNvPr id="1115" name="Google Shape;1115;p44"/>
            <p:cNvSpPr/>
            <p:nvPr/>
          </p:nvSpPr>
          <p:spPr>
            <a:xfrm>
              <a:off x="2908750" y="-310300"/>
              <a:ext cx="5200500" cy="52005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4"/>
            <p:cNvSpPr/>
            <p:nvPr/>
          </p:nvSpPr>
          <p:spPr>
            <a:xfrm>
              <a:off x="684000" y="278550"/>
              <a:ext cx="4233300" cy="4233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7" name="Google Shape;1117;p44"/>
          <p:cNvSpPr txBox="1">
            <a:spLocks noGrp="1"/>
          </p:cNvSpPr>
          <p:nvPr>
            <p:ph type="title"/>
          </p:nvPr>
        </p:nvSpPr>
        <p:spPr>
          <a:xfrm>
            <a:off x="1054064" y="682654"/>
            <a:ext cx="7940921" cy="717144"/>
          </a:xfrm>
          <a:prstGeom prst="rect">
            <a:avLst/>
          </a:prstGeom>
        </p:spPr>
        <p:txBody>
          <a:bodyPr spcFirstLastPara="1" wrap="square" lIns="91425" tIns="91425" rIns="91425" bIns="91425" anchor="t" anchorCtr="0">
            <a:noAutofit/>
          </a:bodyPr>
          <a:lstStyle/>
          <a:p>
            <a:pPr algn="ctr"/>
            <a:r>
              <a:rPr lang="en-GB" dirty="0"/>
              <a:t>Offer Diverse and Relevant Events</a:t>
            </a:r>
            <a:endParaRPr dirty="0"/>
          </a:p>
        </p:txBody>
      </p:sp>
      <p:sp>
        <p:nvSpPr>
          <p:cNvPr id="1118" name="Google Shape;1118;p44"/>
          <p:cNvSpPr txBox="1">
            <a:spLocks noGrp="1"/>
          </p:cNvSpPr>
          <p:nvPr>
            <p:ph type="body" idx="1"/>
          </p:nvPr>
        </p:nvSpPr>
        <p:spPr>
          <a:xfrm>
            <a:off x="1715717" y="1370207"/>
            <a:ext cx="5901334" cy="3192845"/>
          </a:xfrm>
          <a:prstGeom prst="rect">
            <a:avLst/>
          </a:prstGeom>
        </p:spPr>
        <p:txBody>
          <a:bodyPr spcFirstLastPara="1" wrap="square" lIns="91425" tIns="91425" rIns="91425" bIns="91425" anchor="t" anchorCtr="0">
            <a:noAutofit/>
          </a:bodyPr>
          <a:lstStyle/>
          <a:p>
            <a:pPr marL="165100" indent="0">
              <a:buNone/>
            </a:pPr>
            <a:r>
              <a:rPr lang="en-GB" b="1" dirty="0"/>
              <a:t>Wide Range of Topics:</a:t>
            </a:r>
            <a:endParaRPr lang="en-GB" dirty="0"/>
          </a:p>
          <a:p>
            <a:r>
              <a:rPr lang="en-GB" b="1" dirty="0"/>
              <a:t>Health and Wellness:</a:t>
            </a:r>
            <a:r>
              <a:rPr lang="en-GB" dirty="0"/>
              <a:t> Yoga, meditation, nutrition, and fitness classes.</a:t>
            </a:r>
          </a:p>
          <a:p>
            <a:r>
              <a:rPr lang="en-GB" b="1" dirty="0"/>
              <a:t>Technology Tutorials:</a:t>
            </a:r>
            <a:r>
              <a:rPr lang="en-GB" dirty="0"/>
              <a:t> How to use smartphones, social media, and internet safety.</a:t>
            </a:r>
          </a:p>
          <a:p>
            <a:r>
              <a:rPr lang="en-GB" b="1" dirty="0"/>
              <a:t>Hobbies and Crafts:</a:t>
            </a:r>
            <a:r>
              <a:rPr lang="en-GB" dirty="0"/>
              <a:t> Knitting, painting, gardening, and other creative activities.</a:t>
            </a:r>
          </a:p>
          <a:p>
            <a:r>
              <a:rPr lang="en-GB" b="1" dirty="0"/>
              <a:t>Intergenerational Activities:</a:t>
            </a:r>
            <a:r>
              <a:rPr lang="en-GB" dirty="0"/>
              <a:t> Events that involve grandchildren, such as storytelling, cooking classes, or virtual game nights.</a:t>
            </a:r>
          </a:p>
          <a:p>
            <a:pPr marL="165100" indent="0">
              <a:buNone/>
            </a:pPr>
            <a:endParaRPr lang="en-GB" dirty="0"/>
          </a:p>
        </p:txBody>
      </p:sp>
      <p:sp>
        <p:nvSpPr>
          <p:cNvPr id="1119" name="Google Shape;1119;p44"/>
          <p:cNvSpPr/>
          <p:nvPr/>
        </p:nvSpPr>
        <p:spPr>
          <a:xfrm>
            <a:off x="765188" y="3898850"/>
            <a:ext cx="231195" cy="248348"/>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4"/>
          <p:cNvSpPr/>
          <p:nvPr/>
        </p:nvSpPr>
        <p:spPr>
          <a:xfrm rot="1436664">
            <a:off x="8147896" y="1870741"/>
            <a:ext cx="235986" cy="240421"/>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4"/>
          <p:cNvSpPr/>
          <p:nvPr/>
        </p:nvSpPr>
        <p:spPr>
          <a:xfrm rot="3698333">
            <a:off x="1389461" y="4484400"/>
            <a:ext cx="295353" cy="30094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4"/>
          <p:cNvSpPr/>
          <p:nvPr/>
        </p:nvSpPr>
        <p:spPr>
          <a:xfrm>
            <a:off x="5874461" y="3962975"/>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4"/>
          <p:cNvSpPr/>
          <p:nvPr/>
        </p:nvSpPr>
        <p:spPr>
          <a:xfrm>
            <a:off x="6054210" y="-5190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4"/>
          <p:cNvSpPr/>
          <p:nvPr/>
        </p:nvSpPr>
        <p:spPr>
          <a:xfrm>
            <a:off x="1163725" y="253807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5" name="Google Shape;1125;p44"/>
          <p:cNvGrpSpPr/>
          <p:nvPr/>
        </p:nvGrpSpPr>
        <p:grpSpPr>
          <a:xfrm>
            <a:off x="7425021" y="2662257"/>
            <a:ext cx="1255142" cy="1141009"/>
            <a:chOff x="6494019" y="-137261"/>
            <a:chExt cx="2116596" cy="1924130"/>
          </a:xfrm>
        </p:grpSpPr>
        <p:sp>
          <p:nvSpPr>
            <p:cNvPr id="1126" name="Google Shape;1126;p44"/>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4"/>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1615846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grpSp>
        <p:nvGrpSpPr>
          <p:cNvPr id="1114" name="Google Shape;1114;p44"/>
          <p:cNvGrpSpPr/>
          <p:nvPr/>
        </p:nvGrpSpPr>
        <p:grpSpPr>
          <a:xfrm>
            <a:off x="765188" y="-189148"/>
            <a:ext cx="7425250" cy="5200500"/>
            <a:chOff x="684000" y="-310300"/>
            <a:chExt cx="7425250" cy="5200500"/>
          </a:xfrm>
        </p:grpSpPr>
        <p:sp>
          <p:nvSpPr>
            <p:cNvPr id="1115" name="Google Shape;1115;p44"/>
            <p:cNvSpPr/>
            <p:nvPr/>
          </p:nvSpPr>
          <p:spPr>
            <a:xfrm>
              <a:off x="2908750" y="-310300"/>
              <a:ext cx="5200500" cy="52005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4"/>
            <p:cNvSpPr/>
            <p:nvPr/>
          </p:nvSpPr>
          <p:spPr>
            <a:xfrm>
              <a:off x="684000" y="278550"/>
              <a:ext cx="4233300" cy="4233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7" name="Google Shape;1117;p44"/>
          <p:cNvSpPr txBox="1">
            <a:spLocks noGrp="1"/>
          </p:cNvSpPr>
          <p:nvPr>
            <p:ph type="title"/>
          </p:nvPr>
        </p:nvSpPr>
        <p:spPr>
          <a:xfrm>
            <a:off x="1054064" y="682654"/>
            <a:ext cx="7940921" cy="717144"/>
          </a:xfrm>
          <a:prstGeom prst="rect">
            <a:avLst/>
          </a:prstGeom>
        </p:spPr>
        <p:txBody>
          <a:bodyPr spcFirstLastPara="1" wrap="square" lIns="91425" tIns="91425" rIns="91425" bIns="91425" anchor="t" anchorCtr="0">
            <a:noAutofit/>
          </a:bodyPr>
          <a:lstStyle/>
          <a:p>
            <a:pPr algn="ctr"/>
            <a:r>
              <a:rPr lang="en-GB" dirty="0"/>
              <a:t>Engaging and Interactive Formats</a:t>
            </a:r>
            <a:endParaRPr dirty="0"/>
          </a:p>
        </p:txBody>
      </p:sp>
      <p:sp>
        <p:nvSpPr>
          <p:cNvPr id="1118" name="Google Shape;1118;p44"/>
          <p:cNvSpPr txBox="1">
            <a:spLocks noGrp="1"/>
          </p:cNvSpPr>
          <p:nvPr>
            <p:ph type="body" idx="1"/>
          </p:nvPr>
        </p:nvSpPr>
        <p:spPr>
          <a:xfrm>
            <a:off x="1715717" y="1370207"/>
            <a:ext cx="5901334" cy="3192845"/>
          </a:xfrm>
          <a:prstGeom prst="rect">
            <a:avLst/>
          </a:prstGeom>
        </p:spPr>
        <p:txBody>
          <a:bodyPr spcFirstLastPara="1" wrap="square" lIns="91425" tIns="91425" rIns="91425" bIns="91425" anchor="t" anchorCtr="0">
            <a:noAutofit/>
          </a:bodyPr>
          <a:lstStyle/>
          <a:p>
            <a:pPr marL="165100" indent="0">
              <a:buNone/>
            </a:pPr>
            <a:r>
              <a:rPr lang="en-GB" b="1" dirty="0"/>
              <a:t>Interactive Sessions:</a:t>
            </a:r>
            <a:endParaRPr lang="en-GB" dirty="0"/>
          </a:p>
          <a:p>
            <a:r>
              <a:rPr lang="en-GB" dirty="0"/>
              <a:t>Include Q&amp;A sessions, polls, live chats, and breakout rooms to keep participants engaged and involved.</a:t>
            </a:r>
          </a:p>
          <a:p>
            <a:pPr marL="165100" indent="0">
              <a:buNone/>
            </a:pPr>
            <a:r>
              <a:rPr lang="en-GB" b="1" dirty="0"/>
              <a:t>Hands-On Workshops:</a:t>
            </a:r>
            <a:endParaRPr lang="en-GB" dirty="0"/>
          </a:p>
          <a:p>
            <a:r>
              <a:rPr lang="en-GB" dirty="0"/>
              <a:t>Host workshops where participants can actively participate and follow along, such as cooking or craft sessions.</a:t>
            </a:r>
          </a:p>
          <a:p>
            <a:pPr marL="165100" indent="0">
              <a:buNone/>
            </a:pPr>
            <a:r>
              <a:rPr lang="en-GB" b="1" dirty="0"/>
              <a:t>Guest Speakers and Experts:</a:t>
            </a:r>
            <a:endParaRPr lang="en-GB" dirty="0"/>
          </a:p>
          <a:p>
            <a:r>
              <a:rPr lang="en-GB" dirty="0"/>
              <a:t>Invite renowned speakers and experts in relevant fields to lead events, providing valuable insights and attracting more participants.</a:t>
            </a:r>
          </a:p>
          <a:p>
            <a:pPr marL="165100" indent="0">
              <a:buNone/>
            </a:pPr>
            <a:endParaRPr lang="en-GB" dirty="0"/>
          </a:p>
        </p:txBody>
      </p:sp>
      <p:sp>
        <p:nvSpPr>
          <p:cNvPr id="1119" name="Google Shape;1119;p44"/>
          <p:cNvSpPr/>
          <p:nvPr/>
        </p:nvSpPr>
        <p:spPr>
          <a:xfrm>
            <a:off x="765188" y="3898850"/>
            <a:ext cx="231195" cy="248348"/>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4"/>
          <p:cNvSpPr/>
          <p:nvPr/>
        </p:nvSpPr>
        <p:spPr>
          <a:xfrm rot="1436664">
            <a:off x="8147896" y="1870741"/>
            <a:ext cx="235986" cy="240421"/>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4"/>
          <p:cNvSpPr/>
          <p:nvPr/>
        </p:nvSpPr>
        <p:spPr>
          <a:xfrm rot="3698333">
            <a:off x="1389461" y="4484400"/>
            <a:ext cx="295353" cy="30094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4"/>
          <p:cNvSpPr/>
          <p:nvPr/>
        </p:nvSpPr>
        <p:spPr>
          <a:xfrm>
            <a:off x="5874461" y="3962975"/>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4"/>
          <p:cNvSpPr/>
          <p:nvPr/>
        </p:nvSpPr>
        <p:spPr>
          <a:xfrm>
            <a:off x="6054210" y="-5190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4"/>
          <p:cNvSpPr/>
          <p:nvPr/>
        </p:nvSpPr>
        <p:spPr>
          <a:xfrm>
            <a:off x="1163725" y="253807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5" name="Google Shape;1125;p44"/>
          <p:cNvGrpSpPr/>
          <p:nvPr/>
        </p:nvGrpSpPr>
        <p:grpSpPr>
          <a:xfrm>
            <a:off x="7425021" y="2662257"/>
            <a:ext cx="1255142" cy="1141009"/>
            <a:chOff x="6494019" y="-137261"/>
            <a:chExt cx="2116596" cy="1924130"/>
          </a:xfrm>
        </p:grpSpPr>
        <p:sp>
          <p:nvSpPr>
            <p:cNvPr id="1126" name="Google Shape;1126;p44"/>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4"/>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3713950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grpSp>
        <p:nvGrpSpPr>
          <p:cNvPr id="1114" name="Google Shape;1114;p44"/>
          <p:cNvGrpSpPr/>
          <p:nvPr/>
        </p:nvGrpSpPr>
        <p:grpSpPr>
          <a:xfrm>
            <a:off x="765188" y="-189148"/>
            <a:ext cx="7425250" cy="5200500"/>
            <a:chOff x="684000" y="-310300"/>
            <a:chExt cx="7425250" cy="5200500"/>
          </a:xfrm>
        </p:grpSpPr>
        <p:sp>
          <p:nvSpPr>
            <p:cNvPr id="1115" name="Google Shape;1115;p44"/>
            <p:cNvSpPr/>
            <p:nvPr/>
          </p:nvSpPr>
          <p:spPr>
            <a:xfrm>
              <a:off x="2908750" y="-310300"/>
              <a:ext cx="5200500" cy="52005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4"/>
            <p:cNvSpPr/>
            <p:nvPr/>
          </p:nvSpPr>
          <p:spPr>
            <a:xfrm>
              <a:off x="684000" y="278550"/>
              <a:ext cx="4233300" cy="4233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7" name="Google Shape;1117;p44"/>
          <p:cNvSpPr txBox="1">
            <a:spLocks noGrp="1"/>
          </p:cNvSpPr>
          <p:nvPr>
            <p:ph type="title"/>
          </p:nvPr>
        </p:nvSpPr>
        <p:spPr>
          <a:xfrm>
            <a:off x="1054064" y="682654"/>
            <a:ext cx="7940921" cy="717144"/>
          </a:xfrm>
          <a:prstGeom prst="rect">
            <a:avLst/>
          </a:prstGeom>
        </p:spPr>
        <p:txBody>
          <a:bodyPr spcFirstLastPara="1" wrap="square" lIns="91425" tIns="91425" rIns="91425" bIns="91425" anchor="t" anchorCtr="0">
            <a:noAutofit/>
          </a:bodyPr>
          <a:lstStyle/>
          <a:p>
            <a:pPr algn="ctr"/>
            <a:r>
              <a:rPr lang="en-GB" dirty="0"/>
              <a:t>High-Quality Production</a:t>
            </a:r>
            <a:endParaRPr dirty="0"/>
          </a:p>
        </p:txBody>
      </p:sp>
      <p:sp>
        <p:nvSpPr>
          <p:cNvPr id="1118" name="Google Shape;1118;p44"/>
          <p:cNvSpPr txBox="1">
            <a:spLocks noGrp="1"/>
          </p:cNvSpPr>
          <p:nvPr>
            <p:ph type="body" idx="1"/>
          </p:nvPr>
        </p:nvSpPr>
        <p:spPr>
          <a:xfrm>
            <a:off x="1715717" y="1370207"/>
            <a:ext cx="5901334" cy="3192845"/>
          </a:xfrm>
          <a:prstGeom prst="rect">
            <a:avLst/>
          </a:prstGeom>
        </p:spPr>
        <p:txBody>
          <a:bodyPr spcFirstLastPara="1" wrap="square" lIns="91425" tIns="91425" rIns="91425" bIns="91425" anchor="t" anchorCtr="0">
            <a:noAutofit/>
          </a:bodyPr>
          <a:lstStyle/>
          <a:p>
            <a:pPr marL="165100" indent="0">
              <a:buNone/>
            </a:pPr>
            <a:r>
              <a:rPr lang="en-GB" b="1" dirty="0"/>
              <a:t>Professional Setup:</a:t>
            </a:r>
            <a:endParaRPr lang="en-GB" dirty="0"/>
          </a:p>
          <a:p>
            <a:r>
              <a:rPr lang="en-GB" dirty="0"/>
              <a:t>Use high-quality cameras, microphones, and lighting to ensure a professional and enjoyable viewing experience.</a:t>
            </a:r>
          </a:p>
          <a:p>
            <a:pPr marL="165100" indent="0">
              <a:buNone/>
            </a:pPr>
            <a:endParaRPr lang="en-GB" dirty="0"/>
          </a:p>
          <a:p>
            <a:pPr marL="165100" indent="0">
              <a:buNone/>
            </a:pPr>
            <a:r>
              <a:rPr lang="en-GB" b="1" dirty="0"/>
              <a:t>Reliable Platforms:</a:t>
            </a:r>
            <a:endParaRPr lang="en-GB" dirty="0"/>
          </a:p>
          <a:p>
            <a:r>
              <a:rPr lang="en-GB" dirty="0"/>
              <a:t>Choose user-friendly and reliable platforms for hosting events, ensuring easy access for older adults.</a:t>
            </a:r>
          </a:p>
          <a:p>
            <a:pPr marL="165100" indent="0">
              <a:buNone/>
            </a:pPr>
            <a:endParaRPr lang="en-GB" dirty="0"/>
          </a:p>
        </p:txBody>
      </p:sp>
      <p:sp>
        <p:nvSpPr>
          <p:cNvPr id="1119" name="Google Shape;1119;p44"/>
          <p:cNvSpPr/>
          <p:nvPr/>
        </p:nvSpPr>
        <p:spPr>
          <a:xfrm>
            <a:off x="765188" y="3898850"/>
            <a:ext cx="231195" cy="248348"/>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4"/>
          <p:cNvSpPr/>
          <p:nvPr/>
        </p:nvSpPr>
        <p:spPr>
          <a:xfrm rot="1436664">
            <a:off x="8147896" y="1870741"/>
            <a:ext cx="235986" cy="240421"/>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4"/>
          <p:cNvSpPr/>
          <p:nvPr/>
        </p:nvSpPr>
        <p:spPr>
          <a:xfrm rot="3698333">
            <a:off x="1389461" y="4484400"/>
            <a:ext cx="295353" cy="30094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4"/>
          <p:cNvSpPr/>
          <p:nvPr/>
        </p:nvSpPr>
        <p:spPr>
          <a:xfrm>
            <a:off x="5874461" y="3962975"/>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4"/>
          <p:cNvSpPr/>
          <p:nvPr/>
        </p:nvSpPr>
        <p:spPr>
          <a:xfrm>
            <a:off x="6054210" y="-5190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4"/>
          <p:cNvSpPr/>
          <p:nvPr/>
        </p:nvSpPr>
        <p:spPr>
          <a:xfrm>
            <a:off x="1163725" y="253807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5" name="Google Shape;1125;p44"/>
          <p:cNvGrpSpPr/>
          <p:nvPr/>
        </p:nvGrpSpPr>
        <p:grpSpPr>
          <a:xfrm>
            <a:off x="7425021" y="2662257"/>
            <a:ext cx="1255142" cy="1141009"/>
            <a:chOff x="6494019" y="-137261"/>
            <a:chExt cx="2116596" cy="1924130"/>
          </a:xfrm>
        </p:grpSpPr>
        <p:sp>
          <p:nvSpPr>
            <p:cNvPr id="1126" name="Google Shape;1126;p44"/>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4"/>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1979944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grpSp>
        <p:nvGrpSpPr>
          <p:cNvPr id="1114" name="Google Shape;1114;p44"/>
          <p:cNvGrpSpPr/>
          <p:nvPr/>
        </p:nvGrpSpPr>
        <p:grpSpPr>
          <a:xfrm>
            <a:off x="765188" y="-189148"/>
            <a:ext cx="7425250" cy="5200500"/>
            <a:chOff x="684000" y="-310300"/>
            <a:chExt cx="7425250" cy="5200500"/>
          </a:xfrm>
        </p:grpSpPr>
        <p:sp>
          <p:nvSpPr>
            <p:cNvPr id="1115" name="Google Shape;1115;p44"/>
            <p:cNvSpPr/>
            <p:nvPr/>
          </p:nvSpPr>
          <p:spPr>
            <a:xfrm>
              <a:off x="2908750" y="-310300"/>
              <a:ext cx="5200500" cy="52005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4"/>
            <p:cNvSpPr/>
            <p:nvPr/>
          </p:nvSpPr>
          <p:spPr>
            <a:xfrm>
              <a:off x="684000" y="278550"/>
              <a:ext cx="4233300" cy="4233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7" name="Google Shape;1117;p44"/>
          <p:cNvSpPr txBox="1">
            <a:spLocks noGrp="1"/>
          </p:cNvSpPr>
          <p:nvPr>
            <p:ph type="title"/>
          </p:nvPr>
        </p:nvSpPr>
        <p:spPr>
          <a:xfrm>
            <a:off x="880785" y="561516"/>
            <a:ext cx="7940921" cy="717144"/>
          </a:xfrm>
          <a:prstGeom prst="rect">
            <a:avLst/>
          </a:prstGeom>
        </p:spPr>
        <p:txBody>
          <a:bodyPr spcFirstLastPara="1" wrap="square" lIns="91425" tIns="91425" rIns="91425" bIns="91425" anchor="t" anchorCtr="0">
            <a:noAutofit/>
          </a:bodyPr>
          <a:lstStyle/>
          <a:p>
            <a:pPr algn="ctr"/>
            <a:r>
              <a:rPr lang="en-GB" dirty="0"/>
              <a:t>Monetization Strategies</a:t>
            </a:r>
            <a:endParaRPr dirty="0"/>
          </a:p>
        </p:txBody>
      </p:sp>
      <p:sp>
        <p:nvSpPr>
          <p:cNvPr id="1118" name="Google Shape;1118;p44"/>
          <p:cNvSpPr txBox="1">
            <a:spLocks noGrp="1"/>
          </p:cNvSpPr>
          <p:nvPr>
            <p:ph type="body" idx="1"/>
          </p:nvPr>
        </p:nvSpPr>
        <p:spPr>
          <a:xfrm>
            <a:off x="1718204" y="1132010"/>
            <a:ext cx="5901334" cy="3192845"/>
          </a:xfrm>
          <a:prstGeom prst="rect">
            <a:avLst/>
          </a:prstGeom>
        </p:spPr>
        <p:txBody>
          <a:bodyPr spcFirstLastPara="1" wrap="square" lIns="91425" tIns="91425" rIns="91425" bIns="91425" anchor="t" anchorCtr="0">
            <a:noAutofit/>
          </a:bodyPr>
          <a:lstStyle/>
          <a:p>
            <a:pPr marL="165100" indent="0">
              <a:buNone/>
            </a:pPr>
            <a:r>
              <a:rPr lang="en-GB" b="1" dirty="0"/>
              <a:t>Ticket Sales:</a:t>
            </a:r>
            <a:endParaRPr lang="en-GB" dirty="0"/>
          </a:p>
          <a:p>
            <a:r>
              <a:rPr lang="en-GB" dirty="0"/>
              <a:t>Charge for event attendance. Offer early bird pricing, group discounts, and bundled packages for multiple events.</a:t>
            </a:r>
          </a:p>
          <a:p>
            <a:pPr marL="165100" indent="0">
              <a:buNone/>
            </a:pPr>
            <a:r>
              <a:rPr lang="en-GB" b="1" dirty="0"/>
              <a:t>Subscription Models:</a:t>
            </a:r>
            <a:endParaRPr lang="en-GB" dirty="0"/>
          </a:p>
          <a:p>
            <a:r>
              <a:rPr lang="en-GB" dirty="0"/>
              <a:t>Introduce a subscription service where members pay a monthly or annual fee for access to a set number of events or exclusive content.</a:t>
            </a:r>
          </a:p>
          <a:p>
            <a:pPr marL="165100" indent="0">
              <a:buNone/>
            </a:pPr>
            <a:r>
              <a:rPr lang="en-GB" b="1" dirty="0"/>
              <a:t>Sponsorship and Partnerships:</a:t>
            </a:r>
            <a:endParaRPr lang="en-GB" dirty="0"/>
          </a:p>
          <a:p>
            <a:r>
              <a:rPr lang="en-GB" dirty="0"/>
              <a:t>Partner with brands and companies targeting the senior market. Offer sponsorship opportunities for events in exchange for financial support and brand promotion.</a:t>
            </a:r>
          </a:p>
          <a:p>
            <a:pPr marL="165100" indent="0">
              <a:buNone/>
            </a:pPr>
            <a:r>
              <a:rPr lang="en-GB" b="1" dirty="0"/>
              <a:t>Merchandise and Kits:</a:t>
            </a:r>
            <a:endParaRPr lang="en-GB" dirty="0"/>
          </a:p>
          <a:p>
            <a:r>
              <a:rPr lang="en-GB" dirty="0"/>
              <a:t>Sell related merchandise or event-specific kits (e.g., crafting supplies for a craft workshop) that enhance the participant experience.</a:t>
            </a:r>
          </a:p>
          <a:p>
            <a:pPr marL="165100" indent="0">
              <a:buNone/>
            </a:pPr>
            <a:endParaRPr lang="en-GB" dirty="0"/>
          </a:p>
        </p:txBody>
      </p:sp>
      <p:sp>
        <p:nvSpPr>
          <p:cNvPr id="1119" name="Google Shape;1119;p44"/>
          <p:cNvSpPr/>
          <p:nvPr/>
        </p:nvSpPr>
        <p:spPr>
          <a:xfrm>
            <a:off x="765188" y="3898850"/>
            <a:ext cx="231195" cy="248348"/>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4"/>
          <p:cNvSpPr/>
          <p:nvPr/>
        </p:nvSpPr>
        <p:spPr>
          <a:xfrm rot="1436664">
            <a:off x="8147896" y="1870741"/>
            <a:ext cx="235986" cy="240421"/>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4"/>
          <p:cNvSpPr/>
          <p:nvPr/>
        </p:nvSpPr>
        <p:spPr>
          <a:xfrm rot="3698333">
            <a:off x="1389461" y="4484400"/>
            <a:ext cx="295353" cy="30094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4"/>
          <p:cNvSpPr/>
          <p:nvPr/>
        </p:nvSpPr>
        <p:spPr>
          <a:xfrm>
            <a:off x="5874461" y="3962975"/>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4"/>
          <p:cNvSpPr/>
          <p:nvPr/>
        </p:nvSpPr>
        <p:spPr>
          <a:xfrm>
            <a:off x="6054210" y="-5190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4"/>
          <p:cNvSpPr/>
          <p:nvPr/>
        </p:nvSpPr>
        <p:spPr>
          <a:xfrm>
            <a:off x="1163725" y="253807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5" name="Google Shape;1125;p44"/>
          <p:cNvGrpSpPr/>
          <p:nvPr/>
        </p:nvGrpSpPr>
        <p:grpSpPr>
          <a:xfrm>
            <a:off x="7425021" y="2662257"/>
            <a:ext cx="1255142" cy="1141009"/>
            <a:chOff x="6494019" y="-137261"/>
            <a:chExt cx="2116596" cy="1924130"/>
          </a:xfrm>
        </p:grpSpPr>
        <p:sp>
          <p:nvSpPr>
            <p:cNvPr id="1126" name="Google Shape;1126;p44"/>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4"/>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8745099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grpSp>
        <p:nvGrpSpPr>
          <p:cNvPr id="1114" name="Google Shape;1114;p44"/>
          <p:cNvGrpSpPr/>
          <p:nvPr/>
        </p:nvGrpSpPr>
        <p:grpSpPr>
          <a:xfrm>
            <a:off x="765188" y="-189148"/>
            <a:ext cx="7425250" cy="5200500"/>
            <a:chOff x="684000" y="-310300"/>
            <a:chExt cx="7425250" cy="5200500"/>
          </a:xfrm>
        </p:grpSpPr>
        <p:sp>
          <p:nvSpPr>
            <p:cNvPr id="1115" name="Google Shape;1115;p44"/>
            <p:cNvSpPr/>
            <p:nvPr/>
          </p:nvSpPr>
          <p:spPr>
            <a:xfrm>
              <a:off x="2908750" y="-310300"/>
              <a:ext cx="5200500" cy="52005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4"/>
            <p:cNvSpPr/>
            <p:nvPr/>
          </p:nvSpPr>
          <p:spPr>
            <a:xfrm>
              <a:off x="684000" y="278550"/>
              <a:ext cx="4233300" cy="4233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7" name="Google Shape;1117;p44"/>
          <p:cNvSpPr txBox="1">
            <a:spLocks noGrp="1"/>
          </p:cNvSpPr>
          <p:nvPr>
            <p:ph type="title"/>
          </p:nvPr>
        </p:nvSpPr>
        <p:spPr>
          <a:xfrm>
            <a:off x="1054064" y="682654"/>
            <a:ext cx="7940921" cy="717144"/>
          </a:xfrm>
          <a:prstGeom prst="rect">
            <a:avLst/>
          </a:prstGeom>
        </p:spPr>
        <p:txBody>
          <a:bodyPr spcFirstLastPara="1" wrap="square" lIns="91425" tIns="91425" rIns="91425" bIns="91425" anchor="t" anchorCtr="0">
            <a:noAutofit/>
          </a:bodyPr>
          <a:lstStyle/>
          <a:p>
            <a:pPr algn="ctr"/>
            <a:r>
              <a:rPr lang="en-GB" dirty="0"/>
              <a:t>Effective Promotion and Marketing</a:t>
            </a:r>
            <a:endParaRPr dirty="0"/>
          </a:p>
        </p:txBody>
      </p:sp>
      <p:sp>
        <p:nvSpPr>
          <p:cNvPr id="1118" name="Google Shape;1118;p44"/>
          <p:cNvSpPr txBox="1">
            <a:spLocks noGrp="1"/>
          </p:cNvSpPr>
          <p:nvPr>
            <p:ph type="body" idx="1"/>
          </p:nvPr>
        </p:nvSpPr>
        <p:spPr>
          <a:xfrm>
            <a:off x="1715717" y="1370207"/>
            <a:ext cx="5901334" cy="3192845"/>
          </a:xfrm>
          <a:prstGeom prst="rect">
            <a:avLst/>
          </a:prstGeom>
        </p:spPr>
        <p:txBody>
          <a:bodyPr spcFirstLastPara="1" wrap="square" lIns="91425" tIns="91425" rIns="91425" bIns="91425" anchor="t" anchorCtr="0">
            <a:noAutofit/>
          </a:bodyPr>
          <a:lstStyle/>
          <a:p>
            <a:pPr marL="165100" indent="0">
              <a:buNone/>
            </a:pPr>
            <a:r>
              <a:rPr lang="en-GB" b="1" dirty="0"/>
              <a:t>Email Marketing:</a:t>
            </a:r>
            <a:endParaRPr lang="en-GB" dirty="0"/>
          </a:p>
          <a:p>
            <a:r>
              <a:rPr lang="en-GB" dirty="0"/>
              <a:t>Use targeted email campaigns to promote upcoming events. Highlight the benefits and unique features of each event to entice sign-ups.</a:t>
            </a:r>
          </a:p>
          <a:p>
            <a:pPr marL="165100" indent="0">
              <a:buNone/>
            </a:pPr>
            <a:r>
              <a:rPr lang="en-GB" b="1" dirty="0"/>
              <a:t>Social Media Marketing:</a:t>
            </a:r>
            <a:endParaRPr lang="en-GB" dirty="0"/>
          </a:p>
          <a:p>
            <a:r>
              <a:rPr lang="en-GB" dirty="0"/>
              <a:t>Leverage social media platforms to reach a broader audience. Share engaging content, testimonials, and event highlights to attract interest.</a:t>
            </a:r>
          </a:p>
          <a:p>
            <a:pPr marL="165100" indent="0">
              <a:buNone/>
            </a:pPr>
            <a:r>
              <a:rPr lang="en-GB" b="1" dirty="0"/>
              <a:t>Collaborations:</a:t>
            </a:r>
            <a:endParaRPr lang="en-GB" dirty="0"/>
          </a:p>
          <a:p>
            <a:pPr marL="165100" indent="0">
              <a:buNone/>
            </a:pPr>
            <a:r>
              <a:rPr lang="en-GB" dirty="0"/>
              <a:t>Collaborate with influencers, bloggers, and other online communities that cater to older adults to expand your reach.</a:t>
            </a:r>
          </a:p>
          <a:p>
            <a:pPr marL="165100" indent="0">
              <a:buNone/>
            </a:pPr>
            <a:endParaRPr lang="en-GB" dirty="0"/>
          </a:p>
        </p:txBody>
      </p:sp>
      <p:sp>
        <p:nvSpPr>
          <p:cNvPr id="1119" name="Google Shape;1119;p44"/>
          <p:cNvSpPr/>
          <p:nvPr/>
        </p:nvSpPr>
        <p:spPr>
          <a:xfrm>
            <a:off x="765188" y="3898850"/>
            <a:ext cx="231195" cy="248348"/>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4"/>
          <p:cNvSpPr/>
          <p:nvPr/>
        </p:nvSpPr>
        <p:spPr>
          <a:xfrm rot="1436664">
            <a:off x="8147896" y="1870741"/>
            <a:ext cx="235986" cy="240421"/>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4"/>
          <p:cNvSpPr/>
          <p:nvPr/>
        </p:nvSpPr>
        <p:spPr>
          <a:xfrm rot="3698333">
            <a:off x="1389461" y="4484400"/>
            <a:ext cx="295353" cy="30094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4"/>
          <p:cNvSpPr/>
          <p:nvPr/>
        </p:nvSpPr>
        <p:spPr>
          <a:xfrm>
            <a:off x="5874461" y="3962975"/>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4"/>
          <p:cNvSpPr/>
          <p:nvPr/>
        </p:nvSpPr>
        <p:spPr>
          <a:xfrm>
            <a:off x="6054210" y="-5190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4"/>
          <p:cNvSpPr/>
          <p:nvPr/>
        </p:nvSpPr>
        <p:spPr>
          <a:xfrm>
            <a:off x="1163725" y="253807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5" name="Google Shape;1125;p44"/>
          <p:cNvGrpSpPr/>
          <p:nvPr/>
        </p:nvGrpSpPr>
        <p:grpSpPr>
          <a:xfrm>
            <a:off x="7425021" y="2662257"/>
            <a:ext cx="1255142" cy="1141009"/>
            <a:chOff x="6494019" y="-137261"/>
            <a:chExt cx="2116596" cy="1924130"/>
          </a:xfrm>
        </p:grpSpPr>
        <p:sp>
          <p:nvSpPr>
            <p:cNvPr id="1126" name="Google Shape;1126;p44"/>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4"/>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2306975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grpSp>
        <p:nvGrpSpPr>
          <p:cNvPr id="1114" name="Google Shape;1114;p44"/>
          <p:cNvGrpSpPr/>
          <p:nvPr/>
        </p:nvGrpSpPr>
        <p:grpSpPr>
          <a:xfrm>
            <a:off x="765188" y="-168828"/>
            <a:ext cx="7425250" cy="5200500"/>
            <a:chOff x="684000" y="-310300"/>
            <a:chExt cx="7425250" cy="5200500"/>
          </a:xfrm>
        </p:grpSpPr>
        <p:sp>
          <p:nvSpPr>
            <p:cNvPr id="1115" name="Google Shape;1115;p44"/>
            <p:cNvSpPr/>
            <p:nvPr/>
          </p:nvSpPr>
          <p:spPr>
            <a:xfrm>
              <a:off x="2908750" y="-310300"/>
              <a:ext cx="5200500" cy="52005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4"/>
            <p:cNvSpPr/>
            <p:nvPr/>
          </p:nvSpPr>
          <p:spPr>
            <a:xfrm>
              <a:off x="684000" y="278550"/>
              <a:ext cx="4233300" cy="4233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7" name="Google Shape;1117;p44"/>
          <p:cNvSpPr txBox="1">
            <a:spLocks noGrp="1"/>
          </p:cNvSpPr>
          <p:nvPr>
            <p:ph type="title"/>
          </p:nvPr>
        </p:nvSpPr>
        <p:spPr>
          <a:xfrm>
            <a:off x="765188" y="710566"/>
            <a:ext cx="7940921" cy="717144"/>
          </a:xfrm>
          <a:prstGeom prst="rect">
            <a:avLst/>
          </a:prstGeom>
        </p:spPr>
        <p:txBody>
          <a:bodyPr spcFirstLastPara="1" wrap="square" lIns="91425" tIns="91425" rIns="91425" bIns="91425" anchor="t" anchorCtr="0">
            <a:noAutofit/>
          </a:bodyPr>
          <a:lstStyle/>
          <a:p>
            <a:pPr algn="ctr"/>
            <a:r>
              <a:rPr lang="en-GB" dirty="0"/>
              <a:t>User-Friendly Experience</a:t>
            </a:r>
            <a:endParaRPr dirty="0"/>
          </a:p>
        </p:txBody>
      </p:sp>
      <p:sp>
        <p:nvSpPr>
          <p:cNvPr id="1118" name="Google Shape;1118;p44"/>
          <p:cNvSpPr txBox="1">
            <a:spLocks noGrp="1"/>
          </p:cNvSpPr>
          <p:nvPr>
            <p:ph type="body" idx="1"/>
          </p:nvPr>
        </p:nvSpPr>
        <p:spPr>
          <a:xfrm>
            <a:off x="1715717" y="1370207"/>
            <a:ext cx="5901334" cy="3192845"/>
          </a:xfrm>
          <a:prstGeom prst="rect">
            <a:avLst/>
          </a:prstGeom>
        </p:spPr>
        <p:txBody>
          <a:bodyPr spcFirstLastPara="1" wrap="square" lIns="91425" tIns="91425" rIns="91425" bIns="91425" anchor="t" anchorCtr="0">
            <a:noAutofit/>
          </a:bodyPr>
          <a:lstStyle/>
          <a:p>
            <a:pPr marL="165100" indent="0">
              <a:buNone/>
            </a:pPr>
            <a:r>
              <a:rPr lang="en-GB" b="1" dirty="0"/>
              <a:t>Easy Registration:</a:t>
            </a:r>
            <a:endParaRPr lang="en-GB" dirty="0"/>
          </a:p>
          <a:p>
            <a:r>
              <a:rPr lang="en-GB" dirty="0"/>
              <a:t>Ensure the registration process is straightforward. Provide clear instructions and support for those who might need help.</a:t>
            </a:r>
          </a:p>
          <a:p>
            <a:pPr marL="165100" indent="0">
              <a:buNone/>
            </a:pPr>
            <a:endParaRPr lang="en-GB" dirty="0"/>
          </a:p>
          <a:p>
            <a:pPr marL="165100" indent="0">
              <a:buNone/>
            </a:pPr>
            <a:r>
              <a:rPr lang="en-GB" b="1" dirty="0"/>
              <a:t>Tech Support:</a:t>
            </a:r>
            <a:endParaRPr lang="en-GB" dirty="0"/>
          </a:p>
          <a:p>
            <a:r>
              <a:rPr lang="en-GB" dirty="0"/>
              <a:t>Offer technical support to assist participants in accessing and navigating the virtual events.</a:t>
            </a:r>
          </a:p>
          <a:p>
            <a:pPr marL="165100" indent="0">
              <a:buNone/>
            </a:pPr>
            <a:endParaRPr lang="en-GB" dirty="0"/>
          </a:p>
        </p:txBody>
      </p:sp>
      <p:sp>
        <p:nvSpPr>
          <p:cNvPr id="1119" name="Google Shape;1119;p44"/>
          <p:cNvSpPr/>
          <p:nvPr/>
        </p:nvSpPr>
        <p:spPr>
          <a:xfrm>
            <a:off x="765188" y="3898850"/>
            <a:ext cx="231195" cy="248348"/>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4"/>
          <p:cNvSpPr/>
          <p:nvPr/>
        </p:nvSpPr>
        <p:spPr>
          <a:xfrm rot="1436664">
            <a:off x="8147896" y="1870741"/>
            <a:ext cx="235986" cy="240421"/>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4"/>
          <p:cNvSpPr/>
          <p:nvPr/>
        </p:nvSpPr>
        <p:spPr>
          <a:xfrm rot="3698333">
            <a:off x="1389461" y="4484400"/>
            <a:ext cx="295353" cy="30094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4"/>
          <p:cNvSpPr/>
          <p:nvPr/>
        </p:nvSpPr>
        <p:spPr>
          <a:xfrm>
            <a:off x="5874461" y="3962975"/>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4"/>
          <p:cNvSpPr/>
          <p:nvPr/>
        </p:nvSpPr>
        <p:spPr>
          <a:xfrm>
            <a:off x="6054210" y="-5190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4"/>
          <p:cNvSpPr/>
          <p:nvPr/>
        </p:nvSpPr>
        <p:spPr>
          <a:xfrm>
            <a:off x="1163725" y="253807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5" name="Google Shape;1125;p44"/>
          <p:cNvGrpSpPr/>
          <p:nvPr/>
        </p:nvGrpSpPr>
        <p:grpSpPr>
          <a:xfrm>
            <a:off x="7425021" y="2662257"/>
            <a:ext cx="1255142" cy="1141009"/>
            <a:chOff x="6494019" y="-137261"/>
            <a:chExt cx="2116596" cy="1924130"/>
          </a:xfrm>
        </p:grpSpPr>
        <p:sp>
          <p:nvSpPr>
            <p:cNvPr id="1126" name="Google Shape;1126;p44"/>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4"/>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1351348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grpSp>
        <p:nvGrpSpPr>
          <p:cNvPr id="1114" name="Google Shape;1114;p44"/>
          <p:cNvGrpSpPr/>
          <p:nvPr/>
        </p:nvGrpSpPr>
        <p:grpSpPr>
          <a:xfrm>
            <a:off x="765188" y="-168828"/>
            <a:ext cx="7425250" cy="5200500"/>
            <a:chOff x="684000" y="-310300"/>
            <a:chExt cx="7425250" cy="5200500"/>
          </a:xfrm>
        </p:grpSpPr>
        <p:sp>
          <p:nvSpPr>
            <p:cNvPr id="1115" name="Google Shape;1115;p44"/>
            <p:cNvSpPr/>
            <p:nvPr/>
          </p:nvSpPr>
          <p:spPr>
            <a:xfrm>
              <a:off x="2908750" y="-310300"/>
              <a:ext cx="5200500" cy="52005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4"/>
            <p:cNvSpPr/>
            <p:nvPr/>
          </p:nvSpPr>
          <p:spPr>
            <a:xfrm>
              <a:off x="684000" y="278550"/>
              <a:ext cx="4233300" cy="4233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7" name="Google Shape;1117;p44"/>
          <p:cNvSpPr txBox="1">
            <a:spLocks noGrp="1"/>
          </p:cNvSpPr>
          <p:nvPr>
            <p:ph type="title"/>
          </p:nvPr>
        </p:nvSpPr>
        <p:spPr>
          <a:xfrm>
            <a:off x="765188" y="710566"/>
            <a:ext cx="7940921" cy="717144"/>
          </a:xfrm>
          <a:prstGeom prst="rect">
            <a:avLst/>
          </a:prstGeom>
        </p:spPr>
        <p:txBody>
          <a:bodyPr spcFirstLastPara="1" wrap="square" lIns="91425" tIns="91425" rIns="91425" bIns="91425" anchor="t" anchorCtr="0">
            <a:noAutofit/>
          </a:bodyPr>
          <a:lstStyle/>
          <a:p>
            <a:pPr algn="ctr"/>
            <a:r>
              <a:rPr lang="en-GB" dirty="0"/>
              <a:t>Community Building</a:t>
            </a:r>
            <a:endParaRPr dirty="0"/>
          </a:p>
        </p:txBody>
      </p:sp>
      <p:sp>
        <p:nvSpPr>
          <p:cNvPr id="1118" name="Google Shape;1118;p44"/>
          <p:cNvSpPr txBox="1">
            <a:spLocks noGrp="1"/>
          </p:cNvSpPr>
          <p:nvPr>
            <p:ph type="body" idx="1"/>
          </p:nvPr>
        </p:nvSpPr>
        <p:spPr>
          <a:xfrm>
            <a:off x="1715717" y="1370207"/>
            <a:ext cx="5901334" cy="3192845"/>
          </a:xfrm>
          <a:prstGeom prst="rect">
            <a:avLst/>
          </a:prstGeom>
        </p:spPr>
        <p:txBody>
          <a:bodyPr spcFirstLastPara="1" wrap="square" lIns="91425" tIns="91425" rIns="91425" bIns="91425" anchor="t" anchorCtr="0">
            <a:noAutofit/>
          </a:bodyPr>
          <a:lstStyle/>
          <a:p>
            <a:pPr marL="165100" indent="0">
              <a:buNone/>
            </a:pPr>
            <a:r>
              <a:rPr lang="en-GB" b="1" dirty="0"/>
              <a:t>Exclusive Groups:</a:t>
            </a:r>
            <a:endParaRPr lang="en-GB" dirty="0"/>
          </a:p>
          <a:p>
            <a:r>
              <a:rPr lang="en-GB" dirty="0"/>
              <a:t>Create exclusive online groups or forums where event participants can connect, share experiences, and build a sense of community.</a:t>
            </a:r>
          </a:p>
          <a:p>
            <a:pPr marL="165100" indent="0">
              <a:buNone/>
            </a:pPr>
            <a:endParaRPr lang="en-GB" dirty="0"/>
          </a:p>
          <a:p>
            <a:pPr marL="165100" indent="0">
              <a:buNone/>
            </a:pPr>
            <a:r>
              <a:rPr lang="en-GB" b="1" dirty="0"/>
              <a:t>Follow-Up Engagement:</a:t>
            </a:r>
            <a:endParaRPr lang="en-GB" dirty="0"/>
          </a:p>
          <a:p>
            <a:r>
              <a:rPr lang="en-GB" dirty="0"/>
              <a:t>Engage with participants after events through follow-up emails, additional resources, and promotions for future events.</a:t>
            </a:r>
          </a:p>
          <a:p>
            <a:pPr marL="165100" indent="0">
              <a:buNone/>
            </a:pPr>
            <a:endParaRPr lang="en-GB" dirty="0"/>
          </a:p>
        </p:txBody>
      </p:sp>
      <p:sp>
        <p:nvSpPr>
          <p:cNvPr id="1119" name="Google Shape;1119;p44"/>
          <p:cNvSpPr/>
          <p:nvPr/>
        </p:nvSpPr>
        <p:spPr>
          <a:xfrm>
            <a:off x="765188" y="3898850"/>
            <a:ext cx="231195" cy="248348"/>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4"/>
          <p:cNvSpPr/>
          <p:nvPr/>
        </p:nvSpPr>
        <p:spPr>
          <a:xfrm rot="1436664">
            <a:off x="8147896" y="1870741"/>
            <a:ext cx="235986" cy="240421"/>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4"/>
          <p:cNvSpPr/>
          <p:nvPr/>
        </p:nvSpPr>
        <p:spPr>
          <a:xfrm rot="3698333">
            <a:off x="1389461" y="4484400"/>
            <a:ext cx="295353" cy="30094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4"/>
          <p:cNvSpPr/>
          <p:nvPr/>
        </p:nvSpPr>
        <p:spPr>
          <a:xfrm>
            <a:off x="5874461" y="3962975"/>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4"/>
          <p:cNvSpPr/>
          <p:nvPr/>
        </p:nvSpPr>
        <p:spPr>
          <a:xfrm>
            <a:off x="6054210" y="-5190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4"/>
          <p:cNvSpPr/>
          <p:nvPr/>
        </p:nvSpPr>
        <p:spPr>
          <a:xfrm>
            <a:off x="1163725" y="253807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5" name="Google Shape;1125;p44"/>
          <p:cNvGrpSpPr/>
          <p:nvPr/>
        </p:nvGrpSpPr>
        <p:grpSpPr>
          <a:xfrm>
            <a:off x="7425021" y="2662257"/>
            <a:ext cx="1255142" cy="1141009"/>
            <a:chOff x="6494019" y="-137261"/>
            <a:chExt cx="2116596" cy="1924130"/>
          </a:xfrm>
        </p:grpSpPr>
        <p:sp>
          <p:nvSpPr>
            <p:cNvPr id="1126" name="Google Shape;1126;p44"/>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4"/>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130346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grpSp>
        <p:nvGrpSpPr>
          <p:cNvPr id="1114" name="Google Shape;1114;p44"/>
          <p:cNvGrpSpPr/>
          <p:nvPr/>
        </p:nvGrpSpPr>
        <p:grpSpPr>
          <a:xfrm>
            <a:off x="765188" y="-168828"/>
            <a:ext cx="7425250" cy="5200500"/>
            <a:chOff x="684000" y="-310300"/>
            <a:chExt cx="7425250" cy="5200500"/>
          </a:xfrm>
        </p:grpSpPr>
        <p:sp>
          <p:nvSpPr>
            <p:cNvPr id="1115" name="Google Shape;1115;p44"/>
            <p:cNvSpPr/>
            <p:nvPr/>
          </p:nvSpPr>
          <p:spPr>
            <a:xfrm>
              <a:off x="2908750" y="-310300"/>
              <a:ext cx="5200500" cy="52005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4"/>
            <p:cNvSpPr/>
            <p:nvPr/>
          </p:nvSpPr>
          <p:spPr>
            <a:xfrm>
              <a:off x="684000" y="278550"/>
              <a:ext cx="4233300" cy="4233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7" name="Google Shape;1117;p44"/>
          <p:cNvSpPr txBox="1">
            <a:spLocks noGrp="1"/>
          </p:cNvSpPr>
          <p:nvPr>
            <p:ph type="title"/>
          </p:nvPr>
        </p:nvSpPr>
        <p:spPr>
          <a:xfrm>
            <a:off x="765188" y="710566"/>
            <a:ext cx="7940921" cy="717144"/>
          </a:xfrm>
          <a:prstGeom prst="rect">
            <a:avLst/>
          </a:prstGeom>
        </p:spPr>
        <p:txBody>
          <a:bodyPr spcFirstLastPara="1" wrap="square" lIns="91425" tIns="91425" rIns="91425" bIns="91425" anchor="t" anchorCtr="0">
            <a:noAutofit/>
          </a:bodyPr>
          <a:lstStyle/>
          <a:p>
            <a:pPr algn="ctr"/>
            <a:r>
              <a:rPr lang="en-GB" dirty="0"/>
              <a:t>Continuous Improvement and Feedback</a:t>
            </a:r>
            <a:endParaRPr dirty="0"/>
          </a:p>
        </p:txBody>
      </p:sp>
      <p:sp>
        <p:nvSpPr>
          <p:cNvPr id="1118" name="Google Shape;1118;p44"/>
          <p:cNvSpPr txBox="1">
            <a:spLocks noGrp="1"/>
          </p:cNvSpPr>
          <p:nvPr>
            <p:ph type="body" idx="1"/>
          </p:nvPr>
        </p:nvSpPr>
        <p:spPr>
          <a:xfrm>
            <a:off x="1692258" y="2028002"/>
            <a:ext cx="5901334" cy="3192845"/>
          </a:xfrm>
          <a:prstGeom prst="rect">
            <a:avLst/>
          </a:prstGeom>
        </p:spPr>
        <p:txBody>
          <a:bodyPr spcFirstLastPara="1" wrap="square" lIns="91425" tIns="91425" rIns="91425" bIns="91425" anchor="t" anchorCtr="0">
            <a:noAutofit/>
          </a:bodyPr>
          <a:lstStyle/>
          <a:p>
            <a:pPr marL="165100" indent="0">
              <a:buNone/>
            </a:pPr>
            <a:r>
              <a:rPr lang="en-GB" b="1" dirty="0"/>
              <a:t>Post-Event Surveys:</a:t>
            </a:r>
            <a:endParaRPr lang="en-GB" dirty="0"/>
          </a:p>
          <a:p>
            <a:r>
              <a:rPr lang="en-GB" dirty="0"/>
              <a:t>Collect feedback after each event to understand what worked well and what can be improved. Use this information to refine future events.</a:t>
            </a:r>
          </a:p>
          <a:p>
            <a:pPr marL="165100" indent="0">
              <a:buNone/>
            </a:pPr>
            <a:endParaRPr lang="en-GB" dirty="0"/>
          </a:p>
          <a:p>
            <a:pPr marL="165100" indent="0">
              <a:buNone/>
            </a:pPr>
            <a:r>
              <a:rPr lang="en-GB" b="1" dirty="0"/>
              <a:t>Stay Innovative:</a:t>
            </a:r>
            <a:endParaRPr lang="en-GB" dirty="0"/>
          </a:p>
          <a:p>
            <a:r>
              <a:rPr lang="en-GB" dirty="0"/>
              <a:t>Keep up with the latest trends in virtual events and continuously innovate to offer fresh and exciting content.</a:t>
            </a:r>
          </a:p>
          <a:p>
            <a:pPr marL="165100" indent="0">
              <a:buNone/>
            </a:pPr>
            <a:endParaRPr lang="en-GB" dirty="0"/>
          </a:p>
        </p:txBody>
      </p:sp>
      <p:sp>
        <p:nvSpPr>
          <p:cNvPr id="1119" name="Google Shape;1119;p44"/>
          <p:cNvSpPr/>
          <p:nvPr/>
        </p:nvSpPr>
        <p:spPr>
          <a:xfrm>
            <a:off x="765188" y="3898850"/>
            <a:ext cx="231195" cy="248348"/>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4"/>
          <p:cNvSpPr/>
          <p:nvPr/>
        </p:nvSpPr>
        <p:spPr>
          <a:xfrm rot="1436664">
            <a:off x="8147896" y="1870741"/>
            <a:ext cx="235986" cy="240421"/>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4"/>
          <p:cNvSpPr/>
          <p:nvPr/>
        </p:nvSpPr>
        <p:spPr>
          <a:xfrm rot="3698333">
            <a:off x="1389461" y="4484400"/>
            <a:ext cx="295353" cy="30094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4"/>
          <p:cNvSpPr/>
          <p:nvPr/>
        </p:nvSpPr>
        <p:spPr>
          <a:xfrm>
            <a:off x="5874461" y="3962975"/>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4"/>
          <p:cNvSpPr/>
          <p:nvPr/>
        </p:nvSpPr>
        <p:spPr>
          <a:xfrm>
            <a:off x="6054210" y="-5190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4"/>
          <p:cNvSpPr/>
          <p:nvPr/>
        </p:nvSpPr>
        <p:spPr>
          <a:xfrm>
            <a:off x="1163725" y="253807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5" name="Google Shape;1125;p44"/>
          <p:cNvGrpSpPr/>
          <p:nvPr/>
        </p:nvGrpSpPr>
        <p:grpSpPr>
          <a:xfrm>
            <a:off x="7425021" y="2662257"/>
            <a:ext cx="1255142" cy="1141009"/>
            <a:chOff x="6494019" y="-137261"/>
            <a:chExt cx="2116596" cy="1924130"/>
          </a:xfrm>
        </p:grpSpPr>
        <p:sp>
          <p:nvSpPr>
            <p:cNvPr id="1126" name="Google Shape;1126;p44"/>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4"/>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2689484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131"/>
        <p:cNvGrpSpPr/>
        <p:nvPr/>
      </p:nvGrpSpPr>
      <p:grpSpPr>
        <a:xfrm>
          <a:off x="0" y="0"/>
          <a:ext cx="0" cy="0"/>
          <a:chOff x="0" y="0"/>
          <a:chExt cx="0" cy="0"/>
        </a:xfrm>
      </p:grpSpPr>
      <p:sp>
        <p:nvSpPr>
          <p:cNvPr id="1132" name="Google Shape;1132;p45"/>
          <p:cNvSpPr/>
          <p:nvPr/>
        </p:nvSpPr>
        <p:spPr>
          <a:xfrm rot="-692274">
            <a:off x="4475133" y="2158223"/>
            <a:ext cx="1153407" cy="979136"/>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45"/>
          <p:cNvSpPr/>
          <p:nvPr/>
        </p:nvSpPr>
        <p:spPr>
          <a:xfrm rot="457333">
            <a:off x="4475199" y="3534501"/>
            <a:ext cx="1153492" cy="979155"/>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4" name="Google Shape;1134;p45"/>
          <p:cNvGrpSpPr/>
          <p:nvPr/>
        </p:nvGrpSpPr>
        <p:grpSpPr>
          <a:xfrm>
            <a:off x="-455330" y="-5"/>
            <a:ext cx="4798817" cy="5237857"/>
            <a:chOff x="-187075" y="-168000"/>
            <a:chExt cx="4372100" cy="4772100"/>
          </a:xfrm>
        </p:grpSpPr>
        <p:sp>
          <p:nvSpPr>
            <p:cNvPr id="1135" name="Google Shape;1135;p45"/>
            <p:cNvSpPr/>
            <p:nvPr/>
          </p:nvSpPr>
          <p:spPr>
            <a:xfrm>
              <a:off x="1657825" y="2076900"/>
              <a:ext cx="2527200" cy="252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45"/>
            <p:cNvSpPr/>
            <p:nvPr/>
          </p:nvSpPr>
          <p:spPr>
            <a:xfrm>
              <a:off x="-187075" y="-168000"/>
              <a:ext cx="3224100" cy="3224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37" name="Google Shape;1137;p45"/>
          <p:cNvSpPr txBox="1">
            <a:spLocks noGrp="1"/>
          </p:cNvSpPr>
          <p:nvPr>
            <p:ph type="title"/>
          </p:nvPr>
        </p:nvSpPr>
        <p:spPr>
          <a:xfrm>
            <a:off x="3824100" y="557650"/>
            <a:ext cx="4606800" cy="1293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best time in the world, cooking time!</a:t>
            </a:r>
            <a:endParaRPr/>
          </a:p>
        </p:txBody>
      </p:sp>
      <p:sp>
        <p:nvSpPr>
          <p:cNvPr id="1138" name="Google Shape;1138;p45"/>
          <p:cNvSpPr txBox="1">
            <a:spLocks noGrp="1"/>
          </p:cNvSpPr>
          <p:nvPr>
            <p:ph type="title" idx="2"/>
          </p:nvPr>
        </p:nvSpPr>
        <p:spPr>
          <a:xfrm>
            <a:off x="5760450" y="1978075"/>
            <a:ext cx="2670300" cy="55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a:t>
            </a:r>
            <a:endParaRPr/>
          </a:p>
        </p:txBody>
      </p:sp>
      <p:sp>
        <p:nvSpPr>
          <p:cNvPr id="1139" name="Google Shape;1139;p45"/>
          <p:cNvSpPr txBox="1">
            <a:spLocks noGrp="1"/>
          </p:cNvSpPr>
          <p:nvPr>
            <p:ph type="subTitle" idx="1"/>
          </p:nvPr>
        </p:nvSpPr>
        <p:spPr>
          <a:xfrm>
            <a:off x="5760454" y="3772800"/>
            <a:ext cx="2670300" cy="83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a beautiful name and is the second planet from the Sun</a:t>
            </a:r>
            <a:endParaRPr/>
          </a:p>
        </p:txBody>
      </p:sp>
      <p:sp>
        <p:nvSpPr>
          <p:cNvPr id="1140" name="Google Shape;1140;p45"/>
          <p:cNvSpPr txBox="1">
            <a:spLocks noGrp="1"/>
          </p:cNvSpPr>
          <p:nvPr>
            <p:ph type="subTitle" idx="4"/>
          </p:nvPr>
        </p:nvSpPr>
        <p:spPr>
          <a:xfrm>
            <a:off x="5760454" y="2396063"/>
            <a:ext cx="2670300" cy="83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one in the Solar System</a:t>
            </a:r>
            <a:endParaRPr/>
          </a:p>
        </p:txBody>
      </p:sp>
      <p:sp>
        <p:nvSpPr>
          <p:cNvPr id="1141" name="Google Shape;1141;p45"/>
          <p:cNvSpPr txBox="1">
            <a:spLocks noGrp="1"/>
          </p:cNvSpPr>
          <p:nvPr>
            <p:ph type="title" idx="3"/>
          </p:nvPr>
        </p:nvSpPr>
        <p:spPr>
          <a:xfrm>
            <a:off x="5760450" y="3354801"/>
            <a:ext cx="2670300" cy="55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a:t>
            </a:r>
            <a:endParaRPr/>
          </a:p>
        </p:txBody>
      </p:sp>
      <p:grpSp>
        <p:nvGrpSpPr>
          <p:cNvPr id="1142" name="Google Shape;1142;p45"/>
          <p:cNvGrpSpPr/>
          <p:nvPr/>
        </p:nvGrpSpPr>
        <p:grpSpPr>
          <a:xfrm>
            <a:off x="2097092" y="1081153"/>
            <a:ext cx="1359066" cy="1235484"/>
            <a:chOff x="6494019" y="-137261"/>
            <a:chExt cx="2116596" cy="1924130"/>
          </a:xfrm>
        </p:grpSpPr>
        <p:sp>
          <p:nvSpPr>
            <p:cNvPr id="1143" name="Google Shape;1143;p45"/>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45"/>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5" name="Google Shape;1145;p45"/>
          <p:cNvGrpSpPr/>
          <p:nvPr/>
        </p:nvGrpSpPr>
        <p:grpSpPr>
          <a:xfrm>
            <a:off x="532842" y="1377559"/>
            <a:ext cx="3224104" cy="3208286"/>
            <a:chOff x="8918650" y="1402275"/>
            <a:chExt cx="1202575" cy="1196675"/>
          </a:xfrm>
        </p:grpSpPr>
        <p:sp>
          <p:nvSpPr>
            <p:cNvPr id="1146" name="Google Shape;1146;p45"/>
            <p:cNvSpPr/>
            <p:nvPr/>
          </p:nvSpPr>
          <p:spPr>
            <a:xfrm>
              <a:off x="8918650" y="2322725"/>
              <a:ext cx="129825" cy="117325"/>
            </a:xfrm>
            <a:custGeom>
              <a:avLst/>
              <a:gdLst/>
              <a:ahLst/>
              <a:cxnLst/>
              <a:rect l="l" t="t" r="r" b="b"/>
              <a:pathLst>
                <a:path w="5193" h="4693" extrusionOk="0">
                  <a:moveTo>
                    <a:pt x="3942" y="1"/>
                  </a:moveTo>
                  <a:cubicBezTo>
                    <a:pt x="3930" y="965"/>
                    <a:pt x="3501" y="1918"/>
                    <a:pt x="2787" y="2549"/>
                  </a:cubicBezTo>
                  <a:cubicBezTo>
                    <a:pt x="2147" y="3125"/>
                    <a:pt x="1278" y="3443"/>
                    <a:pt x="419" y="3443"/>
                  </a:cubicBezTo>
                  <a:cubicBezTo>
                    <a:pt x="319" y="3443"/>
                    <a:pt x="219" y="3439"/>
                    <a:pt x="120" y="3430"/>
                  </a:cubicBezTo>
                  <a:lnTo>
                    <a:pt x="1" y="4668"/>
                  </a:lnTo>
                  <a:cubicBezTo>
                    <a:pt x="144" y="4680"/>
                    <a:pt x="299" y="4692"/>
                    <a:pt x="442" y="4692"/>
                  </a:cubicBezTo>
                  <a:cubicBezTo>
                    <a:pt x="1596" y="4692"/>
                    <a:pt x="2763" y="4251"/>
                    <a:pt x="3620" y="3478"/>
                  </a:cubicBezTo>
                  <a:cubicBezTo>
                    <a:pt x="4585" y="2608"/>
                    <a:pt x="5168" y="1323"/>
                    <a:pt x="5192" y="13"/>
                  </a:cubicBezTo>
                  <a:lnTo>
                    <a:pt x="3942" y="1"/>
                  </a:lnTo>
                  <a:close/>
                </a:path>
              </a:pathLst>
            </a:custGeom>
            <a:solidFill>
              <a:srgbClr val="D253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45"/>
            <p:cNvSpPr/>
            <p:nvPr/>
          </p:nvSpPr>
          <p:spPr>
            <a:xfrm>
              <a:off x="8976100" y="2309350"/>
              <a:ext cx="95275" cy="105100"/>
            </a:xfrm>
            <a:custGeom>
              <a:avLst/>
              <a:gdLst/>
              <a:ahLst/>
              <a:cxnLst/>
              <a:rect l="l" t="t" r="r" b="b"/>
              <a:pathLst>
                <a:path w="3811" h="4204" extrusionOk="0">
                  <a:moveTo>
                    <a:pt x="2704" y="1072"/>
                  </a:moveTo>
                  <a:cubicBezTo>
                    <a:pt x="2846" y="1072"/>
                    <a:pt x="2989" y="1084"/>
                    <a:pt x="3132" y="1119"/>
                  </a:cubicBezTo>
                  <a:cubicBezTo>
                    <a:pt x="2823" y="1310"/>
                    <a:pt x="2573" y="1643"/>
                    <a:pt x="2370" y="2096"/>
                  </a:cubicBezTo>
                  <a:cubicBezTo>
                    <a:pt x="2323" y="2179"/>
                    <a:pt x="2287" y="2274"/>
                    <a:pt x="2251" y="2358"/>
                  </a:cubicBezTo>
                  <a:cubicBezTo>
                    <a:pt x="2132" y="2655"/>
                    <a:pt x="2013" y="2941"/>
                    <a:pt x="1846" y="3084"/>
                  </a:cubicBezTo>
                  <a:cubicBezTo>
                    <a:pt x="1797" y="3113"/>
                    <a:pt x="1732" y="3135"/>
                    <a:pt x="1664" y="3135"/>
                  </a:cubicBezTo>
                  <a:cubicBezTo>
                    <a:pt x="1650" y="3135"/>
                    <a:pt x="1635" y="3134"/>
                    <a:pt x="1620" y="3132"/>
                  </a:cubicBezTo>
                  <a:cubicBezTo>
                    <a:pt x="1537" y="3132"/>
                    <a:pt x="1418" y="3096"/>
                    <a:pt x="1322" y="2965"/>
                  </a:cubicBezTo>
                  <a:cubicBezTo>
                    <a:pt x="1120" y="2703"/>
                    <a:pt x="1156" y="2322"/>
                    <a:pt x="1251" y="2072"/>
                  </a:cubicBezTo>
                  <a:cubicBezTo>
                    <a:pt x="1489" y="1441"/>
                    <a:pt x="2049" y="1072"/>
                    <a:pt x="2704" y="1072"/>
                  </a:cubicBezTo>
                  <a:close/>
                  <a:moveTo>
                    <a:pt x="2718" y="1"/>
                  </a:moveTo>
                  <a:cubicBezTo>
                    <a:pt x="1614" y="1"/>
                    <a:pt x="645" y="634"/>
                    <a:pt x="251" y="1703"/>
                  </a:cubicBezTo>
                  <a:cubicBezTo>
                    <a:pt x="49" y="2239"/>
                    <a:pt x="1" y="3024"/>
                    <a:pt x="477" y="3620"/>
                  </a:cubicBezTo>
                  <a:cubicBezTo>
                    <a:pt x="739" y="3953"/>
                    <a:pt x="1108" y="4155"/>
                    <a:pt x="1501" y="4203"/>
                  </a:cubicBezTo>
                  <a:lnTo>
                    <a:pt x="1656" y="4203"/>
                  </a:lnTo>
                  <a:cubicBezTo>
                    <a:pt x="1977" y="4203"/>
                    <a:pt x="2287" y="4096"/>
                    <a:pt x="2525" y="3894"/>
                  </a:cubicBezTo>
                  <a:cubicBezTo>
                    <a:pt x="2894" y="3596"/>
                    <a:pt x="3073" y="3155"/>
                    <a:pt x="3239" y="2774"/>
                  </a:cubicBezTo>
                  <a:cubicBezTo>
                    <a:pt x="3275" y="2691"/>
                    <a:pt x="3299" y="2608"/>
                    <a:pt x="3335" y="2536"/>
                  </a:cubicBezTo>
                  <a:cubicBezTo>
                    <a:pt x="3454" y="2298"/>
                    <a:pt x="3620" y="2000"/>
                    <a:pt x="3811" y="1989"/>
                  </a:cubicBezTo>
                  <a:lnTo>
                    <a:pt x="3728" y="917"/>
                  </a:lnTo>
                  <a:cubicBezTo>
                    <a:pt x="3597" y="929"/>
                    <a:pt x="3478" y="953"/>
                    <a:pt x="3358" y="1000"/>
                  </a:cubicBezTo>
                  <a:lnTo>
                    <a:pt x="3632" y="143"/>
                  </a:lnTo>
                  <a:cubicBezTo>
                    <a:pt x="3324" y="47"/>
                    <a:pt x="3016" y="1"/>
                    <a:pt x="2718" y="1"/>
                  </a:cubicBezTo>
                  <a:close/>
                </a:path>
              </a:pathLst>
            </a:custGeom>
            <a:solidFill>
              <a:srgbClr val="D253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45"/>
            <p:cNvSpPr/>
            <p:nvPr/>
          </p:nvSpPr>
          <p:spPr>
            <a:xfrm>
              <a:off x="9097250" y="2212900"/>
              <a:ext cx="19075" cy="81575"/>
            </a:xfrm>
            <a:custGeom>
              <a:avLst/>
              <a:gdLst/>
              <a:ahLst/>
              <a:cxnLst/>
              <a:rect l="l" t="t" r="r" b="b"/>
              <a:pathLst>
                <a:path w="763" h="3263" extrusionOk="0">
                  <a:moveTo>
                    <a:pt x="763" y="1"/>
                  </a:moveTo>
                  <a:lnTo>
                    <a:pt x="1" y="3263"/>
                  </a:lnTo>
                  <a:cubicBezTo>
                    <a:pt x="441" y="1667"/>
                    <a:pt x="632" y="703"/>
                    <a:pt x="763" y="1"/>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45"/>
            <p:cNvSpPr/>
            <p:nvPr/>
          </p:nvSpPr>
          <p:spPr>
            <a:xfrm>
              <a:off x="9251450" y="1870000"/>
              <a:ext cx="120575" cy="48550"/>
            </a:xfrm>
            <a:custGeom>
              <a:avLst/>
              <a:gdLst/>
              <a:ahLst/>
              <a:cxnLst/>
              <a:rect l="l" t="t" r="r" b="b"/>
              <a:pathLst>
                <a:path w="4823" h="1942" extrusionOk="0">
                  <a:moveTo>
                    <a:pt x="0" y="1"/>
                  </a:moveTo>
                  <a:lnTo>
                    <a:pt x="24" y="1477"/>
                  </a:lnTo>
                  <a:cubicBezTo>
                    <a:pt x="1560" y="1798"/>
                    <a:pt x="3227" y="1834"/>
                    <a:pt x="4822" y="1941"/>
                  </a:cubicBezTo>
                  <a:lnTo>
                    <a:pt x="4727" y="239"/>
                  </a:lnTo>
                  <a:lnTo>
                    <a:pt x="0" y="1"/>
                  </a:ln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45"/>
            <p:cNvSpPr/>
            <p:nvPr/>
          </p:nvSpPr>
          <p:spPr>
            <a:xfrm>
              <a:off x="9030275" y="1906900"/>
              <a:ext cx="412875" cy="428650"/>
            </a:xfrm>
            <a:custGeom>
              <a:avLst/>
              <a:gdLst/>
              <a:ahLst/>
              <a:cxnLst/>
              <a:rect l="l" t="t" r="r" b="b"/>
              <a:pathLst>
                <a:path w="16515" h="17146" extrusionOk="0">
                  <a:moveTo>
                    <a:pt x="3775" y="10836"/>
                  </a:moveTo>
                  <a:lnTo>
                    <a:pt x="3442" y="12241"/>
                  </a:lnTo>
                  <a:cubicBezTo>
                    <a:pt x="3561" y="11645"/>
                    <a:pt x="3632" y="11252"/>
                    <a:pt x="3775" y="10836"/>
                  </a:cubicBezTo>
                  <a:close/>
                  <a:moveTo>
                    <a:pt x="8871" y="1"/>
                  </a:moveTo>
                  <a:lnTo>
                    <a:pt x="8895" y="1239"/>
                  </a:lnTo>
                  <a:lnTo>
                    <a:pt x="6847" y="1418"/>
                  </a:lnTo>
                  <a:cubicBezTo>
                    <a:pt x="6847" y="1418"/>
                    <a:pt x="4180" y="1966"/>
                    <a:pt x="2930" y="3228"/>
                  </a:cubicBezTo>
                  <a:cubicBezTo>
                    <a:pt x="2108" y="4061"/>
                    <a:pt x="2037" y="6014"/>
                    <a:pt x="501" y="11752"/>
                  </a:cubicBezTo>
                  <a:cubicBezTo>
                    <a:pt x="1" y="13122"/>
                    <a:pt x="1275" y="15265"/>
                    <a:pt x="2680" y="15503"/>
                  </a:cubicBezTo>
                  <a:lnTo>
                    <a:pt x="3442" y="12241"/>
                  </a:lnTo>
                  <a:lnTo>
                    <a:pt x="3442" y="12241"/>
                  </a:lnTo>
                  <a:cubicBezTo>
                    <a:pt x="3311" y="12943"/>
                    <a:pt x="3120" y="13907"/>
                    <a:pt x="2680" y="15503"/>
                  </a:cubicBezTo>
                  <a:lnTo>
                    <a:pt x="8645" y="17146"/>
                  </a:lnTo>
                  <a:lnTo>
                    <a:pt x="16229" y="16420"/>
                  </a:lnTo>
                  <a:cubicBezTo>
                    <a:pt x="16515" y="13848"/>
                    <a:pt x="15467" y="4168"/>
                    <a:pt x="15479" y="1608"/>
                  </a:cubicBezTo>
                  <a:cubicBezTo>
                    <a:pt x="14919" y="1465"/>
                    <a:pt x="13705" y="1239"/>
                    <a:pt x="13705" y="1239"/>
                  </a:cubicBezTo>
                  <a:lnTo>
                    <a:pt x="13669" y="465"/>
                  </a:lnTo>
                  <a:cubicBezTo>
                    <a:pt x="12074" y="358"/>
                    <a:pt x="10407" y="322"/>
                    <a:pt x="8871"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45"/>
            <p:cNvSpPr/>
            <p:nvPr/>
          </p:nvSpPr>
          <p:spPr>
            <a:xfrm>
              <a:off x="9341025" y="1957225"/>
              <a:ext cx="305425" cy="428975"/>
            </a:xfrm>
            <a:custGeom>
              <a:avLst/>
              <a:gdLst/>
              <a:ahLst/>
              <a:cxnLst/>
              <a:rect l="l" t="t" r="r" b="b"/>
              <a:pathLst>
                <a:path w="12217" h="17159" extrusionOk="0">
                  <a:moveTo>
                    <a:pt x="2656" y="0"/>
                  </a:moveTo>
                  <a:cubicBezTo>
                    <a:pt x="2120" y="2500"/>
                    <a:pt x="1989" y="4655"/>
                    <a:pt x="1180" y="7120"/>
                  </a:cubicBezTo>
                  <a:lnTo>
                    <a:pt x="2358" y="7203"/>
                  </a:lnTo>
                  <a:cubicBezTo>
                    <a:pt x="1811" y="9061"/>
                    <a:pt x="1" y="16097"/>
                    <a:pt x="3454" y="17038"/>
                  </a:cubicBezTo>
                  <a:cubicBezTo>
                    <a:pt x="3756" y="17121"/>
                    <a:pt x="4072" y="17159"/>
                    <a:pt x="4398" y="17159"/>
                  </a:cubicBezTo>
                  <a:cubicBezTo>
                    <a:pt x="7026" y="17159"/>
                    <a:pt x="10300" y="14674"/>
                    <a:pt x="12217" y="12990"/>
                  </a:cubicBezTo>
                  <a:cubicBezTo>
                    <a:pt x="11574" y="12144"/>
                    <a:pt x="11002" y="11216"/>
                    <a:pt x="10538" y="10239"/>
                  </a:cubicBezTo>
                  <a:lnTo>
                    <a:pt x="6395" y="11478"/>
                  </a:lnTo>
                  <a:cubicBezTo>
                    <a:pt x="6395" y="11478"/>
                    <a:pt x="6502" y="8989"/>
                    <a:pt x="6990" y="5906"/>
                  </a:cubicBezTo>
                  <a:cubicBezTo>
                    <a:pt x="6097" y="2548"/>
                    <a:pt x="3597" y="0"/>
                    <a:pt x="3597" y="0"/>
                  </a:cubicBezTo>
                  <a:cubicBezTo>
                    <a:pt x="3473" y="37"/>
                    <a:pt x="3266" y="58"/>
                    <a:pt x="3074" y="58"/>
                  </a:cubicBezTo>
                  <a:cubicBezTo>
                    <a:pt x="2896" y="58"/>
                    <a:pt x="2730" y="40"/>
                    <a:pt x="2656" y="0"/>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45"/>
            <p:cNvSpPr/>
            <p:nvPr/>
          </p:nvSpPr>
          <p:spPr>
            <a:xfrm>
              <a:off x="9604750" y="2146600"/>
              <a:ext cx="179525" cy="143125"/>
            </a:xfrm>
            <a:custGeom>
              <a:avLst/>
              <a:gdLst/>
              <a:ahLst/>
              <a:cxnLst/>
              <a:rect l="l" t="t" r="r" b="b"/>
              <a:pathLst>
                <a:path w="7181" h="5725" extrusionOk="0">
                  <a:moveTo>
                    <a:pt x="5852" y="1"/>
                  </a:moveTo>
                  <a:cubicBezTo>
                    <a:pt x="5241" y="1"/>
                    <a:pt x="3347" y="1236"/>
                    <a:pt x="3347" y="1236"/>
                  </a:cubicBezTo>
                  <a:cubicBezTo>
                    <a:pt x="3347" y="1236"/>
                    <a:pt x="4192" y="212"/>
                    <a:pt x="3585" y="117"/>
                  </a:cubicBezTo>
                  <a:cubicBezTo>
                    <a:pt x="3575" y="115"/>
                    <a:pt x="3565" y="115"/>
                    <a:pt x="3555" y="115"/>
                  </a:cubicBezTo>
                  <a:cubicBezTo>
                    <a:pt x="2922" y="115"/>
                    <a:pt x="1239" y="2593"/>
                    <a:pt x="1239" y="2593"/>
                  </a:cubicBezTo>
                  <a:lnTo>
                    <a:pt x="1" y="2641"/>
                  </a:lnTo>
                  <a:cubicBezTo>
                    <a:pt x="203" y="3700"/>
                    <a:pt x="513" y="4736"/>
                    <a:pt x="930" y="5724"/>
                  </a:cubicBezTo>
                  <a:cubicBezTo>
                    <a:pt x="2096" y="5141"/>
                    <a:pt x="2870" y="4665"/>
                    <a:pt x="2870" y="4665"/>
                  </a:cubicBezTo>
                  <a:cubicBezTo>
                    <a:pt x="3870" y="4593"/>
                    <a:pt x="6907" y="3748"/>
                    <a:pt x="6859" y="3307"/>
                  </a:cubicBezTo>
                  <a:cubicBezTo>
                    <a:pt x="6843" y="3111"/>
                    <a:pt x="6458" y="3057"/>
                    <a:pt x="6036" y="3057"/>
                  </a:cubicBezTo>
                  <a:cubicBezTo>
                    <a:pt x="5512" y="3057"/>
                    <a:pt x="4930" y="3141"/>
                    <a:pt x="4930" y="3141"/>
                  </a:cubicBezTo>
                  <a:cubicBezTo>
                    <a:pt x="4930" y="3141"/>
                    <a:pt x="7180" y="2629"/>
                    <a:pt x="7109" y="2212"/>
                  </a:cubicBezTo>
                  <a:cubicBezTo>
                    <a:pt x="7094" y="2103"/>
                    <a:pt x="6933" y="2063"/>
                    <a:pt x="6700" y="2063"/>
                  </a:cubicBezTo>
                  <a:cubicBezTo>
                    <a:pt x="6016" y="2063"/>
                    <a:pt x="4716" y="2414"/>
                    <a:pt x="4716" y="2414"/>
                  </a:cubicBezTo>
                  <a:cubicBezTo>
                    <a:pt x="4716" y="2414"/>
                    <a:pt x="6978" y="1629"/>
                    <a:pt x="6942" y="1224"/>
                  </a:cubicBezTo>
                  <a:cubicBezTo>
                    <a:pt x="6921" y="1074"/>
                    <a:pt x="6782" y="1016"/>
                    <a:pt x="6576" y="1016"/>
                  </a:cubicBezTo>
                  <a:cubicBezTo>
                    <a:pt x="5849" y="1016"/>
                    <a:pt x="4299" y="1748"/>
                    <a:pt x="4299" y="1748"/>
                  </a:cubicBezTo>
                  <a:cubicBezTo>
                    <a:pt x="4299" y="1748"/>
                    <a:pt x="6228" y="533"/>
                    <a:pt x="6025" y="81"/>
                  </a:cubicBezTo>
                  <a:cubicBezTo>
                    <a:pt x="5999" y="25"/>
                    <a:pt x="5938" y="1"/>
                    <a:pt x="5852"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45"/>
            <p:cNvSpPr/>
            <p:nvPr/>
          </p:nvSpPr>
          <p:spPr>
            <a:xfrm>
              <a:off x="9610425" y="2206350"/>
              <a:ext cx="54775" cy="80700"/>
            </a:xfrm>
            <a:custGeom>
              <a:avLst/>
              <a:gdLst/>
              <a:ahLst/>
              <a:cxnLst/>
              <a:rect l="l" t="t" r="r" b="b"/>
              <a:pathLst>
                <a:path w="2191" h="3228" extrusionOk="0">
                  <a:moveTo>
                    <a:pt x="667" y="1"/>
                  </a:moveTo>
                  <a:cubicBezTo>
                    <a:pt x="441" y="24"/>
                    <a:pt x="226" y="48"/>
                    <a:pt x="0" y="84"/>
                  </a:cubicBezTo>
                  <a:cubicBezTo>
                    <a:pt x="619" y="1060"/>
                    <a:pt x="1155" y="2096"/>
                    <a:pt x="1548" y="3227"/>
                  </a:cubicBezTo>
                  <a:cubicBezTo>
                    <a:pt x="1965" y="2715"/>
                    <a:pt x="2191" y="2370"/>
                    <a:pt x="2191" y="2370"/>
                  </a:cubicBezTo>
                  <a:cubicBezTo>
                    <a:pt x="1977" y="1191"/>
                    <a:pt x="667" y="1"/>
                    <a:pt x="6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45"/>
            <p:cNvSpPr/>
            <p:nvPr/>
          </p:nvSpPr>
          <p:spPr>
            <a:xfrm>
              <a:off x="9383000" y="1941150"/>
              <a:ext cx="266125" cy="455475"/>
            </a:xfrm>
            <a:custGeom>
              <a:avLst/>
              <a:gdLst/>
              <a:ahLst/>
              <a:cxnLst/>
              <a:rect l="l" t="t" r="r" b="b"/>
              <a:pathLst>
                <a:path w="10645" h="18219" extrusionOk="0">
                  <a:moveTo>
                    <a:pt x="1025" y="0"/>
                  </a:moveTo>
                  <a:cubicBezTo>
                    <a:pt x="1025" y="0"/>
                    <a:pt x="1" y="13609"/>
                    <a:pt x="13" y="15859"/>
                  </a:cubicBezTo>
                  <a:cubicBezTo>
                    <a:pt x="30" y="17481"/>
                    <a:pt x="158" y="18219"/>
                    <a:pt x="1798" y="18219"/>
                  </a:cubicBezTo>
                  <a:cubicBezTo>
                    <a:pt x="2433" y="18219"/>
                    <a:pt x="3295" y="18108"/>
                    <a:pt x="4466" y="17895"/>
                  </a:cubicBezTo>
                  <a:cubicBezTo>
                    <a:pt x="7442" y="17348"/>
                    <a:pt x="9633" y="15097"/>
                    <a:pt x="10645" y="13835"/>
                  </a:cubicBezTo>
                  <a:cubicBezTo>
                    <a:pt x="10252" y="12704"/>
                    <a:pt x="9728" y="11668"/>
                    <a:pt x="9097" y="10692"/>
                  </a:cubicBezTo>
                  <a:cubicBezTo>
                    <a:pt x="6775" y="11013"/>
                    <a:pt x="4716" y="12121"/>
                    <a:pt x="4716" y="12121"/>
                  </a:cubicBezTo>
                  <a:cubicBezTo>
                    <a:pt x="5430" y="9644"/>
                    <a:pt x="5620" y="7692"/>
                    <a:pt x="5525" y="6144"/>
                  </a:cubicBezTo>
                  <a:cubicBezTo>
                    <a:pt x="5239" y="1572"/>
                    <a:pt x="1025" y="0"/>
                    <a:pt x="102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45"/>
            <p:cNvSpPr/>
            <p:nvPr/>
          </p:nvSpPr>
          <p:spPr>
            <a:xfrm>
              <a:off x="8929975" y="2291175"/>
              <a:ext cx="578975" cy="307775"/>
            </a:xfrm>
            <a:custGeom>
              <a:avLst/>
              <a:gdLst/>
              <a:ahLst/>
              <a:cxnLst/>
              <a:rect l="l" t="t" r="r" b="b"/>
              <a:pathLst>
                <a:path w="23159" h="12311" extrusionOk="0">
                  <a:moveTo>
                    <a:pt x="6692" y="1"/>
                  </a:moveTo>
                  <a:cubicBezTo>
                    <a:pt x="6477" y="334"/>
                    <a:pt x="1917" y="1203"/>
                    <a:pt x="0" y="10133"/>
                  </a:cubicBezTo>
                  <a:cubicBezTo>
                    <a:pt x="2132" y="10919"/>
                    <a:pt x="5751" y="11848"/>
                    <a:pt x="11454" y="12169"/>
                  </a:cubicBezTo>
                  <a:cubicBezTo>
                    <a:pt x="13214" y="12269"/>
                    <a:pt x="14838" y="12310"/>
                    <a:pt x="16322" y="12310"/>
                  </a:cubicBezTo>
                  <a:cubicBezTo>
                    <a:pt x="19096" y="12310"/>
                    <a:pt x="21382" y="12165"/>
                    <a:pt x="23158" y="11979"/>
                  </a:cubicBezTo>
                  <a:cubicBezTo>
                    <a:pt x="22325" y="4061"/>
                    <a:pt x="20408" y="1430"/>
                    <a:pt x="20241" y="930"/>
                  </a:cubicBezTo>
                  <a:cubicBezTo>
                    <a:pt x="18793" y="1008"/>
                    <a:pt x="17304" y="1067"/>
                    <a:pt x="15802" y="1067"/>
                  </a:cubicBezTo>
                  <a:cubicBezTo>
                    <a:pt x="12747" y="1067"/>
                    <a:pt x="9637" y="823"/>
                    <a:pt x="669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45"/>
            <p:cNvSpPr/>
            <p:nvPr/>
          </p:nvSpPr>
          <p:spPr>
            <a:xfrm>
              <a:off x="9045825" y="1756975"/>
              <a:ext cx="185700" cy="141650"/>
            </a:xfrm>
            <a:custGeom>
              <a:avLst/>
              <a:gdLst/>
              <a:ahLst/>
              <a:cxnLst/>
              <a:rect l="l" t="t" r="r" b="b"/>
              <a:pathLst>
                <a:path w="7428" h="5666" extrusionOk="0">
                  <a:moveTo>
                    <a:pt x="1398" y="1"/>
                  </a:moveTo>
                  <a:cubicBezTo>
                    <a:pt x="429" y="1"/>
                    <a:pt x="1" y="1928"/>
                    <a:pt x="391" y="3545"/>
                  </a:cubicBezTo>
                  <a:cubicBezTo>
                    <a:pt x="693" y="4797"/>
                    <a:pt x="2332" y="5665"/>
                    <a:pt x="3936" y="5665"/>
                  </a:cubicBezTo>
                  <a:cubicBezTo>
                    <a:pt x="4483" y="5665"/>
                    <a:pt x="5026" y="5564"/>
                    <a:pt x="5511" y="5343"/>
                  </a:cubicBezTo>
                  <a:cubicBezTo>
                    <a:pt x="7427" y="4474"/>
                    <a:pt x="6213" y="2450"/>
                    <a:pt x="6213" y="2450"/>
                  </a:cubicBezTo>
                  <a:cubicBezTo>
                    <a:pt x="6308" y="1688"/>
                    <a:pt x="2546" y="152"/>
                    <a:pt x="1510" y="9"/>
                  </a:cubicBezTo>
                  <a:cubicBezTo>
                    <a:pt x="1472" y="3"/>
                    <a:pt x="1434" y="1"/>
                    <a:pt x="1398"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45"/>
            <p:cNvSpPr/>
            <p:nvPr/>
          </p:nvSpPr>
          <p:spPr>
            <a:xfrm>
              <a:off x="9022550" y="1501375"/>
              <a:ext cx="524775" cy="385750"/>
            </a:xfrm>
            <a:custGeom>
              <a:avLst/>
              <a:gdLst/>
              <a:ahLst/>
              <a:cxnLst/>
              <a:rect l="l" t="t" r="r" b="b"/>
              <a:pathLst>
                <a:path w="20991" h="15430" extrusionOk="0">
                  <a:moveTo>
                    <a:pt x="11938" y="1"/>
                  </a:moveTo>
                  <a:cubicBezTo>
                    <a:pt x="6754" y="1"/>
                    <a:pt x="1044" y="1062"/>
                    <a:pt x="631" y="2601"/>
                  </a:cubicBezTo>
                  <a:cubicBezTo>
                    <a:pt x="0" y="4899"/>
                    <a:pt x="298" y="6018"/>
                    <a:pt x="643" y="8078"/>
                  </a:cubicBezTo>
                  <a:cubicBezTo>
                    <a:pt x="1627" y="13823"/>
                    <a:pt x="5261" y="15430"/>
                    <a:pt x="8911" y="15430"/>
                  </a:cubicBezTo>
                  <a:cubicBezTo>
                    <a:pt x="12774" y="15430"/>
                    <a:pt x="16654" y="13631"/>
                    <a:pt x="17431" y="13031"/>
                  </a:cubicBezTo>
                  <a:cubicBezTo>
                    <a:pt x="18455" y="12245"/>
                    <a:pt x="20991" y="7959"/>
                    <a:pt x="20443" y="5983"/>
                  </a:cubicBezTo>
                  <a:cubicBezTo>
                    <a:pt x="19896" y="4006"/>
                    <a:pt x="19336" y="1208"/>
                    <a:pt x="19336" y="1208"/>
                  </a:cubicBezTo>
                  <a:cubicBezTo>
                    <a:pt x="17828" y="364"/>
                    <a:pt x="14973" y="1"/>
                    <a:pt x="11938"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45"/>
            <p:cNvSpPr/>
            <p:nvPr/>
          </p:nvSpPr>
          <p:spPr>
            <a:xfrm>
              <a:off x="9068825" y="1722250"/>
              <a:ext cx="98400" cy="111225"/>
            </a:xfrm>
            <a:custGeom>
              <a:avLst/>
              <a:gdLst/>
              <a:ahLst/>
              <a:cxnLst/>
              <a:rect l="l" t="t" r="r" b="b"/>
              <a:pathLst>
                <a:path w="3936" h="4449" extrusionOk="0">
                  <a:moveTo>
                    <a:pt x="1985" y="1"/>
                  </a:moveTo>
                  <a:cubicBezTo>
                    <a:pt x="1144" y="1"/>
                    <a:pt x="0" y="336"/>
                    <a:pt x="30" y="2172"/>
                  </a:cubicBezTo>
                  <a:cubicBezTo>
                    <a:pt x="50" y="3749"/>
                    <a:pt x="968" y="4449"/>
                    <a:pt x="1932" y="4449"/>
                  </a:cubicBezTo>
                  <a:cubicBezTo>
                    <a:pt x="2730" y="4449"/>
                    <a:pt x="3558" y="3970"/>
                    <a:pt x="3936" y="3113"/>
                  </a:cubicBezTo>
                  <a:lnTo>
                    <a:pt x="2852" y="112"/>
                  </a:lnTo>
                  <a:cubicBezTo>
                    <a:pt x="2852" y="112"/>
                    <a:pt x="2469" y="1"/>
                    <a:pt x="1985"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45"/>
            <p:cNvSpPr/>
            <p:nvPr/>
          </p:nvSpPr>
          <p:spPr>
            <a:xfrm>
              <a:off x="9082975" y="1448375"/>
              <a:ext cx="427450" cy="450325"/>
            </a:xfrm>
            <a:custGeom>
              <a:avLst/>
              <a:gdLst/>
              <a:ahLst/>
              <a:cxnLst/>
              <a:rect l="l" t="t" r="r" b="b"/>
              <a:pathLst>
                <a:path w="17098" h="18013" extrusionOk="0">
                  <a:moveTo>
                    <a:pt x="10562" y="1"/>
                  </a:moveTo>
                  <a:cubicBezTo>
                    <a:pt x="8903" y="1"/>
                    <a:pt x="7059" y="370"/>
                    <a:pt x="5227" y="947"/>
                  </a:cubicBezTo>
                  <a:cubicBezTo>
                    <a:pt x="548" y="2423"/>
                    <a:pt x="0" y="6781"/>
                    <a:pt x="1512" y="11948"/>
                  </a:cubicBezTo>
                  <a:cubicBezTo>
                    <a:pt x="2806" y="16378"/>
                    <a:pt x="4988" y="18012"/>
                    <a:pt x="8714" y="18012"/>
                  </a:cubicBezTo>
                  <a:cubicBezTo>
                    <a:pt x="9344" y="18012"/>
                    <a:pt x="10018" y="17965"/>
                    <a:pt x="10740" y="17878"/>
                  </a:cubicBezTo>
                  <a:cubicBezTo>
                    <a:pt x="15609" y="17294"/>
                    <a:pt x="17098" y="13996"/>
                    <a:pt x="16883" y="10734"/>
                  </a:cubicBezTo>
                  <a:cubicBezTo>
                    <a:pt x="16621" y="6710"/>
                    <a:pt x="16240" y="3316"/>
                    <a:pt x="16240" y="3316"/>
                  </a:cubicBezTo>
                  <a:cubicBezTo>
                    <a:pt x="15290" y="900"/>
                    <a:pt x="13150" y="1"/>
                    <a:pt x="10562"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45"/>
            <p:cNvSpPr/>
            <p:nvPr/>
          </p:nvSpPr>
          <p:spPr>
            <a:xfrm>
              <a:off x="9309175" y="1758800"/>
              <a:ext cx="46775" cy="20750"/>
            </a:xfrm>
            <a:custGeom>
              <a:avLst/>
              <a:gdLst/>
              <a:ahLst/>
              <a:cxnLst/>
              <a:rect l="l" t="t" r="r" b="b"/>
              <a:pathLst>
                <a:path w="1871" h="830" extrusionOk="0">
                  <a:moveTo>
                    <a:pt x="81" y="0"/>
                  </a:moveTo>
                  <a:cubicBezTo>
                    <a:pt x="69" y="0"/>
                    <a:pt x="57" y="3"/>
                    <a:pt x="49" y="8"/>
                  </a:cubicBezTo>
                  <a:cubicBezTo>
                    <a:pt x="13" y="19"/>
                    <a:pt x="1" y="67"/>
                    <a:pt x="25" y="91"/>
                  </a:cubicBezTo>
                  <a:cubicBezTo>
                    <a:pt x="346" y="686"/>
                    <a:pt x="823" y="829"/>
                    <a:pt x="1192" y="829"/>
                  </a:cubicBezTo>
                  <a:cubicBezTo>
                    <a:pt x="1549" y="829"/>
                    <a:pt x="1811" y="710"/>
                    <a:pt x="1823" y="698"/>
                  </a:cubicBezTo>
                  <a:cubicBezTo>
                    <a:pt x="1858" y="686"/>
                    <a:pt x="1870" y="651"/>
                    <a:pt x="1846" y="615"/>
                  </a:cubicBezTo>
                  <a:cubicBezTo>
                    <a:pt x="1838" y="597"/>
                    <a:pt x="1816" y="586"/>
                    <a:pt x="1791" y="586"/>
                  </a:cubicBezTo>
                  <a:cubicBezTo>
                    <a:pt x="1782" y="586"/>
                    <a:pt x="1773" y="588"/>
                    <a:pt x="1763" y="591"/>
                  </a:cubicBezTo>
                  <a:cubicBezTo>
                    <a:pt x="1746" y="597"/>
                    <a:pt x="1505" y="705"/>
                    <a:pt x="1195" y="705"/>
                  </a:cubicBezTo>
                  <a:cubicBezTo>
                    <a:pt x="855" y="705"/>
                    <a:pt x="431" y="574"/>
                    <a:pt x="132" y="31"/>
                  </a:cubicBezTo>
                  <a:cubicBezTo>
                    <a:pt x="124" y="9"/>
                    <a:pt x="103" y="0"/>
                    <a:pt x="8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45"/>
            <p:cNvSpPr/>
            <p:nvPr/>
          </p:nvSpPr>
          <p:spPr>
            <a:xfrm>
              <a:off x="9348175" y="1511625"/>
              <a:ext cx="925" cy="925"/>
            </a:xfrm>
            <a:custGeom>
              <a:avLst/>
              <a:gdLst/>
              <a:ahLst/>
              <a:cxnLst/>
              <a:rect l="l" t="t" r="r" b="b"/>
              <a:pathLst>
                <a:path w="37" h="37" extrusionOk="0">
                  <a:moveTo>
                    <a:pt x="36" y="36"/>
                  </a:moveTo>
                  <a:cubicBezTo>
                    <a:pt x="13" y="12"/>
                    <a:pt x="1" y="1"/>
                    <a:pt x="1" y="1"/>
                  </a:cubicBezTo>
                  <a:cubicBezTo>
                    <a:pt x="1" y="1"/>
                    <a:pt x="13" y="12"/>
                    <a:pt x="36" y="36"/>
                  </a:cubicBez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45"/>
            <p:cNvSpPr/>
            <p:nvPr/>
          </p:nvSpPr>
          <p:spPr>
            <a:xfrm>
              <a:off x="9167800" y="1614275"/>
              <a:ext cx="88425" cy="65550"/>
            </a:xfrm>
            <a:custGeom>
              <a:avLst/>
              <a:gdLst/>
              <a:ahLst/>
              <a:cxnLst/>
              <a:rect l="l" t="t" r="r" b="b"/>
              <a:pathLst>
                <a:path w="3537" h="2622" extrusionOk="0">
                  <a:moveTo>
                    <a:pt x="2760" y="0"/>
                  </a:moveTo>
                  <a:cubicBezTo>
                    <a:pt x="2443" y="0"/>
                    <a:pt x="1981" y="200"/>
                    <a:pt x="1286" y="740"/>
                  </a:cubicBezTo>
                  <a:cubicBezTo>
                    <a:pt x="1" y="1740"/>
                    <a:pt x="679" y="2431"/>
                    <a:pt x="679" y="2431"/>
                  </a:cubicBezTo>
                  <a:cubicBezTo>
                    <a:pt x="805" y="2561"/>
                    <a:pt x="955" y="2622"/>
                    <a:pt x="1130" y="2622"/>
                  </a:cubicBezTo>
                  <a:cubicBezTo>
                    <a:pt x="1486" y="2622"/>
                    <a:pt x="1947" y="2373"/>
                    <a:pt x="2537" y="1943"/>
                  </a:cubicBezTo>
                  <a:cubicBezTo>
                    <a:pt x="3263" y="1395"/>
                    <a:pt x="3537" y="752"/>
                    <a:pt x="3310" y="347"/>
                  </a:cubicBezTo>
                  <a:cubicBezTo>
                    <a:pt x="3196" y="145"/>
                    <a:pt x="3030" y="0"/>
                    <a:pt x="2760"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45"/>
            <p:cNvSpPr/>
            <p:nvPr/>
          </p:nvSpPr>
          <p:spPr>
            <a:xfrm>
              <a:off x="9379725" y="1592800"/>
              <a:ext cx="91700" cy="51550"/>
            </a:xfrm>
            <a:custGeom>
              <a:avLst/>
              <a:gdLst/>
              <a:ahLst/>
              <a:cxnLst/>
              <a:rect l="l" t="t" r="r" b="b"/>
              <a:pathLst>
                <a:path w="3668" h="2062" extrusionOk="0">
                  <a:moveTo>
                    <a:pt x="850" y="1"/>
                  </a:moveTo>
                  <a:cubicBezTo>
                    <a:pt x="330" y="1"/>
                    <a:pt x="145" y="246"/>
                    <a:pt x="84" y="563"/>
                  </a:cubicBezTo>
                  <a:cubicBezTo>
                    <a:pt x="1" y="1016"/>
                    <a:pt x="465" y="1540"/>
                    <a:pt x="1322" y="1814"/>
                  </a:cubicBezTo>
                  <a:cubicBezTo>
                    <a:pt x="1816" y="1971"/>
                    <a:pt x="2220" y="2062"/>
                    <a:pt x="2533" y="2062"/>
                  </a:cubicBezTo>
                  <a:cubicBezTo>
                    <a:pt x="2883" y="2062"/>
                    <a:pt x="3120" y="1947"/>
                    <a:pt x="3239" y="1683"/>
                  </a:cubicBezTo>
                  <a:cubicBezTo>
                    <a:pt x="3239" y="1683"/>
                    <a:pt x="3668" y="814"/>
                    <a:pt x="2120" y="278"/>
                  </a:cubicBezTo>
                  <a:cubicBezTo>
                    <a:pt x="1559" y="82"/>
                    <a:pt x="1149" y="1"/>
                    <a:pt x="850" y="1"/>
                  </a:cubicBezTo>
                  <a:close/>
                </a:path>
              </a:pathLst>
            </a:custGeom>
            <a:solidFill>
              <a:srgbClr val="EED9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45"/>
            <p:cNvSpPr/>
            <p:nvPr/>
          </p:nvSpPr>
          <p:spPr>
            <a:xfrm>
              <a:off x="9079700" y="1743300"/>
              <a:ext cx="78300" cy="60650"/>
            </a:xfrm>
            <a:custGeom>
              <a:avLst/>
              <a:gdLst/>
              <a:ahLst/>
              <a:cxnLst/>
              <a:rect l="l" t="t" r="r" b="b"/>
              <a:pathLst>
                <a:path w="3132" h="2426" extrusionOk="0">
                  <a:moveTo>
                    <a:pt x="1266" y="0"/>
                  </a:moveTo>
                  <a:cubicBezTo>
                    <a:pt x="1156" y="0"/>
                    <a:pt x="1047" y="15"/>
                    <a:pt x="941" y="44"/>
                  </a:cubicBezTo>
                  <a:cubicBezTo>
                    <a:pt x="346" y="223"/>
                    <a:pt x="36" y="794"/>
                    <a:pt x="24" y="818"/>
                  </a:cubicBezTo>
                  <a:cubicBezTo>
                    <a:pt x="0" y="842"/>
                    <a:pt x="12" y="878"/>
                    <a:pt x="48" y="890"/>
                  </a:cubicBezTo>
                  <a:cubicBezTo>
                    <a:pt x="56" y="898"/>
                    <a:pt x="66" y="902"/>
                    <a:pt x="76" y="902"/>
                  </a:cubicBezTo>
                  <a:cubicBezTo>
                    <a:pt x="94" y="902"/>
                    <a:pt x="112" y="889"/>
                    <a:pt x="119" y="866"/>
                  </a:cubicBezTo>
                  <a:cubicBezTo>
                    <a:pt x="119" y="866"/>
                    <a:pt x="429" y="318"/>
                    <a:pt x="965" y="151"/>
                  </a:cubicBezTo>
                  <a:cubicBezTo>
                    <a:pt x="1058" y="127"/>
                    <a:pt x="1154" y="115"/>
                    <a:pt x="1251" y="115"/>
                  </a:cubicBezTo>
                  <a:cubicBezTo>
                    <a:pt x="1488" y="115"/>
                    <a:pt x="1732" y="187"/>
                    <a:pt x="1977" y="330"/>
                  </a:cubicBezTo>
                  <a:cubicBezTo>
                    <a:pt x="2989" y="901"/>
                    <a:pt x="2465" y="2330"/>
                    <a:pt x="2465" y="2342"/>
                  </a:cubicBezTo>
                  <a:cubicBezTo>
                    <a:pt x="2453" y="2378"/>
                    <a:pt x="2465" y="2414"/>
                    <a:pt x="2489" y="2425"/>
                  </a:cubicBezTo>
                  <a:lnTo>
                    <a:pt x="2512" y="2425"/>
                  </a:lnTo>
                  <a:cubicBezTo>
                    <a:pt x="2536" y="2425"/>
                    <a:pt x="2560" y="2414"/>
                    <a:pt x="2572" y="2390"/>
                  </a:cubicBezTo>
                  <a:cubicBezTo>
                    <a:pt x="2572" y="2378"/>
                    <a:pt x="3132" y="854"/>
                    <a:pt x="2036" y="223"/>
                  </a:cubicBezTo>
                  <a:cubicBezTo>
                    <a:pt x="1772" y="74"/>
                    <a:pt x="1514" y="0"/>
                    <a:pt x="126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45"/>
            <p:cNvSpPr/>
            <p:nvPr/>
          </p:nvSpPr>
          <p:spPr>
            <a:xfrm>
              <a:off x="9103500" y="1765900"/>
              <a:ext cx="43775" cy="12150"/>
            </a:xfrm>
            <a:custGeom>
              <a:avLst/>
              <a:gdLst/>
              <a:ahLst/>
              <a:cxnLst/>
              <a:rect l="l" t="t" r="r" b="b"/>
              <a:pathLst>
                <a:path w="1751" h="486" extrusionOk="0">
                  <a:moveTo>
                    <a:pt x="1018" y="0"/>
                  </a:moveTo>
                  <a:cubicBezTo>
                    <a:pt x="483" y="0"/>
                    <a:pt x="33" y="378"/>
                    <a:pt x="25" y="378"/>
                  </a:cubicBezTo>
                  <a:cubicBezTo>
                    <a:pt x="1" y="402"/>
                    <a:pt x="1" y="438"/>
                    <a:pt x="25" y="462"/>
                  </a:cubicBezTo>
                  <a:cubicBezTo>
                    <a:pt x="36" y="474"/>
                    <a:pt x="48" y="486"/>
                    <a:pt x="72" y="486"/>
                  </a:cubicBezTo>
                  <a:cubicBezTo>
                    <a:pt x="84" y="486"/>
                    <a:pt x="96" y="486"/>
                    <a:pt x="108" y="474"/>
                  </a:cubicBezTo>
                  <a:cubicBezTo>
                    <a:pt x="108" y="465"/>
                    <a:pt x="521" y="120"/>
                    <a:pt x="1005" y="120"/>
                  </a:cubicBezTo>
                  <a:cubicBezTo>
                    <a:pt x="1214" y="120"/>
                    <a:pt x="1436" y="184"/>
                    <a:pt x="1644" y="367"/>
                  </a:cubicBezTo>
                  <a:cubicBezTo>
                    <a:pt x="1654" y="371"/>
                    <a:pt x="1666" y="374"/>
                    <a:pt x="1678" y="374"/>
                  </a:cubicBezTo>
                  <a:cubicBezTo>
                    <a:pt x="1695" y="374"/>
                    <a:pt x="1713" y="369"/>
                    <a:pt x="1727" y="355"/>
                  </a:cubicBezTo>
                  <a:cubicBezTo>
                    <a:pt x="1751" y="331"/>
                    <a:pt x="1751" y="295"/>
                    <a:pt x="1727" y="271"/>
                  </a:cubicBezTo>
                  <a:cubicBezTo>
                    <a:pt x="1494" y="71"/>
                    <a:pt x="1248" y="0"/>
                    <a:pt x="101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45"/>
            <p:cNvSpPr/>
            <p:nvPr/>
          </p:nvSpPr>
          <p:spPr>
            <a:xfrm>
              <a:off x="9307700" y="1596750"/>
              <a:ext cx="61050" cy="146475"/>
            </a:xfrm>
            <a:custGeom>
              <a:avLst/>
              <a:gdLst/>
              <a:ahLst/>
              <a:cxnLst/>
              <a:rect l="l" t="t" r="r" b="b"/>
              <a:pathLst>
                <a:path w="2442" h="5859" extrusionOk="0">
                  <a:moveTo>
                    <a:pt x="72" y="1"/>
                  </a:moveTo>
                  <a:cubicBezTo>
                    <a:pt x="36" y="1"/>
                    <a:pt x="12" y="25"/>
                    <a:pt x="12" y="60"/>
                  </a:cubicBezTo>
                  <a:cubicBezTo>
                    <a:pt x="12" y="441"/>
                    <a:pt x="0" y="3763"/>
                    <a:pt x="298" y="4156"/>
                  </a:cubicBezTo>
                  <a:cubicBezTo>
                    <a:pt x="381" y="4277"/>
                    <a:pt x="514" y="4380"/>
                    <a:pt x="724" y="4380"/>
                  </a:cubicBezTo>
                  <a:cubicBezTo>
                    <a:pt x="907" y="4380"/>
                    <a:pt x="1148" y="4301"/>
                    <a:pt x="1465" y="4085"/>
                  </a:cubicBezTo>
                  <a:cubicBezTo>
                    <a:pt x="1477" y="4073"/>
                    <a:pt x="1489" y="4073"/>
                    <a:pt x="1501" y="4061"/>
                  </a:cubicBezTo>
                  <a:cubicBezTo>
                    <a:pt x="1596" y="4001"/>
                    <a:pt x="1688" y="3971"/>
                    <a:pt x="1774" y="3971"/>
                  </a:cubicBezTo>
                  <a:cubicBezTo>
                    <a:pt x="1861" y="3971"/>
                    <a:pt x="1941" y="4001"/>
                    <a:pt x="2013" y="4061"/>
                  </a:cubicBezTo>
                  <a:cubicBezTo>
                    <a:pt x="2239" y="4263"/>
                    <a:pt x="2322" y="4739"/>
                    <a:pt x="2179" y="5073"/>
                  </a:cubicBezTo>
                  <a:cubicBezTo>
                    <a:pt x="2001" y="5501"/>
                    <a:pt x="1560" y="5751"/>
                    <a:pt x="1548" y="5751"/>
                  </a:cubicBezTo>
                  <a:cubicBezTo>
                    <a:pt x="1524" y="5763"/>
                    <a:pt x="1513" y="5799"/>
                    <a:pt x="1524" y="5823"/>
                  </a:cubicBezTo>
                  <a:cubicBezTo>
                    <a:pt x="1536" y="5847"/>
                    <a:pt x="1560" y="5859"/>
                    <a:pt x="1584" y="5859"/>
                  </a:cubicBezTo>
                  <a:cubicBezTo>
                    <a:pt x="1584" y="5859"/>
                    <a:pt x="1596" y="5859"/>
                    <a:pt x="1608" y="5847"/>
                  </a:cubicBezTo>
                  <a:cubicBezTo>
                    <a:pt x="1620" y="5835"/>
                    <a:pt x="2096" y="5585"/>
                    <a:pt x="2286" y="5120"/>
                  </a:cubicBezTo>
                  <a:cubicBezTo>
                    <a:pt x="2441" y="4739"/>
                    <a:pt x="2346" y="4204"/>
                    <a:pt x="2084" y="3965"/>
                  </a:cubicBezTo>
                  <a:cubicBezTo>
                    <a:pt x="1995" y="3894"/>
                    <a:pt x="1894" y="3858"/>
                    <a:pt x="1783" y="3858"/>
                  </a:cubicBezTo>
                  <a:cubicBezTo>
                    <a:pt x="1673" y="3858"/>
                    <a:pt x="1554" y="3894"/>
                    <a:pt x="1429" y="3965"/>
                  </a:cubicBezTo>
                  <a:cubicBezTo>
                    <a:pt x="1429" y="3965"/>
                    <a:pt x="1417" y="3977"/>
                    <a:pt x="1405" y="3989"/>
                  </a:cubicBezTo>
                  <a:cubicBezTo>
                    <a:pt x="1134" y="4168"/>
                    <a:pt x="907" y="4258"/>
                    <a:pt x="726" y="4258"/>
                  </a:cubicBezTo>
                  <a:cubicBezTo>
                    <a:pt x="581" y="4258"/>
                    <a:pt x="466" y="4201"/>
                    <a:pt x="381" y="4085"/>
                  </a:cubicBezTo>
                  <a:cubicBezTo>
                    <a:pt x="155" y="3775"/>
                    <a:pt x="120" y="1072"/>
                    <a:pt x="131" y="60"/>
                  </a:cubicBezTo>
                  <a:cubicBezTo>
                    <a:pt x="131" y="25"/>
                    <a:pt x="108" y="1"/>
                    <a:pt x="7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45"/>
            <p:cNvSpPr/>
            <p:nvPr/>
          </p:nvSpPr>
          <p:spPr>
            <a:xfrm>
              <a:off x="9175550" y="1755800"/>
              <a:ext cx="97950" cy="51825"/>
            </a:xfrm>
            <a:custGeom>
              <a:avLst/>
              <a:gdLst/>
              <a:ahLst/>
              <a:cxnLst/>
              <a:rect l="l" t="t" r="r" b="b"/>
              <a:pathLst>
                <a:path w="3918" h="2073" extrusionOk="0">
                  <a:moveTo>
                    <a:pt x="1628" y="0"/>
                  </a:moveTo>
                  <a:cubicBezTo>
                    <a:pt x="794" y="0"/>
                    <a:pt x="142" y="320"/>
                    <a:pt x="72" y="794"/>
                  </a:cubicBezTo>
                  <a:cubicBezTo>
                    <a:pt x="0" y="1342"/>
                    <a:pt x="786" y="1902"/>
                    <a:pt x="1834" y="2044"/>
                  </a:cubicBezTo>
                  <a:cubicBezTo>
                    <a:pt x="1982" y="2063"/>
                    <a:pt x="2128" y="2072"/>
                    <a:pt x="2269" y="2072"/>
                  </a:cubicBezTo>
                  <a:cubicBezTo>
                    <a:pt x="3112" y="2072"/>
                    <a:pt x="3785" y="1752"/>
                    <a:pt x="3846" y="1282"/>
                  </a:cubicBezTo>
                  <a:cubicBezTo>
                    <a:pt x="3917" y="723"/>
                    <a:pt x="3131" y="163"/>
                    <a:pt x="2096" y="32"/>
                  </a:cubicBezTo>
                  <a:cubicBezTo>
                    <a:pt x="1935" y="10"/>
                    <a:pt x="1779" y="0"/>
                    <a:pt x="1628" y="0"/>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45"/>
            <p:cNvSpPr/>
            <p:nvPr/>
          </p:nvSpPr>
          <p:spPr>
            <a:xfrm>
              <a:off x="9385100" y="1735025"/>
              <a:ext cx="99125" cy="56250"/>
            </a:xfrm>
            <a:custGeom>
              <a:avLst/>
              <a:gdLst/>
              <a:ahLst/>
              <a:cxnLst/>
              <a:rect l="l" t="t" r="r" b="b"/>
              <a:pathLst>
                <a:path w="3965" h="2250" extrusionOk="0">
                  <a:moveTo>
                    <a:pt x="2644" y="1"/>
                  </a:moveTo>
                  <a:cubicBezTo>
                    <a:pt x="2348" y="1"/>
                    <a:pt x="2017" y="52"/>
                    <a:pt x="1679" y="161"/>
                  </a:cubicBezTo>
                  <a:cubicBezTo>
                    <a:pt x="679" y="470"/>
                    <a:pt x="0" y="1161"/>
                    <a:pt x="167" y="1697"/>
                  </a:cubicBezTo>
                  <a:cubicBezTo>
                    <a:pt x="277" y="2052"/>
                    <a:pt x="732" y="2250"/>
                    <a:pt x="1318" y="2250"/>
                  </a:cubicBezTo>
                  <a:cubicBezTo>
                    <a:pt x="1616" y="2250"/>
                    <a:pt x="1948" y="2198"/>
                    <a:pt x="2286" y="2090"/>
                  </a:cubicBezTo>
                  <a:cubicBezTo>
                    <a:pt x="3286" y="1780"/>
                    <a:pt x="3965" y="1090"/>
                    <a:pt x="3786" y="554"/>
                  </a:cubicBezTo>
                  <a:cubicBezTo>
                    <a:pt x="3676" y="199"/>
                    <a:pt x="3226" y="1"/>
                    <a:pt x="2644" y="1"/>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45"/>
            <p:cNvSpPr/>
            <p:nvPr/>
          </p:nvSpPr>
          <p:spPr>
            <a:xfrm>
              <a:off x="9032675" y="1424925"/>
              <a:ext cx="512275" cy="299375"/>
            </a:xfrm>
            <a:custGeom>
              <a:avLst/>
              <a:gdLst/>
              <a:ahLst/>
              <a:cxnLst/>
              <a:rect l="l" t="t" r="r" b="b"/>
              <a:pathLst>
                <a:path w="20491" h="11975" extrusionOk="0">
                  <a:moveTo>
                    <a:pt x="10991" y="1"/>
                  </a:moveTo>
                  <a:cubicBezTo>
                    <a:pt x="9467" y="1"/>
                    <a:pt x="7843" y="309"/>
                    <a:pt x="6251" y="1075"/>
                  </a:cubicBezTo>
                  <a:cubicBezTo>
                    <a:pt x="6179" y="1111"/>
                    <a:pt x="6108" y="1135"/>
                    <a:pt x="6037" y="1159"/>
                  </a:cubicBezTo>
                  <a:cubicBezTo>
                    <a:pt x="5275" y="1337"/>
                    <a:pt x="703" y="2552"/>
                    <a:pt x="298" y="5516"/>
                  </a:cubicBezTo>
                  <a:cubicBezTo>
                    <a:pt x="0" y="7612"/>
                    <a:pt x="869" y="9945"/>
                    <a:pt x="1500" y="11315"/>
                  </a:cubicBezTo>
                  <a:cubicBezTo>
                    <a:pt x="1698" y="11739"/>
                    <a:pt x="2115" y="11974"/>
                    <a:pt x="2538" y="11974"/>
                  </a:cubicBezTo>
                  <a:cubicBezTo>
                    <a:pt x="2803" y="11974"/>
                    <a:pt x="3070" y="11881"/>
                    <a:pt x="3286" y="11684"/>
                  </a:cubicBezTo>
                  <a:cubicBezTo>
                    <a:pt x="4251" y="10803"/>
                    <a:pt x="5596" y="9136"/>
                    <a:pt x="6537" y="6136"/>
                  </a:cubicBezTo>
                  <a:cubicBezTo>
                    <a:pt x="6688" y="5645"/>
                    <a:pt x="7147" y="5335"/>
                    <a:pt x="7627" y="5335"/>
                  </a:cubicBezTo>
                  <a:cubicBezTo>
                    <a:pt x="7789" y="5335"/>
                    <a:pt x="7953" y="5370"/>
                    <a:pt x="8108" y="5445"/>
                  </a:cubicBezTo>
                  <a:cubicBezTo>
                    <a:pt x="11159" y="6919"/>
                    <a:pt x="18209" y="10976"/>
                    <a:pt x="19477" y="10976"/>
                  </a:cubicBezTo>
                  <a:cubicBezTo>
                    <a:pt x="19540" y="10976"/>
                    <a:pt x="19588" y="10966"/>
                    <a:pt x="19622" y="10946"/>
                  </a:cubicBezTo>
                  <a:cubicBezTo>
                    <a:pt x="20491" y="10410"/>
                    <a:pt x="19776" y="4409"/>
                    <a:pt x="17919" y="2492"/>
                  </a:cubicBezTo>
                  <a:cubicBezTo>
                    <a:pt x="16689" y="1231"/>
                    <a:pt x="14037" y="1"/>
                    <a:pt x="10991"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45"/>
            <p:cNvSpPr/>
            <p:nvPr/>
          </p:nvSpPr>
          <p:spPr>
            <a:xfrm>
              <a:off x="9116000" y="1402275"/>
              <a:ext cx="86050" cy="80800"/>
            </a:xfrm>
            <a:custGeom>
              <a:avLst/>
              <a:gdLst/>
              <a:ahLst/>
              <a:cxnLst/>
              <a:rect l="l" t="t" r="r" b="b"/>
              <a:pathLst>
                <a:path w="3442" h="3232" extrusionOk="0">
                  <a:moveTo>
                    <a:pt x="2278" y="1"/>
                  </a:moveTo>
                  <a:cubicBezTo>
                    <a:pt x="1501" y="1"/>
                    <a:pt x="2096" y="2624"/>
                    <a:pt x="2096" y="2624"/>
                  </a:cubicBezTo>
                  <a:cubicBezTo>
                    <a:pt x="2096" y="2624"/>
                    <a:pt x="1502" y="1287"/>
                    <a:pt x="873" y="1287"/>
                  </a:cubicBezTo>
                  <a:cubicBezTo>
                    <a:pt x="813" y="1287"/>
                    <a:pt x="752" y="1299"/>
                    <a:pt x="691" y="1327"/>
                  </a:cubicBezTo>
                  <a:cubicBezTo>
                    <a:pt x="1" y="1624"/>
                    <a:pt x="1799" y="3232"/>
                    <a:pt x="1799" y="3232"/>
                  </a:cubicBezTo>
                  <a:lnTo>
                    <a:pt x="2644" y="3077"/>
                  </a:lnTo>
                  <a:cubicBezTo>
                    <a:pt x="3370" y="2577"/>
                    <a:pt x="3442" y="374"/>
                    <a:pt x="2430" y="29"/>
                  </a:cubicBezTo>
                  <a:cubicBezTo>
                    <a:pt x="2374" y="10"/>
                    <a:pt x="2324" y="1"/>
                    <a:pt x="2278"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45"/>
            <p:cNvSpPr/>
            <p:nvPr/>
          </p:nvSpPr>
          <p:spPr>
            <a:xfrm>
              <a:off x="9160950" y="1645000"/>
              <a:ext cx="160475" cy="153875"/>
            </a:xfrm>
            <a:custGeom>
              <a:avLst/>
              <a:gdLst/>
              <a:ahLst/>
              <a:cxnLst/>
              <a:rect l="l" t="t" r="r" b="b"/>
              <a:pathLst>
                <a:path w="6419" h="6155" extrusionOk="0">
                  <a:moveTo>
                    <a:pt x="3207" y="168"/>
                  </a:moveTo>
                  <a:cubicBezTo>
                    <a:pt x="4711" y="168"/>
                    <a:pt x="5984" y="1318"/>
                    <a:pt x="6109" y="2833"/>
                  </a:cubicBezTo>
                  <a:cubicBezTo>
                    <a:pt x="6240" y="4441"/>
                    <a:pt x="5049" y="5845"/>
                    <a:pt x="3453" y="5976"/>
                  </a:cubicBezTo>
                  <a:cubicBezTo>
                    <a:pt x="3372" y="5983"/>
                    <a:pt x="3292" y="5986"/>
                    <a:pt x="3212" y="5986"/>
                  </a:cubicBezTo>
                  <a:cubicBezTo>
                    <a:pt x="1708" y="5986"/>
                    <a:pt x="435" y="4836"/>
                    <a:pt x="310" y="3321"/>
                  </a:cubicBezTo>
                  <a:cubicBezTo>
                    <a:pt x="179" y="1714"/>
                    <a:pt x="1370" y="309"/>
                    <a:pt x="2965" y="178"/>
                  </a:cubicBezTo>
                  <a:cubicBezTo>
                    <a:pt x="3046" y="171"/>
                    <a:pt x="3127" y="168"/>
                    <a:pt x="3207" y="168"/>
                  </a:cubicBezTo>
                  <a:close/>
                  <a:moveTo>
                    <a:pt x="3214" y="0"/>
                  </a:moveTo>
                  <a:cubicBezTo>
                    <a:pt x="3128" y="0"/>
                    <a:pt x="3041" y="4"/>
                    <a:pt x="2953" y="11"/>
                  </a:cubicBezTo>
                  <a:cubicBezTo>
                    <a:pt x="1263" y="154"/>
                    <a:pt x="1" y="1643"/>
                    <a:pt x="144" y="3333"/>
                  </a:cubicBezTo>
                  <a:cubicBezTo>
                    <a:pt x="279" y="4936"/>
                    <a:pt x="1624" y="6154"/>
                    <a:pt x="3205" y="6154"/>
                  </a:cubicBezTo>
                  <a:cubicBezTo>
                    <a:pt x="3291" y="6154"/>
                    <a:pt x="3378" y="6151"/>
                    <a:pt x="3465" y="6143"/>
                  </a:cubicBezTo>
                  <a:cubicBezTo>
                    <a:pt x="5156" y="6000"/>
                    <a:pt x="6418" y="4512"/>
                    <a:pt x="6275" y="2821"/>
                  </a:cubicBezTo>
                  <a:cubicBezTo>
                    <a:pt x="6140" y="1218"/>
                    <a:pt x="4795" y="0"/>
                    <a:pt x="32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45"/>
            <p:cNvSpPr/>
            <p:nvPr/>
          </p:nvSpPr>
          <p:spPr>
            <a:xfrm>
              <a:off x="9370500" y="1627725"/>
              <a:ext cx="160175" cy="153875"/>
            </a:xfrm>
            <a:custGeom>
              <a:avLst/>
              <a:gdLst/>
              <a:ahLst/>
              <a:cxnLst/>
              <a:rect l="l" t="t" r="r" b="b"/>
              <a:pathLst>
                <a:path w="6407" h="6155" extrusionOk="0">
                  <a:moveTo>
                    <a:pt x="3205" y="169"/>
                  </a:moveTo>
                  <a:cubicBezTo>
                    <a:pt x="4700" y="169"/>
                    <a:pt x="5984" y="1319"/>
                    <a:pt x="6109" y="2834"/>
                  </a:cubicBezTo>
                  <a:cubicBezTo>
                    <a:pt x="6240" y="4429"/>
                    <a:pt x="5049" y="5846"/>
                    <a:pt x="3442" y="5977"/>
                  </a:cubicBezTo>
                  <a:cubicBezTo>
                    <a:pt x="3361" y="5983"/>
                    <a:pt x="3281" y="5987"/>
                    <a:pt x="3202" y="5987"/>
                  </a:cubicBezTo>
                  <a:cubicBezTo>
                    <a:pt x="1708" y="5987"/>
                    <a:pt x="435" y="4837"/>
                    <a:pt x="310" y="3322"/>
                  </a:cubicBezTo>
                  <a:cubicBezTo>
                    <a:pt x="167" y="1714"/>
                    <a:pt x="1370" y="309"/>
                    <a:pt x="2965" y="179"/>
                  </a:cubicBezTo>
                  <a:cubicBezTo>
                    <a:pt x="3046" y="172"/>
                    <a:pt x="3126" y="169"/>
                    <a:pt x="3205" y="169"/>
                  </a:cubicBezTo>
                  <a:close/>
                  <a:moveTo>
                    <a:pt x="3214" y="1"/>
                  </a:moveTo>
                  <a:cubicBezTo>
                    <a:pt x="3128" y="1"/>
                    <a:pt x="3041" y="4"/>
                    <a:pt x="2953" y="12"/>
                  </a:cubicBezTo>
                  <a:cubicBezTo>
                    <a:pt x="1263" y="155"/>
                    <a:pt x="1" y="1643"/>
                    <a:pt x="144" y="3334"/>
                  </a:cubicBezTo>
                  <a:cubicBezTo>
                    <a:pt x="268" y="4937"/>
                    <a:pt x="1623" y="6155"/>
                    <a:pt x="3194" y="6155"/>
                  </a:cubicBezTo>
                  <a:cubicBezTo>
                    <a:pt x="3280" y="6155"/>
                    <a:pt x="3367" y="6151"/>
                    <a:pt x="3453" y="6144"/>
                  </a:cubicBezTo>
                  <a:cubicBezTo>
                    <a:pt x="5144" y="6001"/>
                    <a:pt x="6406" y="4512"/>
                    <a:pt x="6275" y="2822"/>
                  </a:cubicBezTo>
                  <a:cubicBezTo>
                    <a:pt x="6140" y="1219"/>
                    <a:pt x="4795" y="1"/>
                    <a:pt x="32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45"/>
            <p:cNvSpPr/>
            <p:nvPr/>
          </p:nvSpPr>
          <p:spPr>
            <a:xfrm>
              <a:off x="9311875" y="1692350"/>
              <a:ext cx="65500" cy="14875"/>
            </a:xfrm>
            <a:custGeom>
              <a:avLst/>
              <a:gdLst/>
              <a:ahLst/>
              <a:cxnLst/>
              <a:rect l="l" t="t" r="r" b="b"/>
              <a:pathLst>
                <a:path w="2620" h="595" extrusionOk="0">
                  <a:moveTo>
                    <a:pt x="1539" y="1"/>
                  </a:moveTo>
                  <a:cubicBezTo>
                    <a:pt x="687" y="1"/>
                    <a:pt x="45" y="442"/>
                    <a:pt x="36" y="451"/>
                  </a:cubicBezTo>
                  <a:cubicBezTo>
                    <a:pt x="0" y="475"/>
                    <a:pt x="0" y="522"/>
                    <a:pt x="24" y="558"/>
                  </a:cubicBezTo>
                  <a:cubicBezTo>
                    <a:pt x="39" y="581"/>
                    <a:pt x="65" y="594"/>
                    <a:pt x="90" y="594"/>
                  </a:cubicBezTo>
                  <a:cubicBezTo>
                    <a:pt x="104" y="594"/>
                    <a:pt x="118" y="590"/>
                    <a:pt x="131" y="582"/>
                  </a:cubicBezTo>
                  <a:cubicBezTo>
                    <a:pt x="140" y="573"/>
                    <a:pt x="733" y="167"/>
                    <a:pt x="1524" y="167"/>
                  </a:cubicBezTo>
                  <a:cubicBezTo>
                    <a:pt x="1828" y="167"/>
                    <a:pt x="2161" y="226"/>
                    <a:pt x="2500" y="391"/>
                  </a:cubicBezTo>
                  <a:lnTo>
                    <a:pt x="2536" y="391"/>
                  </a:lnTo>
                  <a:cubicBezTo>
                    <a:pt x="2572" y="391"/>
                    <a:pt x="2596" y="380"/>
                    <a:pt x="2608" y="344"/>
                  </a:cubicBezTo>
                  <a:cubicBezTo>
                    <a:pt x="2620" y="308"/>
                    <a:pt x="2608" y="261"/>
                    <a:pt x="2572" y="237"/>
                  </a:cubicBezTo>
                  <a:cubicBezTo>
                    <a:pt x="2213" y="64"/>
                    <a:pt x="1861" y="1"/>
                    <a:pt x="15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45"/>
            <p:cNvSpPr/>
            <p:nvPr/>
          </p:nvSpPr>
          <p:spPr>
            <a:xfrm>
              <a:off x="9052600" y="1726175"/>
              <a:ext cx="116125" cy="37950"/>
            </a:xfrm>
            <a:custGeom>
              <a:avLst/>
              <a:gdLst/>
              <a:ahLst/>
              <a:cxnLst/>
              <a:rect l="l" t="t" r="r" b="b"/>
              <a:pathLst>
                <a:path w="4645" h="1518" extrusionOk="0">
                  <a:moveTo>
                    <a:pt x="4567" y="1"/>
                  </a:moveTo>
                  <a:cubicBezTo>
                    <a:pt x="4561" y="1"/>
                    <a:pt x="4555" y="1"/>
                    <a:pt x="4549" y="3"/>
                  </a:cubicBezTo>
                  <a:lnTo>
                    <a:pt x="799" y="324"/>
                  </a:lnTo>
                  <a:lnTo>
                    <a:pt x="775" y="324"/>
                  </a:lnTo>
                  <a:cubicBezTo>
                    <a:pt x="739" y="348"/>
                    <a:pt x="1" y="717"/>
                    <a:pt x="37" y="1444"/>
                  </a:cubicBezTo>
                  <a:cubicBezTo>
                    <a:pt x="37" y="1485"/>
                    <a:pt x="63" y="1517"/>
                    <a:pt x="102" y="1517"/>
                  </a:cubicBezTo>
                  <a:cubicBezTo>
                    <a:pt x="108" y="1517"/>
                    <a:pt x="114" y="1517"/>
                    <a:pt x="120" y="1515"/>
                  </a:cubicBezTo>
                  <a:cubicBezTo>
                    <a:pt x="167" y="1515"/>
                    <a:pt x="191" y="1479"/>
                    <a:pt x="191" y="1432"/>
                  </a:cubicBezTo>
                  <a:cubicBezTo>
                    <a:pt x="167" y="860"/>
                    <a:pt x="739" y="527"/>
                    <a:pt x="834" y="479"/>
                  </a:cubicBezTo>
                  <a:lnTo>
                    <a:pt x="4561" y="158"/>
                  </a:lnTo>
                  <a:cubicBezTo>
                    <a:pt x="4609" y="158"/>
                    <a:pt x="4644" y="122"/>
                    <a:pt x="4644" y="74"/>
                  </a:cubicBezTo>
                  <a:cubicBezTo>
                    <a:pt x="4634" y="33"/>
                    <a:pt x="4606" y="1"/>
                    <a:pt x="45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45"/>
            <p:cNvSpPr/>
            <p:nvPr/>
          </p:nvSpPr>
          <p:spPr>
            <a:xfrm>
              <a:off x="9202925" y="1938525"/>
              <a:ext cx="203625" cy="62625"/>
            </a:xfrm>
            <a:custGeom>
              <a:avLst/>
              <a:gdLst/>
              <a:ahLst/>
              <a:cxnLst/>
              <a:rect l="l" t="t" r="r" b="b"/>
              <a:pathLst>
                <a:path w="8145" h="2505" extrusionOk="0">
                  <a:moveTo>
                    <a:pt x="750" y="0"/>
                  </a:moveTo>
                  <a:cubicBezTo>
                    <a:pt x="544" y="0"/>
                    <a:pt x="291" y="11"/>
                    <a:pt x="0" y="46"/>
                  </a:cubicBezTo>
                  <a:cubicBezTo>
                    <a:pt x="1113" y="1455"/>
                    <a:pt x="2507" y="2505"/>
                    <a:pt x="4466" y="2505"/>
                  </a:cubicBezTo>
                  <a:cubicBezTo>
                    <a:pt x="4791" y="2505"/>
                    <a:pt x="5132" y="2476"/>
                    <a:pt x="5489" y="2415"/>
                  </a:cubicBezTo>
                  <a:cubicBezTo>
                    <a:pt x="6727" y="2272"/>
                    <a:pt x="7656" y="1308"/>
                    <a:pt x="8144" y="129"/>
                  </a:cubicBezTo>
                  <a:cubicBezTo>
                    <a:pt x="7905" y="67"/>
                    <a:pt x="7612" y="31"/>
                    <a:pt x="7264" y="31"/>
                  </a:cubicBezTo>
                  <a:cubicBezTo>
                    <a:pt x="7213" y="31"/>
                    <a:pt x="7161" y="32"/>
                    <a:pt x="7108" y="34"/>
                  </a:cubicBezTo>
                  <a:cubicBezTo>
                    <a:pt x="7108" y="34"/>
                    <a:pt x="6954" y="1510"/>
                    <a:pt x="4977" y="1558"/>
                  </a:cubicBezTo>
                  <a:cubicBezTo>
                    <a:pt x="4955" y="1558"/>
                    <a:pt x="4933" y="1558"/>
                    <a:pt x="4910" y="1558"/>
                  </a:cubicBezTo>
                  <a:cubicBezTo>
                    <a:pt x="2963" y="1558"/>
                    <a:pt x="1322" y="34"/>
                    <a:pt x="1322" y="34"/>
                  </a:cubicBezTo>
                  <a:cubicBezTo>
                    <a:pt x="1322" y="34"/>
                    <a:pt x="1110" y="0"/>
                    <a:pt x="75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45"/>
            <p:cNvSpPr/>
            <p:nvPr/>
          </p:nvSpPr>
          <p:spPr>
            <a:xfrm>
              <a:off x="9002000" y="1939650"/>
              <a:ext cx="483125" cy="400675"/>
            </a:xfrm>
            <a:custGeom>
              <a:avLst/>
              <a:gdLst/>
              <a:ahLst/>
              <a:cxnLst/>
              <a:rect l="l" t="t" r="r" b="b"/>
              <a:pathLst>
                <a:path w="19325" h="16027" extrusionOk="0">
                  <a:moveTo>
                    <a:pt x="8037" y="1"/>
                  </a:moveTo>
                  <a:cubicBezTo>
                    <a:pt x="6537" y="191"/>
                    <a:pt x="4108" y="1013"/>
                    <a:pt x="2382" y="4239"/>
                  </a:cubicBezTo>
                  <a:cubicBezTo>
                    <a:pt x="441" y="7835"/>
                    <a:pt x="1" y="14395"/>
                    <a:pt x="2930" y="16026"/>
                  </a:cubicBezTo>
                  <a:cubicBezTo>
                    <a:pt x="4441" y="15974"/>
                    <a:pt x="3224" y="14526"/>
                    <a:pt x="4000" y="14526"/>
                  </a:cubicBezTo>
                  <a:cubicBezTo>
                    <a:pt x="4111" y="14526"/>
                    <a:pt x="4261" y="14555"/>
                    <a:pt x="4466" y="14622"/>
                  </a:cubicBezTo>
                  <a:cubicBezTo>
                    <a:pt x="4418" y="14586"/>
                    <a:pt x="4370" y="14550"/>
                    <a:pt x="4323" y="14526"/>
                  </a:cubicBezTo>
                  <a:lnTo>
                    <a:pt x="4323" y="14526"/>
                  </a:lnTo>
                  <a:cubicBezTo>
                    <a:pt x="4323" y="14526"/>
                    <a:pt x="7787" y="15559"/>
                    <a:pt x="12137" y="15559"/>
                  </a:cubicBezTo>
                  <a:cubicBezTo>
                    <a:pt x="12364" y="15559"/>
                    <a:pt x="12593" y="15556"/>
                    <a:pt x="12824" y="15550"/>
                  </a:cubicBezTo>
                  <a:cubicBezTo>
                    <a:pt x="17503" y="15431"/>
                    <a:pt x="17360" y="15122"/>
                    <a:pt x="17360" y="15122"/>
                  </a:cubicBezTo>
                  <a:cubicBezTo>
                    <a:pt x="17360" y="15122"/>
                    <a:pt x="19253" y="14217"/>
                    <a:pt x="19289" y="10395"/>
                  </a:cubicBezTo>
                  <a:cubicBezTo>
                    <a:pt x="19325" y="6573"/>
                    <a:pt x="17920" y="2275"/>
                    <a:pt x="17086" y="489"/>
                  </a:cubicBezTo>
                  <a:cubicBezTo>
                    <a:pt x="17086" y="489"/>
                    <a:pt x="16800" y="239"/>
                    <a:pt x="16181" y="84"/>
                  </a:cubicBezTo>
                  <a:cubicBezTo>
                    <a:pt x="15693" y="1263"/>
                    <a:pt x="14764" y="2227"/>
                    <a:pt x="13526" y="2370"/>
                  </a:cubicBezTo>
                  <a:cubicBezTo>
                    <a:pt x="13169" y="2431"/>
                    <a:pt x="12828" y="2460"/>
                    <a:pt x="12503" y="2460"/>
                  </a:cubicBezTo>
                  <a:cubicBezTo>
                    <a:pt x="10544" y="2460"/>
                    <a:pt x="9150" y="1410"/>
                    <a:pt x="803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45"/>
            <p:cNvSpPr/>
            <p:nvPr/>
          </p:nvSpPr>
          <p:spPr>
            <a:xfrm>
              <a:off x="9031175" y="2306075"/>
              <a:ext cx="138725" cy="68175"/>
            </a:xfrm>
            <a:custGeom>
              <a:avLst/>
              <a:gdLst/>
              <a:ahLst/>
              <a:cxnLst/>
              <a:rect l="l" t="t" r="r" b="b"/>
              <a:pathLst>
                <a:path w="5549" h="2727" extrusionOk="0">
                  <a:moveTo>
                    <a:pt x="453" y="0"/>
                  </a:moveTo>
                  <a:lnTo>
                    <a:pt x="1" y="977"/>
                  </a:lnTo>
                  <a:cubicBezTo>
                    <a:pt x="1" y="977"/>
                    <a:pt x="2560" y="2501"/>
                    <a:pt x="5549" y="2727"/>
                  </a:cubicBezTo>
                  <a:lnTo>
                    <a:pt x="5489" y="1036"/>
                  </a:lnTo>
                  <a:lnTo>
                    <a:pt x="453" y="0"/>
                  </a:lnTo>
                  <a:close/>
                </a:path>
              </a:pathLst>
            </a:custGeom>
            <a:solidFill>
              <a:srgbClr val="D253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45"/>
            <p:cNvSpPr/>
            <p:nvPr/>
          </p:nvSpPr>
          <p:spPr>
            <a:xfrm>
              <a:off x="9097550" y="1939950"/>
              <a:ext cx="425375" cy="659000"/>
            </a:xfrm>
            <a:custGeom>
              <a:avLst/>
              <a:gdLst/>
              <a:ahLst/>
              <a:cxnLst/>
              <a:rect l="l" t="t" r="r" b="b"/>
              <a:pathLst>
                <a:path w="17015" h="26360" extrusionOk="0">
                  <a:moveTo>
                    <a:pt x="11740" y="1"/>
                  </a:moveTo>
                  <a:cubicBezTo>
                    <a:pt x="11740" y="1"/>
                    <a:pt x="13657" y="2477"/>
                    <a:pt x="14229" y="5751"/>
                  </a:cubicBezTo>
                  <a:lnTo>
                    <a:pt x="5882" y="5811"/>
                  </a:lnTo>
                  <a:cubicBezTo>
                    <a:pt x="5882" y="5811"/>
                    <a:pt x="5037" y="1917"/>
                    <a:pt x="3787" y="60"/>
                  </a:cubicBezTo>
                  <a:lnTo>
                    <a:pt x="3001" y="286"/>
                  </a:lnTo>
                  <a:cubicBezTo>
                    <a:pt x="3001" y="286"/>
                    <a:pt x="4239" y="3775"/>
                    <a:pt x="4406" y="5870"/>
                  </a:cubicBezTo>
                  <a:cubicBezTo>
                    <a:pt x="4585" y="7954"/>
                    <a:pt x="2096" y="14717"/>
                    <a:pt x="2096" y="14717"/>
                  </a:cubicBezTo>
                  <a:cubicBezTo>
                    <a:pt x="2096" y="14717"/>
                    <a:pt x="322" y="21086"/>
                    <a:pt x="1" y="25766"/>
                  </a:cubicBezTo>
                  <a:cubicBezTo>
                    <a:pt x="1394" y="25956"/>
                    <a:pt x="2965" y="26123"/>
                    <a:pt x="4751" y="26218"/>
                  </a:cubicBezTo>
                  <a:cubicBezTo>
                    <a:pt x="6503" y="26318"/>
                    <a:pt x="8118" y="26360"/>
                    <a:pt x="9595" y="26360"/>
                  </a:cubicBezTo>
                  <a:cubicBezTo>
                    <a:pt x="12687" y="26360"/>
                    <a:pt x="15170" y="26178"/>
                    <a:pt x="17015" y="25968"/>
                  </a:cubicBezTo>
                  <a:cubicBezTo>
                    <a:pt x="16967" y="25027"/>
                    <a:pt x="16896" y="24206"/>
                    <a:pt x="16824" y="23575"/>
                  </a:cubicBezTo>
                  <a:cubicBezTo>
                    <a:pt x="16372" y="19908"/>
                    <a:pt x="13824" y="15002"/>
                    <a:pt x="13824" y="15002"/>
                  </a:cubicBezTo>
                  <a:cubicBezTo>
                    <a:pt x="13824" y="15002"/>
                    <a:pt x="16122" y="12288"/>
                    <a:pt x="15967" y="8966"/>
                  </a:cubicBezTo>
                  <a:cubicBezTo>
                    <a:pt x="15860" y="6430"/>
                    <a:pt x="14371" y="2418"/>
                    <a:pt x="12538" y="96"/>
                  </a:cubicBezTo>
                  <a:lnTo>
                    <a:pt x="1174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45"/>
            <p:cNvSpPr/>
            <p:nvPr/>
          </p:nvSpPr>
          <p:spPr>
            <a:xfrm>
              <a:off x="9108575" y="2055650"/>
              <a:ext cx="80675" cy="248350"/>
            </a:xfrm>
            <a:custGeom>
              <a:avLst/>
              <a:gdLst/>
              <a:ahLst/>
              <a:cxnLst/>
              <a:rect l="l" t="t" r="r" b="b"/>
              <a:pathLst>
                <a:path w="3227" h="9934" extrusionOk="0">
                  <a:moveTo>
                    <a:pt x="2895" y="1"/>
                  </a:moveTo>
                  <a:cubicBezTo>
                    <a:pt x="2890" y="1"/>
                    <a:pt x="2886" y="2"/>
                    <a:pt x="2881" y="4"/>
                  </a:cubicBezTo>
                  <a:cubicBezTo>
                    <a:pt x="2846" y="4"/>
                    <a:pt x="2834" y="40"/>
                    <a:pt x="2834" y="64"/>
                  </a:cubicBezTo>
                  <a:cubicBezTo>
                    <a:pt x="2846" y="76"/>
                    <a:pt x="3120" y="1516"/>
                    <a:pt x="2167" y="4921"/>
                  </a:cubicBezTo>
                  <a:cubicBezTo>
                    <a:pt x="1215" y="8327"/>
                    <a:pt x="24" y="9839"/>
                    <a:pt x="12" y="9851"/>
                  </a:cubicBezTo>
                  <a:cubicBezTo>
                    <a:pt x="0" y="9874"/>
                    <a:pt x="0" y="9898"/>
                    <a:pt x="24" y="9922"/>
                  </a:cubicBezTo>
                  <a:cubicBezTo>
                    <a:pt x="36" y="9934"/>
                    <a:pt x="48" y="9934"/>
                    <a:pt x="60" y="9934"/>
                  </a:cubicBezTo>
                  <a:cubicBezTo>
                    <a:pt x="72" y="9934"/>
                    <a:pt x="84" y="9922"/>
                    <a:pt x="95" y="9910"/>
                  </a:cubicBezTo>
                  <a:cubicBezTo>
                    <a:pt x="107" y="9898"/>
                    <a:pt x="1310" y="8386"/>
                    <a:pt x="2262" y="4945"/>
                  </a:cubicBezTo>
                  <a:cubicBezTo>
                    <a:pt x="3227" y="1504"/>
                    <a:pt x="2953" y="99"/>
                    <a:pt x="2941" y="40"/>
                  </a:cubicBezTo>
                  <a:cubicBezTo>
                    <a:pt x="2931" y="20"/>
                    <a:pt x="2914" y="1"/>
                    <a:pt x="2895" y="1"/>
                  </a:cubicBezTo>
                  <a:close/>
                </a:path>
              </a:pathLst>
            </a:custGeom>
            <a:solidFill>
              <a:srgbClr val="EFAF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45"/>
            <p:cNvSpPr/>
            <p:nvPr/>
          </p:nvSpPr>
          <p:spPr>
            <a:xfrm>
              <a:off x="9313050" y="2048050"/>
              <a:ext cx="169400" cy="251275"/>
            </a:xfrm>
            <a:custGeom>
              <a:avLst/>
              <a:gdLst/>
              <a:ahLst/>
              <a:cxnLst/>
              <a:rect l="l" t="t" r="r" b="b"/>
              <a:pathLst>
                <a:path w="6776" h="10051" extrusionOk="0">
                  <a:moveTo>
                    <a:pt x="591" y="0"/>
                  </a:moveTo>
                  <a:cubicBezTo>
                    <a:pt x="520" y="0"/>
                    <a:pt x="448" y="19"/>
                    <a:pt x="382" y="58"/>
                  </a:cubicBezTo>
                  <a:lnTo>
                    <a:pt x="263" y="129"/>
                  </a:lnTo>
                  <a:cubicBezTo>
                    <a:pt x="60" y="249"/>
                    <a:pt x="1" y="510"/>
                    <a:pt x="120" y="713"/>
                  </a:cubicBezTo>
                  <a:lnTo>
                    <a:pt x="5644" y="9928"/>
                  </a:lnTo>
                  <a:cubicBezTo>
                    <a:pt x="5708" y="10024"/>
                    <a:pt x="5819" y="10050"/>
                    <a:pt x="5935" y="10050"/>
                  </a:cubicBezTo>
                  <a:cubicBezTo>
                    <a:pt x="5994" y="10050"/>
                    <a:pt x="6053" y="10043"/>
                    <a:pt x="6109" y="10035"/>
                  </a:cubicBezTo>
                  <a:cubicBezTo>
                    <a:pt x="6406" y="9988"/>
                    <a:pt x="6775" y="9643"/>
                    <a:pt x="6621" y="9381"/>
                  </a:cubicBezTo>
                  <a:lnTo>
                    <a:pt x="953" y="213"/>
                  </a:lnTo>
                  <a:cubicBezTo>
                    <a:pt x="873" y="77"/>
                    <a:pt x="735" y="0"/>
                    <a:pt x="59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45"/>
            <p:cNvSpPr/>
            <p:nvPr/>
          </p:nvSpPr>
          <p:spPr>
            <a:xfrm>
              <a:off x="9448500" y="2278375"/>
              <a:ext cx="113725" cy="132450"/>
            </a:xfrm>
            <a:custGeom>
              <a:avLst/>
              <a:gdLst/>
              <a:ahLst/>
              <a:cxnLst/>
              <a:rect l="l" t="t" r="r" b="b"/>
              <a:pathLst>
                <a:path w="4549" h="5298" extrusionOk="0">
                  <a:moveTo>
                    <a:pt x="976" y="1"/>
                  </a:moveTo>
                  <a:lnTo>
                    <a:pt x="0" y="287"/>
                  </a:lnTo>
                  <a:cubicBezTo>
                    <a:pt x="0" y="287"/>
                    <a:pt x="405" y="3763"/>
                    <a:pt x="1286" y="4740"/>
                  </a:cubicBezTo>
                  <a:cubicBezTo>
                    <a:pt x="1651" y="5144"/>
                    <a:pt x="2112" y="5297"/>
                    <a:pt x="2541" y="5297"/>
                  </a:cubicBezTo>
                  <a:cubicBezTo>
                    <a:pt x="3148" y="5297"/>
                    <a:pt x="3692" y="4991"/>
                    <a:pt x="3810" y="4656"/>
                  </a:cubicBezTo>
                  <a:cubicBezTo>
                    <a:pt x="4548" y="2608"/>
                    <a:pt x="976" y="1"/>
                    <a:pt x="97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45"/>
            <p:cNvSpPr/>
            <p:nvPr/>
          </p:nvSpPr>
          <p:spPr>
            <a:xfrm>
              <a:off x="9470525" y="2298475"/>
              <a:ext cx="81275" cy="103250"/>
            </a:xfrm>
            <a:custGeom>
              <a:avLst/>
              <a:gdLst/>
              <a:ahLst/>
              <a:cxnLst/>
              <a:rect l="l" t="t" r="r" b="b"/>
              <a:pathLst>
                <a:path w="3251" h="4130" extrusionOk="0">
                  <a:moveTo>
                    <a:pt x="935" y="1"/>
                  </a:moveTo>
                  <a:cubicBezTo>
                    <a:pt x="763" y="1"/>
                    <a:pt x="603" y="107"/>
                    <a:pt x="465" y="364"/>
                  </a:cubicBezTo>
                  <a:cubicBezTo>
                    <a:pt x="465" y="364"/>
                    <a:pt x="0" y="1388"/>
                    <a:pt x="917" y="2959"/>
                  </a:cubicBezTo>
                  <a:cubicBezTo>
                    <a:pt x="1436" y="3867"/>
                    <a:pt x="1916" y="4129"/>
                    <a:pt x="2291" y="4129"/>
                  </a:cubicBezTo>
                  <a:cubicBezTo>
                    <a:pt x="2570" y="4129"/>
                    <a:pt x="2792" y="3984"/>
                    <a:pt x="2929" y="3852"/>
                  </a:cubicBezTo>
                  <a:cubicBezTo>
                    <a:pt x="3251" y="3543"/>
                    <a:pt x="3215" y="3281"/>
                    <a:pt x="2739" y="2269"/>
                  </a:cubicBezTo>
                  <a:cubicBezTo>
                    <a:pt x="2445" y="1633"/>
                    <a:pt x="1607"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45"/>
            <p:cNvSpPr/>
            <p:nvPr/>
          </p:nvSpPr>
          <p:spPr>
            <a:xfrm>
              <a:off x="9084150" y="2171875"/>
              <a:ext cx="391100" cy="177975"/>
            </a:xfrm>
            <a:custGeom>
              <a:avLst/>
              <a:gdLst/>
              <a:ahLst/>
              <a:cxnLst/>
              <a:rect l="l" t="t" r="r" b="b"/>
              <a:pathLst>
                <a:path w="15644" h="7119" extrusionOk="0">
                  <a:moveTo>
                    <a:pt x="13645" y="0"/>
                  </a:moveTo>
                  <a:cubicBezTo>
                    <a:pt x="13008" y="0"/>
                    <a:pt x="11574" y="1511"/>
                    <a:pt x="11574" y="1511"/>
                  </a:cubicBezTo>
                  <a:cubicBezTo>
                    <a:pt x="11574" y="1511"/>
                    <a:pt x="5871" y="1630"/>
                    <a:pt x="1846" y="2392"/>
                  </a:cubicBezTo>
                  <a:cubicBezTo>
                    <a:pt x="132" y="3475"/>
                    <a:pt x="1" y="5761"/>
                    <a:pt x="3013" y="7118"/>
                  </a:cubicBezTo>
                  <a:cubicBezTo>
                    <a:pt x="7121" y="5964"/>
                    <a:pt x="12598" y="4416"/>
                    <a:pt x="12598" y="4416"/>
                  </a:cubicBezTo>
                  <a:cubicBezTo>
                    <a:pt x="13895" y="4332"/>
                    <a:pt x="15408" y="3999"/>
                    <a:pt x="15419" y="3547"/>
                  </a:cubicBezTo>
                  <a:cubicBezTo>
                    <a:pt x="15419" y="3133"/>
                    <a:pt x="15168" y="3108"/>
                    <a:pt x="15137" y="3106"/>
                  </a:cubicBezTo>
                  <a:lnTo>
                    <a:pt x="15137" y="3106"/>
                  </a:lnTo>
                  <a:cubicBezTo>
                    <a:pt x="15139" y="3106"/>
                    <a:pt x="15143" y="3106"/>
                    <a:pt x="15147" y="3106"/>
                  </a:cubicBezTo>
                  <a:cubicBezTo>
                    <a:pt x="15228" y="3106"/>
                    <a:pt x="15643" y="3087"/>
                    <a:pt x="15622" y="2689"/>
                  </a:cubicBezTo>
                  <a:cubicBezTo>
                    <a:pt x="15602" y="2334"/>
                    <a:pt x="15272" y="2298"/>
                    <a:pt x="15159" y="2296"/>
                  </a:cubicBezTo>
                  <a:lnTo>
                    <a:pt x="15159" y="2296"/>
                  </a:lnTo>
                  <a:cubicBezTo>
                    <a:pt x="15256" y="2289"/>
                    <a:pt x="15503" y="2242"/>
                    <a:pt x="15503" y="1915"/>
                  </a:cubicBezTo>
                  <a:cubicBezTo>
                    <a:pt x="15497" y="1564"/>
                    <a:pt x="15318" y="1478"/>
                    <a:pt x="15144" y="1478"/>
                  </a:cubicBezTo>
                  <a:cubicBezTo>
                    <a:pt x="14976" y="1478"/>
                    <a:pt x="14812" y="1558"/>
                    <a:pt x="14812" y="1558"/>
                  </a:cubicBezTo>
                  <a:cubicBezTo>
                    <a:pt x="14812" y="1558"/>
                    <a:pt x="15360" y="1261"/>
                    <a:pt x="15205" y="784"/>
                  </a:cubicBezTo>
                  <a:cubicBezTo>
                    <a:pt x="15169" y="674"/>
                    <a:pt x="15051" y="631"/>
                    <a:pt x="14890" y="631"/>
                  </a:cubicBezTo>
                  <a:cubicBezTo>
                    <a:pt x="14360" y="631"/>
                    <a:pt x="13372" y="1094"/>
                    <a:pt x="13372" y="1094"/>
                  </a:cubicBezTo>
                  <a:cubicBezTo>
                    <a:pt x="13372" y="1094"/>
                    <a:pt x="14324" y="165"/>
                    <a:pt x="13729" y="10"/>
                  </a:cubicBezTo>
                  <a:cubicBezTo>
                    <a:pt x="13703" y="4"/>
                    <a:pt x="13675" y="0"/>
                    <a:pt x="13645" y="0"/>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45"/>
            <p:cNvSpPr/>
            <p:nvPr/>
          </p:nvSpPr>
          <p:spPr>
            <a:xfrm>
              <a:off x="9347000" y="2207250"/>
              <a:ext cx="35725" cy="94375"/>
            </a:xfrm>
            <a:custGeom>
              <a:avLst/>
              <a:gdLst/>
              <a:ahLst/>
              <a:cxnLst/>
              <a:rect l="l" t="t" r="r" b="b"/>
              <a:pathLst>
                <a:path w="1429" h="3775" extrusionOk="0">
                  <a:moveTo>
                    <a:pt x="0" y="0"/>
                  </a:moveTo>
                  <a:lnTo>
                    <a:pt x="0" y="0"/>
                  </a:lnTo>
                  <a:cubicBezTo>
                    <a:pt x="95" y="1251"/>
                    <a:pt x="226" y="2548"/>
                    <a:pt x="524" y="3775"/>
                  </a:cubicBezTo>
                  <a:cubicBezTo>
                    <a:pt x="1084" y="3465"/>
                    <a:pt x="1429" y="3179"/>
                    <a:pt x="1429" y="3179"/>
                  </a:cubicBezTo>
                  <a:lnTo>
                    <a:pt x="1060" y="96"/>
                  </a:lnTo>
                  <a:cubicBezTo>
                    <a:pt x="1060" y="96"/>
                    <a:pt x="667" y="48"/>
                    <a:pt x="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45"/>
            <p:cNvSpPr/>
            <p:nvPr/>
          </p:nvSpPr>
          <p:spPr>
            <a:xfrm>
              <a:off x="9054100" y="2200850"/>
              <a:ext cx="306000" cy="152650"/>
            </a:xfrm>
            <a:custGeom>
              <a:avLst/>
              <a:gdLst/>
              <a:ahLst/>
              <a:cxnLst/>
              <a:rect l="l" t="t" r="r" b="b"/>
              <a:pathLst>
                <a:path w="12240" h="6106" extrusionOk="0">
                  <a:moveTo>
                    <a:pt x="7987" y="1"/>
                  </a:moveTo>
                  <a:cubicBezTo>
                    <a:pt x="6728" y="1"/>
                    <a:pt x="5336" y="130"/>
                    <a:pt x="3953" y="566"/>
                  </a:cubicBezTo>
                  <a:cubicBezTo>
                    <a:pt x="119" y="1518"/>
                    <a:pt x="0" y="3947"/>
                    <a:pt x="179" y="4614"/>
                  </a:cubicBezTo>
                  <a:cubicBezTo>
                    <a:pt x="572" y="5698"/>
                    <a:pt x="1417" y="5864"/>
                    <a:pt x="2310" y="6031"/>
                  </a:cubicBezTo>
                  <a:cubicBezTo>
                    <a:pt x="2584" y="6083"/>
                    <a:pt x="2902" y="6106"/>
                    <a:pt x="3251" y="6106"/>
                  </a:cubicBezTo>
                  <a:cubicBezTo>
                    <a:pt x="5875" y="6106"/>
                    <a:pt x="10273" y="4797"/>
                    <a:pt x="11240" y="4471"/>
                  </a:cubicBezTo>
                  <a:cubicBezTo>
                    <a:pt x="11621" y="4340"/>
                    <a:pt x="11954" y="4185"/>
                    <a:pt x="12240" y="4031"/>
                  </a:cubicBezTo>
                  <a:cubicBezTo>
                    <a:pt x="11942" y="2804"/>
                    <a:pt x="11811" y="1507"/>
                    <a:pt x="11716" y="256"/>
                  </a:cubicBezTo>
                  <a:cubicBezTo>
                    <a:pt x="10842" y="191"/>
                    <a:pt x="9513" y="1"/>
                    <a:pt x="798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45"/>
            <p:cNvSpPr/>
            <p:nvPr/>
          </p:nvSpPr>
          <p:spPr>
            <a:xfrm>
              <a:off x="9232400" y="1707675"/>
              <a:ext cx="48225" cy="20075"/>
            </a:xfrm>
            <a:custGeom>
              <a:avLst/>
              <a:gdLst/>
              <a:ahLst/>
              <a:cxnLst/>
              <a:rect l="l" t="t" r="r" b="b"/>
              <a:pathLst>
                <a:path w="1929" h="803" extrusionOk="0">
                  <a:moveTo>
                    <a:pt x="857" y="1"/>
                  </a:moveTo>
                  <a:cubicBezTo>
                    <a:pt x="433" y="1"/>
                    <a:pt x="63" y="177"/>
                    <a:pt x="36" y="195"/>
                  </a:cubicBezTo>
                  <a:cubicBezTo>
                    <a:pt x="12" y="207"/>
                    <a:pt x="0" y="231"/>
                    <a:pt x="12" y="267"/>
                  </a:cubicBezTo>
                  <a:cubicBezTo>
                    <a:pt x="21" y="284"/>
                    <a:pt x="42" y="295"/>
                    <a:pt x="62" y="295"/>
                  </a:cubicBezTo>
                  <a:cubicBezTo>
                    <a:pt x="70" y="295"/>
                    <a:pt x="77" y="294"/>
                    <a:pt x="84" y="290"/>
                  </a:cubicBezTo>
                  <a:cubicBezTo>
                    <a:pt x="92" y="282"/>
                    <a:pt x="447" y="113"/>
                    <a:pt x="845" y="113"/>
                  </a:cubicBezTo>
                  <a:cubicBezTo>
                    <a:pt x="979" y="113"/>
                    <a:pt x="1118" y="132"/>
                    <a:pt x="1250" y="183"/>
                  </a:cubicBezTo>
                  <a:cubicBezTo>
                    <a:pt x="1500" y="279"/>
                    <a:pt x="1691" y="469"/>
                    <a:pt x="1822" y="767"/>
                  </a:cubicBezTo>
                  <a:cubicBezTo>
                    <a:pt x="1822" y="791"/>
                    <a:pt x="1846" y="802"/>
                    <a:pt x="1869" y="802"/>
                  </a:cubicBezTo>
                  <a:cubicBezTo>
                    <a:pt x="1869" y="802"/>
                    <a:pt x="1881" y="802"/>
                    <a:pt x="1893" y="791"/>
                  </a:cubicBezTo>
                  <a:cubicBezTo>
                    <a:pt x="1917" y="791"/>
                    <a:pt x="1929" y="755"/>
                    <a:pt x="1917" y="731"/>
                  </a:cubicBezTo>
                  <a:cubicBezTo>
                    <a:pt x="1786" y="398"/>
                    <a:pt x="1572" y="183"/>
                    <a:pt x="1298" y="76"/>
                  </a:cubicBezTo>
                  <a:cubicBezTo>
                    <a:pt x="1152" y="22"/>
                    <a:pt x="1001" y="1"/>
                    <a:pt x="85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45"/>
            <p:cNvSpPr/>
            <p:nvPr/>
          </p:nvSpPr>
          <p:spPr>
            <a:xfrm>
              <a:off x="9398175" y="1705000"/>
              <a:ext cx="47950" cy="19775"/>
            </a:xfrm>
            <a:custGeom>
              <a:avLst/>
              <a:gdLst/>
              <a:ahLst/>
              <a:cxnLst/>
              <a:rect l="l" t="t" r="r" b="b"/>
              <a:pathLst>
                <a:path w="1918" h="791" extrusionOk="0">
                  <a:moveTo>
                    <a:pt x="1075" y="1"/>
                  </a:moveTo>
                  <a:cubicBezTo>
                    <a:pt x="930" y="1"/>
                    <a:pt x="778" y="21"/>
                    <a:pt x="632" y="76"/>
                  </a:cubicBezTo>
                  <a:cubicBezTo>
                    <a:pt x="358" y="183"/>
                    <a:pt x="144" y="397"/>
                    <a:pt x="13" y="719"/>
                  </a:cubicBezTo>
                  <a:cubicBezTo>
                    <a:pt x="1" y="743"/>
                    <a:pt x="13" y="778"/>
                    <a:pt x="37" y="790"/>
                  </a:cubicBezTo>
                  <a:lnTo>
                    <a:pt x="60" y="790"/>
                  </a:lnTo>
                  <a:cubicBezTo>
                    <a:pt x="84" y="790"/>
                    <a:pt x="96" y="778"/>
                    <a:pt x="108" y="767"/>
                  </a:cubicBezTo>
                  <a:cubicBezTo>
                    <a:pt x="227" y="469"/>
                    <a:pt x="418" y="266"/>
                    <a:pt x="668" y="171"/>
                  </a:cubicBezTo>
                  <a:cubicBezTo>
                    <a:pt x="800" y="121"/>
                    <a:pt x="937" y="103"/>
                    <a:pt x="1070" y="103"/>
                  </a:cubicBezTo>
                  <a:cubicBezTo>
                    <a:pt x="1476" y="103"/>
                    <a:pt x="1835" y="278"/>
                    <a:pt x="1835" y="278"/>
                  </a:cubicBezTo>
                  <a:cubicBezTo>
                    <a:pt x="1844" y="282"/>
                    <a:pt x="1853" y="283"/>
                    <a:pt x="1861" y="283"/>
                  </a:cubicBezTo>
                  <a:cubicBezTo>
                    <a:pt x="1882" y="283"/>
                    <a:pt x="1897" y="272"/>
                    <a:pt x="1906" y="255"/>
                  </a:cubicBezTo>
                  <a:cubicBezTo>
                    <a:pt x="1918" y="231"/>
                    <a:pt x="1918" y="195"/>
                    <a:pt x="1882" y="183"/>
                  </a:cubicBezTo>
                  <a:cubicBezTo>
                    <a:pt x="1864" y="174"/>
                    <a:pt x="1497" y="1"/>
                    <a:pt x="107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45"/>
            <p:cNvSpPr/>
            <p:nvPr/>
          </p:nvSpPr>
          <p:spPr>
            <a:xfrm>
              <a:off x="9556550" y="2297425"/>
              <a:ext cx="212850" cy="214375"/>
            </a:xfrm>
            <a:custGeom>
              <a:avLst/>
              <a:gdLst/>
              <a:ahLst/>
              <a:cxnLst/>
              <a:rect l="l" t="t" r="r" b="b"/>
              <a:pathLst>
                <a:path w="8514" h="8575" extrusionOk="0">
                  <a:moveTo>
                    <a:pt x="3310" y="1"/>
                  </a:moveTo>
                  <a:cubicBezTo>
                    <a:pt x="3310" y="1"/>
                    <a:pt x="0" y="5978"/>
                    <a:pt x="60" y="6097"/>
                  </a:cubicBezTo>
                  <a:cubicBezTo>
                    <a:pt x="119" y="6216"/>
                    <a:pt x="2822" y="8514"/>
                    <a:pt x="3429" y="8573"/>
                  </a:cubicBezTo>
                  <a:cubicBezTo>
                    <a:pt x="3432" y="8574"/>
                    <a:pt x="3436" y="8574"/>
                    <a:pt x="3439" y="8574"/>
                  </a:cubicBezTo>
                  <a:cubicBezTo>
                    <a:pt x="4086" y="8574"/>
                    <a:pt x="8513" y="2216"/>
                    <a:pt x="8513" y="2216"/>
                  </a:cubicBezTo>
                  <a:lnTo>
                    <a:pt x="3310" y="1"/>
                  </a:lnTo>
                  <a:close/>
                </a:path>
              </a:pathLst>
            </a:custGeom>
            <a:solidFill>
              <a:srgbClr val="E9A0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45"/>
            <p:cNvSpPr/>
            <p:nvPr/>
          </p:nvSpPr>
          <p:spPr>
            <a:xfrm>
              <a:off x="9633325" y="2155400"/>
              <a:ext cx="247975" cy="228075"/>
            </a:xfrm>
            <a:custGeom>
              <a:avLst/>
              <a:gdLst/>
              <a:ahLst/>
              <a:cxnLst/>
              <a:rect l="l" t="t" r="r" b="b"/>
              <a:pathLst>
                <a:path w="9919" h="9123" extrusionOk="0">
                  <a:moveTo>
                    <a:pt x="5747" y="1"/>
                  </a:moveTo>
                  <a:cubicBezTo>
                    <a:pt x="3523" y="1"/>
                    <a:pt x="1052" y="3101"/>
                    <a:pt x="1" y="4575"/>
                  </a:cubicBezTo>
                  <a:cubicBezTo>
                    <a:pt x="525" y="5622"/>
                    <a:pt x="1346" y="6765"/>
                    <a:pt x="2573" y="7539"/>
                  </a:cubicBezTo>
                  <a:cubicBezTo>
                    <a:pt x="4430" y="8730"/>
                    <a:pt x="6121" y="9039"/>
                    <a:pt x="7097" y="9123"/>
                  </a:cubicBezTo>
                  <a:cubicBezTo>
                    <a:pt x="8014" y="7456"/>
                    <a:pt x="9919" y="3265"/>
                    <a:pt x="7454" y="765"/>
                  </a:cubicBezTo>
                  <a:cubicBezTo>
                    <a:pt x="6925" y="225"/>
                    <a:pt x="6345" y="1"/>
                    <a:pt x="5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45"/>
            <p:cNvSpPr/>
            <p:nvPr/>
          </p:nvSpPr>
          <p:spPr>
            <a:xfrm>
              <a:off x="9620525" y="2269450"/>
              <a:ext cx="190225" cy="131600"/>
            </a:xfrm>
            <a:custGeom>
              <a:avLst/>
              <a:gdLst/>
              <a:ahLst/>
              <a:cxnLst/>
              <a:rect l="l" t="t" r="r" b="b"/>
              <a:pathLst>
                <a:path w="7609" h="5264" extrusionOk="0">
                  <a:moveTo>
                    <a:pt x="513" y="1"/>
                  </a:moveTo>
                  <a:cubicBezTo>
                    <a:pt x="191" y="465"/>
                    <a:pt x="1" y="763"/>
                    <a:pt x="1" y="763"/>
                  </a:cubicBezTo>
                  <a:cubicBezTo>
                    <a:pt x="1" y="763"/>
                    <a:pt x="1215" y="4835"/>
                    <a:pt x="7180" y="5263"/>
                  </a:cubicBezTo>
                  <a:cubicBezTo>
                    <a:pt x="7180" y="5263"/>
                    <a:pt x="7359" y="5001"/>
                    <a:pt x="7609" y="4561"/>
                  </a:cubicBezTo>
                  <a:cubicBezTo>
                    <a:pt x="6633" y="4477"/>
                    <a:pt x="4942" y="4168"/>
                    <a:pt x="3085" y="2977"/>
                  </a:cubicBezTo>
                  <a:cubicBezTo>
                    <a:pt x="1858" y="2203"/>
                    <a:pt x="1037" y="1060"/>
                    <a:pt x="51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45"/>
            <p:cNvSpPr/>
            <p:nvPr/>
          </p:nvSpPr>
          <p:spPr>
            <a:xfrm>
              <a:off x="9680950" y="2159350"/>
              <a:ext cx="348300" cy="437725"/>
            </a:xfrm>
            <a:custGeom>
              <a:avLst/>
              <a:gdLst/>
              <a:ahLst/>
              <a:cxnLst/>
              <a:rect l="l" t="t" r="r" b="b"/>
              <a:pathLst>
                <a:path w="13932" h="17509" extrusionOk="0">
                  <a:moveTo>
                    <a:pt x="5582" y="1"/>
                  </a:moveTo>
                  <a:cubicBezTo>
                    <a:pt x="4485" y="1"/>
                    <a:pt x="3275" y="47"/>
                    <a:pt x="3275" y="47"/>
                  </a:cubicBezTo>
                  <a:cubicBezTo>
                    <a:pt x="3275" y="47"/>
                    <a:pt x="894" y="10358"/>
                    <a:pt x="1" y="16406"/>
                  </a:cubicBezTo>
                  <a:cubicBezTo>
                    <a:pt x="1" y="16406"/>
                    <a:pt x="4071" y="17509"/>
                    <a:pt x="9174" y="17509"/>
                  </a:cubicBezTo>
                  <a:cubicBezTo>
                    <a:pt x="10694" y="17509"/>
                    <a:pt x="12307" y="17411"/>
                    <a:pt x="13931" y="17156"/>
                  </a:cubicBezTo>
                  <a:lnTo>
                    <a:pt x="12121" y="452"/>
                  </a:lnTo>
                  <a:cubicBezTo>
                    <a:pt x="12121" y="452"/>
                    <a:pt x="7919" y="119"/>
                    <a:pt x="6847" y="35"/>
                  </a:cubicBezTo>
                  <a:cubicBezTo>
                    <a:pt x="6521" y="10"/>
                    <a:pt x="6062" y="1"/>
                    <a:pt x="55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45"/>
            <p:cNvSpPr/>
            <p:nvPr/>
          </p:nvSpPr>
          <p:spPr>
            <a:xfrm>
              <a:off x="9776200" y="2154250"/>
              <a:ext cx="182200" cy="90950"/>
            </a:xfrm>
            <a:custGeom>
              <a:avLst/>
              <a:gdLst/>
              <a:ahLst/>
              <a:cxnLst/>
              <a:rect l="l" t="t" r="r" b="b"/>
              <a:pathLst>
                <a:path w="7288" h="3638" extrusionOk="0">
                  <a:moveTo>
                    <a:pt x="1492" y="1"/>
                  </a:moveTo>
                  <a:cubicBezTo>
                    <a:pt x="589" y="1"/>
                    <a:pt x="1" y="37"/>
                    <a:pt x="1" y="37"/>
                  </a:cubicBezTo>
                  <a:cubicBezTo>
                    <a:pt x="1" y="37"/>
                    <a:pt x="49" y="3478"/>
                    <a:pt x="3418" y="3632"/>
                  </a:cubicBezTo>
                  <a:cubicBezTo>
                    <a:pt x="3498" y="3636"/>
                    <a:pt x="3577" y="3638"/>
                    <a:pt x="3654" y="3638"/>
                  </a:cubicBezTo>
                  <a:cubicBezTo>
                    <a:pt x="6822" y="3638"/>
                    <a:pt x="7288" y="608"/>
                    <a:pt x="7288" y="608"/>
                  </a:cubicBezTo>
                  <a:cubicBezTo>
                    <a:pt x="5311" y="98"/>
                    <a:pt x="2976" y="1"/>
                    <a:pt x="149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45"/>
            <p:cNvSpPr/>
            <p:nvPr/>
          </p:nvSpPr>
          <p:spPr>
            <a:xfrm>
              <a:off x="9960150" y="2319475"/>
              <a:ext cx="136350" cy="174450"/>
            </a:xfrm>
            <a:custGeom>
              <a:avLst/>
              <a:gdLst/>
              <a:ahLst/>
              <a:cxnLst/>
              <a:rect l="l" t="t" r="r" b="b"/>
              <a:pathLst>
                <a:path w="5454" h="6978" extrusionOk="0">
                  <a:moveTo>
                    <a:pt x="5454" y="0"/>
                  </a:moveTo>
                  <a:lnTo>
                    <a:pt x="1" y="1464"/>
                  </a:lnTo>
                  <a:cubicBezTo>
                    <a:pt x="1" y="1464"/>
                    <a:pt x="1180" y="6953"/>
                    <a:pt x="1799" y="6977"/>
                  </a:cubicBezTo>
                  <a:cubicBezTo>
                    <a:pt x="1814" y="6977"/>
                    <a:pt x="1831" y="6978"/>
                    <a:pt x="1849" y="6978"/>
                  </a:cubicBezTo>
                  <a:cubicBezTo>
                    <a:pt x="2524" y="6978"/>
                    <a:pt x="4742" y="6760"/>
                    <a:pt x="4823" y="6656"/>
                  </a:cubicBezTo>
                  <a:cubicBezTo>
                    <a:pt x="4894" y="6537"/>
                    <a:pt x="5454" y="0"/>
                    <a:pt x="5454" y="0"/>
                  </a:cubicBezTo>
                  <a:close/>
                </a:path>
              </a:pathLst>
            </a:custGeom>
            <a:solidFill>
              <a:srgbClr val="E9A0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45"/>
            <p:cNvSpPr/>
            <p:nvPr/>
          </p:nvSpPr>
          <p:spPr>
            <a:xfrm>
              <a:off x="9907125" y="2167300"/>
              <a:ext cx="209625" cy="209900"/>
            </a:xfrm>
            <a:custGeom>
              <a:avLst/>
              <a:gdLst/>
              <a:ahLst/>
              <a:cxnLst/>
              <a:rect l="l" t="t" r="r" b="b"/>
              <a:pathLst>
                <a:path w="8385" h="8396" extrusionOk="0">
                  <a:moveTo>
                    <a:pt x="3444" y="1"/>
                  </a:moveTo>
                  <a:cubicBezTo>
                    <a:pt x="1" y="1"/>
                    <a:pt x="447" y="5636"/>
                    <a:pt x="753" y="7885"/>
                  </a:cubicBezTo>
                  <a:cubicBezTo>
                    <a:pt x="1542" y="8174"/>
                    <a:pt x="2471" y="8396"/>
                    <a:pt x="3458" y="8396"/>
                  </a:cubicBezTo>
                  <a:cubicBezTo>
                    <a:pt x="3854" y="8396"/>
                    <a:pt x="4260" y="8360"/>
                    <a:pt x="4670" y="8278"/>
                  </a:cubicBezTo>
                  <a:cubicBezTo>
                    <a:pt x="6837" y="7861"/>
                    <a:pt x="7623" y="7516"/>
                    <a:pt x="8385" y="6909"/>
                  </a:cubicBezTo>
                  <a:cubicBezTo>
                    <a:pt x="7908" y="5075"/>
                    <a:pt x="7075" y="134"/>
                    <a:pt x="3563" y="3"/>
                  </a:cubicBezTo>
                  <a:cubicBezTo>
                    <a:pt x="3522" y="1"/>
                    <a:pt x="3483" y="1"/>
                    <a:pt x="34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45"/>
            <p:cNvSpPr/>
            <p:nvPr/>
          </p:nvSpPr>
          <p:spPr>
            <a:xfrm>
              <a:off x="9925925" y="2340000"/>
              <a:ext cx="195300" cy="60950"/>
            </a:xfrm>
            <a:custGeom>
              <a:avLst/>
              <a:gdLst/>
              <a:ahLst/>
              <a:cxnLst/>
              <a:rect l="l" t="t" r="r" b="b"/>
              <a:pathLst>
                <a:path w="7812" h="2438" extrusionOk="0">
                  <a:moveTo>
                    <a:pt x="7633" y="1"/>
                  </a:moveTo>
                  <a:cubicBezTo>
                    <a:pt x="6871" y="608"/>
                    <a:pt x="6085" y="953"/>
                    <a:pt x="3918" y="1370"/>
                  </a:cubicBezTo>
                  <a:cubicBezTo>
                    <a:pt x="3508" y="1452"/>
                    <a:pt x="3102" y="1488"/>
                    <a:pt x="2706" y="1488"/>
                  </a:cubicBezTo>
                  <a:cubicBezTo>
                    <a:pt x="1719" y="1488"/>
                    <a:pt x="790" y="1266"/>
                    <a:pt x="1" y="977"/>
                  </a:cubicBezTo>
                  <a:lnTo>
                    <a:pt x="1" y="977"/>
                  </a:lnTo>
                  <a:cubicBezTo>
                    <a:pt x="84" y="1536"/>
                    <a:pt x="156" y="1882"/>
                    <a:pt x="156" y="1882"/>
                  </a:cubicBezTo>
                  <a:cubicBezTo>
                    <a:pt x="156" y="1882"/>
                    <a:pt x="1345" y="2438"/>
                    <a:pt x="3056" y="2438"/>
                  </a:cubicBezTo>
                  <a:cubicBezTo>
                    <a:pt x="4422" y="2438"/>
                    <a:pt x="6120" y="2084"/>
                    <a:pt x="7811" y="810"/>
                  </a:cubicBezTo>
                  <a:cubicBezTo>
                    <a:pt x="7811" y="810"/>
                    <a:pt x="7752" y="489"/>
                    <a:pt x="76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45"/>
            <p:cNvSpPr/>
            <p:nvPr/>
          </p:nvSpPr>
          <p:spPr>
            <a:xfrm>
              <a:off x="9624100" y="1698875"/>
              <a:ext cx="170300" cy="146975"/>
            </a:xfrm>
            <a:custGeom>
              <a:avLst/>
              <a:gdLst/>
              <a:ahLst/>
              <a:cxnLst/>
              <a:rect l="l" t="t" r="r" b="b"/>
              <a:pathLst>
                <a:path w="6812" h="5879" extrusionOk="0">
                  <a:moveTo>
                    <a:pt x="3904" y="1"/>
                  </a:moveTo>
                  <a:cubicBezTo>
                    <a:pt x="3132" y="1"/>
                    <a:pt x="2311" y="299"/>
                    <a:pt x="1632" y="892"/>
                  </a:cubicBezTo>
                  <a:cubicBezTo>
                    <a:pt x="287" y="2047"/>
                    <a:pt x="1" y="3905"/>
                    <a:pt x="977" y="5036"/>
                  </a:cubicBezTo>
                  <a:cubicBezTo>
                    <a:pt x="1458" y="5599"/>
                    <a:pt x="2158" y="5878"/>
                    <a:pt x="2905" y="5878"/>
                  </a:cubicBezTo>
                  <a:cubicBezTo>
                    <a:pt x="3676" y="5878"/>
                    <a:pt x="4497" y="5581"/>
                    <a:pt x="5180" y="4988"/>
                  </a:cubicBezTo>
                  <a:cubicBezTo>
                    <a:pt x="6525" y="3833"/>
                    <a:pt x="6811" y="1976"/>
                    <a:pt x="5835" y="833"/>
                  </a:cubicBezTo>
                  <a:cubicBezTo>
                    <a:pt x="5350" y="278"/>
                    <a:pt x="4649" y="1"/>
                    <a:pt x="39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45"/>
            <p:cNvSpPr/>
            <p:nvPr/>
          </p:nvSpPr>
          <p:spPr>
            <a:xfrm>
              <a:off x="9940225" y="1687100"/>
              <a:ext cx="175050" cy="143950"/>
            </a:xfrm>
            <a:custGeom>
              <a:avLst/>
              <a:gdLst/>
              <a:ahLst/>
              <a:cxnLst/>
              <a:rect l="l" t="t" r="r" b="b"/>
              <a:pathLst>
                <a:path w="7002" h="5758" extrusionOk="0">
                  <a:moveTo>
                    <a:pt x="3027" y="1"/>
                  </a:moveTo>
                  <a:cubicBezTo>
                    <a:pt x="2140" y="1"/>
                    <a:pt x="1322" y="370"/>
                    <a:pt x="846" y="1078"/>
                  </a:cubicBezTo>
                  <a:cubicBezTo>
                    <a:pt x="0" y="2316"/>
                    <a:pt x="512" y="4126"/>
                    <a:pt x="1977" y="5126"/>
                  </a:cubicBezTo>
                  <a:cubicBezTo>
                    <a:pt x="2606" y="5550"/>
                    <a:pt x="3309" y="5757"/>
                    <a:pt x="3974" y="5757"/>
                  </a:cubicBezTo>
                  <a:cubicBezTo>
                    <a:pt x="4858" y="5757"/>
                    <a:pt x="5673" y="5392"/>
                    <a:pt x="6156" y="4685"/>
                  </a:cubicBezTo>
                  <a:cubicBezTo>
                    <a:pt x="7001" y="3447"/>
                    <a:pt x="6489" y="1625"/>
                    <a:pt x="5025" y="637"/>
                  </a:cubicBezTo>
                  <a:cubicBezTo>
                    <a:pt x="4397" y="209"/>
                    <a:pt x="3693" y="1"/>
                    <a:pt x="30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45"/>
            <p:cNvSpPr/>
            <p:nvPr/>
          </p:nvSpPr>
          <p:spPr>
            <a:xfrm>
              <a:off x="9650000" y="1779225"/>
              <a:ext cx="450675" cy="370750"/>
            </a:xfrm>
            <a:custGeom>
              <a:avLst/>
              <a:gdLst/>
              <a:ahLst/>
              <a:cxnLst/>
              <a:rect l="l" t="t" r="r" b="b"/>
              <a:pathLst>
                <a:path w="18027" h="14830" extrusionOk="0">
                  <a:moveTo>
                    <a:pt x="14229" y="0"/>
                  </a:moveTo>
                  <a:lnTo>
                    <a:pt x="4287" y="560"/>
                  </a:lnTo>
                  <a:cubicBezTo>
                    <a:pt x="2072" y="1798"/>
                    <a:pt x="525" y="4036"/>
                    <a:pt x="263" y="6406"/>
                  </a:cubicBezTo>
                  <a:cubicBezTo>
                    <a:pt x="1" y="8775"/>
                    <a:pt x="1013" y="11240"/>
                    <a:pt x="2906" y="12835"/>
                  </a:cubicBezTo>
                  <a:cubicBezTo>
                    <a:pt x="3930" y="13680"/>
                    <a:pt x="5180" y="14288"/>
                    <a:pt x="6513" y="14597"/>
                  </a:cubicBezTo>
                  <a:cubicBezTo>
                    <a:pt x="7177" y="14753"/>
                    <a:pt x="7863" y="14829"/>
                    <a:pt x="8552" y="14829"/>
                  </a:cubicBezTo>
                  <a:cubicBezTo>
                    <a:pt x="9654" y="14829"/>
                    <a:pt x="10762" y="14633"/>
                    <a:pt x="11788" y="14252"/>
                  </a:cubicBezTo>
                  <a:cubicBezTo>
                    <a:pt x="14002" y="13419"/>
                    <a:pt x="16003" y="11656"/>
                    <a:pt x="17015" y="9656"/>
                  </a:cubicBezTo>
                  <a:cubicBezTo>
                    <a:pt x="18027" y="7656"/>
                    <a:pt x="17860" y="5132"/>
                    <a:pt x="17348" y="3060"/>
                  </a:cubicBezTo>
                  <a:cubicBezTo>
                    <a:pt x="17348" y="3060"/>
                    <a:pt x="16896" y="1346"/>
                    <a:pt x="14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45"/>
            <p:cNvSpPr/>
            <p:nvPr/>
          </p:nvSpPr>
          <p:spPr>
            <a:xfrm>
              <a:off x="9808050" y="2122425"/>
              <a:ext cx="125650" cy="53900"/>
            </a:xfrm>
            <a:custGeom>
              <a:avLst/>
              <a:gdLst/>
              <a:ahLst/>
              <a:cxnLst/>
              <a:rect l="l" t="t" r="r" b="b"/>
              <a:pathLst>
                <a:path w="5026" h="2156" extrusionOk="0">
                  <a:moveTo>
                    <a:pt x="1" y="0"/>
                  </a:moveTo>
                  <a:lnTo>
                    <a:pt x="1" y="1929"/>
                  </a:lnTo>
                  <a:cubicBezTo>
                    <a:pt x="733" y="2081"/>
                    <a:pt x="1498" y="2156"/>
                    <a:pt x="2273" y="2156"/>
                  </a:cubicBezTo>
                  <a:cubicBezTo>
                    <a:pt x="3136" y="2156"/>
                    <a:pt x="4011" y="2063"/>
                    <a:pt x="4871" y="1881"/>
                  </a:cubicBezTo>
                  <a:lnTo>
                    <a:pt x="5025" y="536"/>
                  </a:lnTo>
                  <a:lnTo>
                    <a:pt x="1" y="0"/>
                  </a:lnTo>
                  <a:close/>
                </a:path>
              </a:pathLst>
            </a:custGeom>
            <a:solidFill>
              <a:srgbClr val="ECA2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45"/>
            <p:cNvSpPr/>
            <p:nvPr/>
          </p:nvSpPr>
          <p:spPr>
            <a:xfrm>
              <a:off x="9808050" y="2169450"/>
              <a:ext cx="121775" cy="50350"/>
            </a:xfrm>
            <a:custGeom>
              <a:avLst/>
              <a:gdLst/>
              <a:ahLst/>
              <a:cxnLst/>
              <a:rect l="l" t="t" r="r" b="b"/>
              <a:pathLst>
                <a:path w="4871" h="2014" extrusionOk="0">
                  <a:moveTo>
                    <a:pt x="4871" y="0"/>
                  </a:moveTo>
                  <a:lnTo>
                    <a:pt x="4871" y="0"/>
                  </a:lnTo>
                  <a:cubicBezTo>
                    <a:pt x="4011" y="182"/>
                    <a:pt x="3136" y="275"/>
                    <a:pt x="2273" y="275"/>
                  </a:cubicBezTo>
                  <a:cubicBezTo>
                    <a:pt x="1498" y="275"/>
                    <a:pt x="733" y="200"/>
                    <a:pt x="1" y="48"/>
                  </a:cubicBezTo>
                  <a:lnTo>
                    <a:pt x="1" y="48"/>
                  </a:lnTo>
                  <a:lnTo>
                    <a:pt x="13" y="881"/>
                  </a:lnTo>
                  <a:cubicBezTo>
                    <a:pt x="13" y="881"/>
                    <a:pt x="310" y="1989"/>
                    <a:pt x="2454" y="2012"/>
                  </a:cubicBezTo>
                  <a:cubicBezTo>
                    <a:pt x="2484" y="2013"/>
                    <a:pt x="2515" y="2013"/>
                    <a:pt x="2545" y="2013"/>
                  </a:cubicBezTo>
                  <a:cubicBezTo>
                    <a:pt x="4380" y="2013"/>
                    <a:pt x="4668" y="953"/>
                    <a:pt x="4668" y="953"/>
                  </a:cubicBezTo>
                  <a:lnTo>
                    <a:pt x="4871" y="0"/>
                  </a:lnTo>
                  <a:close/>
                </a:path>
              </a:pathLst>
            </a:custGeom>
            <a:solidFill>
              <a:srgbClr val="F8BC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45"/>
            <p:cNvSpPr/>
            <p:nvPr/>
          </p:nvSpPr>
          <p:spPr>
            <a:xfrm>
              <a:off x="9655075" y="1980200"/>
              <a:ext cx="95275" cy="106350"/>
            </a:xfrm>
            <a:custGeom>
              <a:avLst/>
              <a:gdLst/>
              <a:ahLst/>
              <a:cxnLst/>
              <a:rect l="l" t="t" r="r" b="b"/>
              <a:pathLst>
                <a:path w="3811" h="4254" extrusionOk="0">
                  <a:moveTo>
                    <a:pt x="2478" y="1"/>
                  </a:moveTo>
                  <a:cubicBezTo>
                    <a:pt x="1474" y="1"/>
                    <a:pt x="1" y="309"/>
                    <a:pt x="71" y="2129"/>
                  </a:cubicBezTo>
                  <a:cubicBezTo>
                    <a:pt x="129" y="3608"/>
                    <a:pt x="992" y="4253"/>
                    <a:pt x="1892" y="4253"/>
                  </a:cubicBezTo>
                  <a:cubicBezTo>
                    <a:pt x="2667" y="4253"/>
                    <a:pt x="3469" y="3776"/>
                    <a:pt x="3810" y="2939"/>
                  </a:cubicBezTo>
                  <a:lnTo>
                    <a:pt x="3381" y="81"/>
                  </a:lnTo>
                  <a:cubicBezTo>
                    <a:pt x="3381" y="81"/>
                    <a:pt x="2991" y="1"/>
                    <a:pt x="2478" y="1"/>
                  </a:cubicBezTo>
                  <a:close/>
                </a:path>
              </a:pathLst>
            </a:custGeom>
            <a:solidFill>
              <a:srgbClr val="ECA2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45"/>
            <p:cNvSpPr/>
            <p:nvPr/>
          </p:nvSpPr>
          <p:spPr>
            <a:xfrm>
              <a:off x="9666675" y="2002850"/>
              <a:ext cx="74425" cy="57075"/>
            </a:xfrm>
            <a:custGeom>
              <a:avLst/>
              <a:gdLst/>
              <a:ahLst/>
              <a:cxnLst/>
              <a:rect l="l" t="t" r="r" b="b"/>
              <a:pathLst>
                <a:path w="2977" h="2283" extrusionOk="0">
                  <a:moveTo>
                    <a:pt x="1215" y="1"/>
                  </a:moveTo>
                  <a:cubicBezTo>
                    <a:pt x="1096" y="1"/>
                    <a:pt x="981" y="19"/>
                    <a:pt x="870" y="56"/>
                  </a:cubicBezTo>
                  <a:cubicBezTo>
                    <a:pt x="298" y="235"/>
                    <a:pt x="24" y="783"/>
                    <a:pt x="12" y="806"/>
                  </a:cubicBezTo>
                  <a:cubicBezTo>
                    <a:pt x="0" y="842"/>
                    <a:pt x="12" y="866"/>
                    <a:pt x="36" y="890"/>
                  </a:cubicBezTo>
                  <a:cubicBezTo>
                    <a:pt x="42" y="893"/>
                    <a:pt x="49" y="894"/>
                    <a:pt x="56" y="894"/>
                  </a:cubicBezTo>
                  <a:cubicBezTo>
                    <a:pt x="76" y="894"/>
                    <a:pt x="99" y="881"/>
                    <a:pt x="108" y="854"/>
                  </a:cubicBezTo>
                  <a:cubicBezTo>
                    <a:pt x="108" y="854"/>
                    <a:pt x="381" y="318"/>
                    <a:pt x="905" y="163"/>
                  </a:cubicBezTo>
                  <a:cubicBezTo>
                    <a:pt x="1006" y="131"/>
                    <a:pt x="1109" y="115"/>
                    <a:pt x="1215" y="115"/>
                  </a:cubicBezTo>
                  <a:cubicBezTo>
                    <a:pt x="1423" y="115"/>
                    <a:pt x="1641" y="176"/>
                    <a:pt x="1870" y="294"/>
                  </a:cubicBezTo>
                  <a:cubicBezTo>
                    <a:pt x="2834" y="830"/>
                    <a:pt x="2370" y="2188"/>
                    <a:pt x="2370" y="2211"/>
                  </a:cubicBezTo>
                  <a:cubicBezTo>
                    <a:pt x="2358" y="2235"/>
                    <a:pt x="2370" y="2271"/>
                    <a:pt x="2405" y="2271"/>
                  </a:cubicBezTo>
                  <a:cubicBezTo>
                    <a:pt x="2417" y="2283"/>
                    <a:pt x="2417" y="2283"/>
                    <a:pt x="2429" y="2283"/>
                  </a:cubicBezTo>
                  <a:cubicBezTo>
                    <a:pt x="2453" y="2283"/>
                    <a:pt x="2465" y="2259"/>
                    <a:pt x="2477" y="2247"/>
                  </a:cubicBezTo>
                  <a:cubicBezTo>
                    <a:pt x="2477" y="2223"/>
                    <a:pt x="2977" y="771"/>
                    <a:pt x="1917" y="199"/>
                  </a:cubicBezTo>
                  <a:cubicBezTo>
                    <a:pt x="1676" y="67"/>
                    <a:pt x="1440" y="1"/>
                    <a:pt x="1215"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45"/>
            <p:cNvSpPr/>
            <p:nvPr/>
          </p:nvSpPr>
          <p:spPr>
            <a:xfrm>
              <a:off x="9689600" y="2024025"/>
              <a:ext cx="41400" cy="12100"/>
            </a:xfrm>
            <a:custGeom>
              <a:avLst/>
              <a:gdLst/>
              <a:ahLst/>
              <a:cxnLst/>
              <a:rect l="l" t="t" r="r" b="b"/>
              <a:pathLst>
                <a:path w="1656" h="484" extrusionOk="0">
                  <a:moveTo>
                    <a:pt x="972" y="1"/>
                  </a:moveTo>
                  <a:cubicBezTo>
                    <a:pt x="454" y="1"/>
                    <a:pt x="24" y="380"/>
                    <a:pt x="24" y="388"/>
                  </a:cubicBezTo>
                  <a:cubicBezTo>
                    <a:pt x="0" y="412"/>
                    <a:pt x="0" y="448"/>
                    <a:pt x="12" y="471"/>
                  </a:cubicBezTo>
                  <a:cubicBezTo>
                    <a:pt x="24" y="483"/>
                    <a:pt x="48" y="483"/>
                    <a:pt x="60" y="483"/>
                  </a:cubicBezTo>
                  <a:cubicBezTo>
                    <a:pt x="72" y="483"/>
                    <a:pt x="84" y="483"/>
                    <a:pt x="95" y="471"/>
                  </a:cubicBezTo>
                  <a:cubicBezTo>
                    <a:pt x="104" y="463"/>
                    <a:pt x="505" y="110"/>
                    <a:pt x="976" y="110"/>
                  </a:cubicBezTo>
                  <a:cubicBezTo>
                    <a:pt x="1166" y="110"/>
                    <a:pt x="1368" y="168"/>
                    <a:pt x="1560" y="328"/>
                  </a:cubicBezTo>
                  <a:cubicBezTo>
                    <a:pt x="1572" y="340"/>
                    <a:pt x="1587" y="346"/>
                    <a:pt x="1602" y="346"/>
                  </a:cubicBezTo>
                  <a:cubicBezTo>
                    <a:pt x="1616" y="346"/>
                    <a:pt x="1631" y="340"/>
                    <a:pt x="1643" y="328"/>
                  </a:cubicBezTo>
                  <a:cubicBezTo>
                    <a:pt x="1655" y="305"/>
                    <a:pt x="1655" y="269"/>
                    <a:pt x="1631" y="245"/>
                  </a:cubicBezTo>
                  <a:cubicBezTo>
                    <a:pt x="1413" y="65"/>
                    <a:pt x="1185" y="1"/>
                    <a:pt x="972"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45"/>
            <p:cNvSpPr/>
            <p:nvPr/>
          </p:nvSpPr>
          <p:spPr>
            <a:xfrm>
              <a:off x="9684525" y="1739225"/>
              <a:ext cx="379850" cy="418100"/>
            </a:xfrm>
            <a:custGeom>
              <a:avLst/>
              <a:gdLst/>
              <a:ahLst/>
              <a:cxnLst/>
              <a:rect l="l" t="t" r="r" b="b"/>
              <a:pathLst>
                <a:path w="15194" h="16724" extrusionOk="0">
                  <a:moveTo>
                    <a:pt x="6511" y="0"/>
                  </a:moveTo>
                  <a:cubicBezTo>
                    <a:pt x="3097" y="0"/>
                    <a:pt x="884" y="1477"/>
                    <a:pt x="346" y="4136"/>
                  </a:cubicBezTo>
                  <a:cubicBezTo>
                    <a:pt x="346" y="4136"/>
                    <a:pt x="1" y="6779"/>
                    <a:pt x="370" y="10744"/>
                  </a:cubicBezTo>
                  <a:cubicBezTo>
                    <a:pt x="651" y="13803"/>
                    <a:pt x="2882" y="16723"/>
                    <a:pt x="6574" y="16723"/>
                  </a:cubicBezTo>
                  <a:cubicBezTo>
                    <a:pt x="6633" y="16723"/>
                    <a:pt x="6692" y="16723"/>
                    <a:pt x="6752" y="16721"/>
                  </a:cubicBezTo>
                  <a:cubicBezTo>
                    <a:pt x="10335" y="16626"/>
                    <a:pt x="13895" y="14864"/>
                    <a:pt x="14550" y="9768"/>
                  </a:cubicBezTo>
                  <a:cubicBezTo>
                    <a:pt x="15193" y="4684"/>
                    <a:pt x="13264" y="862"/>
                    <a:pt x="8645" y="171"/>
                  </a:cubicBezTo>
                  <a:cubicBezTo>
                    <a:pt x="7890" y="57"/>
                    <a:pt x="7178" y="0"/>
                    <a:pt x="6511" y="0"/>
                  </a:cubicBezTo>
                  <a:close/>
                </a:path>
              </a:pathLst>
            </a:custGeom>
            <a:solidFill>
              <a:srgbClr val="F8BC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45"/>
            <p:cNvSpPr/>
            <p:nvPr/>
          </p:nvSpPr>
          <p:spPr>
            <a:xfrm>
              <a:off x="9999150" y="1909725"/>
              <a:ext cx="66400" cy="167900"/>
            </a:xfrm>
            <a:custGeom>
              <a:avLst/>
              <a:gdLst/>
              <a:ahLst/>
              <a:cxnLst/>
              <a:rect l="l" t="t" r="r" b="b"/>
              <a:pathLst>
                <a:path w="2656" h="6716" extrusionOk="0">
                  <a:moveTo>
                    <a:pt x="1500" y="0"/>
                  </a:moveTo>
                  <a:cubicBezTo>
                    <a:pt x="1205" y="0"/>
                    <a:pt x="910" y="149"/>
                    <a:pt x="786" y="424"/>
                  </a:cubicBezTo>
                  <a:lnTo>
                    <a:pt x="322" y="626"/>
                  </a:lnTo>
                  <a:cubicBezTo>
                    <a:pt x="1" y="1460"/>
                    <a:pt x="13" y="2388"/>
                    <a:pt x="167" y="3269"/>
                  </a:cubicBezTo>
                  <a:cubicBezTo>
                    <a:pt x="286" y="3924"/>
                    <a:pt x="477" y="4567"/>
                    <a:pt x="667" y="5210"/>
                  </a:cubicBezTo>
                  <a:cubicBezTo>
                    <a:pt x="775" y="5567"/>
                    <a:pt x="882" y="5936"/>
                    <a:pt x="989" y="6294"/>
                  </a:cubicBezTo>
                  <a:cubicBezTo>
                    <a:pt x="1048" y="6472"/>
                    <a:pt x="1132" y="6686"/>
                    <a:pt x="1322" y="6710"/>
                  </a:cubicBezTo>
                  <a:cubicBezTo>
                    <a:pt x="1340" y="6714"/>
                    <a:pt x="1357" y="6716"/>
                    <a:pt x="1374" y="6716"/>
                  </a:cubicBezTo>
                  <a:cubicBezTo>
                    <a:pt x="1574" y="6716"/>
                    <a:pt x="1721" y="6466"/>
                    <a:pt x="1787" y="6258"/>
                  </a:cubicBezTo>
                  <a:cubicBezTo>
                    <a:pt x="2227" y="4912"/>
                    <a:pt x="2513" y="3519"/>
                    <a:pt x="2608" y="2103"/>
                  </a:cubicBezTo>
                  <a:cubicBezTo>
                    <a:pt x="2644" y="1710"/>
                    <a:pt x="2656" y="1305"/>
                    <a:pt x="2549" y="924"/>
                  </a:cubicBezTo>
                  <a:cubicBezTo>
                    <a:pt x="2430" y="543"/>
                    <a:pt x="2180" y="186"/>
                    <a:pt x="1799" y="55"/>
                  </a:cubicBezTo>
                  <a:cubicBezTo>
                    <a:pt x="1704" y="18"/>
                    <a:pt x="1602" y="0"/>
                    <a:pt x="1500" y="0"/>
                  </a:cubicBezTo>
                  <a:close/>
                </a:path>
              </a:pathLst>
            </a:custGeom>
            <a:solidFill>
              <a:srgbClr val="3D24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45"/>
            <p:cNvSpPr/>
            <p:nvPr/>
          </p:nvSpPr>
          <p:spPr>
            <a:xfrm>
              <a:off x="9894075" y="2006025"/>
              <a:ext cx="19075" cy="22675"/>
            </a:xfrm>
            <a:custGeom>
              <a:avLst/>
              <a:gdLst/>
              <a:ahLst/>
              <a:cxnLst/>
              <a:rect l="l" t="t" r="r" b="b"/>
              <a:pathLst>
                <a:path w="763" h="907" extrusionOk="0">
                  <a:moveTo>
                    <a:pt x="364" y="0"/>
                  </a:moveTo>
                  <a:cubicBezTo>
                    <a:pt x="358" y="0"/>
                    <a:pt x="352" y="0"/>
                    <a:pt x="346" y="1"/>
                  </a:cubicBezTo>
                  <a:cubicBezTo>
                    <a:pt x="144" y="25"/>
                    <a:pt x="1" y="239"/>
                    <a:pt x="25" y="489"/>
                  </a:cubicBezTo>
                  <a:cubicBezTo>
                    <a:pt x="48" y="731"/>
                    <a:pt x="216" y="906"/>
                    <a:pt x="399" y="906"/>
                  </a:cubicBezTo>
                  <a:cubicBezTo>
                    <a:pt x="405" y="906"/>
                    <a:pt x="411" y="906"/>
                    <a:pt x="417" y="906"/>
                  </a:cubicBezTo>
                  <a:cubicBezTo>
                    <a:pt x="620" y="882"/>
                    <a:pt x="763" y="667"/>
                    <a:pt x="739" y="417"/>
                  </a:cubicBezTo>
                  <a:cubicBezTo>
                    <a:pt x="716" y="175"/>
                    <a:pt x="548" y="0"/>
                    <a:pt x="3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45"/>
            <p:cNvSpPr/>
            <p:nvPr/>
          </p:nvSpPr>
          <p:spPr>
            <a:xfrm>
              <a:off x="9779475" y="2008650"/>
              <a:ext cx="19075" cy="22450"/>
            </a:xfrm>
            <a:custGeom>
              <a:avLst/>
              <a:gdLst/>
              <a:ahLst/>
              <a:cxnLst/>
              <a:rect l="l" t="t" r="r" b="b"/>
              <a:pathLst>
                <a:path w="763" h="898" extrusionOk="0">
                  <a:moveTo>
                    <a:pt x="378" y="1"/>
                  </a:moveTo>
                  <a:cubicBezTo>
                    <a:pt x="368" y="1"/>
                    <a:pt x="357" y="2"/>
                    <a:pt x="346" y="3"/>
                  </a:cubicBezTo>
                  <a:cubicBezTo>
                    <a:pt x="144" y="15"/>
                    <a:pt x="1" y="229"/>
                    <a:pt x="25" y="479"/>
                  </a:cubicBezTo>
                  <a:cubicBezTo>
                    <a:pt x="47" y="715"/>
                    <a:pt x="207" y="898"/>
                    <a:pt x="385" y="898"/>
                  </a:cubicBezTo>
                  <a:cubicBezTo>
                    <a:pt x="396" y="898"/>
                    <a:pt x="407" y="897"/>
                    <a:pt x="418" y="896"/>
                  </a:cubicBezTo>
                  <a:cubicBezTo>
                    <a:pt x="620" y="884"/>
                    <a:pt x="763" y="670"/>
                    <a:pt x="739" y="420"/>
                  </a:cubicBezTo>
                  <a:cubicBezTo>
                    <a:pt x="717" y="184"/>
                    <a:pt x="556" y="1"/>
                    <a:pt x="3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45"/>
            <p:cNvSpPr/>
            <p:nvPr/>
          </p:nvSpPr>
          <p:spPr>
            <a:xfrm>
              <a:off x="9902425" y="2029500"/>
              <a:ext cx="94375" cy="52975"/>
            </a:xfrm>
            <a:custGeom>
              <a:avLst/>
              <a:gdLst/>
              <a:ahLst/>
              <a:cxnLst/>
              <a:rect l="l" t="t" r="r" b="b"/>
              <a:pathLst>
                <a:path w="3775" h="2119" extrusionOk="0">
                  <a:moveTo>
                    <a:pt x="2480" y="0"/>
                  </a:moveTo>
                  <a:cubicBezTo>
                    <a:pt x="2210" y="0"/>
                    <a:pt x="1912" y="43"/>
                    <a:pt x="1607" y="133"/>
                  </a:cubicBezTo>
                  <a:cubicBezTo>
                    <a:pt x="655" y="419"/>
                    <a:pt x="0" y="1062"/>
                    <a:pt x="155" y="1574"/>
                  </a:cubicBezTo>
                  <a:cubicBezTo>
                    <a:pt x="253" y="1924"/>
                    <a:pt x="707" y="2119"/>
                    <a:pt x="1290" y="2119"/>
                  </a:cubicBezTo>
                  <a:cubicBezTo>
                    <a:pt x="1558" y="2119"/>
                    <a:pt x="1854" y="2077"/>
                    <a:pt x="2155" y="1991"/>
                  </a:cubicBezTo>
                  <a:cubicBezTo>
                    <a:pt x="3120" y="1705"/>
                    <a:pt x="3774" y="1062"/>
                    <a:pt x="3620" y="550"/>
                  </a:cubicBezTo>
                  <a:cubicBezTo>
                    <a:pt x="3514" y="200"/>
                    <a:pt x="3063" y="0"/>
                    <a:pt x="2480" y="0"/>
                  </a:cubicBezTo>
                  <a:close/>
                </a:path>
              </a:pathLst>
            </a:custGeom>
            <a:solidFill>
              <a:srgbClr val="ECA2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45"/>
            <p:cNvSpPr/>
            <p:nvPr/>
          </p:nvSpPr>
          <p:spPr>
            <a:xfrm>
              <a:off x="9898550" y="1950575"/>
              <a:ext cx="62825" cy="31100"/>
            </a:xfrm>
            <a:custGeom>
              <a:avLst/>
              <a:gdLst/>
              <a:ahLst/>
              <a:cxnLst/>
              <a:rect l="l" t="t" r="r" b="b"/>
              <a:pathLst>
                <a:path w="2513" h="1244" extrusionOk="0">
                  <a:moveTo>
                    <a:pt x="573" y="0"/>
                  </a:moveTo>
                  <a:cubicBezTo>
                    <a:pt x="311" y="0"/>
                    <a:pt x="185" y="105"/>
                    <a:pt x="119" y="242"/>
                  </a:cubicBezTo>
                  <a:cubicBezTo>
                    <a:pt x="0" y="480"/>
                    <a:pt x="238" y="790"/>
                    <a:pt x="798" y="1016"/>
                  </a:cubicBezTo>
                  <a:cubicBezTo>
                    <a:pt x="1171" y="1159"/>
                    <a:pt x="1471" y="1243"/>
                    <a:pt x="1702" y="1243"/>
                  </a:cubicBezTo>
                  <a:cubicBezTo>
                    <a:pt x="1876" y="1243"/>
                    <a:pt x="2010" y="1195"/>
                    <a:pt x="2108" y="1088"/>
                  </a:cubicBezTo>
                  <a:cubicBezTo>
                    <a:pt x="2108" y="1088"/>
                    <a:pt x="2513" y="659"/>
                    <a:pt x="1536" y="254"/>
                  </a:cubicBezTo>
                  <a:cubicBezTo>
                    <a:pt x="1095" y="71"/>
                    <a:pt x="788" y="0"/>
                    <a:pt x="5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45"/>
            <p:cNvSpPr/>
            <p:nvPr/>
          </p:nvSpPr>
          <p:spPr>
            <a:xfrm>
              <a:off x="9727700" y="2049900"/>
              <a:ext cx="92575" cy="48925"/>
            </a:xfrm>
            <a:custGeom>
              <a:avLst/>
              <a:gdLst/>
              <a:ahLst/>
              <a:cxnLst/>
              <a:rect l="l" t="t" r="r" b="b"/>
              <a:pathLst>
                <a:path w="3703" h="1957" extrusionOk="0">
                  <a:moveTo>
                    <a:pt x="1593" y="0"/>
                  </a:moveTo>
                  <a:cubicBezTo>
                    <a:pt x="757" y="0"/>
                    <a:pt x="100" y="324"/>
                    <a:pt x="48" y="794"/>
                  </a:cubicBezTo>
                  <a:cubicBezTo>
                    <a:pt x="0" y="1318"/>
                    <a:pt x="762" y="1830"/>
                    <a:pt x="1750" y="1937"/>
                  </a:cubicBezTo>
                  <a:cubicBezTo>
                    <a:pt x="1872" y="1950"/>
                    <a:pt x="1991" y="1956"/>
                    <a:pt x="2107" y="1956"/>
                  </a:cubicBezTo>
                  <a:cubicBezTo>
                    <a:pt x="2937" y="1956"/>
                    <a:pt x="3602" y="1633"/>
                    <a:pt x="3643" y="1163"/>
                  </a:cubicBezTo>
                  <a:cubicBezTo>
                    <a:pt x="3703" y="639"/>
                    <a:pt x="2941" y="127"/>
                    <a:pt x="1953" y="20"/>
                  </a:cubicBezTo>
                  <a:cubicBezTo>
                    <a:pt x="1830" y="7"/>
                    <a:pt x="1710" y="0"/>
                    <a:pt x="1593" y="0"/>
                  </a:cubicBezTo>
                  <a:close/>
                </a:path>
              </a:pathLst>
            </a:custGeom>
            <a:solidFill>
              <a:srgbClr val="ECA2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45"/>
            <p:cNvSpPr/>
            <p:nvPr/>
          </p:nvSpPr>
          <p:spPr>
            <a:xfrm>
              <a:off x="9733050" y="1957100"/>
              <a:ext cx="58075" cy="34475"/>
            </a:xfrm>
            <a:custGeom>
              <a:avLst/>
              <a:gdLst/>
              <a:ahLst/>
              <a:cxnLst/>
              <a:rect l="l" t="t" r="r" b="b"/>
              <a:pathLst>
                <a:path w="2323" h="1379" extrusionOk="0">
                  <a:moveTo>
                    <a:pt x="1837" y="1"/>
                  </a:moveTo>
                  <a:cubicBezTo>
                    <a:pt x="1630" y="1"/>
                    <a:pt x="1324" y="112"/>
                    <a:pt x="846" y="422"/>
                  </a:cubicBezTo>
                  <a:cubicBezTo>
                    <a:pt x="0" y="958"/>
                    <a:pt x="453" y="1291"/>
                    <a:pt x="453" y="1291"/>
                  </a:cubicBezTo>
                  <a:cubicBezTo>
                    <a:pt x="531" y="1350"/>
                    <a:pt x="622" y="1378"/>
                    <a:pt x="728" y="1378"/>
                  </a:cubicBezTo>
                  <a:cubicBezTo>
                    <a:pt x="964" y="1378"/>
                    <a:pt x="1273" y="1240"/>
                    <a:pt x="1667" y="993"/>
                  </a:cubicBezTo>
                  <a:cubicBezTo>
                    <a:pt x="2144" y="696"/>
                    <a:pt x="2322" y="362"/>
                    <a:pt x="2167" y="160"/>
                  </a:cubicBezTo>
                  <a:cubicBezTo>
                    <a:pt x="2095" y="67"/>
                    <a:pt x="1995" y="1"/>
                    <a:pt x="18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45"/>
            <p:cNvSpPr/>
            <p:nvPr/>
          </p:nvSpPr>
          <p:spPr>
            <a:xfrm>
              <a:off x="9996175" y="1956075"/>
              <a:ext cx="104175" cy="110350"/>
            </a:xfrm>
            <a:custGeom>
              <a:avLst/>
              <a:gdLst/>
              <a:ahLst/>
              <a:cxnLst/>
              <a:rect l="l" t="t" r="r" b="b"/>
              <a:pathLst>
                <a:path w="4167" h="4414" extrusionOk="0">
                  <a:moveTo>
                    <a:pt x="1647" y="0"/>
                  </a:moveTo>
                  <a:cubicBezTo>
                    <a:pt x="775" y="0"/>
                    <a:pt x="1" y="713"/>
                    <a:pt x="1" y="713"/>
                  </a:cubicBezTo>
                  <a:lnTo>
                    <a:pt x="263" y="3951"/>
                  </a:lnTo>
                  <a:cubicBezTo>
                    <a:pt x="640" y="4269"/>
                    <a:pt x="1092" y="4413"/>
                    <a:pt x="1540" y="4413"/>
                  </a:cubicBezTo>
                  <a:cubicBezTo>
                    <a:pt x="2875" y="4413"/>
                    <a:pt x="4166" y="3127"/>
                    <a:pt x="3275" y="1272"/>
                  </a:cubicBezTo>
                  <a:cubicBezTo>
                    <a:pt x="2813" y="297"/>
                    <a:pt x="2209" y="0"/>
                    <a:pt x="1647" y="0"/>
                  </a:cubicBezTo>
                  <a:close/>
                </a:path>
              </a:pathLst>
            </a:custGeom>
            <a:solidFill>
              <a:srgbClr val="F8BC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45"/>
            <p:cNvSpPr/>
            <p:nvPr/>
          </p:nvSpPr>
          <p:spPr>
            <a:xfrm>
              <a:off x="9998550" y="1976075"/>
              <a:ext cx="66700" cy="68000"/>
            </a:xfrm>
            <a:custGeom>
              <a:avLst/>
              <a:gdLst/>
              <a:ahLst/>
              <a:cxnLst/>
              <a:rect l="l" t="t" r="r" b="b"/>
              <a:pathLst>
                <a:path w="2668" h="2720" extrusionOk="0">
                  <a:moveTo>
                    <a:pt x="1747" y="0"/>
                  </a:moveTo>
                  <a:cubicBezTo>
                    <a:pt x="1675" y="0"/>
                    <a:pt x="1601" y="6"/>
                    <a:pt x="1525" y="20"/>
                  </a:cubicBezTo>
                  <a:cubicBezTo>
                    <a:pt x="1191" y="80"/>
                    <a:pt x="894" y="294"/>
                    <a:pt x="668" y="639"/>
                  </a:cubicBezTo>
                  <a:cubicBezTo>
                    <a:pt x="1" y="1639"/>
                    <a:pt x="1120" y="2699"/>
                    <a:pt x="1132" y="2711"/>
                  </a:cubicBezTo>
                  <a:cubicBezTo>
                    <a:pt x="1138" y="2717"/>
                    <a:pt x="1147" y="2720"/>
                    <a:pt x="1156" y="2720"/>
                  </a:cubicBezTo>
                  <a:cubicBezTo>
                    <a:pt x="1165" y="2720"/>
                    <a:pt x="1174" y="2717"/>
                    <a:pt x="1180" y="2711"/>
                  </a:cubicBezTo>
                  <a:cubicBezTo>
                    <a:pt x="1191" y="2711"/>
                    <a:pt x="1191" y="2711"/>
                    <a:pt x="1203" y="2699"/>
                  </a:cubicBezTo>
                  <a:cubicBezTo>
                    <a:pt x="1227" y="2675"/>
                    <a:pt x="1227" y="2651"/>
                    <a:pt x="1203" y="2627"/>
                  </a:cubicBezTo>
                  <a:cubicBezTo>
                    <a:pt x="1191" y="2616"/>
                    <a:pt x="144" y="1627"/>
                    <a:pt x="751" y="699"/>
                  </a:cubicBezTo>
                  <a:cubicBezTo>
                    <a:pt x="965" y="377"/>
                    <a:pt x="1239" y="187"/>
                    <a:pt x="1549" y="127"/>
                  </a:cubicBezTo>
                  <a:cubicBezTo>
                    <a:pt x="1612" y="116"/>
                    <a:pt x="1675" y="111"/>
                    <a:pt x="1737" y="111"/>
                  </a:cubicBezTo>
                  <a:cubicBezTo>
                    <a:pt x="2184" y="111"/>
                    <a:pt x="2562" y="377"/>
                    <a:pt x="2573" y="377"/>
                  </a:cubicBezTo>
                  <a:cubicBezTo>
                    <a:pt x="2582" y="386"/>
                    <a:pt x="2593" y="390"/>
                    <a:pt x="2603" y="390"/>
                  </a:cubicBezTo>
                  <a:cubicBezTo>
                    <a:pt x="2620" y="390"/>
                    <a:pt x="2637" y="380"/>
                    <a:pt x="2644" y="365"/>
                  </a:cubicBezTo>
                  <a:cubicBezTo>
                    <a:pt x="2668" y="342"/>
                    <a:pt x="2656" y="306"/>
                    <a:pt x="2632" y="294"/>
                  </a:cubicBezTo>
                  <a:cubicBezTo>
                    <a:pt x="2611" y="273"/>
                    <a:pt x="2230" y="0"/>
                    <a:pt x="1747" y="0"/>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45"/>
            <p:cNvSpPr/>
            <p:nvPr/>
          </p:nvSpPr>
          <p:spPr>
            <a:xfrm>
              <a:off x="10011350" y="2002450"/>
              <a:ext cx="38725" cy="18600"/>
            </a:xfrm>
            <a:custGeom>
              <a:avLst/>
              <a:gdLst/>
              <a:ahLst/>
              <a:cxnLst/>
              <a:rect l="l" t="t" r="r" b="b"/>
              <a:pathLst>
                <a:path w="1549" h="744" extrusionOk="0">
                  <a:moveTo>
                    <a:pt x="1131" y="1"/>
                  </a:moveTo>
                  <a:cubicBezTo>
                    <a:pt x="771" y="1"/>
                    <a:pt x="245" y="105"/>
                    <a:pt x="13" y="668"/>
                  </a:cubicBezTo>
                  <a:cubicBezTo>
                    <a:pt x="1" y="691"/>
                    <a:pt x="13" y="727"/>
                    <a:pt x="37" y="739"/>
                  </a:cubicBezTo>
                  <a:cubicBezTo>
                    <a:pt x="46" y="742"/>
                    <a:pt x="55" y="744"/>
                    <a:pt x="63" y="744"/>
                  </a:cubicBezTo>
                  <a:cubicBezTo>
                    <a:pt x="84" y="744"/>
                    <a:pt x="99" y="733"/>
                    <a:pt x="108" y="715"/>
                  </a:cubicBezTo>
                  <a:cubicBezTo>
                    <a:pt x="318" y="205"/>
                    <a:pt x="802" y="111"/>
                    <a:pt x="1134" y="111"/>
                  </a:cubicBezTo>
                  <a:cubicBezTo>
                    <a:pt x="1330" y="111"/>
                    <a:pt x="1473" y="144"/>
                    <a:pt x="1477" y="144"/>
                  </a:cubicBezTo>
                  <a:cubicBezTo>
                    <a:pt x="1483" y="150"/>
                    <a:pt x="1489" y="153"/>
                    <a:pt x="1495" y="153"/>
                  </a:cubicBezTo>
                  <a:cubicBezTo>
                    <a:pt x="1501" y="153"/>
                    <a:pt x="1507" y="150"/>
                    <a:pt x="1513" y="144"/>
                  </a:cubicBezTo>
                  <a:cubicBezTo>
                    <a:pt x="1525" y="144"/>
                    <a:pt x="1537" y="132"/>
                    <a:pt x="1537" y="108"/>
                  </a:cubicBezTo>
                  <a:cubicBezTo>
                    <a:pt x="1549" y="84"/>
                    <a:pt x="1525" y="48"/>
                    <a:pt x="1501" y="37"/>
                  </a:cubicBezTo>
                  <a:cubicBezTo>
                    <a:pt x="1497" y="37"/>
                    <a:pt x="1342" y="1"/>
                    <a:pt x="1131"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45"/>
            <p:cNvSpPr/>
            <p:nvPr/>
          </p:nvSpPr>
          <p:spPr>
            <a:xfrm>
              <a:off x="9813725" y="1970025"/>
              <a:ext cx="42875" cy="86025"/>
            </a:xfrm>
            <a:custGeom>
              <a:avLst/>
              <a:gdLst/>
              <a:ahLst/>
              <a:cxnLst/>
              <a:rect l="l" t="t" r="r" b="b"/>
              <a:pathLst>
                <a:path w="1715" h="3441" extrusionOk="0">
                  <a:moveTo>
                    <a:pt x="1429" y="0"/>
                  </a:moveTo>
                  <a:cubicBezTo>
                    <a:pt x="1536" y="834"/>
                    <a:pt x="1619" y="1738"/>
                    <a:pt x="1536" y="1905"/>
                  </a:cubicBezTo>
                  <a:cubicBezTo>
                    <a:pt x="1472" y="2026"/>
                    <a:pt x="1364" y="2086"/>
                    <a:pt x="1213" y="2086"/>
                  </a:cubicBezTo>
                  <a:cubicBezTo>
                    <a:pt x="1082" y="2086"/>
                    <a:pt x="920" y="2041"/>
                    <a:pt x="726" y="1953"/>
                  </a:cubicBezTo>
                  <a:cubicBezTo>
                    <a:pt x="714" y="1941"/>
                    <a:pt x="703" y="1941"/>
                    <a:pt x="691" y="1941"/>
                  </a:cubicBezTo>
                  <a:cubicBezTo>
                    <a:pt x="614" y="1909"/>
                    <a:pt x="540" y="1893"/>
                    <a:pt x="472" y="1893"/>
                  </a:cubicBezTo>
                  <a:cubicBezTo>
                    <a:pt x="361" y="1893"/>
                    <a:pt x="264" y="1936"/>
                    <a:pt x="191" y="2024"/>
                  </a:cubicBezTo>
                  <a:cubicBezTo>
                    <a:pt x="12" y="2238"/>
                    <a:pt x="0" y="2667"/>
                    <a:pt x="167" y="2953"/>
                  </a:cubicBezTo>
                  <a:cubicBezTo>
                    <a:pt x="381" y="3286"/>
                    <a:pt x="786" y="3429"/>
                    <a:pt x="798" y="3441"/>
                  </a:cubicBezTo>
                  <a:lnTo>
                    <a:pt x="822" y="3441"/>
                  </a:lnTo>
                  <a:cubicBezTo>
                    <a:pt x="834" y="3441"/>
                    <a:pt x="845" y="3429"/>
                    <a:pt x="857" y="3405"/>
                  </a:cubicBezTo>
                  <a:cubicBezTo>
                    <a:pt x="869" y="3381"/>
                    <a:pt x="845" y="3358"/>
                    <a:pt x="834" y="3358"/>
                  </a:cubicBezTo>
                  <a:cubicBezTo>
                    <a:pt x="822" y="3346"/>
                    <a:pt x="441" y="3215"/>
                    <a:pt x="250" y="2905"/>
                  </a:cubicBezTo>
                  <a:cubicBezTo>
                    <a:pt x="95" y="2655"/>
                    <a:pt x="107" y="2262"/>
                    <a:pt x="262" y="2084"/>
                  </a:cubicBezTo>
                  <a:cubicBezTo>
                    <a:pt x="321" y="2018"/>
                    <a:pt x="393" y="1983"/>
                    <a:pt x="479" y="1983"/>
                  </a:cubicBezTo>
                  <a:cubicBezTo>
                    <a:pt x="532" y="1983"/>
                    <a:pt x="591" y="1997"/>
                    <a:pt x="655" y="2024"/>
                  </a:cubicBezTo>
                  <a:cubicBezTo>
                    <a:pt x="667" y="2024"/>
                    <a:pt x="679" y="2024"/>
                    <a:pt x="679" y="2036"/>
                  </a:cubicBezTo>
                  <a:cubicBezTo>
                    <a:pt x="904" y="2140"/>
                    <a:pt x="1080" y="2180"/>
                    <a:pt x="1217" y="2180"/>
                  </a:cubicBezTo>
                  <a:cubicBezTo>
                    <a:pt x="1441" y="2180"/>
                    <a:pt x="1560" y="2071"/>
                    <a:pt x="1619" y="1953"/>
                  </a:cubicBezTo>
                  <a:cubicBezTo>
                    <a:pt x="1715" y="1750"/>
                    <a:pt x="1631" y="810"/>
                    <a:pt x="1524" y="0"/>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45"/>
            <p:cNvSpPr/>
            <p:nvPr/>
          </p:nvSpPr>
          <p:spPr>
            <a:xfrm>
              <a:off x="9859275" y="2051625"/>
              <a:ext cx="17875" cy="31225"/>
            </a:xfrm>
            <a:custGeom>
              <a:avLst/>
              <a:gdLst/>
              <a:ahLst/>
              <a:cxnLst/>
              <a:rect l="l" t="t" r="r" b="b"/>
              <a:pathLst>
                <a:path w="715" h="1249" extrusionOk="0">
                  <a:moveTo>
                    <a:pt x="467" y="1"/>
                  </a:moveTo>
                  <a:cubicBezTo>
                    <a:pt x="428" y="1"/>
                    <a:pt x="387" y="13"/>
                    <a:pt x="345" y="34"/>
                  </a:cubicBezTo>
                  <a:cubicBezTo>
                    <a:pt x="285" y="58"/>
                    <a:pt x="250" y="117"/>
                    <a:pt x="214" y="177"/>
                  </a:cubicBezTo>
                  <a:cubicBezTo>
                    <a:pt x="15" y="494"/>
                    <a:pt x="0" y="903"/>
                    <a:pt x="171" y="1234"/>
                  </a:cubicBezTo>
                  <a:lnTo>
                    <a:pt x="171" y="1234"/>
                  </a:lnTo>
                  <a:cubicBezTo>
                    <a:pt x="169" y="1234"/>
                    <a:pt x="168" y="1235"/>
                    <a:pt x="166" y="1237"/>
                  </a:cubicBezTo>
                  <a:cubicBezTo>
                    <a:pt x="166" y="1237"/>
                    <a:pt x="168" y="1236"/>
                    <a:pt x="171" y="1234"/>
                  </a:cubicBezTo>
                  <a:lnTo>
                    <a:pt x="171" y="1234"/>
                  </a:lnTo>
                  <a:cubicBezTo>
                    <a:pt x="173" y="1239"/>
                    <a:pt x="176" y="1244"/>
                    <a:pt x="178" y="1249"/>
                  </a:cubicBezTo>
                  <a:cubicBezTo>
                    <a:pt x="188" y="1249"/>
                    <a:pt x="182" y="1233"/>
                    <a:pt x="173" y="1233"/>
                  </a:cubicBezTo>
                  <a:cubicBezTo>
                    <a:pt x="173" y="1233"/>
                    <a:pt x="172" y="1233"/>
                    <a:pt x="172" y="1233"/>
                  </a:cubicBezTo>
                  <a:lnTo>
                    <a:pt x="172" y="1233"/>
                  </a:lnTo>
                  <a:cubicBezTo>
                    <a:pt x="222" y="1205"/>
                    <a:pt x="592" y="985"/>
                    <a:pt x="714" y="796"/>
                  </a:cubicBezTo>
                  <a:cubicBezTo>
                    <a:pt x="714" y="796"/>
                    <a:pt x="643" y="498"/>
                    <a:pt x="643" y="225"/>
                  </a:cubicBezTo>
                  <a:cubicBezTo>
                    <a:pt x="631" y="141"/>
                    <a:pt x="619" y="70"/>
                    <a:pt x="547" y="22"/>
                  </a:cubicBezTo>
                  <a:cubicBezTo>
                    <a:pt x="522" y="7"/>
                    <a:pt x="495" y="1"/>
                    <a:pt x="4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45"/>
            <p:cNvSpPr/>
            <p:nvPr/>
          </p:nvSpPr>
          <p:spPr>
            <a:xfrm>
              <a:off x="9835750" y="2064350"/>
              <a:ext cx="48525" cy="22675"/>
            </a:xfrm>
            <a:custGeom>
              <a:avLst/>
              <a:gdLst/>
              <a:ahLst/>
              <a:cxnLst/>
              <a:rect l="l" t="t" r="r" b="b"/>
              <a:pathLst>
                <a:path w="1941" h="907" extrusionOk="0">
                  <a:moveTo>
                    <a:pt x="1862" y="0"/>
                  </a:moveTo>
                  <a:cubicBezTo>
                    <a:pt x="1844" y="0"/>
                    <a:pt x="1825" y="10"/>
                    <a:pt x="1810" y="25"/>
                  </a:cubicBezTo>
                  <a:cubicBezTo>
                    <a:pt x="1810" y="35"/>
                    <a:pt x="1325" y="791"/>
                    <a:pt x="532" y="791"/>
                  </a:cubicBezTo>
                  <a:cubicBezTo>
                    <a:pt x="395" y="791"/>
                    <a:pt x="249" y="768"/>
                    <a:pt x="95" y="716"/>
                  </a:cubicBezTo>
                  <a:cubicBezTo>
                    <a:pt x="86" y="713"/>
                    <a:pt x="78" y="711"/>
                    <a:pt x="69" y="711"/>
                  </a:cubicBezTo>
                  <a:cubicBezTo>
                    <a:pt x="43" y="711"/>
                    <a:pt x="21" y="725"/>
                    <a:pt x="12" y="751"/>
                  </a:cubicBezTo>
                  <a:cubicBezTo>
                    <a:pt x="0" y="775"/>
                    <a:pt x="24" y="811"/>
                    <a:pt x="60" y="823"/>
                  </a:cubicBezTo>
                  <a:cubicBezTo>
                    <a:pt x="226" y="882"/>
                    <a:pt x="381" y="906"/>
                    <a:pt x="536" y="906"/>
                  </a:cubicBezTo>
                  <a:cubicBezTo>
                    <a:pt x="1393" y="906"/>
                    <a:pt x="1905" y="109"/>
                    <a:pt x="1917" y="97"/>
                  </a:cubicBezTo>
                  <a:cubicBezTo>
                    <a:pt x="1941" y="61"/>
                    <a:pt x="1929" y="25"/>
                    <a:pt x="1893" y="13"/>
                  </a:cubicBezTo>
                  <a:cubicBezTo>
                    <a:pt x="1884" y="4"/>
                    <a:pt x="1873" y="0"/>
                    <a:pt x="1862" y="0"/>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45"/>
            <p:cNvSpPr/>
            <p:nvPr/>
          </p:nvSpPr>
          <p:spPr>
            <a:xfrm>
              <a:off x="9619325" y="1729075"/>
              <a:ext cx="484550" cy="267075"/>
            </a:xfrm>
            <a:custGeom>
              <a:avLst/>
              <a:gdLst/>
              <a:ahLst/>
              <a:cxnLst/>
              <a:rect l="l" t="t" r="r" b="b"/>
              <a:pathLst>
                <a:path w="19382" h="10683" extrusionOk="0">
                  <a:moveTo>
                    <a:pt x="8913" y="0"/>
                  </a:moveTo>
                  <a:cubicBezTo>
                    <a:pt x="6986" y="0"/>
                    <a:pt x="4558" y="797"/>
                    <a:pt x="2383" y="3423"/>
                  </a:cubicBezTo>
                  <a:cubicBezTo>
                    <a:pt x="1" y="6293"/>
                    <a:pt x="1463" y="10682"/>
                    <a:pt x="1656" y="10682"/>
                  </a:cubicBezTo>
                  <a:cubicBezTo>
                    <a:pt x="1661" y="10682"/>
                    <a:pt x="1665" y="10679"/>
                    <a:pt x="1668" y="10674"/>
                  </a:cubicBezTo>
                  <a:cubicBezTo>
                    <a:pt x="1799" y="10436"/>
                    <a:pt x="2633" y="10400"/>
                    <a:pt x="3204" y="10031"/>
                  </a:cubicBezTo>
                  <a:cubicBezTo>
                    <a:pt x="3323" y="9948"/>
                    <a:pt x="4168" y="9424"/>
                    <a:pt x="4335" y="9317"/>
                  </a:cubicBezTo>
                  <a:cubicBezTo>
                    <a:pt x="4561" y="9174"/>
                    <a:pt x="4335" y="6852"/>
                    <a:pt x="4526" y="6733"/>
                  </a:cubicBezTo>
                  <a:cubicBezTo>
                    <a:pt x="4530" y="6730"/>
                    <a:pt x="4535" y="6729"/>
                    <a:pt x="4540" y="6729"/>
                  </a:cubicBezTo>
                  <a:cubicBezTo>
                    <a:pt x="4721" y="6729"/>
                    <a:pt x="4823" y="8924"/>
                    <a:pt x="4823" y="8924"/>
                  </a:cubicBezTo>
                  <a:cubicBezTo>
                    <a:pt x="5109" y="8781"/>
                    <a:pt x="6276" y="8114"/>
                    <a:pt x="6693" y="8019"/>
                  </a:cubicBezTo>
                  <a:cubicBezTo>
                    <a:pt x="6978" y="7947"/>
                    <a:pt x="7062" y="5626"/>
                    <a:pt x="7336" y="5578"/>
                  </a:cubicBezTo>
                  <a:cubicBezTo>
                    <a:pt x="7339" y="5578"/>
                    <a:pt x="7341" y="5577"/>
                    <a:pt x="7344" y="5577"/>
                  </a:cubicBezTo>
                  <a:cubicBezTo>
                    <a:pt x="7614" y="5577"/>
                    <a:pt x="7341" y="7781"/>
                    <a:pt x="7605" y="7781"/>
                  </a:cubicBezTo>
                  <a:cubicBezTo>
                    <a:pt x="7607" y="7781"/>
                    <a:pt x="7608" y="7781"/>
                    <a:pt x="7609" y="7781"/>
                  </a:cubicBezTo>
                  <a:cubicBezTo>
                    <a:pt x="7799" y="7764"/>
                    <a:pt x="8004" y="7756"/>
                    <a:pt x="8222" y="7756"/>
                  </a:cubicBezTo>
                  <a:cubicBezTo>
                    <a:pt x="9978" y="7756"/>
                    <a:pt x="12530" y="8263"/>
                    <a:pt x="13705" y="8507"/>
                  </a:cubicBezTo>
                  <a:cubicBezTo>
                    <a:pt x="13708" y="8508"/>
                    <a:pt x="13711" y="8508"/>
                    <a:pt x="13714" y="8508"/>
                  </a:cubicBezTo>
                  <a:cubicBezTo>
                    <a:pt x="13941" y="8508"/>
                    <a:pt x="14410" y="6708"/>
                    <a:pt x="14614" y="6708"/>
                  </a:cubicBezTo>
                  <a:cubicBezTo>
                    <a:pt x="14617" y="6708"/>
                    <a:pt x="14620" y="6709"/>
                    <a:pt x="14622" y="6709"/>
                  </a:cubicBezTo>
                  <a:cubicBezTo>
                    <a:pt x="14896" y="6781"/>
                    <a:pt x="14872" y="8959"/>
                    <a:pt x="14872" y="8959"/>
                  </a:cubicBezTo>
                  <a:cubicBezTo>
                    <a:pt x="15229" y="9055"/>
                    <a:pt x="16634" y="9150"/>
                    <a:pt x="16789" y="9233"/>
                  </a:cubicBezTo>
                  <a:cubicBezTo>
                    <a:pt x="17587" y="9662"/>
                    <a:pt x="18206" y="9698"/>
                    <a:pt x="18206" y="9698"/>
                  </a:cubicBezTo>
                  <a:cubicBezTo>
                    <a:pt x="19382" y="1184"/>
                    <a:pt x="14431" y="186"/>
                    <a:pt x="12045" y="186"/>
                  </a:cubicBezTo>
                  <a:cubicBezTo>
                    <a:pt x="11314" y="186"/>
                    <a:pt x="10824" y="280"/>
                    <a:pt x="10824" y="280"/>
                  </a:cubicBezTo>
                  <a:cubicBezTo>
                    <a:pt x="10283" y="111"/>
                    <a:pt x="9633" y="0"/>
                    <a:pt x="89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45"/>
            <p:cNvSpPr/>
            <p:nvPr/>
          </p:nvSpPr>
          <p:spPr>
            <a:xfrm>
              <a:off x="9783350" y="2281375"/>
              <a:ext cx="2100" cy="300"/>
            </a:xfrm>
            <a:custGeom>
              <a:avLst/>
              <a:gdLst/>
              <a:ahLst/>
              <a:cxnLst/>
              <a:rect l="l" t="t" r="r" b="b"/>
              <a:pathLst>
                <a:path w="84" h="12" extrusionOk="0">
                  <a:moveTo>
                    <a:pt x="1" y="0"/>
                  </a:moveTo>
                  <a:cubicBezTo>
                    <a:pt x="1" y="0"/>
                    <a:pt x="36" y="12"/>
                    <a:pt x="84" y="12"/>
                  </a:cubicBezTo>
                  <a:cubicBezTo>
                    <a:pt x="36" y="12"/>
                    <a:pt x="1" y="0"/>
                    <a:pt x="1" y="0"/>
                  </a:cubicBezTo>
                  <a:close/>
                </a:path>
              </a:pathLst>
            </a:custGeom>
            <a:solidFill>
              <a:srgbClr val="F8BC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45"/>
            <p:cNvSpPr/>
            <p:nvPr/>
          </p:nvSpPr>
          <p:spPr>
            <a:xfrm>
              <a:off x="9780975" y="2296550"/>
              <a:ext cx="6875" cy="900"/>
            </a:xfrm>
            <a:custGeom>
              <a:avLst/>
              <a:gdLst/>
              <a:ahLst/>
              <a:cxnLst/>
              <a:rect l="l" t="t" r="r" b="b"/>
              <a:pathLst>
                <a:path w="275" h="36" extrusionOk="0">
                  <a:moveTo>
                    <a:pt x="0" y="0"/>
                  </a:moveTo>
                  <a:lnTo>
                    <a:pt x="0" y="0"/>
                  </a:lnTo>
                  <a:cubicBezTo>
                    <a:pt x="108" y="12"/>
                    <a:pt x="203" y="24"/>
                    <a:pt x="274" y="36"/>
                  </a:cubicBezTo>
                  <a:cubicBezTo>
                    <a:pt x="131" y="0"/>
                    <a:pt x="0" y="0"/>
                    <a:pt x="0" y="0"/>
                  </a:cubicBezTo>
                  <a:close/>
                </a:path>
              </a:pathLst>
            </a:custGeom>
            <a:solidFill>
              <a:srgbClr val="F8BC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45"/>
            <p:cNvSpPr/>
            <p:nvPr/>
          </p:nvSpPr>
          <p:spPr>
            <a:xfrm>
              <a:off x="9783050" y="2310225"/>
              <a:ext cx="925" cy="25"/>
            </a:xfrm>
            <a:custGeom>
              <a:avLst/>
              <a:gdLst/>
              <a:ahLst/>
              <a:cxnLst/>
              <a:rect l="l" t="t" r="r" b="b"/>
              <a:pathLst>
                <a:path w="37" h="1" extrusionOk="0">
                  <a:moveTo>
                    <a:pt x="36" y="1"/>
                  </a:moveTo>
                  <a:cubicBezTo>
                    <a:pt x="13" y="1"/>
                    <a:pt x="1" y="1"/>
                    <a:pt x="1" y="1"/>
                  </a:cubicBezTo>
                  <a:cubicBezTo>
                    <a:pt x="1" y="1"/>
                    <a:pt x="13" y="1"/>
                    <a:pt x="36" y="1"/>
                  </a:cubicBezTo>
                  <a:close/>
                </a:path>
              </a:pathLst>
            </a:custGeom>
            <a:solidFill>
              <a:srgbClr val="F8BC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45"/>
            <p:cNvSpPr/>
            <p:nvPr/>
          </p:nvSpPr>
          <p:spPr>
            <a:xfrm>
              <a:off x="9705975" y="2259125"/>
              <a:ext cx="19950" cy="49950"/>
            </a:xfrm>
            <a:custGeom>
              <a:avLst/>
              <a:gdLst/>
              <a:ahLst/>
              <a:cxnLst/>
              <a:rect l="l" t="t" r="r" b="b"/>
              <a:pathLst>
                <a:path w="798" h="1998" extrusionOk="0">
                  <a:moveTo>
                    <a:pt x="590" y="0"/>
                  </a:moveTo>
                  <a:cubicBezTo>
                    <a:pt x="471" y="0"/>
                    <a:pt x="372" y="134"/>
                    <a:pt x="310" y="259"/>
                  </a:cubicBezTo>
                  <a:cubicBezTo>
                    <a:pt x="95" y="747"/>
                    <a:pt x="0" y="1283"/>
                    <a:pt x="36" y="1819"/>
                  </a:cubicBezTo>
                  <a:lnTo>
                    <a:pt x="631" y="1997"/>
                  </a:lnTo>
                  <a:cubicBezTo>
                    <a:pt x="679" y="1462"/>
                    <a:pt x="738" y="926"/>
                    <a:pt x="786" y="402"/>
                  </a:cubicBezTo>
                  <a:cubicBezTo>
                    <a:pt x="798" y="247"/>
                    <a:pt x="786" y="45"/>
                    <a:pt x="643" y="9"/>
                  </a:cubicBezTo>
                  <a:cubicBezTo>
                    <a:pt x="625" y="3"/>
                    <a:pt x="607" y="0"/>
                    <a:pt x="590" y="0"/>
                  </a:cubicBezTo>
                  <a:close/>
                </a:path>
              </a:pathLst>
            </a:custGeom>
            <a:solidFill>
              <a:srgbClr val="F8BC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45"/>
            <p:cNvSpPr/>
            <p:nvPr/>
          </p:nvSpPr>
          <p:spPr>
            <a:xfrm>
              <a:off x="9780975" y="2198625"/>
              <a:ext cx="80675" cy="194750"/>
            </a:xfrm>
            <a:custGeom>
              <a:avLst/>
              <a:gdLst/>
              <a:ahLst/>
              <a:cxnLst/>
              <a:rect l="l" t="t" r="r" b="b"/>
              <a:pathLst>
                <a:path w="3227" h="7790" extrusionOk="0">
                  <a:moveTo>
                    <a:pt x="1596" y="0"/>
                  </a:moveTo>
                  <a:cubicBezTo>
                    <a:pt x="1846" y="1488"/>
                    <a:pt x="1798" y="3012"/>
                    <a:pt x="1441" y="4477"/>
                  </a:cubicBezTo>
                  <a:cubicBezTo>
                    <a:pt x="1143" y="5656"/>
                    <a:pt x="655" y="6775"/>
                    <a:pt x="0" y="7787"/>
                  </a:cubicBezTo>
                  <a:cubicBezTo>
                    <a:pt x="19" y="7789"/>
                    <a:pt x="38" y="7790"/>
                    <a:pt x="57" y="7790"/>
                  </a:cubicBezTo>
                  <a:cubicBezTo>
                    <a:pt x="149" y="7790"/>
                    <a:pt x="251" y="7767"/>
                    <a:pt x="369" y="7727"/>
                  </a:cubicBezTo>
                  <a:cubicBezTo>
                    <a:pt x="679" y="7620"/>
                    <a:pt x="1251" y="7430"/>
                    <a:pt x="2155" y="6251"/>
                  </a:cubicBezTo>
                  <a:cubicBezTo>
                    <a:pt x="3048" y="5060"/>
                    <a:pt x="3227" y="2977"/>
                    <a:pt x="2870" y="1810"/>
                  </a:cubicBezTo>
                  <a:cubicBezTo>
                    <a:pt x="2715" y="1286"/>
                    <a:pt x="2477" y="786"/>
                    <a:pt x="2191" y="417"/>
                  </a:cubicBezTo>
                  <a:cubicBezTo>
                    <a:pt x="2155" y="369"/>
                    <a:pt x="2108" y="322"/>
                    <a:pt x="2072" y="274"/>
                  </a:cubicBezTo>
                  <a:cubicBezTo>
                    <a:pt x="1965" y="155"/>
                    <a:pt x="1774" y="48"/>
                    <a:pt x="159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45"/>
            <p:cNvSpPr/>
            <p:nvPr/>
          </p:nvSpPr>
          <p:spPr>
            <a:xfrm>
              <a:off x="9762825" y="2197900"/>
              <a:ext cx="60450" cy="194800"/>
            </a:xfrm>
            <a:custGeom>
              <a:avLst/>
              <a:gdLst/>
              <a:ahLst/>
              <a:cxnLst/>
              <a:rect l="l" t="t" r="r" b="b"/>
              <a:pathLst>
                <a:path w="2418" h="7792" extrusionOk="0">
                  <a:moveTo>
                    <a:pt x="2084" y="1"/>
                  </a:moveTo>
                  <a:cubicBezTo>
                    <a:pt x="2013" y="1"/>
                    <a:pt x="1944" y="14"/>
                    <a:pt x="1881" y="41"/>
                  </a:cubicBezTo>
                  <a:cubicBezTo>
                    <a:pt x="1857" y="53"/>
                    <a:pt x="1834" y="77"/>
                    <a:pt x="1810" y="89"/>
                  </a:cubicBezTo>
                  <a:cubicBezTo>
                    <a:pt x="1560" y="362"/>
                    <a:pt x="1381" y="612"/>
                    <a:pt x="1274" y="851"/>
                  </a:cubicBezTo>
                  <a:cubicBezTo>
                    <a:pt x="965" y="1470"/>
                    <a:pt x="1000" y="2041"/>
                    <a:pt x="726" y="2815"/>
                  </a:cubicBezTo>
                  <a:cubicBezTo>
                    <a:pt x="500" y="3470"/>
                    <a:pt x="286" y="5006"/>
                    <a:pt x="143" y="6232"/>
                  </a:cubicBezTo>
                  <a:cubicBezTo>
                    <a:pt x="83" y="6637"/>
                    <a:pt x="36" y="7006"/>
                    <a:pt x="0" y="7304"/>
                  </a:cubicBezTo>
                  <a:cubicBezTo>
                    <a:pt x="0" y="7304"/>
                    <a:pt x="179" y="7673"/>
                    <a:pt x="560" y="7792"/>
                  </a:cubicBezTo>
                  <a:cubicBezTo>
                    <a:pt x="1226" y="6768"/>
                    <a:pt x="1715" y="5649"/>
                    <a:pt x="2012" y="4458"/>
                  </a:cubicBezTo>
                  <a:cubicBezTo>
                    <a:pt x="2369" y="3006"/>
                    <a:pt x="2417" y="1482"/>
                    <a:pt x="2155" y="5"/>
                  </a:cubicBezTo>
                  <a:cubicBezTo>
                    <a:pt x="2131" y="2"/>
                    <a:pt x="2108" y="1"/>
                    <a:pt x="208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5"/>
            <p:cNvSpPr/>
            <p:nvPr/>
          </p:nvSpPr>
          <p:spPr>
            <a:xfrm>
              <a:off x="9776800" y="2198025"/>
              <a:ext cx="50325" cy="195275"/>
            </a:xfrm>
            <a:custGeom>
              <a:avLst/>
              <a:gdLst/>
              <a:ahLst/>
              <a:cxnLst/>
              <a:rect l="l" t="t" r="r" b="b"/>
              <a:pathLst>
                <a:path w="2013" h="7811" extrusionOk="0">
                  <a:moveTo>
                    <a:pt x="1596" y="0"/>
                  </a:moveTo>
                  <a:cubicBezTo>
                    <a:pt x="1858" y="1477"/>
                    <a:pt x="1810" y="3001"/>
                    <a:pt x="1453" y="4453"/>
                  </a:cubicBezTo>
                  <a:cubicBezTo>
                    <a:pt x="1156" y="5644"/>
                    <a:pt x="667" y="6763"/>
                    <a:pt x="1" y="7775"/>
                  </a:cubicBezTo>
                  <a:cubicBezTo>
                    <a:pt x="48" y="7799"/>
                    <a:pt x="108" y="7811"/>
                    <a:pt x="167" y="7811"/>
                  </a:cubicBezTo>
                  <a:cubicBezTo>
                    <a:pt x="822" y="6799"/>
                    <a:pt x="1310" y="5680"/>
                    <a:pt x="1608" y="4501"/>
                  </a:cubicBezTo>
                  <a:cubicBezTo>
                    <a:pt x="1965" y="3036"/>
                    <a:pt x="2013" y="1512"/>
                    <a:pt x="1763" y="24"/>
                  </a:cubicBezTo>
                  <a:cubicBezTo>
                    <a:pt x="1703" y="12"/>
                    <a:pt x="1644" y="0"/>
                    <a:pt x="15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5"/>
            <p:cNvSpPr/>
            <p:nvPr/>
          </p:nvSpPr>
          <p:spPr>
            <a:xfrm>
              <a:off x="9713400" y="2208150"/>
              <a:ext cx="117900" cy="171825"/>
            </a:xfrm>
            <a:custGeom>
              <a:avLst/>
              <a:gdLst/>
              <a:ahLst/>
              <a:cxnLst/>
              <a:rect l="l" t="t" r="r" b="b"/>
              <a:pathLst>
                <a:path w="4716" h="6873" extrusionOk="0">
                  <a:moveTo>
                    <a:pt x="620" y="0"/>
                  </a:moveTo>
                  <a:cubicBezTo>
                    <a:pt x="465" y="107"/>
                    <a:pt x="322" y="262"/>
                    <a:pt x="263" y="405"/>
                  </a:cubicBezTo>
                  <a:cubicBezTo>
                    <a:pt x="239" y="464"/>
                    <a:pt x="215" y="524"/>
                    <a:pt x="203" y="595"/>
                  </a:cubicBezTo>
                  <a:cubicBezTo>
                    <a:pt x="60" y="1024"/>
                    <a:pt x="1" y="1572"/>
                    <a:pt x="24" y="2119"/>
                  </a:cubicBezTo>
                  <a:cubicBezTo>
                    <a:pt x="84" y="3346"/>
                    <a:pt x="929" y="5251"/>
                    <a:pt x="2180" y="6072"/>
                  </a:cubicBezTo>
                  <a:cubicBezTo>
                    <a:pt x="3382" y="6859"/>
                    <a:pt x="3990" y="6870"/>
                    <a:pt x="4329" y="6870"/>
                  </a:cubicBezTo>
                  <a:cubicBezTo>
                    <a:pt x="4339" y="6870"/>
                    <a:pt x="4349" y="6870"/>
                    <a:pt x="4358" y="6870"/>
                  </a:cubicBezTo>
                  <a:cubicBezTo>
                    <a:pt x="4378" y="6872"/>
                    <a:pt x="4396" y="6872"/>
                    <a:pt x="4415" y="6872"/>
                  </a:cubicBezTo>
                  <a:cubicBezTo>
                    <a:pt x="4533" y="6872"/>
                    <a:pt x="4633" y="6841"/>
                    <a:pt x="4716" y="6810"/>
                  </a:cubicBezTo>
                  <a:cubicBezTo>
                    <a:pt x="3763" y="6072"/>
                    <a:pt x="2930" y="5179"/>
                    <a:pt x="2263" y="4155"/>
                  </a:cubicBezTo>
                  <a:cubicBezTo>
                    <a:pt x="1429" y="2893"/>
                    <a:pt x="882" y="1476"/>
                    <a:pt x="6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5"/>
            <p:cNvSpPr/>
            <p:nvPr/>
          </p:nvSpPr>
          <p:spPr>
            <a:xfrm>
              <a:off x="9732750" y="2204575"/>
              <a:ext cx="111350" cy="171775"/>
            </a:xfrm>
            <a:custGeom>
              <a:avLst/>
              <a:gdLst/>
              <a:ahLst/>
              <a:cxnLst/>
              <a:rect l="l" t="t" r="r" b="b"/>
              <a:pathLst>
                <a:path w="4454" h="6871" extrusionOk="0">
                  <a:moveTo>
                    <a:pt x="263" y="0"/>
                  </a:moveTo>
                  <a:cubicBezTo>
                    <a:pt x="179" y="0"/>
                    <a:pt x="84" y="12"/>
                    <a:pt x="1" y="60"/>
                  </a:cubicBezTo>
                  <a:cubicBezTo>
                    <a:pt x="239" y="1536"/>
                    <a:pt x="798" y="2953"/>
                    <a:pt x="1620" y="4215"/>
                  </a:cubicBezTo>
                  <a:cubicBezTo>
                    <a:pt x="2287" y="5239"/>
                    <a:pt x="3132" y="6132"/>
                    <a:pt x="4096" y="6870"/>
                  </a:cubicBezTo>
                  <a:cubicBezTo>
                    <a:pt x="4418" y="6632"/>
                    <a:pt x="4454" y="6215"/>
                    <a:pt x="4454" y="6215"/>
                  </a:cubicBezTo>
                  <a:cubicBezTo>
                    <a:pt x="4323" y="5953"/>
                    <a:pt x="4156" y="5620"/>
                    <a:pt x="3965" y="5251"/>
                  </a:cubicBezTo>
                  <a:cubicBezTo>
                    <a:pt x="3418" y="4155"/>
                    <a:pt x="2715" y="2774"/>
                    <a:pt x="2275" y="2239"/>
                  </a:cubicBezTo>
                  <a:cubicBezTo>
                    <a:pt x="1763" y="1596"/>
                    <a:pt x="1608" y="1048"/>
                    <a:pt x="1108" y="560"/>
                  </a:cubicBezTo>
                  <a:cubicBezTo>
                    <a:pt x="917" y="369"/>
                    <a:pt x="679" y="203"/>
                    <a:pt x="346" y="36"/>
                  </a:cubicBezTo>
                  <a:cubicBezTo>
                    <a:pt x="322" y="12"/>
                    <a:pt x="286" y="12"/>
                    <a:pt x="26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5"/>
            <p:cNvSpPr/>
            <p:nvPr/>
          </p:nvSpPr>
          <p:spPr>
            <a:xfrm>
              <a:off x="9728875" y="2206050"/>
              <a:ext cx="106300" cy="172375"/>
            </a:xfrm>
            <a:custGeom>
              <a:avLst/>
              <a:gdLst/>
              <a:ahLst/>
              <a:cxnLst/>
              <a:rect l="l" t="t" r="r" b="b"/>
              <a:pathLst>
                <a:path w="4252" h="6895" extrusionOk="0">
                  <a:moveTo>
                    <a:pt x="156" y="1"/>
                  </a:moveTo>
                  <a:cubicBezTo>
                    <a:pt x="96" y="25"/>
                    <a:pt x="48" y="48"/>
                    <a:pt x="1" y="84"/>
                  </a:cubicBezTo>
                  <a:cubicBezTo>
                    <a:pt x="263" y="1560"/>
                    <a:pt x="810" y="2989"/>
                    <a:pt x="1644" y="4239"/>
                  </a:cubicBezTo>
                  <a:cubicBezTo>
                    <a:pt x="2311" y="5263"/>
                    <a:pt x="3144" y="6156"/>
                    <a:pt x="4097" y="6894"/>
                  </a:cubicBezTo>
                  <a:cubicBezTo>
                    <a:pt x="4156" y="6871"/>
                    <a:pt x="4204" y="6835"/>
                    <a:pt x="4251" y="6811"/>
                  </a:cubicBezTo>
                  <a:cubicBezTo>
                    <a:pt x="3287" y="6073"/>
                    <a:pt x="2442" y="5180"/>
                    <a:pt x="1775" y="4156"/>
                  </a:cubicBezTo>
                  <a:cubicBezTo>
                    <a:pt x="941" y="2894"/>
                    <a:pt x="394" y="1477"/>
                    <a:pt x="1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45"/>
            <p:cNvSpPr/>
            <p:nvPr/>
          </p:nvSpPr>
          <p:spPr>
            <a:xfrm>
              <a:off x="9542250" y="2292075"/>
              <a:ext cx="202725" cy="228575"/>
            </a:xfrm>
            <a:custGeom>
              <a:avLst/>
              <a:gdLst/>
              <a:ahLst/>
              <a:cxnLst/>
              <a:rect l="l" t="t" r="r" b="b"/>
              <a:pathLst>
                <a:path w="8109" h="9143" extrusionOk="0">
                  <a:moveTo>
                    <a:pt x="6609" y="1"/>
                  </a:moveTo>
                  <a:cubicBezTo>
                    <a:pt x="5001" y="1370"/>
                    <a:pt x="2037" y="3823"/>
                    <a:pt x="1048" y="5477"/>
                  </a:cubicBezTo>
                  <a:cubicBezTo>
                    <a:pt x="0" y="7228"/>
                    <a:pt x="796" y="9143"/>
                    <a:pt x="2691" y="9143"/>
                  </a:cubicBezTo>
                  <a:cubicBezTo>
                    <a:pt x="3014" y="9143"/>
                    <a:pt x="3368" y="9087"/>
                    <a:pt x="3751" y="8966"/>
                  </a:cubicBezTo>
                  <a:cubicBezTo>
                    <a:pt x="6394" y="8133"/>
                    <a:pt x="7859" y="2263"/>
                    <a:pt x="7859" y="2263"/>
                  </a:cubicBezTo>
                  <a:cubicBezTo>
                    <a:pt x="7942" y="2227"/>
                    <a:pt x="8025" y="2191"/>
                    <a:pt x="8109" y="2156"/>
                  </a:cubicBezTo>
                  <a:cubicBezTo>
                    <a:pt x="7502" y="1537"/>
                    <a:pt x="6990" y="822"/>
                    <a:pt x="6609" y="1"/>
                  </a:cubicBezTo>
                  <a:close/>
                </a:path>
              </a:pathLst>
            </a:custGeom>
            <a:solidFill>
              <a:srgbClr val="F8BC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45"/>
            <p:cNvSpPr/>
            <p:nvPr/>
          </p:nvSpPr>
          <p:spPr>
            <a:xfrm>
              <a:off x="9855100" y="2342375"/>
              <a:ext cx="245275" cy="183250"/>
            </a:xfrm>
            <a:custGeom>
              <a:avLst/>
              <a:gdLst/>
              <a:ahLst/>
              <a:cxnLst/>
              <a:rect l="l" t="t" r="r" b="b"/>
              <a:pathLst>
                <a:path w="9811" h="7330" extrusionOk="0">
                  <a:moveTo>
                    <a:pt x="441" y="1"/>
                  </a:moveTo>
                  <a:lnTo>
                    <a:pt x="441" y="1"/>
                  </a:lnTo>
                  <a:cubicBezTo>
                    <a:pt x="476" y="906"/>
                    <a:pt x="262" y="2334"/>
                    <a:pt x="0" y="3168"/>
                  </a:cubicBezTo>
                  <a:cubicBezTo>
                    <a:pt x="83" y="3168"/>
                    <a:pt x="179" y="3156"/>
                    <a:pt x="274" y="3156"/>
                  </a:cubicBezTo>
                  <a:cubicBezTo>
                    <a:pt x="274" y="3156"/>
                    <a:pt x="3862" y="7329"/>
                    <a:pt x="6559" y="7329"/>
                  </a:cubicBezTo>
                  <a:cubicBezTo>
                    <a:pt x="6689" y="7329"/>
                    <a:pt x="6816" y="7319"/>
                    <a:pt x="6941" y="7299"/>
                  </a:cubicBezTo>
                  <a:cubicBezTo>
                    <a:pt x="9668" y="6871"/>
                    <a:pt x="9811" y="4251"/>
                    <a:pt x="7799" y="2965"/>
                  </a:cubicBezTo>
                  <a:cubicBezTo>
                    <a:pt x="6179" y="1941"/>
                    <a:pt x="2500" y="501"/>
                    <a:pt x="441" y="1"/>
                  </a:cubicBezTo>
                  <a:close/>
                </a:path>
              </a:pathLst>
            </a:custGeom>
            <a:solidFill>
              <a:srgbClr val="F8BC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45"/>
            <p:cNvSpPr/>
            <p:nvPr/>
          </p:nvSpPr>
          <p:spPr>
            <a:xfrm>
              <a:off x="9792575" y="2341750"/>
              <a:ext cx="109575" cy="86675"/>
            </a:xfrm>
            <a:custGeom>
              <a:avLst/>
              <a:gdLst/>
              <a:ahLst/>
              <a:cxnLst/>
              <a:rect l="l" t="t" r="r" b="b"/>
              <a:pathLst>
                <a:path w="4383" h="3467" extrusionOk="0">
                  <a:moveTo>
                    <a:pt x="2645" y="0"/>
                  </a:moveTo>
                  <a:cubicBezTo>
                    <a:pt x="1808" y="0"/>
                    <a:pt x="162" y="408"/>
                    <a:pt x="191" y="800"/>
                  </a:cubicBezTo>
                  <a:cubicBezTo>
                    <a:pt x="201" y="918"/>
                    <a:pt x="459" y="953"/>
                    <a:pt x="768" y="953"/>
                  </a:cubicBezTo>
                  <a:cubicBezTo>
                    <a:pt x="1238" y="953"/>
                    <a:pt x="1822" y="871"/>
                    <a:pt x="1822" y="871"/>
                  </a:cubicBezTo>
                  <a:lnTo>
                    <a:pt x="1822" y="871"/>
                  </a:lnTo>
                  <a:cubicBezTo>
                    <a:pt x="1822" y="871"/>
                    <a:pt x="156" y="1300"/>
                    <a:pt x="96" y="1585"/>
                  </a:cubicBezTo>
                  <a:cubicBezTo>
                    <a:pt x="82" y="1675"/>
                    <a:pt x="228" y="1706"/>
                    <a:pt x="440" y="1706"/>
                  </a:cubicBezTo>
                  <a:cubicBezTo>
                    <a:pt x="932" y="1706"/>
                    <a:pt x="1774" y="1538"/>
                    <a:pt x="1775" y="1538"/>
                  </a:cubicBezTo>
                  <a:lnTo>
                    <a:pt x="1775" y="1538"/>
                  </a:lnTo>
                  <a:cubicBezTo>
                    <a:pt x="1774" y="1538"/>
                    <a:pt x="1" y="1990"/>
                    <a:pt x="13" y="2324"/>
                  </a:cubicBezTo>
                  <a:cubicBezTo>
                    <a:pt x="16" y="2419"/>
                    <a:pt x="157" y="2453"/>
                    <a:pt x="358" y="2453"/>
                  </a:cubicBezTo>
                  <a:cubicBezTo>
                    <a:pt x="660" y="2453"/>
                    <a:pt x="1096" y="2375"/>
                    <a:pt x="1395" y="2314"/>
                  </a:cubicBezTo>
                  <a:lnTo>
                    <a:pt x="1395" y="2314"/>
                  </a:lnTo>
                  <a:cubicBezTo>
                    <a:pt x="897" y="2432"/>
                    <a:pt x="21" y="2673"/>
                    <a:pt x="72" y="2895"/>
                  </a:cubicBezTo>
                  <a:cubicBezTo>
                    <a:pt x="95" y="2975"/>
                    <a:pt x="243" y="3004"/>
                    <a:pt x="449" y="3004"/>
                  </a:cubicBezTo>
                  <a:cubicBezTo>
                    <a:pt x="1009" y="3004"/>
                    <a:pt x="1989" y="2788"/>
                    <a:pt x="1989" y="2788"/>
                  </a:cubicBezTo>
                  <a:lnTo>
                    <a:pt x="2977" y="3467"/>
                  </a:lnTo>
                  <a:lnTo>
                    <a:pt x="4382" y="990"/>
                  </a:lnTo>
                  <a:cubicBezTo>
                    <a:pt x="4382" y="990"/>
                    <a:pt x="3501" y="288"/>
                    <a:pt x="3049" y="62"/>
                  </a:cubicBezTo>
                  <a:cubicBezTo>
                    <a:pt x="2968" y="19"/>
                    <a:pt x="2825" y="0"/>
                    <a:pt x="2645" y="0"/>
                  </a:cubicBezTo>
                  <a:close/>
                </a:path>
              </a:pathLst>
            </a:custGeom>
            <a:solidFill>
              <a:srgbClr val="F8BC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45"/>
            <p:cNvSpPr/>
            <p:nvPr/>
          </p:nvSpPr>
          <p:spPr>
            <a:xfrm>
              <a:off x="9700000" y="2274275"/>
              <a:ext cx="95375" cy="85100"/>
            </a:xfrm>
            <a:custGeom>
              <a:avLst/>
              <a:gdLst/>
              <a:ahLst/>
              <a:cxnLst/>
              <a:rect l="l" t="t" r="r" b="b"/>
              <a:pathLst>
                <a:path w="3815" h="3404" extrusionOk="0">
                  <a:moveTo>
                    <a:pt x="1169" y="0"/>
                  </a:moveTo>
                  <a:cubicBezTo>
                    <a:pt x="1100" y="0"/>
                    <a:pt x="1043" y="7"/>
                    <a:pt x="1001" y="22"/>
                  </a:cubicBezTo>
                  <a:cubicBezTo>
                    <a:pt x="513" y="189"/>
                    <a:pt x="1" y="951"/>
                    <a:pt x="1" y="951"/>
                  </a:cubicBezTo>
                  <a:lnTo>
                    <a:pt x="1156" y="3403"/>
                  </a:lnTo>
                  <a:lnTo>
                    <a:pt x="1668" y="2868"/>
                  </a:lnTo>
                  <a:cubicBezTo>
                    <a:pt x="1668" y="2868"/>
                    <a:pt x="2847" y="3309"/>
                    <a:pt x="3336" y="3309"/>
                  </a:cubicBezTo>
                  <a:cubicBezTo>
                    <a:pt x="3442" y="3309"/>
                    <a:pt x="3516" y="3288"/>
                    <a:pt x="3537" y="3237"/>
                  </a:cubicBezTo>
                  <a:cubicBezTo>
                    <a:pt x="3628" y="3029"/>
                    <a:pt x="2846" y="2683"/>
                    <a:pt x="2364" y="2492"/>
                  </a:cubicBezTo>
                  <a:lnTo>
                    <a:pt x="2364" y="2492"/>
                  </a:lnTo>
                  <a:cubicBezTo>
                    <a:pt x="2704" y="2613"/>
                    <a:pt x="3201" y="2772"/>
                    <a:pt x="3478" y="2772"/>
                  </a:cubicBezTo>
                  <a:cubicBezTo>
                    <a:pt x="3592" y="2772"/>
                    <a:pt x="3668" y="2745"/>
                    <a:pt x="3680" y="2677"/>
                  </a:cubicBezTo>
                  <a:cubicBezTo>
                    <a:pt x="3739" y="2344"/>
                    <a:pt x="2050" y="1665"/>
                    <a:pt x="2049" y="1665"/>
                  </a:cubicBezTo>
                  <a:lnTo>
                    <a:pt x="2049" y="1665"/>
                  </a:lnTo>
                  <a:cubicBezTo>
                    <a:pt x="2049" y="1665"/>
                    <a:pt x="3107" y="2035"/>
                    <a:pt x="3531" y="2035"/>
                  </a:cubicBezTo>
                  <a:cubicBezTo>
                    <a:pt x="3639" y="2035"/>
                    <a:pt x="3706" y="2011"/>
                    <a:pt x="3704" y="1951"/>
                  </a:cubicBezTo>
                  <a:cubicBezTo>
                    <a:pt x="3692" y="1641"/>
                    <a:pt x="2097" y="999"/>
                    <a:pt x="2096" y="998"/>
                  </a:cubicBezTo>
                  <a:lnTo>
                    <a:pt x="2096" y="998"/>
                  </a:lnTo>
                  <a:cubicBezTo>
                    <a:pt x="2097" y="998"/>
                    <a:pt x="2968" y="1245"/>
                    <a:pt x="3438" y="1245"/>
                  </a:cubicBezTo>
                  <a:cubicBezTo>
                    <a:pt x="3597" y="1245"/>
                    <a:pt x="3710" y="1216"/>
                    <a:pt x="3728" y="1141"/>
                  </a:cubicBezTo>
                  <a:cubicBezTo>
                    <a:pt x="3814" y="729"/>
                    <a:pt x="1874" y="0"/>
                    <a:pt x="1169" y="0"/>
                  </a:cubicBezTo>
                  <a:close/>
                </a:path>
              </a:pathLst>
            </a:custGeom>
            <a:solidFill>
              <a:srgbClr val="F8BC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33" name="Google Shape;1233;p45"/>
          <p:cNvSpPr/>
          <p:nvPr/>
        </p:nvSpPr>
        <p:spPr>
          <a:xfrm>
            <a:off x="233388" y="3628175"/>
            <a:ext cx="231195" cy="248348"/>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45"/>
          <p:cNvSpPr/>
          <p:nvPr/>
        </p:nvSpPr>
        <p:spPr>
          <a:xfrm rot="-359463">
            <a:off x="479465" y="2662874"/>
            <a:ext cx="295349" cy="300935"/>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45"/>
          <p:cNvSpPr/>
          <p:nvPr/>
        </p:nvSpPr>
        <p:spPr>
          <a:xfrm rot="3698333">
            <a:off x="3866948" y="2785575"/>
            <a:ext cx="295353" cy="30094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45"/>
          <p:cNvSpPr/>
          <p:nvPr/>
        </p:nvSpPr>
        <p:spPr>
          <a:xfrm>
            <a:off x="8735475" y="663785"/>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45"/>
          <p:cNvSpPr/>
          <p:nvPr/>
        </p:nvSpPr>
        <p:spPr>
          <a:xfrm>
            <a:off x="8561559" y="3294375"/>
            <a:ext cx="405126" cy="435271"/>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45"/>
          <p:cNvSpPr/>
          <p:nvPr/>
        </p:nvSpPr>
        <p:spPr>
          <a:xfrm>
            <a:off x="4217175" y="2130947"/>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45"/>
          <p:cNvSpPr/>
          <p:nvPr/>
        </p:nvSpPr>
        <p:spPr>
          <a:xfrm>
            <a:off x="1657831" y="829782"/>
            <a:ext cx="325127" cy="34931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45"/>
          <p:cNvSpPr/>
          <p:nvPr/>
        </p:nvSpPr>
        <p:spPr>
          <a:xfrm>
            <a:off x="301677" y="1602266"/>
            <a:ext cx="231174" cy="248382"/>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45"/>
          <p:cNvSpPr/>
          <p:nvPr/>
        </p:nvSpPr>
        <p:spPr>
          <a:xfrm>
            <a:off x="2839350" y="178135"/>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45"/>
          <p:cNvSpPr/>
          <p:nvPr/>
        </p:nvSpPr>
        <p:spPr>
          <a:xfrm>
            <a:off x="789700" y="77162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45"/>
          <p:cNvSpPr/>
          <p:nvPr/>
        </p:nvSpPr>
        <p:spPr>
          <a:xfrm rot="3698333">
            <a:off x="8160711" y="229087"/>
            <a:ext cx="295353" cy="30094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44" name="Google Shape;1244;p45"/>
          <p:cNvGrpSpPr/>
          <p:nvPr/>
        </p:nvGrpSpPr>
        <p:grpSpPr>
          <a:xfrm>
            <a:off x="4806575" y="2446370"/>
            <a:ext cx="490160" cy="402840"/>
            <a:chOff x="6234950" y="3255925"/>
            <a:chExt cx="483250" cy="397200"/>
          </a:xfrm>
        </p:grpSpPr>
        <p:sp>
          <p:nvSpPr>
            <p:cNvPr id="1245" name="Google Shape;1245;p45"/>
            <p:cNvSpPr/>
            <p:nvPr/>
          </p:nvSpPr>
          <p:spPr>
            <a:xfrm>
              <a:off x="6444675" y="3255925"/>
              <a:ext cx="128300" cy="90200"/>
            </a:xfrm>
            <a:custGeom>
              <a:avLst/>
              <a:gdLst/>
              <a:ahLst/>
              <a:cxnLst/>
              <a:rect l="l" t="t" r="r" b="b"/>
              <a:pathLst>
                <a:path w="5132" h="3608" extrusionOk="0">
                  <a:moveTo>
                    <a:pt x="567" y="0"/>
                  </a:moveTo>
                  <a:cubicBezTo>
                    <a:pt x="254" y="0"/>
                    <a:pt x="1" y="253"/>
                    <a:pt x="1" y="563"/>
                  </a:cubicBezTo>
                  <a:cubicBezTo>
                    <a:pt x="7" y="1662"/>
                    <a:pt x="368" y="2731"/>
                    <a:pt x="1034" y="3608"/>
                  </a:cubicBezTo>
                  <a:cubicBezTo>
                    <a:pt x="2097" y="3138"/>
                    <a:pt x="3325" y="2864"/>
                    <a:pt x="5014" y="2864"/>
                  </a:cubicBezTo>
                  <a:cubicBezTo>
                    <a:pt x="5054" y="2864"/>
                    <a:pt x="5093" y="2873"/>
                    <a:pt x="5132" y="2873"/>
                  </a:cubicBezTo>
                  <a:cubicBezTo>
                    <a:pt x="4289" y="1117"/>
                    <a:pt x="2515" y="0"/>
                    <a:pt x="5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246" name="Google Shape;1246;p45"/>
            <p:cNvSpPr/>
            <p:nvPr/>
          </p:nvSpPr>
          <p:spPr>
            <a:xfrm>
              <a:off x="6444750" y="3563200"/>
              <a:ext cx="128225" cy="89925"/>
            </a:xfrm>
            <a:custGeom>
              <a:avLst/>
              <a:gdLst/>
              <a:ahLst/>
              <a:cxnLst/>
              <a:rect l="l" t="t" r="r" b="b"/>
              <a:pathLst>
                <a:path w="5129" h="3597" extrusionOk="0">
                  <a:moveTo>
                    <a:pt x="1022" y="1"/>
                  </a:moveTo>
                  <a:cubicBezTo>
                    <a:pt x="362" y="874"/>
                    <a:pt x="4" y="1937"/>
                    <a:pt x="1" y="3033"/>
                  </a:cubicBezTo>
                  <a:cubicBezTo>
                    <a:pt x="1" y="3343"/>
                    <a:pt x="251" y="3596"/>
                    <a:pt x="564" y="3596"/>
                  </a:cubicBezTo>
                  <a:cubicBezTo>
                    <a:pt x="2512" y="3596"/>
                    <a:pt x="4286" y="2479"/>
                    <a:pt x="5129" y="724"/>
                  </a:cubicBezTo>
                  <a:cubicBezTo>
                    <a:pt x="5093" y="724"/>
                    <a:pt x="5051" y="736"/>
                    <a:pt x="5011" y="736"/>
                  </a:cubicBezTo>
                  <a:cubicBezTo>
                    <a:pt x="3319" y="736"/>
                    <a:pt x="2088" y="462"/>
                    <a:pt x="102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247" name="Google Shape;1247;p45"/>
            <p:cNvSpPr/>
            <p:nvPr/>
          </p:nvSpPr>
          <p:spPr>
            <a:xfrm>
              <a:off x="6375350" y="3355650"/>
              <a:ext cx="244750" cy="197650"/>
            </a:xfrm>
            <a:custGeom>
              <a:avLst/>
              <a:gdLst/>
              <a:ahLst/>
              <a:cxnLst/>
              <a:rect l="l" t="t" r="r" b="b"/>
              <a:pathLst>
                <a:path w="9790" h="7906" extrusionOk="0">
                  <a:moveTo>
                    <a:pt x="6045" y="2610"/>
                  </a:moveTo>
                  <a:cubicBezTo>
                    <a:pt x="6190" y="2610"/>
                    <a:pt x="6335" y="2666"/>
                    <a:pt x="6444" y="2777"/>
                  </a:cubicBezTo>
                  <a:cubicBezTo>
                    <a:pt x="6664" y="2997"/>
                    <a:pt x="6664" y="3356"/>
                    <a:pt x="6444" y="3575"/>
                  </a:cubicBezTo>
                  <a:cubicBezTo>
                    <a:pt x="6225" y="3795"/>
                    <a:pt x="6225" y="4153"/>
                    <a:pt x="6444" y="4373"/>
                  </a:cubicBezTo>
                  <a:cubicBezTo>
                    <a:pt x="6664" y="4593"/>
                    <a:pt x="6664" y="4951"/>
                    <a:pt x="6444" y="5171"/>
                  </a:cubicBezTo>
                  <a:cubicBezTo>
                    <a:pt x="6335" y="5281"/>
                    <a:pt x="6190" y="5336"/>
                    <a:pt x="6045" y="5336"/>
                  </a:cubicBezTo>
                  <a:cubicBezTo>
                    <a:pt x="5901" y="5336"/>
                    <a:pt x="5756" y="5281"/>
                    <a:pt x="5646" y="5171"/>
                  </a:cubicBezTo>
                  <a:cubicBezTo>
                    <a:pt x="4984" y="4509"/>
                    <a:pt x="4984" y="3440"/>
                    <a:pt x="5646" y="2777"/>
                  </a:cubicBezTo>
                  <a:cubicBezTo>
                    <a:pt x="5756" y="2666"/>
                    <a:pt x="5901" y="2610"/>
                    <a:pt x="6045" y="2610"/>
                  </a:cubicBezTo>
                  <a:close/>
                  <a:moveTo>
                    <a:pt x="7787" y="1"/>
                  </a:moveTo>
                  <a:cubicBezTo>
                    <a:pt x="4463" y="1"/>
                    <a:pt x="3204" y="1064"/>
                    <a:pt x="919" y="2997"/>
                  </a:cubicBezTo>
                  <a:lnTo>
                    <a:pt x="271" y="3542"/>
                  </a:lnTo>
                  <a:cubicBezTo>
                    <a:pt x="0" y="3765"/>
                    <a:pt x="0" y="4181"/>
                    <a:pt x="271" y="4406"/>
                  </a:cubicBezTo>
                  <a:lnTo>
                    <a:pt x="856" y="4897"/>
                  </a:lnTo>
                  <a:cubicBezTo>
                    <a:pt x="3147" y="6837"/>
                    <a:pt x="4412" y="7906"/>
                    <a:pt x="7787" y="7906"/>
                  </a:cubicBezTo>
                  <a:cubicBezTo>
                    <a:pt x="8450" y="7902"/>
                    <a:pt x="9106" y="7788"/>
                    <a:pt x="9730" y="7574"/>
                  </a:cubicBezTo>
                  <a:cubicBezTo>
                    <a:pt x="8357" y="6951"/>
                    <a:pt x="7456" y="5602"/>
                    <a:pt x="7411" y="4093"/>
                  </a:cubicBezTo>
                  <a:cubicBezTo>
                    <a:pt x="7366" y="2588"/>
                    <a:pt x="8179" y="1184"/>
                    <a:pt x="9513" y="480"/>
                  </a:cubicBezTo>
                  <a:cubicBezTo>
                    <a:pt x="9603" y="432"/>
                    <a:pt x="9697" y="398"/>
                    <a:pt x="9790" y="356"/>
                  </a:cubicBezTo>
                  <a:cubicBezTo>
                    <a:pt x="9149" y="124"/>
                    <a:pt x="8471" y="4"/>
                    <a:pt x="778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248" name="Google Shape;1248;p45"/>
            <p:cNvSpPr/>
            <p:nvPr/>
          </p:nvSpPr>
          <p:spPr>
            <a:xfrm>
              <a:off x="6587875" y="3385100"/>
              <a:ext cx="130325" cy="140500"/>
            </a:xfrm>
            <a:custGeom>
              <a:avLst/>
              <a:gdLst/>
              <a:ahLst/>
              <a:cxnLst/>
              <a:rect l="l" t="t" r="r" b="b"/>
              <a:pathLst>
                <a:path w="5213" h="5620" extrusionOk="0">
                  <a:moveTo>
                    <a:pt x="2343" y="1789"/>
                  </a:moveTo>
                  <a:cubicBezTo>
                    <a:pt x="2633" y="1789"/>
                    <a:pt x="2912" y="2015"/>
                    <a:pt x="2912" y="2355"/>
                  </a:cubicBezTo>
                  <a:cubicBezTo>
                    <a:pt x="2912" y="2665"/>
                    <a:pt x="2659" y="2918"/>
                    <a:pt x="2349" y="2918"/>
                  </a:cubicBezTo>
                  <a:cubicBezTo>
                    <a:pt x="1846" y="2918"/>
                    <a:pt x="1593" y="2310"/>
                    <a:pt x="1948" y="1955"/>
                  </a:cubicBezTo>
                  <a:cubicBezTo>
                    <a:pt x="2063" y="1840"/>
                    <a:pt x="2204" y="1789"/>
                    <a:pt x="2343" y="1789"/>
                  </a:cubicBezTo>
                  <a:close/>
                  <a:moveTo>
                    <a:pt x="2846" y="0"/>
                  </a:moveTo>
                  <a:cubicBezTo>
                    <a:pt x="2394" y="0"/>
                    <a:pt x="1947" y="85"/>
                    <a:pt x="1539" y="301"/>
                  </a:cubicBezTo>
                  <a:cubicBezTo>
                    <a:pt x="645" y="774"/>
                    <a:pt x="72" y="1687"/>
                    <a:pt x="36" y="2698"/>
                  </a:cubicBezTo>
                  <a:cubicBezTo>
                    <a:pt x="0" y="3707"/>
                    <a:pt x="506" y="4662"/>
                    <a:pt x="1367" y="5195"/>
                  </a:cubicBezTo>
                  <a:cubicBezTo>
                    <a:pt x="1792" y="5460"/>
                    <a:pt x="2280" y="5607"/>
                    <a:pt x="2782" y="5619"/>
                  </a:cubicBezTo>
                  <a:cubicBezTo>
                    <a:pt x="3752" y="4957"/>
                    <a:pt x="4550" y="4078"/>
                    <a:pt x="5119" y="3051"/>
                  </a:cubicBezTo>
                  <a:cubicBezTo>
                    <a:pt x="5213" y="2882"/>
                    <a:pt x="5213" y="2674"/>
                    <a:pt x="5119" y="2506"/>
                  </a:cubicBezTo>
                  <a:cubicBezTo>
                    <a:pt x="4568" y="1512"/>
                    <a:pt x="3797" y="654"/>
                    <a:pt x="2870" y="0"/>
                  </a:cubicBezTo>
                  <a:cubicBezTo>
                    <a:pt x="2862" y="0"/>
                    <a:pt x="2854" y="0"/>
                    <a:pt x="284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249" name="Google Shape;1249;p45"/>
            <p:cNvSpPr/>
            <p:nvPr/>
          </p:nvSpPr>
          <p:spPr>
            <a:xfrm>
              <a:off x="6234950" y="3469100"/>
              <a:ext cx="165050" cy="141200"/>
            </a:xfrm>
            <a:custGeom>
              <a:avLst/>
              <a:gdLst/>
              <a:ahLst/>
              <a:cxnLst/>
              <a:rect l="l" t="t" r="r" b="b"/>
              <a:pathLst>
                <a:path w="6602" h="5648" extrusionOk="0">
                  <a:moveTo>
                    <a:pt x="3990" y="1"/>
                  </a:moveTo>
                  <a:cubicBezTo>
                    <a:pt x="1807" y="1"/>
                    <a:pt x="0" y="1772"/>
                    <a:pt x="0" y="3955"/>
                  </a:cubicBezTo>
                  <a:lnTo>
                    <a:pt x="0" y="5084"/>
                  </a:lnTo>
                  <a:cubicBezTo>
                    <a:pt x="0" y="5394"/>
                    <a:pt x="253" y="5647"/>
                    <a:pt x="566" y="5647"/>
                  </a:cubicBezTo>
                  <a:lnTo>
                    <a:pt x="1696" y="5647"/>
                  </a:lnTo>
                  <a:cubicBezTo>
                    <a:pt x="4014" y="5647"/>
                    <a:pt x="5996" y="4075"/>
                    <a:pt x="6601" y="1943"/>
                  </a:cubicBezTo>
                  <a:cubicBezTo>
                    <a:pt x="6324" y="1717"/>
                    <a:pt x="6041" y="1476"/>
                    <a:pt x="5740" y="1223"/>
                  </a:cubicBezTo>
                  <a:lnTo>
                    <a:pt x="5481" y="1004"/>
                  </a:lnTo>
                  <a:lnTo>
                    <a:pt x="4391" y="2097"/>
                  </a:lnTo>
                  <a:cubicBezTo>
                    <a:pt x="4281" y="2203"/>
                    <a:pt x="4139" y="2255"/>
                    <a:pt x="3997" y="2255"/>
                  </a:cubicBezTo>
                  <a:cubicBezTo>
                    <a:pt x="3852" y="2255"/>
                    <a:pt x="3708" y="2200"/>
                    <a:pt x="3599" y="2091"/>
                  </a:cubicBezTo>
                  <a:cubicBezTo>
                    <a:pt x="3379" y="1871"/>
                    <a:pt x="3376" y="1519"/>
                    <a:pt x="3593" y="1299"/>
                  </a:cubicBezTo>
                  <a:lnTo>
                    <a:pt x="4611" y="278"/>
                  </a:lnTo>
                  <a:lnTo>
                    <a:pt x="428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250" name="Google Shape;1250;p45"/>
            <p:cNvSpPr/>
            <p:nvPr/>
          </p:nvSpPr>
          <p:spPr>
            <a:xfrm>
              <a:off x="6234950" y="3299725"/>
              <a:ext cx="165050" cy="141175"/>
            </a:xfrm>
            <a:custGeom>
              <a:avLst/>
              <a:gdLst/>
              <a:ahLst/>
              <a:cxnLst/>
              <a:rect l="l" t="t" r="r" b="b"/>
              <a:pathLst>
                <a:path w="6602" h="5647" extrusionOk="0">
                  <a:moveTo>
                    <a:pt x="566" y="1"/>
                  </a:moveTo>
                  <a:cubicBezTo>
                    <a:pt x="253" y="1"/>
                    <a:pt x="3" y="254"/>
                    <a:pt x="3" y="567"/>
                  </a:cubicBezTo>
                  <a:lnTo>
                    <a:pt x="3" y="1699"/>
                  </a:lnTo>
                  <a:cubicBezTo>
                    <a:pt x="0" y="3879"/>
                    <a:pt x="1807" y="5647"/>
                    <a:pt x="3990" y="5647"/>
                  </a:cubicBezTo>
                  <a:lnTo>
                    <a:pt x="4285" y="5647"/>
                  </a:lnTo>
                  <a:lnTo>
                    <a:pt x="4611" y="5373"/>
                  </a:lnTo>
                  <a:lnTo>
                    <a:pt x="3593" y="4352"/>
                  </a:lnTo>
                  <a:cubicBezTo>
                    <a:pt x="3379" y="4132"/>
                    <a:pt x="3382" y="3780"/>
                    <a:pt x="3599" y="3563"/>
                  </a:cubicBezTo>
                  <a:cubicBezTo>
                    <a:pt x="3710" y="3451"/>
                    <a:pt x="3856" y="3396"/>
                    <a:pt x="4001" y="3396"/>
                  </a:cubicBezTo>
                  <a:cubicBezTo>
                    <a:pt x="4142" y="3396"/>
                    <a:pt x="4282" y="3448"/>
                    <a:pt x="4391" y="3554"/>
                  </a:cubicBezTo>
                  <a:lnTo>
                    <a:pt x="5481" y="4644"/>
                  </a:lnTo>
                  <a:lnTo>
                    <a:pt x="5809" y="4370"/>
                  </a:lnTo>
                  <a:cubicBezTo>
                    <a:pt x="6083" y="4138"/>
                    <a:pt x="6345" y="3918"/>
                    <a:pt x="6601" y="3704"/>
                  </a:cubicBezTo>
                  <a:cubicBezTo>
                    <a:pt x="5996" y="1575"/>
                    <a:pt x="4017" y="1"/>
                    <a:pt x="169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251" name="Google Shape;1251;p45"/>
          <p:cNvGrpSpPr/>
          <p:nvPr/>
        </p:nvGrpSpPr>
        <p:grpSpPr>
          <a:xfrm>
            <a:off x="4806783" y="3776739"/>
            <a:ext cx="490139" cy="494471"/>
            <a:chOff x="4464775" y="3806475"/>
            <a:chExt cx="477625" cy="481800"/>
          </a:xfrm>
        </p:grpSpPr>
        <p:sp>
          <p:nvSpPr>
            <p:cNvPr id="1252" name="Google Shape;1252;p45"/>
            <p:cNvSpPr/>
            <p:nvPr/>
          </p:nvSpPr>
          <p:spPr>
            <a:xfrm>
              <a:off x="4726375" y="3806475"/>
              <a:ext cx="56500" cy="141125"/>
            </a:xfrm>
            <a:custGeom>
              <a:avLst/>
              <a:gdLst/>
              <a:ahLst/>
              <a:cxnLst/>
              <a:rect l="l" t="t" r="r" b="b"/>
              <a:pathLst>
                <a:path w="2260" h="5645" extrusionOk="0">
                  <a:moveTo>
                    <a:pt x="1133" y="1"/>
                  </a:moveTo>
                  <a:cubicBezTo>
                    <a:pt x="978" y="1"/>
                    <a:pt x="823" y="64"/>
                    <a:pt x="712" y="189"/>
                  </a:cubicBezTo>
                  <a:cubicBezTo>
                    <a:pt x="504" y="421"/>
                    <a:pt x="522" y="776"/>
                    <a:pt x="754" y="984"/>
                  </a:cubicBezTo>
                  <a:cubicBezTo>
                    <a:pt x="832" y="1056"/>
                    <a:pt x="1130" y="1385"/>
                    <a:pt x="1130" y="1695"/>
                  </a:cubicBezTo>
                  <a:cubicBezTo>
                    <a:pt x="1130" y="1990"/>
                    <a:pt x="850" y="2315"/>
                    <a:pt x="754" y="2402"/>
                  </a:cubicBezTo>
                  <a:cubicBezTo>
                    <a:pt x="678" y="2472"/>
                    <a:pt x="1" y="3101"/>
                    <a:pt x="1" y="3953"/>
                  </a:cubicBezTo>
                  <a:cubicBezTo>
                    <a:pt x="1" y="4802"/>
                    <a:pt x="675" y="5432"/>
                    <a:pt x="754" y="5501"/>
                  </a:cubicBezTo>
                  <a:cubicBezTo>
                    <a:pt x="861" y="5597"/>
                    <a:pt x="995" y="5644"/>
                    <a:pt x="1128" y="5644"/>
                  </a:cubicBezTo>
                  <a:cubicBezTo>
                    <a:pt x="1283" y="5644"/>
                    <a:pt x="1437" y="5580"/>
                    <a:pt x="1549" y="5456"/>
                  </a:cubicBezTo>
                  <a:cubicBezTo>
                    <a:pt x="1757" y="5224"/>
                    <a:pt x="1735" y="4869"/>
                    <a:pt x="1507" y="4661"/>
                  </a:cubicBezTo>
                  <a:cubicBezTo>
                    <a:pt x="1428" y="4588"/>
                    <a:pt x="1130" y="4260"/>
                    <a:pt x="1130" y="3950"/>
                  </a:cubicBezTo>
                  <a:cubicBezTo>
                    <a:pt x="1130" y="3655"/>
                    <a:pt x="1410" y="3330"/>
                    <a:pt x="1507" y="3242"/>
                  </a:cubicBezTo>
                  <a:cubicBezTo>
                    <a:pt x="1585" y="3173"/>
                    <a:pt x="2259" y="2544"/>
                    <a:pt x="2259" y="1692"/>
                  </a:cubicBezTo>
                  <a:cubicBezTo>
                    <a:pt x="2259" y="842"/>
                    <a:pt x="1585" y="213"/>
                    <a:pt x="1507" y="144"/>
                  </a:cubicBezTo>
                  <a:cubicBezTo>
                    <a:pt x="1399" y="48"/>
                    <a:pt x="1266" y="1"/>
                    <a:pt x="11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253" name="Google Shape;1253;p45"/>
            <p:cNvSpPr/>
            <p:nvPr/>
          </p:nvSpPr>
          <p:spPr>
            <a:xfrm>
              <a:off x="4641700" y="3806475"/>
              <a:ext cx="56475" cy="141125"/>
            </a:xfrm>
            <a:custGeom>
              <a:avLst/>
              <a:gdLst/>
              <a:ahLst/>
              <a:cxnLst/>
              <a:rect l="l" t="t" r="r" b="b"/>
              <a:pathLst>
                <a:path w="2259" h="5645" extrusionOk="0">
                  <a:moveTo>
                    <a:pt x="1132" y="1"/>
                  </a:moveTo>
                  <a:cubicBezTo>
                    <a:pt x="977" y="1"/>
                    <a:pt x="823" y="64"/>
                    <a:pt x="711" y="189"/>
                  </a:cubicBezTo>
                  <a:cubicBezTo>
                    <a:pt x="503" y="421"/>
                    <a:pt x="521" y="776"/>
                    <a:pt x="753" y="984"/>
                  </a:cubicBezTo>
                  <a:cubicBezTo>
                    <a:pt x="831" y="1056"/>
                    <a:pt x="1130" y="1385"/>
                    <a:pt x="1130" y="1695"/>
                  </a:cubicBezTo>
                  <a:cubicBezTo>
                    <a:pt x="1130" y="1990"/>
                    <a:pt x="849" y="2315"/>
                    <a:pt x="753" y="2402"/>
                  </a:cubicBezTo>
                  <a:cubicBezTo>
                    <a:pt x="678" y="2472"/>
                    <a:pt x="0" y="3101"/>
                    <a:pt x="0" y="3953"/>
                  </a:cubicBezTo>
                  <a:cubicBezTo>
                    <a:pt x="0" y="4802"/>
                    <a:pt x="675" y="5432"/>
                    <a:pt x="753" y="5501"/>
                  </a:cubicBezTo>
                  <a:cubicBezTo>
                    <a:pt x="860" y="5597"/>
                    <a:pt x="994" y="5644"/>
                    <a:pt x="1127" y="5644"/>
                  </a:cubicBezTo>
                  <a:cubicBezTo>
                    <a:pt x="1282" y="5644"/>
                    <a:pt x="1436" y="5580"/>
                    <a:pt x="1548" y="5456"/>
                  </a:cubicBezTo>
                  <a:cubicBezTo>
                    <a:pt x="1756" y="5224"/>
                    <a:pt x="1735" y="4869"/>
                    <a:pt x="1506" y="4661"/>
                  </a:cubicBezTo>
                  <a:cubicBezTo>
                    <a:pt x="1428" y="4588"/>
                    <a:pt x="1130" y="4260"/>
                    <a:pt x="1130" y="3950"/>
                  </a:cubicBezTo>
                  <a:cubicBezTo>
                    <a:pt x="1130" y="3655"/>
                    <a:pt x="1410" y="3330"/>
                    <a:pt x="1506" y="3242"/>
                  </a:cubicBezTo>
                  <a:cubicBezTo>
                    <a:pt x="1581" y="3173"/>
                    <a:pt x="2259" y="2544"/>
                    <a:pt x="2259" y="1692"/>
                  </a:cubicBezTo>
                  <a:cubicBezTo>
                    <a:pt x="2259" y="842"/>
                    <a:pt x="1581" y="213"/>
                    <a:pt x="1506" y="144"/>
                  </a:cubicBezTo>
                  <a:cubicBezTo>
                    <a:pt x="1399" y="48"/>
                    <a:pt x="1265" y="1"/>
                    <a:pt x="113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254" name="Google Shape;1254;p45"/>
            <p:cNvSpPr/>
            <p:nvPr/>
          </p:nvSpPr>
          <p:spPr>
            <a:xfrm>
              <a:off x="4557000" y="3806475"/>
              <a:ext cx="56500" cy="141125"/>
            </a:xfrm>
            <a:custGeom>
              <a:avLst/>
              <a:gdLst/>
              <a:ahLst/>
              <a:cxnLst/>
              <a:rect l="l" t="t" r="r" b="b"/>
              <a:pathLst>
                <a:path w="2260" h="5645" extrusionOk="0">
                  <a:moveTo>
                    <a:pt x="1132" y="1"/>
                  </a:moveTo>
                  <a:cubicBezTo>
                    <a:pt x="977" y="1"/>
                    <a:pt x="823" y="64"/>
                    <a:pt x="711" y="189"/>
                  </a:cubicBezTo>
                  <a:cubicBezTo>
                    <a:pt x="504" y="421"/>
                    <a:pt x="522" y="776"/>
                    <a:pt x="753" y="984"/>
                  </a:cubicBezTo>
                  <a:cubicBezTo>
                    <a:pt x="832" y="1056"/>
                    <a:pt x="1130" y="1385"/>
                    <a:pt x="1130" y="1695"/>
                  </a:cubicBezTo>
                  <a:cubicBezTo>
                    <a:pt x="1130" y="1990"/>
                    <a:pt x="850" y="2315"/>
                    <a:pt x="753" y="2402"/>
                  </a:cubicBezTo>
                  <a:cubicBezTo>
                    <a:pt x="678" y="2472"/>
                    <a:pt x="1" y="3101"/>
                    <a:pt x="1" y="3953"/>
                  </a:cubicBezTo>
                  <a:cubicBezTo>
                    <a:pt x="1" y="4802"/>
                    <a:pt x="675" y="5432"/>
                    <a:pt x="753" y="5501"/>
                  </a:cubicBezTo>
                  <a:cubicBezTo>
                    <a:pt x="861" y="5597"/>
                    <a:pt x="994" y="5644"/>
                    <a:pt x="1127" y="5644"/>
                  </a:cubicBezTo>
                  <a:cubicBezTo>
                    <a:pt x="1282" y="5644"/>
                    <a:pt x="1437" y="5580"/>
                    <a:pt x="1548" y="5456"/>
                  </a:cubicBezTo>
                  <a:cubicBezTo>
                    <a:pt x="1756" y="5224"/>
                    <a:pt x="1735" y="4869"/>
                    <a:pt x="1506" y="4661"/>
                  </a:cubicBezTo>
                  <a:cubicBezTo>
                    <a:pt x="1428" y="4588"/>
                    <a:pt x="1130" y="4260"/>
                    <a:pt x="1130" y="3950"/>
                  </a:cubicBezTo>
                  <a:cubicBezTo>
                    <a:pt x="1130" y="3655"/>
                    <a:pt x="1410" y="3330"/>
                    <a:pt x="1506" y="3242"/>
                  </a:cubicBezTo>
                  <a:cubicBezTo>
                    <a:pt x="1582" y="3173"/>
                    <a:pt x="2259" y="2544"/>
                    <a:pt x="2259" y="1692"/>
                  </a:cubicBezTo>
                  <a:cubicBezTo>
                    <a:pt x="2259" y="842"/>
                    <a:pt x="1582" y="213"/>
                    <a:pt x="1506" y="144"/>
                  </a:cubicBezTo>
                  <a:cubicBezTo>
                    <a:pt x="1399" y="48"/>
                    <a:pt x="1265" y="1"/>
                    <a:pt x="113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255" name="Google Shape;1255;p45"/>
            <p:cNvSpPr/>
            <p:nvPr/>
          </p:nvSpPr>
          <p:spPr>
            <a:xfrm>
              <a:off x="4464775" y="4230875"/>
              <a:ext cx="395250" cy="57400"/>
            </a:xfrm>
            <a:custGeom>
              <a:avLst/>
              <a:gdLst/>
              <a:ahLst/>
              <a:cxnLst/>
              <a:rect l="l" t="t" r="r" b="b"/>
              <a:pathLst>
                <a:path w="15810" h="2296" extrusionOk="0">
                  <a:moveTo>
                    <a:pt x="567" y="1"/>
                  </a:moveTo>
                  <a:cubicBezTo>
                    <a:pt x="254" y="1"/>
                    <a:pt x="1" y="251"/>
                    <a:pt x="1" y="564"/>
                  </a:cubicBezTo>
                  <a:cubicBezTo>
                    <a:pt x="1" y="877"/>
                    <a:pt x="254" y="1130"/>
                    <a:pt x="567" y="1130"/>
                  </a:cubicBezTo>
                  <a:lnTo>
                    <a:pt x="1910" y="1130"/>
                  </a:lnTo>
                  <a:lnTo>
                    <a:pt x="2006" y="1359"/>
                  </a:lnTo>
                  <a:cubicBezTo>
                    <a:pt x="2291" y="1932"/>
                    <a:pt x="2875" y="2295"/>
                    <a:pt x="3516" y="2295"/>
                  </a:cubicBezTo>
                  <a:cubicBezTo>
                    <a:pt x="3519" y="2295"/>
                    <a:pt x="3521" y="2295"/>
                    <a:pt x="3524" y="2295"/>
                  </a:cubicBezTo>
                  <a:lnTo>
                    <a:pt x="12290" y="2295"/>
                  </a:lnTo>
                  <a:cubicBezTo>
                    <a:pt x="12292" y="2295"/>
                    <a:pt x="12295" y="2295"/>
                    <a:pt x="12298" y="2295"/>
                  </a:cubicBezTo>
                  <a:cubicBezTo>
                    <a:pt x="12936" y="2295"/>
                    <a:pt x="13520" y="1932"/>
                    <a:pt x="13804" y="1359"/>
                  </a:cubicBezTo>
                  <a:lnTo>
                    <a:pt x="13901" y="1130"/>
                  </a:lnTo>
                  <a:lnTo>
                    <a:pt x="15247" y="1130"/>
                  </a:lnTo>
                  <a:cubicBezTo>
                    <a:pt x="15557" y="1130"/>
                    <a:pt x="15810" y="877"/>
                    <a:pt x="15810" y="564"/>
                  </a:cubicBezTo>
                  <a:cubicBezTo>
                    <a:pt x="15810" y="251"/>
                    <a:pt x="15557" y="1"/>
                    <a:pt x="1524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256" name="Google Shape;1256;p45"/>
            <p:cNvSpPr/>
            <p:nvPr/>
          </p:nvSpPr>
          <p:spPr>
            <a:xfrm>
              <a:off x="4840675" y="4007300"/>
              <a:ext cx="101725" cy="166025"/>
            </a:xfrm>
            <a:custGeom>
              <a:avLst/>
              <a:gdLst/>
              <a:ahLst/>
              <a:cxnLst/>
              <a:rect l="l" t="t" r="r" b="b"/>
              <a:pathLst>
                <a:path w="4069" h="6641" extrusionOk="0">
                  <a:moveTo>
                    <a:pt x="1870" y="0"/>
                  </a:moveTo>
                  <a:cubicBezTo>
                    <a:pt x="1852" y="380"/>
                    <a:pt x="1837" y="759"/>
                    <a:pt x="1795" y="1130"/>
                  </a:cubicBezTo>
                  <a:cubicBezTo>
                    <a:pt x="1927" y="1181"/>
                    <a:pt x="2048" y="1256"/>
                    <a:pt x="2150" y="1355"/>
                  </a:cubicBezTo>
                  <a:cubicBezTo>
                    <a:pt x="2800" y="2006"/>
                    <a:pt x="2433" y="3469"/>
                    <a:pt x="1352" y="4550"/>
                  </a:cubicBezTo>
                  <a:cubicBezTo>
                    <a:pt x="1177" y="4722"/>
                    <a:pt x="991" y="4879"/>
                    <a:pt x="792" y="5017"/>
                  </a:cubicBezTo>
                  <a:cubicBezTo>
                    <a:pt x="566" y="5577"/>
                    <a:pt x="301" y="6119"/>
                    <a:pt x="0" y="6640"/>
                  </a:cubicBezTo>
                  <a:cubicBezTo>
                    <a:pt x="747" y="6429"/>
                    <a:pt x="1506" y="5993"/>
                    <a:pt x="2150" y="5348"/>
                  </a:cubicBezTo>
                  <a:cubicBezTo>
                    <a:pt x="3716" y="3782"/>
                    <a:pt x="4068" y="1678"/>
                    <a:pt x="2948" y="557"/>
                  </a:cubicBezTo>
                  <a:cubicBezTo>
                    <a:pt x="2656" y="268"/>
                    <a:pt x="2280" y="97"/>
                    <a:pt x="187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257" name="Google Shape;1257;p45"/>
            <p:cNvSpPr/>
            <p:nvPr/>
          </p:nvSpPr>
          <p:spPr>
            <a:xfrm>
              <a:off x="4464775" y="3976800"/>
              <a:ext cx="395250" cy="225875"/>
            </a:xfrm>
            <a:custGeom>
              <a:avLst/>
              <a:gdLst/>
              <a:ahLst/>
              <a:cxnLst/>
              <a:rect l="l" t="t" r="r" b="b"/>
              <a:pathLst>
                <a:path w="15810" h="9035" extrusionOk="0">
                  <a:moveTo>
                    <a:pt x="564" y="1"/>
                  </a:moveTo>
                  <a:cubicBezTo>
                    <a:pt x="254" y="1"/>
                    <a:pt x="1" y="251"/>
                    <a:pt x="1" y="564"/>
                  </a:cubicBezTo>
                  <a:cubicBezTo>
                    <a:pt x="1" y="3930"/>
                    <a:pt x="1157" y="7026"/>
                    <a:pt x="3075" y="9035"/>
                  </a:cubicBezTo>
                  <a:lnTo>
                    <a:pt x="12735" y="9035"/>
                  </a:lnTo>
                  <a:cubicBezTo>
                    <a:pt x="14654" y="7026"/>
                    <a:pt x="15810" y="3930"/>
                    <a:pt x="15810" y="564"/>
                  </a:cubicBezTo>
                  <a:cubicBezTo>
                    <a:pt x="15810" y="251"/>
                    <a:pt x="15557" y="1"/>
                    <a:pt x="1524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1258" name="Google Shape;1258;p45"/>
          <p:cNvSpPr/>
          <p:nvPr/>
        </p:nvSpPr>
        <p:spPr>
          <a:xfrm>
            <a:off x="5296925" y="3507660"/>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262"/>
        <p:cNvGrpSpPr/>
        <p:nvPr/>
      </p:nvGrpSpPr>
      <p:grpSpPr>
        <a:xfrm>
          <a:off x="0" y="0"/>
          <a:ext cx="0" cy="0"/>
          <a:chOff x="0" y="0"/>
          <a:chExt cx="0" cy="0"/>
        </a:xfrm>
      </p:grpSpPr>
      <p:grpSp>
        <p:nvGrpSpPr>
          <p:cNvPr id="1263" name="Google Shape;1263;p46"/>
          <p:cNvGrpSpPr/>
          <p:nvPr/>
        </p:nvGrpSpPr>
        <p:grpSpPr>
          <a:xfrm>
            <a:off x="7257938" y="2145754"/>
            <a:ext cx="914370" cy="831224"/>
            <a:chOff x="6494019" y="-137261"/>
            <a:chExt cx="2116596" cy="1924130"/>
          </a:xfrm>
        </p:grpSpPr>
        <p:sp>
          <p:nvSpPr>
            <p:cNvPr id="1264" name="Google Shape;1264;p46"/>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46"/>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6" name="Google Shape;1266;p46"/>
          <p:cNvGrpSpPr/>
          <p:nvPr/>
        </p:nvGrpSpPr>
        <p:grpSpPr>
          <a:xfrm>
            <a:off x="853688" y="1425141"/>
            <a:ext cx="914370" cy="831224"/>
            <a:chOff x="6494019" y="-137261"/>
            <a:chExt cx="2116596" cy="1924130"/>
          </a:xfrm>
        </p:grpSpPr>
        <p:sp>
          <p:nvSpPr>
            <p:cNvPr id="1267" name="Google Shape;1267;p46"/>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46"/>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69" name="Google Shape;1269;p46"/>
          <p:cNvSpPr txBox="1">
            <a:spLocks noGrp="1"/>
          </p:cNvSpPr>
          <p:nvPr>
            <p:ph type="title"/>
          </p:nvPr>
        </p:nvSpPr>
        <p:spPr>
          <a:xfrm>
            <a:off x="720000" y="445025"/>
            <a:ext cx="7704000" cy="73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The best memories</a:t>
            </a:r>
            <a:endParaRPr/>
          </a:p>
        </p:txBody>
      </p:sp>
      <p:sp>
        <p:nvSpPr>
          <p:cNvPr id="1270" name="Google Shape;1270;p46"/>
          <p:cNvSpPr txBox="1">
            <a:spLocks noGrp="1"/>
          </p:cNvSpPr>
          <p:nvPr>
            <p:ph type="title" idx="5"/>
          </p:nvPr>
        </p:nvSpPr>
        <p:spPr>
          <a:xfrm>
            <a:off x="6124200" y="3080475"/>
            <a:ext cx="2299800"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Mars</a:t>
            </a:r>
            <a:endParaRPr/>
          </a:p>
        </p:txBody>
      </p:sp>
      <p:sp>
        <p:nvSpPr>
          <p:cNvPr id="1271" name="Google Shape;1271;p46"/>
          <p:cNvSpPr txBox="1">
            <a:spLocks noGrp="1"/>
          </p:cNvSpPr>
          <p:nvPr>
            <p:ph type="title" idx="2"/>
          </p:nvPr>
        </p:nvSpPr>
        <p:spPr>
          <a:xfrm>
            <a:off x="720000" y="3080475"/>
            <a:ext cx="2299800"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Mercury</a:t>
            </a:r>
            <a:endParaRPr dirty="0"/>
          </a:p>
        </p:txBody>
      </p:sp>
      <p:sp>
        <p:nvSpPr>
          <p:cNvPr id="1272" name="Google Shape;1272;p46"/>
          <p:cNvSpPr txBox="1">
            <a:spLocks noGrp="1"/>
          </p:cNvSpPr>
          <p:nvPr>
            <p:ph type="subTitle" idx="1"/>
          </p:nvPr>
        </p:nvSpPr>
        <p:spPr>
          <a:xfrm>
            <a:off x="720000" y="3515576"/>
            <a:ext cx="2299800" cy="831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It’s the closest planet to the Sun and the smallest in the Solar System</a:t>
            </a:r>
            <a:endParaRPr/>
          </a:p>
        </p:txBody>
      </p:sp>
      <p:sp>
        <p:nvSpPr>
          <p:cNvPr id="1273" name="Google Shape;1273;p46"/>
          <p:cNvSpPr txBox="1">
            <a:spLocks noGrp="1"/>
          </p:cNvSpPr>
          <p:nvPr>
            <p:ph type="title" idx="3"/>
          </p:nvPr>
        </p:nvSpPr>
        <p:spPr>
          <a:xfrm>
            <a:off x="3422102" y="3080475"/>
            <a:ext cx="2299800"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Venus</a:t>
            </a:r>
            <a:endParaRPr/>
          </a:p>
        </p:txBody>
      </p:sp>
      <p:sp>
        <p:nvSpPr>
          <p:cNvPr id="1274" name="Google Shape;1274;p46"/>
          <p:cNvSpPr txBox="1">
            <a:spLocks noGrp="1"/>
          </p:cNvSpPr>
          <p:nvPr>
            <p:ph type="subTitle" idx="4"/>
          </p:nvPr>
        </p:nvSpPr>
        <p:spPr>
          <a:xfrm>
            <a:off x="3422100" y="3515575"/>
            <a:ext cx="2299800" cy="831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a beautiful name and is the second planet from the Sun</a:t>
            </a:r>
            <a:endParaRPr/>
          </a:p>
        </p:txBody>
      </p:sp>
      <p:sp>
        <p:nvSpPr>
          <p:cNvPr id="1275" name="Google Shape;1275;p46"/>
          <p:cNvSpPr txBox="1">
            <a:spLocks noGrp="1"/>
          </p:cNvSpPr>
          <p:nvPr>
            <p:ph type="subTitle" idx="6"/>
          </p:nvPr>
        </p:nvSpPr>
        <p:spPr>
          <a:xfrm>
            <a:off x="6124201" y="3515575"/>
            <a:ext cx="2299800" cy="831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Despite being red, Mars is actually a cold place. It’s full of iron oxide dust</a:t>
            </a:r>
            <a:endParaRPr/>
          </a:p>
        </p:txBody>
      </p:sp>
      <p:sp>
        <p:nvSpPr>
          <p:cNvPr id="1276" name="Google Shape;1276;p46"/>
          <p:cNvSpPr/>
          <p:nvPr/>
        </p:nvSpPr>
        <p:spPr>
          <a:xfrm>
            <a:off x="1296600" y="1696625"/>
            <a:ext cx="1146600" cy="11466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6"/>
          <p:cNvSpPr/>
          <p:nvPr/>
        </p:nvSpPr>
        <p:spPr>
          <a:xfrm>
            <a:off x="3998702" y="1696625"/>
            <a:ext cx="1146600" cy="11466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6"/>
          <p:cNvSpPr/>
          <p:nvPr/>
        </p:nvSpPr>
        <p:spPr>
          <a:xfrm>
            <a:off x="6700800" y="1696625"/>
            <a:ext cx="1146600" cy="11466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79" name="Google Shape;1279;p46"/>
          <p:cNvGrpSpPr/>
          <p:nvPr/>
        </p:nvGrpSpPr>
        <p:grpSpPr>
          <a:xfrm>
            <a:off x="4286510" y="1854270"/>
            <a:ext cx="570985" cy="831299"/>
            <a:chOff x="9313050" y="2048050"/>
            <a:chExt cx="249175" cy="362775"/>
          </a:xfrm>
        </p:grpSpPr>
        <p:sp>
          <p:nvSpPr>
            <p:cNvPr id="1280" name="Google Shape;1280;p46"/>
            <p:cNvSpPr/>
            <p:nvPr/>
          </p:nvSpPr>
          <p:spPr>
            <a:xfrm>
              <a:off x="9313050" y="2048050"/>
              <a:ext cx="169400" cy="251275"/>
            </a:xfrm>
            <a:custGeom>
              <a:avLst/>
              <a:gdLst/>
              <a:ahLst/>
              <a:cxnLst/>
              <a:rect l="l" t="t" r="r" b="b"/>
              <a:pathLst>
                <a:path w="6776" h="10051" extrusionOk="0">
                  <a:moveTo>
                    <a:pt x="591" y="0"/>
                  </a:moveTo>
                  <a:cubicBezTo>
                    <a:pt x="520" y="0"/>
                    <a:pt x="448" y="19"/>
                    <a:pt x="382" y="58"/>
                  </a:cubicBezTo>
                  <a:lnTo>
                    <a:pt x="263" y="129"/>
                  </a:lnTo>
                  <a:cubicBezTo>
                    <a:pt x="60" y="249"/>
                    <a:pt x="1" y="510"/>
                    <a:pt x="120" y="713"/>
                  </a:cubicBezTo>
                  <a:lnTo>
                    <a:pt x="5644" y="9928"/>
                  </a:lnTo>
                  <a:cubicBezTo>
                    <a:pt x="5708" y="10024"/>
                    <a:pt x="5819" y="10050"/>
                    <a:pt x="5935" y="10050"/>
                  </a:cubicBezTo>
                  <a:cubicBezTo>
                    <a:pt x="5994" y="10050"/>
                    <a:pt x="6053" y="10043"/>
                    <a:pt x="6109" y="10035"/>
                  </a:cubicBezTo>
                  <a:cubicBezTo>
                    <a:pt x="6406" y="9988"/>
                    <a:pt x="6775" y="9643"/>
                    <a:pt x="6621" y="9381"/>
                  </a:cubicBezTo>
                  <a:lnTo>
                    <a:pt x="953" y="213"/>
                  </a:lnTo>
                  <a:cubicBezTo>
                    <a:pt x="873" y="77"/>
                    <a:pt x="735" y="0"/>
                    <a:pt x="5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46"/>
            <p:cNvSpPr/>
            <p:nvPr/>
          </p:nvSpPr>
          <p:spPr>
            <a:xfrm>
              <a:off x="9448500" y="2278375"/>
              <a:ext cx="113725" cy="132450"/>
            </a:xfrm>
            <a:custGeom>
              <a:avLst/>
              <a:gdLst/>
              <a:ahLst/>
              <a:cxnLst/>
              <a:rect l="l" t="t" r="r" b="b"/>
              <a:pathLst>
                <a:path w="4549" h="5298" extrusionOk="0">
                  <a:moveTo>
                    <a:pt x="976" y="1"/>
                  </a:moveTo>
                  <a:lnTo>
                    <a:pt x="0" y="287"/>
                  </a:lnTo>
                  <a:cubicBezTo>
                    <a:pt x="0" y="287"/>
                    <a:pt x="405" y="3763"/>
                    <a:pt x="1286" y="4740"/>
                  </a:cubicBezTo>
                  <a:cubicBezTo>
                    <a:pt x="1651" y="5144"/>
                    <a:pt x="2112" y="5297"/>
                    <a:pt x="2541" y="5297"/>
                  </a:cubicBezTo>
                  <a:cubicBezTo>
                    <a:pt x="3148" y="5297"/>
                    <a:pt x="3692" y="4991"/>
                    <a:pt x="3810" y="4656"/>
                  </a:cubicBezTo>
                  <a:cubicBezTo>
                    <a:pt x="4548" y="2608"/>
                    <a:pt x="976" y="1"/>
                    <a:pt x="97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46"/>
            <p:cNvSpPr/>
            <p:nvPr/>
          </p:nvSpPr>
          <p:spPr>
            <a:xfrm>
              <a:off x="9470525" y="2298475"/>
              <a:ext cx="81275" cy="103250"/>
            </a:xfrm>
            <a:custGeom>
              <a:avLst/>
              <a:gdLst/>
              <a:ahLst/>
              <a:cxnLst/>
              <a:rect l="l" t="t" r="r" b="b"/>
              <a:pathLst>
                <a:path w="3251" h="4130" extrusionOk="0">
                  <a:moveTo>
                    <a:pt x="935" y="1"/>
                  </a:moveTo>
                  <a:cubicBezTo>
                    <a:pt x="763" y="1"/>
                    <a:pt x="603" y="107"/>
                    <a:pt x="465" y="364"/>
                  </a:cubicBezTo>
                  <a:cubicBezTo>
                    <a:pt x="465" y="364"/>
                    <a:pt x="0" y="1388"/>
                    <a:pt x="917" y="2959"/>
                  </a:cubicBezTo>
                  <a:cubicBezTo>
                    <a:pt x="1436" y="3867"/>
                    <a:pt x="1916" y="4129"/>
                    <a:pt x="2291" y="4129"/>
                  </a:cubicBezTo>
                  <a:cubicBezTo>
                    <a:pt x="2570" y="4129"/>
                    <a:pt x="2792" y="3984"/>
                    <a:pt x="2929" y="3852"/>
                  </a:cubicBezTo>
                  <a:cubicBezTo>
                    <a:pt x="3251" y="3543"/>
                    <a:pt x="3215" y="3281"/>
                    <a:pt x="2739" y="2269"/>
                  </a:cubicBezTo>
                  <a:cubicBezTo>
                    <a:pt x="2445" y="1633"/>
                    <a:pt x="1607" y="1"/>
                    <a:pt x="9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83" name="Google Shape;1283;p46"/>
          <p:cNvSpPr/>
          <p:nvPr/>
        </p:nvSpPr>
        <p:spPr>
          <a:xfrm>
            <a:off x="1617217" y="2145965"/>
            <a:ext cx="533697" cy="499522"/>
          </a:xfrm>
          <a:custGeom>
            <a:avLst/>
            <a:gdLst/>
            <a:ahLst/>
            <a:cxnLst/>
            <a:rect l="l" t="t" r="r" b="b"/>
            <a:pathLst>
              <a:path w="7371" h="6899" extrusionOk="0">
                <a:moveTo>
                  <a:pt x="6251" y="1"/>
                </a:moveTo>
                <a:cubicBezTo>
                  <a:pt x="6251" y="1"/>
                  <a:pt x="4064" y="411"/>
                  <a:pt x="2802" y="411"/>
                </a:cubicBezTo>
                <a:cubicBezTo>
                  <a:pt x="2721" y="411"/>
                  <a:pt x="2644" y="409"/>
                  <a:pt x="2572" y="406"/>
                </a:cubicBezTo>
                <a:cubicBezTo>
                  <a:pt x="2523" y="403"/>
                  <a:pt x="2473" y="402"/>
                  <a:pt x="2424" y="402"/>
                </a:cubicBezTo>
                <a:cubicBezTo>
                  <a:pt x="1260" y="402"/>
                  <a:pt x="131" y="1049"/>
                  <a:pt x="131" y="1049"/>
                </a:cubicBezTo>
                <a:cubicBezTo>
                  <a:pt x="131" y="1049"/>
                  <a:pt x="214" y="1584"/>
                  <a:pt x="345" y="3347"/>
                </a:cubicBezTo>
                <a:cubicBezTo>
                  <a:pt x="464" y="5109"/>
                  <a:pt x="0" y="6466"/>
                  <a:pt x="0" y="6466"/>
                </a:cubicBezTo>
                <a:cubicBezTo>
                  <a:pt x="0" y="6466"/>
                  <a:pt x="1324" y="6899"/>
                  <a:pt x="2664" y="6899"/>
                </a:cubicBezTo>
                <a:cubicBezTo>
                  <a:pt x="3157" y="6899"/>
                  <a:pt x="3652" y="6840"/>
                  <a:pt x="4084" y="6680"/>
                </a:cubicBezTo>
                <a:cubicBezTo>
                  <a:pt x="5691" y="6097"/>
                  <a:pt x="7120" y="6037"/>
                  <a:pt x="7120" y="6037"/>
                </a:cubicBezTo>
                <a:cubicBezTo>
                  <a:pt x="7120" y="6037"/>
                  <a:pt x="7299" y="5514"/>
                  <a:pt x="7334" y="4823"/>
                </a:cubicBezTo>
                <a:cubicBezTo>
                  <a:pt x="7370" y="4144"/>
                  <a:pt x="6251" y="1"/>
                  <a:pt x="625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84" name="Google Shape;1284;p46"/>
          <p:cNvGrpSpPr/>
          <p:nvPr/>
        </p:nvGrpSpPr>
        <p:grpSpPr>
          <a:xfrm>
            <a:off x="1880988" y="1851204"/>
            <a:ext cx="451807" cy="426683"/>
            <a:chOff x="1880988" y="1851204"/>
            <a:chExt cx="451807" cy="426683"/>
          </a:xfrm>
        </p:grpSpPr>
        <p:sp>
          <p:nvSpPr>
            <p:cNvPr id="1285" name="Google Shape;1285;p46"/>
            <p:cNvSpPr/>
            <p:nvPr/>
          </p:nvSpPr>
          <p:spPr>
            <a:xfrm>
              <a:off x="1880988" y="1886321"/>
              <a:ext cx="419877" cy="391566"/>
            </a:xfrm>
            <a:custGeom>
              <a:avLst/>
              <a:gdLst/>
              <a:ahLst/>
              <a:cxnLst/>
              <a:rect l="l" t="t" r="r" b="b"/>
              <a:pathLst>
                <a:path w="5799" h="5408" extrusionOk="0">
                  <a:moveTo>
                    <a:pt x="5561" y="0"/>
                  </a:moveTo>
                  <a:cubicBezTo>
                    <a:pt x="5504" y="0"/>
                    <a:pt x="5448" y="21"/>
                    <a:pt x="5406" y="63"/>
                  </a:cubicBezTo>
                  <a:lnTo>
                    <a:pt x="596" y="4635"/>
                  </a:lnTo>
                  <a:cubicBezTo>
                    <a:pt x="512" y="4718"/>
                    <a:pt x="0" y="5313"/>
                    <a:pt x="84" y="5397"/>
                  </a:cubicBezTo>
                  <a:cubicBezTo>
                    <a:pt x="91" y="5404"/>
                    <a:pt x="101" y="5408"/>
                    <a:pt x="114" y="5408"/>
                  </a:cubicBezTo>
                  <a:cubicBezTo>
                    <a:pt x="262" y="5408"/>
                    <a:pt x="782" y="4949"/>
                    <a:pt x="870" y="4873"/>
                  </a:cubicBezTo>
                  <a:lnTo>
                    <a:pt x="5704" y="384"/>
                  </a:lnTo>
                  <a:cubicBezTo>
                    <a:pt x="5799" y="301"/>
                    <a:pt x="5799" y="158"/>
                    <a:pt x="5715" y="63"/>
                  </a:cubicBezTo>
                  <a:cubicBezTo>
                    <a:pt x="5674" y="21"/>
                    <a:pt x="5617" y="0"/>
                    <a:pt x="5561" y="0"/>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6"/>
            <p:cNvSpPr/>
            <p:nvPr/>
          </p:nvSpPr>
          <p:spPr>
            <a:xfrm>
              <a:off x="2262056" y="1851204"/>
              <a:ext cx="70740" cy="75518"/>
            </a:xfrm>
            <a:custGeom>
              <a:avLst/>
              <a:gdLst/>
              <a:ahLst/>
              <a:cxnLst/>
              <a:rect l="l" t="t" r="r" b="b"/>
              <a:pathLst>
                <a:path w="977" h="1043" extrusionOk="0">
                  <a:moveTo>
                    <a:pt x="269" y="0"/>
                  </a:moveTo>
                  <a:cubicBezTo>
                    <a:pt x="226" y="0"/>
                    <a:pt x="187" y="11"/>
                    <a:pt x="155" y="36"/>
                  </a:cubicBezTo>
                  <a:cubicBezTo>
                    <a:pt x="0" y="131"/>
                    <a:pt x="36" y="441"/>
                    <a:pt x="214" y="702"/>
                  </a:cubicBezTo>
                  <a:cubicBezTo>
                    <a:pt x="363" y="916"/>
                    <a:pt x="563" y="1043"/>
                    <a:pt x="711" y="1043"/>
                  </a:cubicBezTo>
                  <a:cubicBezTo>
                    <a:pt x="753" y="1043"/>
                    <a:pt x="790" y="1033"/>
                    <a:pt x="822" y="1012"/>
                  </a:cubicBezTo>
                  <a:cubicBezTo>
                    <a:pt x="976" y="905"/>
                    <a:pt x="941" y="607"/>
                    <a:pt x="750" y="345"/>
                  </a:cubicBezTo>
                  <a:cubicBezTo>
                    <a:pt x="612" y="133"/>
                    <a:pt x="417" y="0"/>
                    <a:pt x="269" y="0"/>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87" name="Google Shape;1287;p46"/>
          <p:cNvSpPr/>
          <p:nvPr/>
        </p:nvSpPr>
        <p:spPr>
          <a:xfrm>
            <a:off x="1893949" y="2172755"/>
            <a:ext cx="55245" cy="113821"/>
          </a:xfrm>
          <a:custGeom>
            <a:avLst/>
            <a:gdLst/>
            <a:ahLst/>
            <a:cxnLst/>
            <a:rect l="l" t="t" r="r" b="b"/>
            <a:pathLst>
              <a:path w="763" h="1572" extrusionOk="0">
                <a:moveTo>
                  <a:pt x="155" y="0"/>
                </a:moveTo>
                <a:lnTo>
                  <a:pt x="0" y="36"/>
                </a:lnTo>
                <a:cubicBezTo>
                  <a:pt x="0" y="36"/>
                  <a:pt x="619" y="810"/>
                  <a:pt x="560" y="1572"/>
                </a:cubicBezTo>
                <a:lnTo>
                  <a:pt x="762" y="1345"/>
                </a:lnTo>
                <a:cubicBezTo>
                  <a:pt x="762" y="1345"/>
                  <a:pt x="548" y="607"/>
                  <a:pt x="15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46"/>
          <p:cNvSpPr/>
          <p:nvPr/>
        </p:nvSpPr>
        <p:spPr>
          <a:xfrm>
            <a:off x="1874110" y="2193390"/>
            <a:ext cx="54376" cy="113024"/>
          </a:xfrm>
          <a:custGeom>
            <a:avLst/>
            <a:gdLst/>
            <a:ahLst/>
            <a:cxnLst/>
            <a:rect l="l" t="t" r="r" b="b"/>
            <a:pathLst>
              <a:path w="751" h="1561" extrusionOk="0">
                <a:moveTo>
                  <a:pt x="155" y="1"/>
                </a:moveTo>
                <a:lnTo>
                  <a:pt x="0" y="25"/>
                </a:lnTo>
                <a:cubicBezTo>
                  <a:pt x="0" y="25"/>
                  <a:pt x="619" y="799"/>
                  <a:pt x="548" y="1561"/>
                </a:cubicBezTo>
                <a:lnTo>
                  <a:pt x="750" y="1346"/>
                </a:lnTo>
                <a:cubicBezTo>
                  <a:pt x="750" y="1346"/>
                  <a:pt x="536" y="596"/>
                  <a:pt x="15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89" name="Google Shape;1289;p46"/>
          <p:cNvGrpSpPr/>
          <p:nvPr/>
        </p:nvGrpSpPr>
        <p:grpSpPr>
          <a:xfrm rot="-1864311">
            <a:off x="1621447" y="1765231"/>
            <a:ext cx="451796" cy="426672"/>
            <a:chOff x="1880988" y="1851204"/>
            <a:chExt cx="451807" cy="426683"/>
          </a:xfrm>
        </p:grpSpPr>
        <p:sp>
          <p:nvSpPr>
            <p:cNvPr id="1290" name="Google Shape;1290;p46"/>
            <p:cNvSpPr/>
            <p:nvPr/>
          </p:nvSpPr>
          <p:spPr>
            <a:xfrm>
              <a:off x="1880988" y="1886321"/>
              <a:ext cx="419877" cy="391566"/>
            </a:xfrm>
            <a:custGeom>
              <a:avLst/>
              <a:gdLst/>
              <a:ahLst/>
              <a:cxnLst/>
              <a:rect l="l" t="t" r="r" b="b"/>
              <a:pathLst>
                <a:path w="5799" h="5408" extrusionOk="0">
                  <a:moveTo>
                    <a:pt x="5561" y="0"/>
                  </a:moveTo>
                  <a:cubicBezTo>
                    <a:pt x="5504" y="0"/>
                    <a:pt x="5448" y="21"/>
                    <a:pt x="5406" y="63"/>
                  </a:cubicBezTo>
                  <a:lnTo>
                    <a:pt x="596" y="4635"/>
                  </a:lnTo>
                  <a:cubicBezTo>
                    <a:pt x="512" y="4718"/>
                    <a:pt x="0" y="5313"/>
                    <a:pt x="84" y="5397"/>
                  </a:cubicBezTo>
                  <a:cubicBezTo>
                    <a:pt x="91" y="5404"/>
                    <a:pt x="101" y="5408"/>
                    <a:pt x="114" y="5408"/>
                  </a:cubicBezTo>
                  <a:cubicBezTo>
                    <a:pt x="262" y="5408"/>
                    <a:pt x="782" y="4949"/>
                    <a:pt x="870" y="4873"/>
                  </a:cubicBezTo>
                  <a:lnTo>
                    <a:pt x="5704" y="384"/>
                  </a:lnTo>
                  <a:cubicBezTo>
                    <a:pt x="5799" y="301"/>
                    <a:pt x="5799" y="158"/>
                    <a:pt x="5715" y="63"/>
                  </a:cubicBezTo>
                  <a:cubicBezTo>
                    <a:pt x="5674" y="21"/>
                    <a:pt x="5617" y="0"/>
                    <a:pt x="5561" y="0"/>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46"/>
            <p:cNvSpPr/>
            <p:nvPr/>
          </p:nvSpPr>
          <p:spPr>
            <a:xfrm>
              <a:off x="2262056" y="1851204"/>
              <a:ext cx="70740" cy="75518"/>
            </a:xfrm>
            <a:custGeom>
              <a:avLst/>
              <a:gdLst/>
              <a:ahLst/>
              <a:cxnLst/>
              <a:rect l="l" t="t" r="r" b="b"/>
              <a:pathLst>
                <a:path w="977" h="1043" extrusionOk="0">
                  <a:moveTo>
                    <a:pt x="269" y="0"/>
                  </a:moveTo>
                  <a:cubicBezTo>
                    <a:pt x="226" y="0"/>
                    <a:pt x="187" y="11"/>
                    <a:pt x="155" y="36"/>
                  </a:cubicBezTo>
                  <a:cubicBezTo>
                    <a:pt x="0" y="131"/>
                    <a:pt x="36" y="441"/>
                    <a:pt x="214" y="702"/>
                  </a:cubicBezTo>
                  <a:cubicBezTo>
                    <a:pt x="363" y="916"/>
                    <a:pt x="563" y="1043"/>
                    <a:pt x="711" y="1043"/>
                  </a:cubicBezTo>
                  <a:cubicBezTo>
                    <a:pt x="753" y="1043"/>
                    <a:pt x="790" y="1033"/>
                    <a:pt x="822" y="1012"/>
                  </a:cubicBezTo>
                  <a:cubicBezTo>
                    <a:pt x="976" y="905"/>
                    <a:pt x="941" y="607"/>
                    <a:pt x="750" y="345"/>
                  </a:cubicBezTo>
                  <a:cubicBezTo>
                    <a:pt x="612" y="133"/>
                    <a:pt x="417" y="0"/>
                    <a:pt x="269" y="0"/>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92" name="Google Shape;1292;p46"/>
          <p:cNvSpPr/>
          <p:nvPr/>
        </p:nvSpPr>
        <p:spPr>
          <a:xfrm>
            <a:off x="1440822" y="1997597"/>
            <a:ext cx="954425" cy="816900"/>
          </a:xfrm>
          <a:custGeom>
            <a:avLst/>
            <a:gdLst/>
            <a:ahLst/>
            <a:cxnLst/>
            <a:rect l="l" t="t" r="r" b="b"/>
            <a:pathLst>
              <a:path w="38177" h="32676" extrusionOk="0">
                <a:moveTo>
                  <a:pt x="18425" y="9108"/>
                </a:moveTo>
                <a:cubicBezTo>
                  <a:pt x="14405" y="7098"/>
                  <a:pt x="12055" y="2526"/>
                  <a:pt x="8036" y="515"/>
                </a:cubicBezTo>
                <a:cubicBezTo>
                  <a:pt x="5545" y="-731"/>
                  <a:pt x="849" y="402"/>
                  <a:pt x="84" y="3080"/>
                </a:cubicBezTo>
                <a:cubicBezTo>
                  <a:pt x="-589" y="5435"/>
                  <a:pt x="5025" y="5897"/>
                  <a:pt x="5214" y="8339"/>
                </a:cubicBezTo>
                <a:cubicBezTo>
                  <a:pt x="5387" y="10575"/>
                  <a:pt x="2337" y="13953"/>
                  <a:pt x="4316" y="15008"/>
                </a:cubicBezTo>
                <a:cubicBezTo>
                  <a:pt x="4696" y="15211"/>
                  <a:pt x="4689" y="15227"/>
                  <a:pt x="5086" y="15393"/>
                </a:cubicBezTo>
                <a:cubicBezTo>
                  <a:pt x="8168" y="16677"/>
                  <a:pt x="11628" y="13901"/>
                  <a:pt x="14962" y="13725"/>
                </a:cubicBezTo>
                <a:cubicBezTo>
                  <a:pt x="19706" y="13474"/>
                  <a:pt x="24381" y="15564"/>
                  <a:pt x="28686" y="17573"/>
                </a:cubicBezTo>
                <a:cubicBezTo>
                  <a:pt x="32794" y="19491"/>
                  <a:pt x="27171" y="27052"/>
                  <a:pt x="29070" y="31169"/>
                </a:cubicBezTo>
                <a:cubicBezTo>
                  <a:pt x="30357" y="33958"/>
                  <a:pt x="36802" y="32505"/>
                  <a:pt x="38177" y="29758"/>
                </a:cubicBezTo>
              </a:path>
            </a:pathLst>
          </a:custGeom>
          <a:noFill/>
          <a:ln w="9525" cap="flat" cmpd="sng">
            <a:solidFill>
              <a:schemeClr val="accent4"/>
            </a:solidFill>
            <a:prstDash val="solid"/>
            <a:round/>
            <a:headEnd type="none" w="med" len="med"/>
            <a:tailEnd type="none" w="med" len="med"/>
          </a:ln>
        </p:spPr>
        <p:txBody>
          <a:bodyPr/>
          <a:lstStyle/>
          <a:p>
            <a:endParaRPr lang="en-GB"/>
          </a:p>
        </p:txBody>
      </p:sp>
      <p:sp>
        <p:nvSpPr>
          <p:cNvPr id="1293" name="Google Shape;1293;p46"/>
          <p:cNvSpPr/>
          <p:nvPr/>
        </p:nvSpPr>
        <p:spPr>
          <a:xfrm>
            <a:off x="6993067" y="2000172"/>
            <a:ext cx="490241" cy="499502"/>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46"/>
          <p:cNvSpPr/>
          <p:nvPr/>
        </p:nvSpPr>
        <p:spPr>
          <a:xfrm>
            <a:off x="1065400" y="264547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46"/>
          <p:cNvSpPr/>
          <p:nvPr/>
        </p:nvSpPr>
        <p:spPr>
          <a:xfrm>
            <a:off x="2332800" y="2008010"/>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46"/>
          <p:cNvSpPr/>
          <p:nvPr/>
        </p:nvSpPr>
        <p:spPr>
          <a:xfrm>
            <a:off x="3707525" y="2566135"/>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46"/>
          <p:cNvSpPr/>
          <p:nvPr/>
        </p:nvSpPr>
        <p:spPr>
          <a:xfrm>
            <a:off x="5490700" y="1716585"/>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46"/>
          <p:cNvSpPr/>
          <p:nvPr/>
        </p:nvSpPr>
        <p:spPr>
          <a:xfrm>
            <a:off x="6044213" y="2172760"/>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46"/>
          <p:cNvSpPr/>
          <p:nvPr/>
        </p:nvSpPr>
        <p:spPr>
          <a:xfrm>
            <a:off x="7898125" y="1387947"/>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00" name="Google Shape;1300;p46"/>
          <p:cNvGrpSpPr/>
          <p:nvPr/>
        </p:nvGrpSpPr>
        <p:grpSpPr>
          <a:xfrm>
            <a:off x="4755497" y="1851196"/>
            <a:ext cx="571058" cy="519130"/>
            <a:chOff x="6494019" y="-137261"/>
            <a:chExt cx="2116596" cy="1924130"/>
          </a:xfrm>
        </p:grpSpPr>
        <p:sp>
          <p:nvSpPr>
            <p:cNvPr id="1301" name="Google Shape;1301;p46"/>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46"/>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3" name="Google Shape;1303;p46"/>
          <p:cNvGrpSpPr/>
          <p:nvPr/>
        </p:nvGrpSpPr>
        <p:grpSpPr>
          <a:xfrm>
            <a:off x="2758466" y="2348034"/>
            <a:ext cx="431938" cy="426664"/>
            <a:chOff x="3458451" y="3807305"/>
            <a:chExt cx="855154" cy="844712"/>
          </a:xfrm>
        </p:grpSpPr>
        <p:grpSp>
          <p:nvGrpSpPr>
            <p:cNvPr id="1304" name="Google Shape;1304;p46"/>
            <p:cNvGrpSpPr/>
            <p:nvPr/>
          </p:nvGrpSpPr>
          <p:grpSpPr>
            <a:xfrm flipH="1">
              <a:off x="3458451" y="3807305"/>
              <a:ext cx="855154" cy="844712"/>
              <a:chOff x="-2708900" y="3174350"/>
              <a:chExt cx="350100" cy="345825"/>
            </a:xfrm>
          </p:grpSpPr>
          <p:sp>
            <p:nvSpPr>
              <p:cNvPr id="1305" name="Google Shape;1305;p46"/>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46"/>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46"/>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46"/>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46"/>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46"/>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311" name="Google Shape;1311;p46"/>
            <p:cNvCxnSpPr/>
            <p:nvPr/>
          </p:nvCxnSpPr>
          <p:spPr>
            <a:xfrm>
              <a:off x="3513675" y="4647509"/>
              <a:ext cx="656100" cy="0"/>
            </a:xfrm>
            <a:prstGeom prst="straightConnector1">
              <a:avLst/>
            </a:prstGeom>
            <a:noFill/>
            <a:ln w="9525" cap="flat" cmpd="sng">
              <a:solidFill>
                <a:schemeClr val="dk1"/>
              </a:solidFill>
              <a:prstDash val="solid"/>
              <a:round/>
              <a:headEnd type="none" w="med" len="med"/>
              <a:tailEnd type="none" w="med" len="med"/>
            </a:ln>
          </p:spPr>
        </p:cxnSp>
      </p:grpSp>
      <p:grpSp>
        <p:nvGrpSpPr>
          <p:cNvPr id="1312" name="Google Shape;1312;p46"/>
          <p:cNvGrpSpPr/>
          <p:nvPr/>
        </p:nvGrpSpPr>
        <p:grpSpPr>
          <a:xfrm flipH="1">
            <a:off x="5381341" y="2408263"/>
            <a:ext cx="571072" cy="564099"/>
            <a:chOff x="3458451" y="3807305"/>
            <a:chExt cx="855154" cy="844712"/>
          </a:xfrm>
        </p:grpSpPr>
        <p:grpSp>
          <p:nvGrpSpPr>
            <p:cNvPr id="1313" name="Google Shape;1313;p46"/>
            <p:cNvGrpSpPr/>
            <p:nvPr/>
          </p:nvGrpSpPr>
          <p:grpSpPr>
            <a:xfrm flipH="1">
              <a:off x="3458451" y="3807305"/>
              <a:ext cx="855154" cy="844712"/>
              <a:chOff x="-2708900" y="3174350"/>
              <a:chExt cx="350100" cy="345825"/>
            </a:xfrm>
          </p:grpSpPr>
          <p:sp>
            <p:nvSpPr>
              <p:cNvPr id="1314" name="Google Shape;1314;p46"/>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46"/>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46"/>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46"/>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46"/>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46"/>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320" name="Google Shape;1320;p46"/>
            <p:cNvCxnSpPr/>
            <p:nvPr/>
          </p:nvCxnSpPr>
          <p:spPr>
            <a:xfrm>
              <a:off x="3513675" y="4647509"/>
              <a:ext cx="6561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324"/>
        <p:cNvGrpSpPr/>
        <p:nvPr/>
      </p:nvGrpSpPr>
      <p:grpSpPr>
        <a:xfrm>
          <a:off x="0" y="0"/>
          <a:ext cx="0" cy="0"/>
          <a:chOff x="0" y="0"/>
          <a:chExt cx="0" cy="0"/>
        </a:xfrm>
      </p:grpSpPr>
      <p:sp>
        <p:nvSpPr>
          <p:cNvPr id="1325" name="Google Shape;1325;p47"/>
          <p:cNvSpPr txBox="1">
            <a:spLocks noGrp="1"/>
          </p:cNvSpPr>
          <p:nvPr>
            <p:ph type="title"/>
          </p:nvPr>
        </p:nvSpPr>
        <p:spPr>
          <a:xfrm>
            <a:off x="2166300" y="445025"/>
            <a:ext cx="4811400" cy="1293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The warm smile that always comfort us</a:t>
            </a:r>
            <a:endParaRPr/>
          </a:p>
        </p:txBody>
      </p:sp>
      <p:sp>
        <p:nvSpPr>
          <p:cNvPr id="1326" name="Google Shape;1326;p47"/>
          <p:cNvSpPr txBox="1">
            <a:spLocks noGrp="1"/>
          </p:cNvSpPr>
          <p:nvPr>
            <p:ph type="title" idx="2"/>
          </p:nvPr>
        </p:nvSpPr>
        <p:spPr>
          <a:xfrm>
            <a:off x="2321310" y="2085275"/>
            <a:ext cx="2081700"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Venus</a:t>
            </a:r>
            <a:endParaRPr/>
          </a:p>
        </p:txBody>
      </p:sp>
      <p:sp>
        <p:nvSpPr>
          <p:cNvPr id="1327" name="Google Shape;1327;p47"/>
          <p:cNvSpPr txBox="1">
            <a:spLocks noGrp="1"/>
          </p:cNvSpPr>
          <p:nvPr>
            <p:ph type="subTitle" idx="1"/>
          </p:nvPr>
        </p:nvSpPr>
        <p:spPr>
          <a:xfrm>
            <a:off x="2321310" y="2505291"/>
            <a:ext cx="2081700" cy="615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is the second planet from the Sun</a:t>
            </a:r>
            <a:endParaRPr/>
          </a:p>
        </p:txBody>
      </p:sp>
      <p:sp>
        <p:nvSpPr>
          <p:cNvPr id="1328" name="Google Shape;1328;p47"/>
          <p:cNvSpPr txBox="1">
            <a:spLocks noGrp="1"/>
          </p:cNvSpPr>
          <p:nvPr>
            <p:ph type="title" idx="3"/>
          </p:nvPr>
        </p:nvSpPr>
        <p:spPr>
          <a:xfrm>
            <a:off x="4740990" y="2085275"/>
            <a:ext cx="2081700"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Jupiter</a:t>
            </a:r>
            <a:endParaRPr/>
          </a:p>
        </p:txBody>
      </p:sp>
      <p:sp>
        <p:nvSpPr>
          <p:cNvPr id="1329" name="Google Shape;1329;p47"/>
          <p:cNvSpPr txBox="1">
            <a:spLocks noGrp="1"/>
          </p:cNvSpPr>
          <p:nvPr>
            <p:ph type="subTitle" idx="4"/>
          </p:nvPr>
        </p:nvSpPr>
        <p:spPr>
          <a:xfrm>
            <a:off x="4740985" y="2505299"/>
            <a:ext cx="2081700" cy="615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It’s the biggest planet in the Solar System</a:t>
            </a:r>
            <a:endParaRPr/>
          </a:p>
        </p:txBody>
      </p:sp>
      <p:sp>
        <p:nvSpPr>
          <p:cNvPr id="1330" name="Google Shape;1330;p47"/>
          <p:cNvSpPr txBox="1">
            <a:spLocks noGrp="1"/>
          </p:cNvSpPr>
          <p:nvPr>
            <p:ph type="title" idx="5"/>
          </p:nvPr>
        </p:nvSpPr>
        <p:spPr>
          <a:xfrm>
            <a:off x="2328210" y="3518681"/>
            <a:ext cx="2081700"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Mars</a:t>
            </a:r>
            <a:endParaRPr/>
          </a:p>
        </p:txBody>
      </p:sp>
      <p:sp>
        <p:nvSpPr>
          <p:cNvPr id="1331" name="Google Shape;1331;p47"/>
          <p:cNvSpPr txBox="1">
            <a:spLocks noGrp="1"/>
          </p:cNvSpPr>
          <p:nvPr>
            <p:ph type="subTitle" idx="6"/>
          </p:nvPr>
        </p:nvSpPr>
        <p:spPr>
          <a:xfrm>
            <a:off x="2321310" y="3938697"/>
            <a:ext cx="2081700" cy="615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Despite being red, Mars is a cold place</a:t>
            </a:r>
            <a:endParaRPr/>
          </a:p>
        </p:txBody>
      </p:sp>
      <p:sp>
        <p:nvSpPr>
          <p:cNvPr id="1332" name="Google Shape;1332;p47"/>
          <p:cNvSpPr txBox="1">
            <a:spLocks noGrp="1"/>
          </p:cNvSpPr>
          <p:nvPr>
            <p:ph type="title" idx="7"/>
          </p:nvPr>
        </p:nvSpPr>
        <p:spPr>
          <a:xfrm>
            <a:off x="4740990" y="3518681"/>
            <a:ext cx="2081700"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Saturn</a:t>
            </a:r>
            <a:endParaRPr/>
          </a:p>
        </p:txBody>
      </p:sp>
      <p:sp>
        <p:nvSpPr>
          <p:cNvPr id="1333" name="Google Shape;1333;p47"/>
          <p:cNvSpPr txBox="1">
            <a:spLocks noGrp="1"/>
          </p:cNvSpPr>
          <p:nvPr>
            <p:ph type="subTitle" idx="8"/>
          </p:nvPr>
        </p:nvSpPr>
        <p:spPr>
          <a:xfrm>
            <a:off x="4740985" y="3938700"/>
            <a:ext cx="2081700" cy="615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Saturn is a gas giant and has several rings</a:t>
            </a:r>
            <a:endParaRPr/>
          </a:p>
        </p:txBody>
      </p:sp>
      <p:grpSp>
        <p:nvGrpSpPr>
          <p:cNvPr id="1334" name="Google Shape;1334;p47"/>
          <p:cNvGrpSpPr/>
          <p:nvPr/>
        </p:nvGrpSpPr>
        <p:grpSpPr>
          <a:xfrm>
            <a:off x="7479495" y="731680"/>
            <a:ext cx="1902821" cy="4277153"/>
            <a:chOff x="9696575" y="1137500"/>
            <a:chExt cx="1601432" cy="3599691"/>
          </a:xfrm>
        </p:grpSpPr>
        <p:sp>
          <p:nvSpPr>
            <p:cNvPr id="1335" name="Google Shape;1335;p47"/>
            <p:cNvSpPr/>
            <p:nvPr/>
          </p:nvSpPr>
          <p:spPr>
            <a:xfrm>
              <a:off x="10454858" y="2211039"/>
              <a:ext cx="256280" cy="179416"/>
            </a:xfrm>
            <a:custGeom>
              <a:avLst/>
              <a:gdLst/>
              <a:ahLst/>
              <a:cxnLst/>
              <a:rect l="l" t="t" r="r" b="b"/>
              <a:pathLst>
                <a:path w="3811" h="2668" extrusionOk="0">
                  <a:moveTo>
                    <a:pt x="845" y="0"/>
                  </a:moveTo>
                  <a:cubicBezTo>
                    <a:pt x="500" y="298"/>
                    <a:pt x="0" y="1631"/>
                    <a:pt x="0" y="1631"/>
                  </a:cubicBezTo>
                  <a:lnTo>
                    <a:pt x="3667" y="2667"/>
                  </a:lnTo>
                  <a:lnTo>
                    <a:pt x="3810" y="1084"/>
                  </a:lnTo>
                  <a:lnTo>
                    <a:pt x="845" y="0"/>
                  </a:lnTo>
                  <a:close/>
                </a:path>
              </a:pathLst>
            </a:custGeom>
            <a:solidFill>
              <a:srgbClr val="E24E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47"/>
            <p:cNvSpPr/>
            <p:nvPr/>
          </p:nvSpPr>
          <p:spPr>
            <a:xfrm>
              <a:off x="10970444" y="2682646"/>
              <a:ext cx="36919" cy="155342"/>
            </a:xfrm>
            <a:custGeom>
              <a:avLst/>
              <a:gdLst/>
              <a:ahLst/>
              <a:cxnLst/>
              <a:rect l="l" t="t" r="r" b="b"/>
              <a:pathLst>
                <a:path w="549" h="2310" extrusionOk="0">
                  <a:moveTo>
                    <a:pt x="1" y="0"/>
                  </a:moveTo>
                  <a:lnTo>
                    <a:pt x="1" y="0"/>
                  </a:lnTo>
                  <a:cubicBezTo>
                    <a:pt x="96" y="500"/>
                    <a:pt x="227" y="1191"/>
                    <a:pt x="548" y="2310"/>
                  </a:cubicBezTo>
                  <a:lnTo>
                    <a:pt x="1" y="0"/>
                  </a:ln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47"/>
            <p:cNvSpPr/>
            <p:nvPr/>
          </p:nvSpPr>
          <p:spPr>
            <a:xfrm>
              <a:off x="10482833" y="2029269"/>
              <a:ext cx="229852" cy="92936"/>
            </a:xfrm>
            <a:custGeom>
              <a:avLst/>
              <a:gdLst/>
              <a:ahLst/>
              <a:cxnLst/>
              <a:rect l="l" t="t" r="r" b="b"/>
              <a:pathLst>
                <a:path w="3418" h="1382" extrusionOk="0">
                  <a:moveTo>
                    <a:pt x="3418" y="1"/>
                  </a:moveTo>
                  <a:lnTo>
                    <a:pt x="72" y="167"/>
                  </a:lnTo>
                  <a:lnTo>
                    <a:pt x="1" y="1382"/>
                  </a:lnTo>
                  <a:cubicBezTo>
                    <a:pt x="1132" y="1298"/>
                    <a:pt x="2311" y="1274"/>
                    <a:pt x="3394" y="1048"/>
                  </a:cubicBezTo>
                  <a:lnTo>
                    <a:pt x="3418" y="1"/>
                  </a:ln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47"/>
            <p:cNvSpPr/>
            <p:nvPr/>
          </p:nvSpPr>
          <p:spPr>
            <a:xfrm>
              <a:off x="10346724" y="2099744"/>
              <a:ext cx="860028" cy="915844"/>
            </a:xfrm>
            <a:custGeom>
              <a:avLst/>
              <a:gdLst/>
              <a:ahLst/>
              <a:cxnLst/>
              <a:rect l="l" t="t" r="r" b="b"/>
              <a:pathLst>
                <a:path w="12789" h="13619" extrusionOk="0">
                  <a:moveTo>
                    <a:pt x="9038" y="7680"/>
                  </a:moveTo>
                  <a:cubicBezTo>
                    <a:pt x="9145" y="7966"/>
                    <a:pt x="9192" y="8251"/>
                    <a:pt x="9276" y="8668"/>
                  </a:cubicBezTo>
                  <a:lnTo>
                    <a:pt x="9038" y="7680"/>
                  </a:lnTo>
                  <a:close/>
                  <a:moveTo>
                    <a:pt x="5418" y="0"/>
                  </a:moveTo>
                  <a:lnTo>
                    <a:pt x="5418" y="0"/>
                  </a:lnTo>
                  <a:cubicBezTo>
                    <a:pt x="4335" y="226"/>
                    <a:pt x="3156" y="250"/>
                    <a:pt x="2025" y="334"/>
                  </a:cubicBezTo>
                  <a:lnTo>
                    <a:pt x="2001" y="869"/>
                  </a:lnTo>
                  <a:cubicBezTo>
                    <a:pt x="2001" y="869"/>
                    <a:pt x="1144" y="1036"/>
                    <a:pt x="739" y="1143"/>
                  </a:cubicBezTo>
                  <a:cubicBezTo>
                    <a:pt x="751" y="2953"/>
                    <a:pt x="1" y="9811"/>
                    <a:pt x="215" y="11633"/>
                  </a:cubicBezTo>
                  <a:lnTo>
                    <a:pt x="5585" y="12145"/>
                  </a:lnTo>
                  <a:lnTo>
                    <a:pt x="9811" y="10978"/>
                  </a:lnTo>
                  <a:cubicBezTo>
                    <a:pt x="9502" y="9859"/>
                    <a:pt x="9371" y="9168"/>
                    <a:pt x="9276" y="8668"/>
                  </a:cubicBezTo>
                  <a:lnTo>
                    <a:pt x="9276" y="8668"/>
                  </a:lnTo>
                  <a:lnTo>
                    <a:pt x="9811" y="10978"/>
                  </a:lnTo>
                  <a:cubicBezTo>
                    <a:pt x="9839" y="10973"/>
                    <a:pt x="9865" y="10971"/>
                    <a:pt x="9891" y="10971"/>
                  </a:cubicBezTo>
                  <a:cubicBezTo>
                    <a:pt x="10790" y="10971"/>
                    <a:pt x="10991" y="13619"/>
                    <a:pt x="11851" y="13619"/>
                  </a:cubicBezTo>
                  <a:cubicBezTo>
                    <a:pt x="11881" y="13619"/>
                    <a:pt x="11911" y="13616"/>
                    <a:pt x="11943" y="13609"/>
                  </a:cubicBezTo>
                  <a:cubicBezTo>
                    <a:pt x="12645" y="12776"/>
                    <a:pt x="12788" y="9216"/>
                    <a:pt x="12431" y="8251"/>
                  </a:cubicBezTo>
                  <a:cubicBezTo>
                    <a:pt x="11347" y="4179"/>
                    <a:pt x="10228" y="2870"/>
                    <a:pt x="9633" y="2286"/>
                  </a:cubicBezTo>
                  <a:cubicBezTo>
                    <a:pt x="8752" y="1393"/>
                    <a:pt x="6859" y="1000"/>
                    <a:pt x="6859" y="1000"/>
                  </a:cubicBezTo>
                  <a:lnTo>
                    <a:pt x="5406" y="869"/>
                  </a:lnTo>
                  <a:lnTo>
                    <a:pt x="5418" y="0"/>
                  </a:ln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47"/>
            <p:cNvSpPr/>
            <p:nvPr/>
          </p:nvSpPr>
          <p:spPr>
            <a:xfrm>
              <a:off x="9696575" y="2170152"/>
              <a:ext cx="787132" cy="801052"/>
            </a:xfrm>
            <a:custGeom>
              <a:avLst/>
              <a:gdLst/>
              <a:ahLst/>
              <a:cxnLst/>
              <a:rect l="l" t="t" r="r" b="b"/>
              <a:pathLst>
                <a:path w="11705" h="11912" extrusionOk="0">
                  <a:moveTo>
                    <a:pt x="10742" y="1"/>
                  </a:moveTo>
                  <a:cubicBezTo>
                    <a:pt x="10741" y="1"/>
                    <a:pt x="10740" y="1"/>
                    <a:pt x="10740" y="1"/>
                  </a:cubicBezTo>
                  <a:cubicBezTo>
                    <a:pt x="10740" y="1"/>
                    <a:pt x="8347" y="358"/>
                    <a:pt x="7835" y="3668"/>
                  </a:cubicBezTo>
                  <a:cubicBezTo>
                    <a:pt x="7728" y="5883"/>
                    <a:pt x="7442" y="7621"/>
                    <a:pt x="7442" y="7621"/>
                  </a:cubicBezTo>
                  <a:lnTo>
                    <a:pt x="3966" y="5752"/>
                  </a:lnTo>
                  <a:cubicBezTo>
                    <a:pt x="3966" y="5752"/>
                    <a:pt x="3668" y="3573"/>
                    <a:pt x="3251" y="3442"/>
                  </a:cubicBezTo>
                  <a:cubicBezTo>
                    <a:pt x="3224" y="3433"/>
                    <a:pt x="3200" y="3429"/>
                    <a:pt x="3178" y="3429"/>
                  </a:cubicBezTo>
                  <a:cubicBezTo>
                    <a:pt x="2873" y="3429"/>
                    <a:pt x="3049" y="4228"/>
                    <a:pt x="3049" y="4228"/>
                  </a:cubicBezTo>
                  <a:cubicBezTo>
                    <a:pt x="3049" y="4228"/>
                    <a:pt x="2110" y="2625"/>
                    <a:pt x="1771" y="2625"/>
                  </a:cubicBezTo>
                  <a:cubicBezTo>
                    <a:pt x="1750" y="2625"/>
                    <a:pt x="1731" y="2631"/>
                    <a:pt x="1715" y="2644"/>
                  </a:cubicBezTo>
                  <a:cubicBezTo>
                    <a:pt x="1442" y="2870"/>
                    <a:pt x="2287" y="4240"/>
                    <a:pt x="2287" y="4240"/>
                  </a:cubicBezTo>
                  <a:cubicBezTo>
                    <a:pt x="2287" y="4240"/>
                    <a:pt x="1317" y="3018"/>
                    <a:pt x="904" y="3018"/>
                  </a:cubicBezTo>
                  <a:cubicBezTo>
                    <a:pt x="850" y="3018"/>
                    <a:pt x="806" y="3038"/>
                    <a:pt x="775" y="3085"/>
                  </a:cubicBezTo>
                  <a:cubicBezTo>
                    <a:pt x="620" y="3323"/>
                    <a:pt x="1811" y="4537"/>
                    <a:pt x="1811" y="4537"/>
                  </a:cubicBezTo>
                  <a:cubicBezTo>
                    <a:pt x="1811" y="4537"/>
                    <a:pt x="778" y="3620"/>
                    <a:pt x="442" y="3620"/>
                  </a:cubicBezTo>
                  <a:cubicBezTo>
                    <a:pt x="404" y="3620"/>
                    <a:pt x="376" y="3631"/>
                    <a:pt x="358" y="3656"/>
                  </a:cubicBezTo>
                  <a:cubicBezTo>
                    <a:pt x="179" y="3906"/>
                    <a:pt x="1453" y="4942"/>
                    <a:pt x="1453" y="4942"/>
                  </a:cubicBezTo>
                  <a:cubicBezTo>
                    <a:pt x="1453" y="4942"/>
                    <a:pt x="642" y="4372"/>
                    <a:pt x="298" y="4372"/>
                  </a:cubicBezTo>
                  <a:cubicBezTo>
                    <a:pt x="238" y="4372"/>
                    <a:pt x="192" y="4390"/>
                    <a:pt x="168" y="4430"/>
                  </a:cubicBezTo>
                  <a:cubicBezTo>
                    <a:pt x="1" y="4692"/>
                    <a:pt x="1668" y="6180"/>
                    <a:pt x="2275" y="6549"/>
                  </a:cubicBezTo>
                  <a:cubicBezTo>
                    <a:pt x="2275" y="6549"/>
                    <a:pt x="5642" y="11911"/>
                    <a:pt x="8541" y="11911"/>
                  </a:cubicBezTo>
                  <a:cubicBezTo>
                    <a:pt x="8587" y="11911"/>
                    <a:pt x="8634" y="11910"/>
                    <a:pt x="8681" y="11907"/>
                  </a:cubicBezTo>
                  <a:cubicBezTo>
                    <a:pt x="11217" y="11752"/>
                    <a:pt x="10978" y="6609"/>
                    <a:pt x="10859" y="5240"/>
                  </a:cubicBezTo>
                  <a:lnTo>
                    <a:pt x="10859" y="5240"/>
                  </a:lnTo>
                  <a:lnTo>
                    <a:pt x="11693" y="5359"/>
                  </a:lnTo>
                  <a:cubicBezTo>
                    <a:pt x="11490" y="3525"/>
                    <a:pt x="11705" y="2013"/>
                    <a:pt x="11693" y="203"/>
                  </a:cubicBezTo>
                  <a:lnTo>
                    <a:pt x="11693" y="203"/>
                  </a:lnTo>
                  <a:cubicBezTo>
                    <a:pt x="11685" y="206"/>
                    <a:pt x="11674" y="207"/>
                    <a:pt x="11660" y="207"/>
                  </a:cubicBezTo>
                  <a:cubicBezTo>
                    <a:pt x="11471" y="207"/>
                    <a:pt x="10776" y="1"/>
                    <a:pt x="10742"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47"/>
            <p:cNvSpPr/>
            <p:nvPr/>
          </p:nvSpPr>
          <p:spPr>
            <a:xfrm>
              <a:off x="9882380" y="2563281"/>
              <a:ext cx="124139" cy="141825"/>
            </a:xfrm>
            <a:custGeom>
              <a:avLst/>
              <a:gdLst/>
              <a:ahLst/>
              <a:cxnLst/>
              <a:rect l="l" t="t" r="r" b="b"/>
              <a:pathLst>
                <a:path w="1846" h="2109" extrusionOk="0">
                  <a:moveTo>
                    <a:pt x="1393" y="1"/>
                  </a:moveTo>
                  <a:cubicBezTo>
                    <a:pt x="1393" y="1"/>
                    <a:pt x="310" y="632"/>
                    <a:pt x="0" y="1418"/>
                  </a:cubicBezTo>
                  <a:cubicBezTo>
                    <a:pt x="0" y="1418"/>
                    <a:pt x="107" y="1692"/>
                    <a:pt x="322" y="2108"/>
                  </a:cubicBezTo>
                  <a:cubicBezTo>
                    <a:pt x="750" y="1382"/>
                    <a:pt x="1274" y="739"/>
                    <a:pt x="1846" y="144"/>
                  </a:cubicBezTo>
                  <a:cubicBezTo>
                    <a:pt x="1703" y="96"/>
                    <a:pt x="1548" y="49"/>
                    <a:pt x="139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47"/>
            <p:cNvSpPr/>
            <p:nvPr/>
          </p:nvSpPr>
          <p:spPr>
            <a:xfrm>
              <a:off x="9903966" y="2170220"/>
              <a:ext cx="514914" cy="829431"/>
            </a:xfrm>
            <a:custGeom>
              <a:avLst/>
              <a:gdLst/>
              <a:ahLst/>
              <a:cxnLst/>
              <a:rect l="l" t="t" r="r" b="b"/>
              <a:pathLst>
                <a:path w="7657" h="12334" extrusionOk="0">
                  <a:moveTo>
                    <a:pt x="7656" y="0"/>
                  </a:moveTo>
                  <a:cubicBezTo>
                    <a:pt x="7656" y="0"/>
                    <a:pt x="5525" y="226"/>
                    <a:pt x="4656" y="3358"/>
                  </a:cubicBezTo>
                  <a:cubicBezTo>
                    <a:pt x="4370" y="4417"/>
                    <a:pt x="4227" y="5798"/>
                    <a:pt x="4358" y="7620"/>
                  </a:cubicBezTo>
                  <a:cubicBezTo>
                    <a:pt x="4358" y="7620"/>
                    <a:pt x="3096" y="6560"/>
                    <a:pt x="1525" y="5989"/>
                  </a:cubicBezTo>
                  <a:cubicBezTo>
                    <a:pt x="953" y="6584"/>
                    <a:pt x="429" y="7227"/>
                    <a:pt x="1" y="7953"/>
                  </a:cubicBezTo>
                  <a:cubicBezTo>
                    <a:pt x="524" y="8977"/>
                    <a:pt x="1715" y="10859"/>
                    <a:pt x="3703" y="11668"/>
                  </a:cubicBezTo>
                  <a:cubicBezTo>
                    <a:pt x="4814" y="12117"/>
                    <a:pt x="5522" y="12334"/>
                    <a:pt x="5992" y="12334"/>
                  </a:cubicBezTo>
                  <a:cubicBezTo>
                    <a:pt x="6707" y="12334"/>
                    <a:pt x="6877" y="11835"/>
                    <a:pt x="7085" y="10894"/>
                  </a:cubicBezTo>
                  <a:cubicBezTo>
                    <a:pt x="7418" y="9346"/>
                    <a:pt x="7656" y="0"/>
                    <a:pt x="76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47"/>
            <p:cNvSpPr/>
            <p:nvPr/>
          </p:nvSpPr>
          <p:spPr>
            <a:xfrm>
              <a:off x="10129783" y="4315953"/>
              <a:ext cx="505298" cy="350359"/>
            </a:xfrm>
            <a:custGeom>
              <a:avLst/>
              <a:gdLst/>
              <a:ahLst/>
              <a:cxnLst/>
              <a:rect l="l" t="t" r="r" b="b"/>
              <a:pathLst>
                <a:path w="7514" h="5210" extrusionOk="0">
                  <a:moveTo>
                    <a:pt x="7025" y="1"/>
                  </a:moveTo>
                  <a:cubicBezTo>
                    <a:pt x="5989" y="36"/>
                    <a:pt x="4953" y="84"/>
                    <a:pt x="3905" y="191"/>
                  </a:cubicBezTo>
                  <a:cubicBezTo>
                    <a:pt x="3989" y="1048"/>
                    <a:pt x="4084" y="1810"/>
                    <a:pt x="4191" y="2465"/>
                  </a:cubicBezTo>
                  <a:cubicBezTo>
                    <a:pt x="4191" y="2465"/>
                    <a:pt x="0" y="4025"/>
                    <a:pt x="24" y="4823"/>
                  </a:cubicBezTo>
                  <a:cubicBezTo>
                    <a:pt x="33" y="5117"/>
                    <a:pt x="718" y="5209"/>
                    <a:pt x="1571" y="5209"/>
                  </a:cubicBezTo>
                  <a:cubicBezTo>
                    <a:pt x="2993" y="5209"/>
                    <a:pt x="4882" y="4954"/>
                    <a:pt x="4882" y="4954"/>
                  </a:cubicBezTo>
                  <a:cubicBezTo>
                    <a:pt x="4882" y="4954"/>
                    <a:pt x="5254" y="5042"/>
                    <a:pt x="5693" y="5042"/>
                  </a:cubicBezTo>
                  <a:cubicBezTo>
                    <a:pt x="6492" y="5042"/>
                    <a:pt x="7513" y="4749"/>
                    <a:pt x="6906" y="3096"/>
                  </a:cubicBezTo>
                  <a:lnTo>
                    <a:pt x="7025" y="1"/>
                  </a:ln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47"/>
            <p:cNvSpPr/>
            <p:nvPr/>
          </p:nvSpPr>
          <p:spPr>
            <a:xfrm>
              <a:off x="10349952" y="3173418"/>
              <a:ext cx="293132" cy="1155447"/>
            </a:xfrm>
            <a:custGeom>
              <a:avLst/>
              <a:gdLst/>
              <a:ahLst/>
              <a:cxnLst/>
              <a:rect l="l" t="t" r="r" b="b"/>
              <a:pathLst>
                <a:path w="4359" h="17182" extrusionOk="0">
                  <a:moveTo>
                    <a:pt x="0" y="1"/>
                  </a:moveTo>
                  <a:cubicBezTo>
                    <a:pt x="0" y="1"/>
                    <a:pt x="48" y="10895"/>
                    <a:pt x="643" y="17181"/>
                  </a:cubicBezTo>
                  <a:cubicBezTo>
                    <a:pt x="1679" y="17074"/>
                    <a:pt x="2715" y="17026"/>
                    <a:pt x="3751" y="16991"/>
                  </a:cubicBezTo>
                  <a:lnTo>
                    <a:pt x="4358" y="1274"/>
                  </a:lnTo>
                  <a:lnTo>
                    <a:pt x="0" y="1"/>
                  </a:ln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47"/>
            <p:cNvSpPr/>
            <p:nvPr/>
          </p:nvSpPr>
          <p:spPr>
            <a:xfrm>
              <a:off x="10711810" y="3163801"/>
              <a:ext cx="394272" cy="1137828"/>
            </a:xfrm>
            <a:custGeom>
              <a:avLst/>
              <a:gdLst/>
              <a:ahLst/>
              <a:cxnLst/>
              <a:rect l="l" t="t" r="r" b="b"/>
              <a:pathLst>
                <a:path w="5863" h="16920" extrusionOk="0">
                  <a:moveTo>
                    <a:pt x="4222" y="1"/>
                  </a:moveTo>
                  <a:cubicBezTo>
                    <a:pt x="2489" y="1"/>
                    <a:pt x="1" y="632"/>
                    <a:pt x="1" y="632"/>
                  </a:cubicBezTo>
                  <a:cubicBezTo>
                    <a:pt x="1" y="632"/>
                    <a:pt x="1204" y="10561"/>
                    <a:pt x="2096" y="16919"/>
                  </a:cubicBezTo>
                  <a:cubicBezTo>
                    <a:pt x="2227" y="16907"/>
                    <a:pt x="2370" y="16896"/>
                    <a:pt x="2513" y="16872"/>
                  </a:cubicBezTo>
                  <a:cubicBezTo>
                    <a:pt x="3537" y="16812"/>
                    <a:pt x="4513" y="16646"/>
                    <a:pt x="5466" y="16407"/>
                  </a:cubicBezTo>
                  <a:cubicBezTo>
                    <a:pt x="5609" y="12693"/>
                    <a:pt x="5799" y="6942"/>
                    <a:pt x="5859" y="739"/>
                  </a:cubicBezTo>
                  <a:cubicBezTo>
                    <a:pt x="5863" y="182"/>
                    <a:pt x="5151" y="1"/>
                    <a:pt x="4222" y="1"/>
                  </a:cubicBez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47"/>
            <p:cNvSpPr/>
            <p:nvPr/>
          </p:nvSpPr>
          <p:spPr>
            <a:xfrm>
              <a:off x="10611746" y="4267131"/>
              <a:ext cx="495749" cy="430182"/>
            </a:xfrm>
            <a:custGeom>
              <a:avLst/>
              <a:gdLst/>
              <a:ahLst/>
              <a:cxnLst/>
              <a:rect l="l" t="t" r="r" b="b"/>
              <a:pathLst>
                <a:path w="7372" h="6397" extrusionOk="0">
                  <a:moveTo>
                    <a:pt x="6954" y="0"/>
                  </a:moveTo>
                  <a:lnTo>
                    <a:pt x="6954" y="0"/>
                  </a:lnTo>
                  <a:cubicBezTo>
                    <a:pt x="6001" y="239"/>
                    <a:pt x="5025" y="405"/>
                    <a:pt x="4001" y="465"/>
                  </a:cubicBezTo>
                  <a:cubicBezTo>
                    <a:pt x="3858" y="489"/>
                    <a:pt x="3727" y="500"/>
                    <a:pt x="3584" y="512"/>
                  </a:cubicBezTo>
                  <a:cubicBezTo>
                    <a:pt x="3751" y="1727"/>
                    <a:pt x="3906" y="2810"/>
                    <a:pt x="4049" y="3668"/>
                  </a:cubicBezTo>
                  <a:cubicBezTo>
                    <a:pt x="4049" y="3668"/>
                    <a:pt x="1" y="5203"/>
                    <a:pt x="25" y="5989"/>
                  </a:cubicBezTo>
                  <a:cubicBezTo>
                    <a:pt x="34" y="6302"/>
                    <a:pt x="760" y="6397"/>
                    <a:pt x="1639" y="6397"/>
                  </a:cubicBezTo>
                  <a:cubicBezTo>
                    <a:pt x="3004" y="6397"/>
                    <a:pt x="4739" y="6168"/>
                    <a:pt x="4739" y="6168"/>
                  </a:cubicBezTo>
                  <a:cubicBezTo>
                    <a:pt x="4739" y="6168"/>
                    <a:pt x="5109" y="6256"/>
                    <a:pt x="5547" y="6256"/>
                  </a:cubicBezTo>
                  <a:cubicBezTo>
                    <a:pt x="6347" y="6256"/>
                    <a:pt x="7372" y="5962"/>
                    <a:pt x="6763" y="4299"/>
                  </a:cubicBezTo>
                  <a:cubicBezTo>
                    <a:pt x="6763" y="4299"/>
                    <a:pt x="6847" y="2679"/>
                    <a:pt x="6954" y="0"/>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47"/>
            <p:cNvSpPr/>
            <p:nvPr/>
          </p:nvSpPr>
          <p:spPr>
            <a:xfrm>
              <a:off x="10150563" y="2832338"/>
              <a:ext cx="1147444" cy="1383550"/>
            </a:xfrm>
            <a:custGeom>
              <a:avLst/>
              <a:gdLst/>
              <a:ahLst/>
              <a:cxnLst/>
              <a:rect l="l" t="t" r="r" b="b"/>
              <a:pathLst>
                <a:path w="17063" h="20574" extrusionOk="0">
                  <a:moveTo>
                    <a:pt x="12740" y="0"/>
                  </a:moveTo>
                  <a:cubicBezTo>
                    <a:pt x="10655" y="581"/>
                    <a:pt x="8453" y="753"/>
                    <a:pt x="6294" y="753"/>
                  </a:cubicBezTo>
                  <a:cubicBezTo>
                    <a:pt x="5223" y="753"/>
                    <a:pt x="4163" y="711"/>
                    <a:pt x="3132" y="655"/>
                  </a:cubicBezTo>
                  <a:cubicBezTo>
                    <a:pt x="2953" y="1179"/>
                    <a:pt x="1" y="5073"/>
                    <a:pt x="989" y="19812"/>
                  </a:cubicBezTo>
                  <a:cubicBezTo>
                    <a:pt x="989" y="19812"/>
                    <a:pt x="4303" y="20574"/>
                    <a:pt x="8105" y="20574"/>
                  </a:cubicBezTo>
                  <a:cubicBezTo>
                    <a:pt x="10647" y="20574"/>
                    <a:pt x="13406" y="20233"/>
                    <a:pt x="15538" y="19098"/>
                  </a:cubicBezTo>
                  <a:cubicBezTo>
                    <a:pt x="17062" y="2060"/>
                    <a:pt x="12943" y="334"/>
                    <a:pt x="127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47"/>
            <p:cNvSpPr/>
            <p:nvPr/>
          </p:nvSpPr>
          <p:spPr>
            <a:xfrm>
              <a:off x="9804709" y="2450911"/>
              <a:ext cx="84934" cy="91658"/>
            </a:xfrm>
            <a:custGeom>
              <a:avLst/>
              <a:gdLst/>
              <a:ahLst/>
              <a:cxnLst/>
              <a:rect l="l" t="t" r="r" b="b"/>
              <a:pathLst>
                <a:path w="1263" h="1363" extrusionOk="0">
                  <a:moveTo>
                    <a:pt x="1221" y="0"/>
                  </a:moveTo>
                  <a:cubicBezTo>
                    <a:pt x="1215" y="0"/>
                    <a:pt x="1209" y="2"/>
                    <a:pt x="1203" y="5"/>
                  </a:cubicBezTo>
                  <a:cubicBezTo>
                    <a:pt x="1191" y="5"/>
                    <a:pt x="0" y="398"/>
                    <a:pt x="48" y="1327"/>
                  </a:cubicBezTo>
                  <a:cubicBezTo>
                    <a:pt x="48" y="1351"/>
                    <a:pt x="60" y="1362"/>
                    <a:pt x="84" y="1362"/>
                  </a:cubicBezTo>
                  <a:cubicBezTo>
                    <a:pt x="107" y="1362"/>
                    <a:pt x="119" y="1339"/>
                    <a:pt x="119" y="1315"/>
                  </a:cubicBezTo>
                  <a:cubicBezTo>
                    <a:pt x="84" y="446"/>
                    <a:pt x="1215" y="77"/>
                    <a:pt x="1227" y="77"/>
                  </a:cubicBezTo>
                  <a:cubicBezTo>
                    <a:pt x="1250" y="65"/>
                    <a:pt x="1262" y="41"/>
                    <a:pt x="1250" y="29"/>
                  </a:cubicBezTo>
                  <a:cubicBezTo>
                    <a:pt x="1250" y="11"/>
                    <a:pt x="1238" y="0"/>
                    <a:pt x="122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47"/>
            <p:cNvSpPr/>
            <p:nvPr/>
          </p:nvSpPr>
          <p:spPr>
            <a:xfrm>
              <a:off x="10183380" y="2680225"/>
              <a:ext cx="16072" cy="191386"/>
            </a:xfrm>
            <a:custGeom>
              <a:avLst/>
              <a:gdLst/>
              <a:ahLst/>
              <a:cxnLst/>
              <a:rect l="l" t="t" r="r" b="b"/>
              <a:pathLst>
                <a:path w="239" h="2846" extrusionOk="0">
                  <a:moveTo>
                    <a:pt x="203" y="0"/>
                  </a:moveTo>
                  <a:cubicBezTo>
                    <a:pt x="179" y="0"/>
                    <a:pt x="168" y="12"/>
                    <a:pt x="168" y="36"/>
                  </a:cubicBezTo>
                  <a:cubicBezTo>
                    <a:pt x="168" y="48"/>
                    <a:pt x="1" y="1715"/>
                    <a:pt x="1" y="2810"/>
                  </a:cubicBezTo>
                  <a:cubicBezTo>
                    <a:pt x="1" y="2822"/>
                    <a:pt x="13" y="2846"/>
                    <a:pt x="37" y="2846"/>
                  </a:cubicBezTo>
                  <a:cubicBezTo>
                    <a:pt x="60" y="2846"/>
                    <a:pt x="72" y="2822"/>
                    <a:pt x="72" y="2810"/>
                  </a:cubicBezTo>
                  <a:cubicBezTo>
                    <a:pt x="72" y="1715"/>
                    <a:pt x="239" y="60"/>
                    <a:pt x="239" y="48"/>
                  </a:cubicBezTo>
                  <a:cubicBezTo>
                    <a:pt x="239" y="24"/>
                    <a:pt x="227" y="0"/>
                    <a:pt x="20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47"/>
            <p:cNvSpPr/>
            <p:nvPr/>
          </p:nvSpPr>
          <p:spPr>
            <a:xfrm>
              <a:off x="10612553" y="4643448"/>
              <a:ext cx="461251" cy="60119"/>
            </a:xfrm>
            <a:custGeom>
              <a:avLst/>
              <a:gdLst/>
              <a:ahLst/>
              <a:cxnLst/>
              <a:rect l="l" t="t" r="r" b="b"/>
              <a:pathLst>
                <a:path w="6859" h="894" extrusionOk="0">
                  <a:moveTo>
                    <a:pt x="6859" y="0"/>
                  </a:moveTo>
                  <a:cubicBezTo>
                    <a:pt x="6050" y="215"/>
                    <a:pt x="4798" y="458"/>
                    <a:pt x="3229" y="458"/>
                  </a:cubicBezTo>
                  <a:cubicBezTo>
                    <a:pt x="2280" y="458"/>
                    <a:pt x="1214" y="369"/>
                    <a:pt x="60" y="131"/>
                  </a:cubicBezTo>
                  <a:cubicBezTo>
                    <a:pt x="1" y="358"/>
                    <a:pt x="13" y="500"/>
                    <a:pt x="13" y="500"/>
                  </a:cubicBezTo>
                  <a:cubicBezTo>
                    <a:pt x="13" y="500"/>
                    <a:pt x="382" y="893"/>
                    <a:pt x="3263" y="893"/>
                  </a:cubicBezTo>
                  <a:cubicBezTo>
                    <a:pt x="5847" y="893"/>
                    <a:pt x="6799" y="548"/>
                    <a:pt x="6799" y="548"/>
                  </a:cubicBezTo>
                  <a:cubicBezTo>
                    <a:pt x="6823" y="358"/>
                    <a:pt x="6847" y="179"/>
                    <a:pt x="68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47"/>
            <p:cNvSpPr/>
            <p:nvPr/>
          </p:nvSpPr>
          <p:spPr>
            <a:xfrm>
              <a:off x="10616588" y="4529733"/>
              <a:ext cx="301067" cy="160116"/>
            </a:xfrm>
            <a:custGeom>
              <a:avLst/>
              <a:gdLst/>
              <a:ahLst/>
              <a:cxnLst/>
              <a:rect l="l" t="t" r="r" b="b"/>
              <a:pathLst>
                <a:path w="4477" h="2381" extrusionOk="0">
                  <a:moveTo>
                    <a:pt x="3382" y="1"/>
                  </a:moveTo>
                  <a:cubicBezTo>
                    <a:pt x="3382" y="1"/>
                    <a:pt x="0" y="870"/>
                    <a:pt x="0" y="1822"/>
                  </a:cubicBezTo>
                  <a:cubicBezTo>
                    <a:pt x="0" y="2211"/>
                    <a:pt x="533" y="2380"/>
                    <a:pt x="1785" y="2380"/>
                  </a:cubicBezTo>
                  <a:cubicBezTo>
                    <a:pt x="2259" y="2380"/>
                    <a:pt x="2835" y="2356"/>
                    <a:pt x="3524" y="2310"/>
                  </a:cubicBezTo>
                  <a:lnTo>
                    <a:pt x="4477" y="2287"/>
                  </a:lnTo>
                  <a:cubicBezTo>
                    <a:pt x="4477" y="2287"/>
                    <a:pt x="4013" y="620"/>
                    <a:pt x="33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47"/>
            <p:cNvSpPr/>
            <p:nvPr/>
          </p:nvSpPr>
          <p:spPr>
            <a:xfrm>
              <a:off x="10130590" y="4608210"/>
              <a:ext cx="474028" cy="64894"/>
            </a:xfrm>
            <a:custGeom>
              <a:avLst/>
              <a:gdLst/>
              <a:ahLst/>
              <a:cxnLst/>
              <a:rect l="l" t="t" r="r" b="b"/>
              <a:pathLst>
                <a:path w="7049" h="965" extrusionOk="0">
                  <a:moveTo>
                    <a:pt x="7049" y="0"/>
                  </a:moveTo>
                  <a:lnTo>
                    <a:pt x="7049" y="0"/>
                  </a:lnTo>
                  <a:cubicBezTo>
                    <a:pt x="6202" y="226"/>
                    <a:pt x="4789" y="512"/>
                    <a:pt x="3059" y="512"/>
                  </a:cubicBezTo>
                  <a:cubicBezTo>
                    <a:pt x="2137" y="512"/>
                    <a:pt x="1124" y="430"/>
                    <a:pt x="60" y="215"/>
                  </a:cubicBezTo>
                  <a:cubicBezTo>
                    <a:pt x="0" y="429"/>
                    <a:pt x="12" y="572"/>
                    <a:pt x="12" y="572"/>
                  </a:cubicBezTo>
                  <a:cubicBezTo>
                    <a:pt x="12" y="572"/>
                    <a:pt x="381" y="965"/>
                    <a:pt x="3274" y="965"/>
                  </a:cubicBezTo>
                  <a:cubicBezTo>
                    <a:pt x="5846" y="965"/>
                    <a:pt x="6989" y="548"/>
                    <a:pt x="6989" y="548"/>
                  </a:cubicBezTo>
                  <a:cubicBezTo>
                    <a:pt x="7025" y="358"/>
                    <a:pt x="7037" y="179"/>
                    <a:pt x="70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47"/>
            <p:cNvSpPr/>
            <p:nvPr/>
          </p:nvSpPr>
          <p:spPr>
            <a:xfrm>
              <a:off x="10134558" y="4499337"/>
              <a:ext cx="301134" cy="160385"/>
            </a:xfrm>
            <a:custGeom>
              <a:avLst/>
              <a:gdLst/>
              <a:ahLst/>
              <a:cxnLst/>
              <a:rect l="l" t="t" r="r" b="b"/>
              <a:pathLst>
                <a:path w="4478" h="2385" extrusionOk="0">
                  <a:moveTo>
                    <a:pt x="3382" y="0"/>
                  </a:moveTo>
                  <a:cubicBezTo>
                    <a:pt x="3382" y="0"/>
                    <a:pt x="1" y="869"/>
                    <a:pt x="1" y="1834"/>
                  </a:cubicBezTo>
                  <a:cubicBezTo>
                    <a:pt x="1" y="2218"/>
                    <a:pt x="546" y="2385"/>
                    <a:pt x="1831" y="2385"/>
                  </a:cubicBezTo>
                  <a:cubicBezTo>
                    <a:pt x="2296" y="2385"/>
                    <a:pt x="2857" y="2363"/>
                    <a:pt x="3525" y="2322"/>
                  </a:cubicBezTo>
                  <a:lnTo>
                    <a:pt x="4477" y="2286"/>
                  </a:lnTo>
                  <a:cubicBezTo>
                    <a:pt x="4477" y="2286"/>
                    <a:pt x="4013" y="631"/>
                    <a:pt x="33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47"/>
            <p:cNvSpPr/>
            <p:nvPr/>
          </p:nvSpPr>
          <p:spPr>
            <a:xfrm>
              <a:off x="10377994" y="3223517"/>
              <a:ext cx="489226" cy="1513674"/>
            </a:xfrm>
            <a:custGeom>
              <a:avLst/>
              <a:gdLst/>
              <a:ahLst/>
              <a:cxnLst/>
              <a:rect l="l" t="t" r="r" b="b"/>
              <a:pathLst>
                <a:path w="7275" h="22509" extrusionOk="0">
                  <a:moveTo>
                    <a:pt x="3049" y="0"/>
                  </a:moveTo>
                  <a:cubicBezTo>
                    <a:pt x="2982" y="0"/>
                    <a:pt x="2915" y="2"/>
                    <a:pt x="2846" y="6"/>
                  </a:cubicBezTo>
                  <a:cubicBezTo>
                    <a:pt x="2024" y="41"/>
                    <a:pt x="1381" y="351"/>
                    <a:pt x="929" y="910"/>
                  </a:cubicBezTo>
                  <a:cubicBezTo>
                    <a:pt x="0" y="2089"/>
                    <a:pt x="322" y="3958"/>
                    <a:pt x="345" y="4030"/>
                  </a:cubicBezTo>
                  <a:cubicBezTo>
                    <a:pt x="388" y="4274"/>
                    <a:pt x="601" y="4442"/>
                    <a:pt x="832" y="4442"/>
                  </a:cubicBezTo>
                  <a:cubicBezTo>
                    <a:pt x="860" y="4442"/>
                    <a:pt x="888" y="4440"/>
                    <a:pt x="917" y="4435"/>
                  </a:cubicBezTo>
                  <a:cubicBezTo>
                    <a:pt x="1191" y="4387"/>
                    <a:pt x="1381" y="4125"/>
                    <a:pt x="1322" y="3851"/>
                  </a:cubicBezTo>
                  <a:cubicBezTo>
                    <a:pt x="1322" y="3839"/>
                    <a:pt x="1072" y="2351"/>
                    <a:pt x="1715" y="1530"/>
                  </a:cubicBezTo>
                  <a:cubicBezTo>
                    <a:pt x="1988" y="1196"/>
                    <a:pt x="2369" y="1030"/>
                    <a:pt x="2893" y="1006"/>
                  </a:cubicBezTo>
                  <a:cubicBezTo>
                    <a:pt x="2950" y="1002"/>
                    <a:pt x="3006" y="1001"/>
                    <a:pt x="3060" y="1001"/>
                  </a:cubicBezTo>
                  <a:cubicBezTo>
                    <a:pt x="3586" y="1001"/>
                    <a:pt x="3996" y="1157"/>
                    <a:pt x="4298" y="1470"/>
                  </a:cubicBezTo>
                  <a:cubicBezTo>
                    <a:pt x="5060" y="2232"/>
                    <a:pt x="4989" y="3673"/>
                    <a:pt x="4989" y="3685"/>
                  </a:cubicBezTo>
                  <a:cubicBezTo>
                    <a:pt x="4989" y="3708"/>
                    <a:pt x="4989" y="3732"/>
                    <a:pt x="4989" y="3756"/>
                  </a:cubicBezTo>
                  <a:lnTo>
                    <a:pt x="6251" y="22044"/>
                  </a:lnTo>
                  <a:cubicBezTo>
                    <a:pt x="6275" y="22306"/>
                    <a:pt x="6489" y="22508"/>
                    <a:pt x="6751" y="22508"/>
                  </a:cubicBezTo>
                  <a:lnTo>
                    <a:pt x="6787" y="22508"/>
                  </a:lnTo>
                  <a:cubicBezTo>
                    <a:pt x="7060" y="22496"/>
                    <a:pt x="7275" y="22258"/>
                    <a:pt x="7251" y="21973"/>
                  </a:cubicBezTo>
                  <a:lnTo>
                    <a:pt x="6001" y="3708"/>
                  </a:lnTo>
                  <a:cubicBezTo>
                    <a:pt x="6001" y="3447"/>
                    <a:pt x="6025" y="1780"/>
                    <a:pt x="5013" y="768"/>
                  </a:cubicBezTo>
                  <a:cubicBezTo>
                    <a:pt x="4507" y="262"/>
                    <a:pt x="3850" y="0"/>
                    <a:pt x="304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47"/>
            <p:cNvSpPr/>
            <p:nvPr/>
          </p:nvSpPr>
          <p:spPr>
            <a:xfrm>
              <a:off x="10540531" y="2823798"/>
              <a:ext cx="640465" cy="553581"/>
            </a:xfrm>
            <a:custGeom>
              <a:avLst/>
              <a:gdLst/>
              <a:ahLst/>
              <a:cxnLst/>
              <a:rect l="l" t="t" r="r" b="b"/>
              <a:pathLst>
                <a:path w="9524" h="8232" extrusionOk="0">
                  <a:moveTo>
                    <a:pt x="7622" y="1"/>
                  </a:moveTo>
                  <a:cubicBezTo>
                    <a:pt x="7398" y="1"/>
                    <a:pt x="7164" y="43"/>
                    <a:pt x="6929" y="127"/>
                  </a:cubicBezTo>
                  <a:cubicBezTo>
                    <a:pt x="4751" y="2032"/>
                    <a:pt x="2191" y="5176"/>
                    <a:pt x="2191" y="5176"/>
                  </a:cubicBezTo>
                  <a:cubicBezTo>
                    <a:pt x="2191" y="5176"/>
                    <a:pt x="583" y="5319"/>
                    <a:pt x="405" y="5723"/>
                  </a:cubicBezTo>
                  <a:cubicBezTo>
                    <a:pt x="301" y="5968"/>
                    <a:pt x="627" y="6014"/>
                    <a:pt x="887" y="6014"/>
                  </a:cubicBezTo>
                  <a:cubicBezTo>
                    <a:pt x="1045" y="6014"/>
                    <a:pt x="1179" y="5997"/>
                    <a:pt x="1179" y="5997"/>
                  </a:cubicBezTo>
                  <a:lnTo>
                    <a:pt x="1179" y="5997"/>
                  </a:lnTo>
                  <a:cubicBezTo>
                    <a:pt x="1179" y="5997"/>
                    <a:pt x="0" y="6581"/>
                    <a:pt x="191" y="6878"/>
                  </a:cubicBezTo>
                  <a:cubicBezTo>
                    <a:pt x="283" y="7014"/>
                    <a:pt x="416" y="7050"/>
                    <a:pt x="535" y="7050"/>
                  </a:cubicBezTo>
                  <a:cubicBezTo>
                    <a:pt x="677" y="7050"/>
                    <a:pt x="798" y="6997"/>
                    <a:pt x="798" y="6997"/>
                  </a:cubicBezTo>
                  <a:lnTo>
                    <a:pt x="798" y="6997"/>
                  </a:lnTo>
                  <a:cubicBezTo>
                    <a:pt x="797" y="6998"/>
                    <a:pt x="322" y="7224"/>
                    <a:pt x="703" y="7545"/>
                  </a:cubicBezTo>
                  <a:cubicBezTo>
                    <a:pt x="763" y="7590"/>
                    <a:pt x="819" y="7606"/>
                    <a:pt x="868" y="7606"/>
                  </a:cubicBezTo>
                  <a:cubicBezTo>
                    <a:pt x="970" y="7606"/>
                    <a:pt x="1043" y="7535"/>
                    <a:pt x="1071" y="7502"/>
                  </a:cubicBezTo>
                  <a:lnTo>
                    <a:pt x="1071" y="7502"/>
                  </a:lnTo>
                  <a:cubicBezTo>
                    <a:pt x="1026" y="7562"/>
                    <a:pt x="891" y="7776"/>
                    <a:pt x="1084" y="7938"/>
                  </a:cubicBezTo>
                  <a:cubicBezTo>
                    <a:pt x="1143" y="7991"/>
                    <a:pt x="1201" y="8010"/>
                    <a:pt x="1255" y="8010"/>
                  </a:cubicBezTo>
                  <a:cubicBezTo>
                    <a:pt x="1395" y="8010"/>
                    <a:pt x="1506" y="7878"/>
                    <a:pt x="1522" y="7857"/>
                  </a:cubicBezTo>
                  <a:lnTo>
                    <a:pt x="1522" y="7857"/>
                  </a:lnTo>
                  <a:cubicBezTo>
                    <a:pt x="1506" y="7879"/>
                    <a:pt x="1412" y="8024"/>
                    <a:pt x="1643" y="8200"/>
                  </a:cubicBezTo>
                  <a:cubicBezTo>
                    <a:pt x="1673" y="8222"/>
                    <a:pt x="1711" y="8232"/>
                    <a:pt x="1755" y="8232"/>
                  </a:cubicBezTo>
                  <a:cubicBezTo>
                    <a:pt x="2096" y="8232"/>
                    <a:pt x="2820" y="7621"/>
                    <a:pt x="3358" y="7009"/>
                  </a:cubicBezTo>
                  <a:cubicBezTo>
                    <a:pt x="3358" y="7009"/>
                    <a:pt x="6620" y="4628"/>
                    <a:pt x="9061" y="2842"/>
                  </a:cubicBezTo>
                  <a:cubicBezTo>
                    <a:pt x="9523" y="961"/>
                    <a:pt x="8692" y="1"/>
                    <a:pt x="7622"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47"/>
            <p:cNvSpPr/>
            <p:nvPr/>
          </p:nvSpPr>
          <p:spPr>
            <a:xfrm>
              <a:off x="10745501" y="1829544"/>
              <a:ext cx="353991" cy="270469"/>
            </a:xfrm>
            <a:custGeom>
              <a:avLst/>
              <a:gdLst/>
              <a:ahLst/>
              <a:cxnLst/>
              <a:rect l="l" t="t" r="r" b="b"/>
              <a:pathLst>
                <a:path w="5264" h="4022" extrusionOk="0">
                  <a:moveTo>
                    <a:pt x="4268" y="0"/>
                  </a:moveTo>
                  <a:cubicBezTo>
                    <a:pt x="4243" y="0"/>
                    <a:pt x="4217" y="2"/>
                    <a:pt x="4191" y="6"/>
                  </a:cubicBezTo>
                  <a:cubicBezTo>
                    <a:pt x="3453" y="113"/>
                    <a:pt x="786" y="1196"/>
                    <a:pt x="857" y="1732"/>
                  </a:cubicBezTo>
                  <a:cubicBezTo>
                    <a:pt x="857" y="1732"/>
                    <a:pt x="0" y="3173"/>
                    <a:pt x="1345" y="3792"/>
                  </a:cubicBezTo>
                  <a:cubicBezTo>
                    <a:pt x="1691" y="3950"/>
                    <a:pt x="2078" y="4022"/>
                    <a:pt x="2467" y="4022"/>
                  </a:cubicBezTo>
                  <a:cubicBezTo>
                    <a:pt x="3605" y="4022"/>
                    <a:pt x="4764" y="3405"/>
                    <a:pt x="4977" y="2518"/>
                  </a:cubicBezTo>
                  <a:cubicBezTo>
                    <a:pt x="5264" y="1370"/>
                    <a:pt x="4953" y="0"/>
                    <a:pt x="4268"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47"/>
            <p:cNvSpPr/>
            <p:nvPr/>
          </p:nvSpPr>
          <p:spPr>
            <a:xfrm>
              <a:off x="10128976" y="1326263"/>
              <a:ext cx="1020077" cy="735620"/>
            </a:xfrm>
            <a:custGeom>
              <a:avLst/>
              <a:gdLst/>
              <a:ahLst/>
              <a:cxnLst/>
              <a:rect l="l" t="t" r="r" b="b"/>
              <a:pathLst>
                <a:path w="15169" h="10939" extrusionOk="0">
                  <a:moveTo>
                    <a:pt x="6717" y="1"/>
                  </a:moveTo>
                  <a:cubicBezTo>
                    <a:pt x="4563" y="1"/>
                    <a:pt x="2535" y="259"/>
                    <a:pt x="1465" y="858"/>
                  </a:cubicBezTo>
                  <a:cubicBezTo>
                    <a:pt x="1465" y="858"/>
                    <a:pt x="774" y="2870"/>
                    <a:pt x="393" y="4263"/>
                  </a:cubicBezTo>
                  <a:cubicBezTo>
                    <a:pt x="0" y="5668"/>
                    <a:pt x="2084" y="8680"/>
                    <a:pt x="2810" y="9240"/>
                  </a:cubicBezTo>
                  <a:cubicBezTo>
                    <a:pt x="3361" y="9663"/>
                    <a:pt x="6113" y="10938"/>
                    <a:pt x="8852" y="10938"/>
                  </a:cubicBezTo>
                  <a:cubicBezTo>
                    <a:pt x="11440" y="10938"/>
                    <a:pt x="14016" y="9800"/>
                    <a:pt x="14716" y="5728"/>
                  </a:cubicBezTo>
                  <a:cubicBezTo>
                    <a:pt x="14966" y="4275"/>
                    <a:pt x="15169" y="3477"/>
                    <a:pt x="14728" y="1846"/>
                  </a:cubicBezTo>
                  <a:cubicBezTo>
                    <a:pt x="14428" y="751"/>
                    <a:pt x="10389" y="1"/>
                    <a:pt x="6717"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47"/>
            <p:cNvSpPr/>
            <p:nvPr/>
          </p:nvSpPr>
          <p:spPr>
            <a:xfrm>
              <a:off x="10873608" y="1747636"/>
              <a:ext cx="187284" cy="212031"/>
            </a:xfrm>
            <a:custGeom>
              <a:avLst/>
              <a:gdLst/>
              <a:ahLst/>
              <a:cxnLst/>
              <a:rect l="l" t="t" r="r" b="b"/>
              <a:pathLst>
                <a:path w="2785" h="3153" extrusionOk="0">
                  <a:moveTo>
                    <a:pt x="1383" y="0"/>
                  </a:moveTo>
                  <a:cubicBezTo>
                    <a:pt x="1037" y="0"/>
                    <a:pt x="762" y="81"/>
                    <a:pt x="762" y="81"/>
                  </a:cubicBezTo>
                  <a:lnTo>
                    <a:pt x="0" y="2212"/>
                  </a:lnTo>
                  <a:cubicBezTo>
                    <a:pt x="264" y="2815"/>
                    <a:pt x="848" y="3152"/>
                    <a:pt x="1412" y="3152"/>
                  </a:cubicBezTo>
                  <a:cubicBezTo>
                    <a:pt x="2096" y="3152"/>
                    <a:pt x="2749" y="2656"/>
                    <a:pt x="2762" y="1533"/>
                  </a:cubicBezTo>
                  <a:cubicBezTo>
                    <a:pt x="2785" y="238"/>
                    <a:pt x="1979" y="0"/>
                    <a:pt x="1383" y="0"/>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47"/>
            <p:cNvSpPr/>
            <p:nvPr/>
          </p:nvSpPr>
          <p:spPr>
            <a:xfrm>
              <a:off x="10218617" y="1225123"/>
              <a:ext cx="815174" cy="858616"/>
            </a:xfrm>
            <a:custGeom>
              <a:avLst/>
              <a:gdLst/>
              <a:ahLst/>
              <a:cxnLst/>
              <a:rect l="l" t="t" r="r" b="b"/>
              <a:pathLst>
                <a:path w="12122" h="12768" extrusionOk="0">
                  <a:moveTo>
                    <a:pt x="4638" y="0"/>
                  </a:moveTo>
                  <a:cubicBezTo>
                    <a:pt x="2804" y="0"/>
                    <a:pt x="1287" y="638"/>
                    <a:pt x="620" y="2350"/>
                  </a:cubicBezTo>
                  <a:cubicBezTo>
                    <a:pt x="620" y="2350"/>
                    <a:pt x="346" y="4755"/>
                    <a:pt x="156" y="7613"/>
                  </a:cubicBezTo>
                  <a:cubicBezTo>
                    <a:pt x="1" y="9923"/>
                    <a:pt x="1060" y="12268"/>
                    <a:pt x="4513" y="12673"/>
                  </a:cubicBezTo>
                  <a:cubicBezTo>
                    <a:pt x="5023" y="12735"/>
                    <a:pt x="5499" y="12767"/>
                    <a:pt x="5944" y="12767"/>
                  </a:cubicBezTo>
                  <a:cubicBezTo>
                    <a:pt x="8587" y="12767"/>
                    <a:pt x="10133" y="11609"/>
                    <a:pt x="11050" y="8470"/>
                  </a:cubicBezTo>
                  <a:cubicBezTo>
                    <a:pt x="12121" y="4803"/>
                    <a:pt x="11740" y="1719"/>
                    <a:pt x="8418" y="671"/>
                  </a:cubicBezTo>
                  <a:cubicBezTo>
                    <a:pt x="7121" y="262"/>
                    <a:pt x="5814" y="0"/>
                    <a:pt x="4638" y="0"/>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47"/>
            <p:cNvSpPr/>
            <p:nvPr/>
          </p:nvSpPr>
          <p:spPr>
            <a:xfrm>
              <a:off x="10513296" y="1817372"/>
              <a:ext cx="88901" cy="39004"/>
            </a:xfrm>
            <a:custGeom>
              <a:avLst/>
              <a:gdLst/>
              <a:ahLst/>
              <a:cxnLst/>
              <a:rect l="l" t="t" r="r" b="b"/>
              <a:pathLst>
                <a:path w="1322" h="580" extrusionOk="0">
                  <a:moveTo>
                    <a:pt x="1269" y="0"/>
                  </a:moveTo>
                  <a:cubicBezTo>
                    <a:pt x="1257" y="0"/>
                    <a:pt x="1245" y="6"/>
                    <a:pt x="1238" y="20"/>
                  </a:cubicBezTo>
                  <a:cubicBezTo>
                    <a:pt x="1020" y="407"/>
                    <a:pt x="719" y="503"/>
                    <a:pt x="478" y="503"/>
                  </a:cubicBezTo>
                  <a:cubicBezTo>
                    <a:pt x="259" y="503"/>
                    <a:pt x="89" y="424"/>
                    <a:pt x="72" y="413"/>
                  </a:cubicBezTo>
                  <a:cubicBezTo>
                    <a:pt x="68" y="410"/>
                    <a:pt x="64" y="408"/>
                    <a:pt x="58" y="408"/>
                  </a:cubicBezTo>
                  <a:cubicBezTo>
                    <a:pt x="42" y="408"/>
                    <a:pt x="21" y="419"/>
                    <a:pt x="12" y="437"/>
                  </a:cubicBezTo>
                  <a:cubicBezTo>
                    <a:pt x="0" y="461"/>
                    <a:pt x="12" y="485"/>
                    <a:pt x="36" y="496"/>
                  </a:cubicBezTo>
                  <a:cubicBezTo>
                    <a:pt x="36" y="496"/>
                    <a:pt x="238" y="580"/>
                    <a:pt x="476" y="580"/>
                  </a:cubicBezTo>
                  <a:cubicBezTo>
                    <a:pt x="750" y="580"/>
                    <a:pt x="1084" y="485"/>
                    <a:pt x="1310" y="68"/>
                  </a:cubicBezTo>
                  <a:cubicBezTo>
                    <a:pt x="1322" y="44"/>
                    <a:pt x="1310" y="20"/>
                    <a:pt x="1298" y="8"/>
                  </a:cubicBezTo>
                  <a:cubicBezTo>
                    <a:pt x="1288" y="3"/>
                    <a:pt x="1278" y="0"/>
                    <a:pt x="126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47"/>
            <p:cNvSpPr/>
            <p:nvPr/>
          </p:nvSpPr>
          <p:spPr>
            <a:xfrm>
              <a:off x="10526880" y="1345496"/>
              <a:ext cx="1681" cy="2488"/>
            </a:xfrm>
            <a:custGeom>
              <a:avLst/>
              <a:gdLst/>
              <a:ahLst/>
              <a:cxnLst/>
              <a:rect l="l" t="t" r="r" b="b"/>
              <a:pathLst>
                <a:path w="25" h="37" extrusionOk="0">
                  <a:moveTo>
                    <a:pt x="1" y="36"/>
                  </a:moveTo>
                  <a:cubicBezTo>
                    <a:pt x="13" y="13"/>
                    <a:pt x="24" y="1"/>
                    <a:pt x="24" y="1"/>
                  </a:cubicBezTo>
                  <a:cubicBezTo>
                    <a:pt x="24" y="1"/>
                    <a:pt x="13" y="13"/>
                    <a:pt x="1" y="36"/>
                  </a:cubicBez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47"/>
            <p:cNvSpPr/>
            <p:nvPr/>
          </p:nvSpPr>
          <p:spPr>
            <a:xfrm>
              <a:off x="10703808" y="1541388"/>
              <a:ext cx="169060" cy="125080"/>
            </a:xfrm>
            <a:custGeom>
              <a:avLst/>
              <a:gdLst/>
              <a:ahLst/>
              <a:cxnLst/>
              <a:rect l="l" t="t" r="r" b="b"/>
              <a:pathLst>
                <a:path w="2514" h="1860" extrusionOk="0">
                  <a:moveTo>
                    <a:pt x="550" y="1"/>
                  </a:moveTo>
                  <a:cubicBezTo>
                    <a:pt x="356" y="1"/>
                    <a:pt x="238" y="106"/>
                    <a:pt x="156" y="255"/>
                  </a:cubicBezTo>
                  <a:cubicBezTo>
                    <a:pt x="1" y="540"/>
                    <a:pt x="191" y="993"/>
                    <a:pt x="703" y="1374"/>
                  </a:cubicBezTo>
                  <a:cubicBezTo>
                    <a:pt x="1123" y="1683"/>
                    <a:pt x="1448" y="1860"/>
                    <a:pt x="1699" y="1860"/>
                  </a:cubicBezTo>
                  <a:cubicBezTo>
                    <a:pt x="1825" y="1860"/>
                    <a:pt x="1933" y="1815"/>
                    <a:pt x="2025" y="1719"/>
                  </a:cubicBezTo>
                  <a:cubicBezTo>
                    <a:pt x="2025" y="1719"/>
                    <a:pt x="2513" y="1231"/>
                    <a:pt x="1596" y="529"/>
                  </a:cubicBezTo>
                  <a:cubicBezTo>
                    <a:pt x="1103" y="144"/>
                    <a:pt x="775" y="1"/>
                    <a:pt x="550"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47"/>
            <p:cNvSpPr/>
            <p:nvPr/>
          </p:nvSpPr>
          <p:spPr>
            <a:xfrm>
              <a:off x="10293127" y="1500703"/>
              <a:ext cx="175381" cy="98249"/>
            </a:xfrm>
            <a:custGeom>
              <a:avLst/>
              <a:gdLst/>
              <a:ahLst/>
              <a:cxnLst/>
              <a:rect l="l" t="t" r="r" b="b"/>
              <a:pathLst>
                <a:path w="2608" h="1461" extrusionOk="0">
                  <a:moveTo>
                    <a:pt x="2004" y="1"/>
                  </a:moveTo>
                  <a:cubicBezTo>
                    <a:pt x="1791" y="1"/>
                    <a:pt x="1498" y="57"/>
                    <a:pt x="1095" y="193"/>
                  </a:cubicBezTo>
                  <a:cubicBezTo>
                    <a:pt x="0" y="574"/>
                    <a:pt x="310" y="1193"/>
                    <a:pt x="310" y="1193"/>
                  </a:cubicBezTo>
                  <a:cubicBezTo>
                    <a:pt x="393" y="1378"/>
                    <a:pt x="564" y="1461"/>
                    <a:pt x="820" y="1461"/>
                  </a:cubicBezTo>
                  <a:cubicBezTo>
                    <a:pt x="1041" y="1461"/>
                    <a:pt x="1324" y="1399"/>
                    <a:pt x="1667" y="1288"/>
                  </a:cubicBezTo>
                  <a:cubicBezTo>
                    <a:pt x="2274" y="1086"/>
                    <a:pt x="2607" y="717"/>
                    <a:pt x="2548" y="395"/>
                  </a:cubicBezTo>
                  <a:cubicBezTo>
                    <a:pt x="2503" y="169"/>
                    <a:pt x="2372" y="1"/>
                    <a:pt x="2004" y="1"/>
                  </a:cubicBezTo>
                  <a:close/>
                </a:path>
              </a:pathLst>
            </a:custGeom>
            <a:solidFill>
              <a:srgbClr val="EED9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47"/>
            <p:cNvSpPr/>
            <p:nvPr/>
          </p:nvSpPr>
          <p:spPr>
            <a:xfrm>
              <a:off x="10890420" y="1787514"/>
              <a:ext cx="149760" cy="115329"/>
            </a:xfrm>
            <a:custGeom>
              <a:avLst/>
              <a:gdLst/>
              <a:ahLst/>
              <a:cxnLst/>
              <a:rect l="l" t="t" r="r" b="b"/>
              <a:pathLst>
                <a:path w="2227" h="1715" extrusionOk="0">
                  <a:moveTo>
                    <a:pt x="1315" y="1"/>
                  </a:moveTo>
                  <a:cubicBezTo>
                    <a:pt x="1140" y="1"/>
                    <a:pt x="960" y="53"/>
                    <a:pt x="774" y="167"/>
                  </a:cubicBezTo>
                  <a:cubicBezTo>
                    <a:pt x="0" y="607"/>
                    <a:pt x="405" y="1679"/>
                    <a:pt x="405" y="1691"/>
                  </a:cubicBezTo>
                  <a:cubicBezTo>
                    <a:pt x="417" y="1714"/>
                    <a:pt x="429" y="1714"/>
                    <a:pt x="441" y="1714"/>
                  </a:cubicBezTo>
                  <a:lnTo>
                    <a:pt x="464" y="1714"/>
                  </a:lnTo>
                  <a:cubicBezTo>
                    <a:pt x="476" y="1714"/>
                    <a:pt x="488" y="1691"/>
                    <a:pt x="488" y="1667"/>
                  </a:cubicBezTo>
                  <a:cubicBezTo>
                    <a:pt x="476" y="1655"/>
                    <a:pt x="107" y="643"/>
                    <a:pt x="822" y="238"/>
                  </a:cubicBezTo>
                  <a:cubicBezTo>
                    <a:pt x="996" y="130"/>
                    <a:pt x="1165" y="80"/>
                    <a:pt x="1328" y="80"/>
                  </a:cubicBezTo>
                  <a:cubicBezTo>
                    <a:pt x="1399" y="80"/>
                    <a:pt x="1468" y="89"/>
                    <a:pt x="1536" y="107"/>
                  </a:cubicBezTo>
                  <a:cubicBezTo>
                    <a:pt x="1929" y="226"/>
                    <a:pt x="2143" y="619"/>
                    <a:pt x="2143" y="619"/>
                  </a:cubicBezTo>
                  <a:cubicBezTo>
                    <a:pt x="2150" y="633"/>
                    <a:pt x="2161" y="639"/>
                    <a:pt x="2172" y="639"/>
                  </a:cubicBezTo>
                  <a:cubicBezTo>
                    <a:pt x="2179" y="639"/>
                    <a:pt x="2186" y="636"/>
                    <a:pt x="2191" y="631"/>
                  </a:cubicBezTo>
                  <a:cubicBezTo>
                    <a:pt x="2215" y="619"/>
                    <a:pt x="2227" y="595"/>
                    <a:pt x="2215" y="583"/>
                  </a:cubicBezTo>
                  <a:cubicBezTo>
                    <a:pt x="2203" y="559"/>
                    <a:pt x="1988" y="155"/>
                    <a:pt x="1560" y="36"/>
                  </a:cubicBezTo>
                  <a:cubicBezTo>
                    <a:pt x="1479" y="13"/>
                    <a:pt x="1398" y="1"/>
                    <a:pt x="131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47"/>
            <p:cNvSpPr/>
            <p:nvPr/>
          </p:nvSpPr>
          <p:spPr>
            <a:xfrm>
              <a:off x="10911199" y="1830418"/>
              <a:ext cx="83320" cy="23604"/>
            </a:xfrm>
            <a:custGeom>
              <a:avLst/>
              <a:gdLst/>
              <a:ahLst/>
              <a:cxnLst/>
              <a:rect l="l" t="t" r="r" b="b"/>
              <a:pathLst>
                <a:path w="1239" h="351" extrusionOk="0">
                  <a:moveTo>
                    <a:pt x="522" y="1"/>
                  </a:moveTo>
                  <a:cubicBezTo>
                    <a:pt x="359" y="1"/>
                    <a:pt x="186" y="51"/>
                    <a:pt x="24" y="195"/>
                  </a:cubicBezTo>
                  <a:cubicBezTo>
                    <a:pt x="1" y="219"/>
                    <a:pt x="1" y="243"/>
                    <a:pt x="13" y="255"/>
                  </a:cubicBezTo>
                  <a:cubicBezTo>
                    <a:pt x="24" y="267"/>
                    <a:pt x="36" y="273"/>
                    <a:pt x="47" y="273"/>
                  </a:cubicBezTo>
                  <a:cubicBezTo>
                    <a:pt x="57" y="273"/>
                    <a:pt x="66" y="267"/>
                    <a:pt x="72" y="255"/>
                  </a:cubicBezTo>
                  <a:cubicBezTo>
                    <a:pt x="218" y="127"/>
                    <a:pt x="375" y="82"/>
                    <a:pt x="522" y="82"/>
                  </a:cubicBezTo>
                  <a:cubicBezTo>
                    <a:pt x="869" y="82"/>
                    <a:pt x="1167" y="330"/>
                    <a:pt x="1167" y="338"/>
                  </a:cubicBezTo>
                  <a:cubicBezTo>
                    <a:pt x="1179" y="350"/>
                    <a:pt x="1191" y="350"/>
                    <a:pt x="1191" y="350"/>
                  </a:cubicBezTo>
                  <a:cubicBezTo>
                    <a:pt x="1203" y="350"/>
                    <a:pt x="1215" y="338"/>
                    <a:pt x="1227" y="326"/>
                  </a:cubicBezTo>
                  <a:cubicBezTo>
                    <a:pt x="1239" y="314"/>
                    <a:pt x="1239" y="291"/>
                    <a:pt x="1227" y="279"/>
                  </a:cubicBezTo>
                  <a:cubicBezTo>
                    <a:pt x="1219" y="270"/>
                    <a:pt x="897" y="1"/>
                    <a:pt x="52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47"/>
            <p:cNvSpPr/>
            <p:nvPr/>
          </p:nvSpPr>
          <p:spPr>
            <a:xfrm>
              <a:off x="10489288" y="1508033"/>
              <a:ext cx="116136" cy="279481"/>
            </a:xfrm>
            <a:custGeom>
              <a:avLst/>
              <a:gdLst/>
              <a:ahLst/>
              <a:cxnLst/>
              <a:rect l="l" t="t" r="r" b="b"/>
              <a:pathLst>
                <a:path w="1727" h="4156" extrusionOk="0">
                  <a:moveTo>
                    <a:pt x="1679" y="1"/>
                  </a:moveTo>
                  <a:cubicBezTo>
                    <a:pt x="1655" y="1"/>
                    <a:pt x="1631" y="24"/>
                    <a:pt x="1631" y="48"/>
                  </a:cubicBezTo>
                  <a:cubicBezTo>
                    <a:pt x="1643" y="763"/>
                    <a:pt x="1619" y="2679"/>
                    <a:pt x="1453" y="2906"/>
                  </a:cubicBezTo>
                  <a:cubicBezTo>
                    <a:pt x="1396" y="2983"/>
                    <a:pt x="1318" y="3023"/>
                    <a:pt x="1220" y="3023"/>
                  </a:cubicBezTo>
                  <a:cubicBezTo>
                    <a:pt x="1094" y="3023"/>
                    <a:pt x="933" y="2957"/>
                    <a:pt x="738" y="2822"/>
                  </a:cubicBezTo>
                  <a:cubicBezTo>
                    <a:pt x="726" y="2822"/>
                    <a:pt x="714" y="2810"/>
                    <a:pt x="714" y="2810"/>
                  </a:cubicBezTo>
                  <a:cubicBezTo>
                    <a:pt x="630" y="2760"/>
                    <a:pt x="551" y="2736"/>
                    <a:pt x="477" y="2736"/>
                  </a:cubicBezTo>
                  <a:cubicBezTo>
                    <a:pt x="395" y="2736"/>
                    <a:pt x="319" y="2766"/>
                    <a:pt x="250" y="2822"/>
                  </a:cubicBezTo>
                  <a:cubicBezTo>
                    <a:pt x="60" y="2977"/>
                    <a:pt x="0" y="3358"/>
                    <a:pt x="107" y="3632"/>
                  </a:cubicBezTo>
                  <a:cubicBezTo>
                    <a:pt x="250" y="3965"/>
                    <a:pt x="572" y="4144"/>
                    <a:pt x="595" y="4156"/>
                  </a:cubicBezTo>
                  <a:lnTo>
                    <a:pt x="607" y="4156"/>
                  </a:lnTo>
                  <a:cubicBezTo>
                    <a:pt x="619" y="4156"/>
                    <a:pt x="643" y="4144"/>
                    <a:pt x="643" y="4132"/>
                  </a:cubicBezTo>
                  <a:cubicBezTo>
                    <a:pt x="655" y="4120"/>
                    <a:pt x="655" y="4084"/>
                    <a:pt x="631" y="4084"/>
                  </a:cubicBezTo>
                  <a:cubicBezTo>
                    <a:pt x="631" y="4073"/>
                    <a:pt x="310" y="3906"/>
                    <a:pt x="179" y="3596"/>
                  </a:cubicBezTo>
                  <a:cubicBezTo>
                    <a:pt x="83" y="3358"/>
                    <a:pt x="143" y="3025"/>
                    <a:pt x="310" y="2882"/>
                  </a:cubicBezTo>
                  <a:cubicBezTo>
                    <a:pt x="357" y="2840"/>
                    <a:pt x="411" y="2819"/>
                    <a:pt x="470" y="2819"/>
                  </a:cubicBezTo>
                  <a:cubicBezTo>
                    <a:pt x="530" y="2819"/>
                    <a:pt x="595" y="2840"/>
                    <a:pt x="667" y="2882"/>
                  </a:cubicBezTo>
                  <a:cubicBezTo>
                    <a:pt x="667" y="2882"/>
                    <a:pt x="679" y="2894"/>
                    <a:pt x="691" y="2894"/>
                  </a:cubicBezTo>
                  <a:cubicBezTo>
                    <a:pt x="915" y="3051"/>
                    <a:pt x="1086" y="3107"/>
                    <a:pt x="1217" y="3107"/>
                  </a:cubicBezTo>
                  <a:cubicBezTo>
                    <a:pt x="1364" y="3107"/>
                    <a:pt x="1461" y="3035"/>
                    <a:pt x="1524" y="2953"/>
                  </a:cubicBezTo>
                  <a:cubicBezTo>
                    <a:pt x="1726" y="2668"/>
                    <a:pt x="1715" y="310"/>
                    <a:pt x="1715" y="48"/>
                  </a:cubicBezTo>
                  <a:cubicBezTo>
                    <a:pt x="1715" y="24"/>
                    <a:pt x="1703" y="1"/>
                    <a:pt x="167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47"/>
            <p:cNvSpPr/>
            <p:nvPr/>
          </p:nvSpPr>
          <p:spPr>
            <a:xfrm>
              <a:off x="10670991" y="1811656"/>
              <a:ext cx="186612" cy="98181"/>
            </a:xfrm>
            <a:custGeom>
              <a:avLst/>
              <a:gdLst/>
              <a:ahLst/>
              <a:cxnLst/>
              <a:rect l="l" t="t" r="r" b="b"/>
              <a:pathLst>
                <a:path w="2775" h="1460" extrusionOk="0">
                  <a:moveTo>
                    <a:pt x="1608" y="1"/>
                  </a:moveTo>
                  <a:cubicBezTo>
                    <a:pt x="1504" y="1"/>
                    <a:pt x="1396" y="8"/>
                    <a:pt x="1287" y="22"/>
                  </a:cubicBezTo>
                  <a:cubicBezTo>
                    <a:pt x="548" y="117"/>
                    <a:pt x="1" y="510"/>
                    <a:pt x="48" y="903"/>
                  </a:cubicBezTo>
                  <a:cubicBezTo>
                    <a:pt x="89" y="1237"/>
                    <a:pt x="561" y="1460"/>
                    <a:pt x="1156" y="1460"/>
                  </a:cubicBezTo>
                  <a:cubicBezTo>
                    <a:pt x="1260" y="1460"/>
                    <a:pt x="1367" y="1453"/>
                    <a:pt x="1477" y="1439"/>
                  </a:cubicBezTo>
                  <a:cubicBezTo>
                    <a:pt x="2215" y="1343"/>
                    <a:pt x="2775" y="951"/>
                    <a:pt x="2715" y="558"/>
                  </a:cubicBezTo>
                  <a:cubicBezTo>
                    <a:pt x="2675" y="223"/>
                    <a:pt x="2203" y="1"/>
                    <a:pt x="1608" y="1"/>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47"/>
            <p:cNvSpPr/>
            <p:nvPr/>
          </p:nvSpPr>
          <p:spPr>
            <a:xfrm>
              <a:off x="10269053" y="1771778"/>
              <a:ext cx="189033" cy="107327"/>
            </a:xfrm>
            <a:custGeom>
              <a:avLst/>
              <a:gdLst/>
              <a:ahLst/>
              <a:cxnLst/>
              <a:rect l="l" t="t" r="r" b="b"/>
              <a:pathLst>
                <a:path w="2811" h="1596" extrusionOk="0">
                  <a:moveTo>
                    <a:pt x="930" y="1"/>
                  </a:moveTo>
                  <a:cubicBezTo>
                    <a:pt x="519" y="1"/>
                    <a:pt x="198" y="138"/>
                    <a:pt x="120" y="389"/>
                  </a:cubicBezTo>
                  <a:cubicBezTo>
                    <a:pt x="1" y="770"/>
                    <a:pt x="477" y="1258"/>
                    <a:pt x="1191" y="1484"/>
                  </a:cubicBezTo>
                  <a:cubicBezTo>
                    <a:pt x="1426" y="1559"/>
                    <a:pt x="1657" y="1595"/>
                    <a:pt x="1866" y="1595"/>
                  </a:cubicBezTo>
                  <a:cubicBezTo>
                    <a:pt x="2284" y="1595"/>
                    <a:pt x="2612" y="1452"/>
                    <a:pt x="2692" y="1198"/>
                  </a:cubicBezTo>
                  <a:cubicBezTo>
                    <a:pt x="2811" y="829"/>
                    <a:pt x="2334" y="341"/>
                    <a:pt x="1620" y="115"/>
                  </a:cubicBezTo>
                  <a:cubicBezTo>
                    <a:pt x="1380" y="37"/>
                    <a:pt x="1143" y="1"/>
                    <a:pt x="930" y="1"/>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47"/>
            <p:cNvSpPr/>
            <p:nvPr/>
          </p:nvSpPr>
          <p:spPr>
            <a:xfrm>
              <a:off x="10152984" y="1180605"/>
              <a:ext cx="976904" cy="570730"/>
            </a:xfrm>
            <a:custGeom>
              <a:avLst/>
              <a:gdLst/>
              <a:ahLst/>
              <a:cxnLst/>
              <a:rect l="l" t="t" r="r" b="b"/>
              <a:pathLst>
                <a:path w="14527" h="8487" extrusionOk="0">
                  <a:moveTo>
                    <a:pt x="6743" y="0"/>
                  </a:moveTo>
                  <a:cubicBezTo>
                    <a:pt x="4581" y="0"/>
                    <a:pt x="2696" y="877"/>
                    <a:pt x="1822" y="1774"/>
                  </a:cubicBezTo>
                  <a:cubicBezTo>
                    <a:pt x="512" y="3119"/>
                    <a:pt x="0" y="7382"/>
                    <a:pt x="620" y="7763"/>
                  </a:cubicBezTo>
                  <a:cubicBezTo>
                    <a:pt x="643" y="7777"/>
                    <a:pt x="677" y="7784"/>
                    <a:pt x="721" y="7784"/>
                  </a:cubicBezTo>
                  <a:cubicBezTo>
                    <a:pt x="1618" y="7784"/>
                    <a:pt x="6619" y="4902"/>
                    <a:pt x="8775" y="3858"/>
                  </a:cubicBezTo>
                  <a:cubicBezTo>
                    <a:pt x="8886" y="3804"/>
                    <a:pt x="9003" y="3778"/>
                    <a:pt x="9117" y="3778"/>
                  </a:cubicBezTo>
                  <a:cubicBezTo>
                    <a:pt x="9456" y="3778"/>
                    <a:pt x="9779" y="4001"/>
                    <a:pt x="9895" y="4358"/>
                  </a:cubicBezTo>
                  <a:cubicBezTo>
                    <a:pt x="10561" y="6477"/>
                    <a:pt x="11514" y="7656"/>
                    <a:pt x="12192" y="8275"/>
                  </a:cubicBezTo>
                  <a:cubicBezTo>
                    <a:pt x="12351" y="8419"/>
                    <a:pt x="12543" y="8487"/>
                    <a:pt x="12734" y="8487"/>
                  </a:cubicBezTo>
                  <a:cubicBezTo>
                    <a:pt x="13031" y="8487"/>
                    <a:pt x="13321" y="8322"/>
                    <a:pt x="13466" y="8025"/>
                  </a:cubicBezTo>
                  <a:cubicBezTo>
                    <a:pt x="13919" y="7048"/>
                    <a:pt x="14526" y="5393"/>
                    <a:pt x="14312" y="3905"/>
                  </a:cubicBezTo>
                  <a:cubicBezTo>
                    <a:pt x="14026" y="1810"/>
                    <a:pt x="10787" y="952"/>
                    <a:pt x="10252" y="821"/>
                  </a:cubicBezTo>
                  <a:cubicBezTo>
                    <a:pt x="10192" y="810"/>
                    <a:pt x="10145" y="786"/>
                    <a:pt x="10097" y="762"/>
                  </a:cubicBezTo>
                  <a:cubicBezTo>
                    <a:pt x="8971" y="219"/>
                    <a:pt x="7822" y="0"/>
                    <a:pt x="6743"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47"/>
            <p:cNvSpPr/>
            <p:nvPr/>
          </p:nvSpPr>
          <p:spPr>
            <a:xfrm>
              <a:off x="10807100" y="1137500"/>
              <a:ext cx="164218" cy="154400"/>
            </a:xfrm>
            <a:custGeom>
              <a:avLst/>
              <a:gdLst/>
              <a:ahLst/>
              <a:cxnLst/>
              <a:rect l="l" t="t" r="r" b="b"/>
              <a:pathLst>
                <a:path w="2442" h="2296" extrusionOk="0">
                  <a:moveTo>
                    <a:pt x="825" y="1"/>
                  </a:moveTo>
                  <a:cubicBezTo>
                    <a:pt x="792" y="1"/>
                    <a:pt x="756" y="8"/>
                    <a:pt x="715" y="22"/>
                  </a:cubicBezTo>
                  <a:cubicBezTo>
                    <a:pt x="1" y="260"/>
                    <a:pt x="48" y="1832"/>
                    <a:pt x="560" y="2177"/>
                  </a:cubicBezTo>
                  <a:lnTo>
                    <a:pt x="1168" y="2296"/>
                  </a:lnTo>
                  <a:cubicBezTo>
                    <a:pt x="1168" y="2296"/>
                    <a:pt x="2442" y="1153"/>
                    <a:pt x="1942" y="939"/>
                  </a:cubicBezTo>
                  <a:cubicBezTo>
                    <a:pt x="1899" y="920"/>
                    <a:pt x="1857" y="912"/>
                    <a:pt x="1815" y="912"/>
                  </a:cubicBezTo>
                  <a:cubicBezTo>
                    <a:pt x="1371" y="912"/>
                    <a:pt x="953" y="1855"/>
                    <a:pt x="953" y="1855"/>
                  </a:cubicBezTo>
                  <a:cubicBezTo>
                    <a:pt x="953" y="1855"/>
                    <a:pt x="1377" y="1"/>
                    <a:pt x="825"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47"/>
            <p:cNvSpPr/>
            <p:nvPr/>
          </p:nvSpPr>
          <p:spPr>
            <a:xfrm>
              <a:off x="10378734" y="1698546"/>
              <a:ext cx="50570" cy="60187"/>
            </a:xfrm>
            <a:custGeom>
              <a:avLst/>
              <a:gdLst/>
              <a:ahLst/>
              <a:cxnLst/>
              <a:rect l="l" t="t" r="r" b="b"/>
              <a:pathLst>
                <a:path w="752" h="895" extrusionOk="0">
                  <a:moveTo>
                    <a:pt x="376" y="1"/>
                  </a:moveTo>
                  <a:cubicBezTo>
                    <a:pt x="181" y="1"/>
                    <a:pt x="13" y="187"/>
                    <a:pt x="1" y="430"/>
                  </a:cubicBezTo>
                  <a:cubicBezTo>
                    <a:pt x="1" y="680"/>
                    <a:pt x="156" y="882"/>
                    <a:pt x="358" y="894"/>
                  </a:cubicBezTo>
                  <a:cubicBezTo>
                    <a:pt x="561" y="894"/>
                    <a:pt x="727" y="704"/>
                    <a:pt x="739" y="454"/>
                  </a:cubicBezTo>
                  <a:cubicBezTo>
                    <a:pt x="751" y="204"/>
                    <a:pt x="596" y="1"/>
                    <a:pt x="394" y="1"/>
                  </a:cubicBezTo>
                  <a:cubicBezTo>
                    <a:pt x="388" y="1"/>
                    <a:pt x="382" y="1"/>
                    <a:pt x="3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47"/>
            <p:cNvSpPr/>
            <p:nvPr/>
          </p:nvSpPr>
          <p:spPr>
            <a:xfrm>
              <a:off x="10681415" y="1726588"/>
              <a:ext cx="50503" cy="60119"/>
            </a:xfrm>
            <a:custGeom>
              <a:avLst/>
              <a:gdLst/>
              <a:ahLst/>
              <a:cxnLst/>
              <a:rect l="l" t="t" r="r" b="b"/>
              <a:pathLst>
                <a:path w="751" h="894" extrusionOk="0">
                  <a:moveTo>
                    <a:pt x="375" y="0"/>
                  </a:moveTo>
                  <a:cubicBezTo>
                    <a:pt x="181" y="0"/>
                    <a:pt x="12" y="187"/>
                    <a:pt x="1" y="430"/>
                  </a:cubicBezTo>
                  <a:cubicBezTo>
                    <a:pt x="1" y="680"/>
                    <a:pt x="155" y="882"/>
                    <a:pt x="358" y="894"/>
                  </a:cubicBezTo>
                  <a:cubicBezTo>
                    <a:pt x="560" y="894"/>
                    <a:pt x="727" y="703"/>
                    <a:pt x="739" y="453"/>
                  </a:cubicBezTo>
                  <a:cubicBezTo>
                    <a:pt x="751" y="203"/>
                    <a:pt x="596" y="1"/>
                    <a:pt x="393" y="1"/>
                  </a:cubicBezTo>
                  <a:cubicBezTo>
                    <a:pt x="387" y="1"/>
                    <a:pt x="381" y="0"/>
                    <a:pt x="3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47"/>
            <p:cNvSpPr/>
            <p:nvPr/>
          </p:nvSpPr>
          <p:spPr>
            <a:xfrm>
              <a:off x="10180219" y="1567480"/>
              <a:ext cx="912011" cy="326218"/>
            </a:xfrm>
            <a:custGeom>
              <a:avLst/>
              <a:gdLst/>
              <a:ahLst/>
              <a:cxnLst/>
              <a:rect l="l" t="t" r="r" b="b"/>
              <a:pathLst>
                <a:path w="13562" h="4851" extrusionOk="0">
                  <a:moveTo>
                    <a:pt x="2287" y="111"/>
                  </a:moveTo>
                  <a:cubicBezTo>
                    <a:pt x="2338" y="111"/>
                    <a:pt x="2389" y="113"/>
                    <a:pt x="2441" y="117"/>
                  </a:cubicBezTo>
                  <a:cubicBezTo>
                    <a:pt x="3572" y="212"/>
                    <a:pt x="4417" y="1212"/>
                    <a:pt x="4334" y="2343"/>
                  </a:cubicBezTo>
                  <a:cubicBezTo>
                    <a:pt x="4244" y="3427"/>
                    <a:pt x="3339" y="4244"/>
                    <a:pt x="2281" y="4244"/>
                  </a:cubicBezTo>
                  <a:cubicBezTo>
                    <a:pt x="2224" y="4244"/>
                    <a:pt x="2166" y="4241"/>
                    <a:pt x="2108" y="4236"/>
                  </a:cubicBezTo>
                  <a:cubicBezTo>
                    <a:pt x="965" y="4141"/>
                    <a:pt x="119" y="3141"/>
                    <a:pt x="215" y="2010"/>
                  </a:cubicBezTo>
                  <a:cubicBezTo>
                    <a:pt x="305" y="930"/>
                    <a:pt x="1221" y="111"/>
                    <a:pt x="2287" y="111"/>
                  </a:cubicBezTo>
                  <a:close/>
                  <a:moveTo>
                    <a:pt x="8208" y="609"/>
                  </a:moveTo>
                  <a:cubicBezTo>
                    <a:pt x="8266" y="609"/>
                    <a:pt x="8324" y="612"/>
                    <a:pt x="8382" y="617"/>
                  </a:cubicBezTo>
                  <a:cubicBezTo>
                    <a:pt x="9513" y="712"/>
                    <a:pt x="10359" y="1712"/>
                    <a:pt x="10263" y="2843"/>
                  </a:cubicBezTo>
                  <a:cubicBezTo>
                    <a:pt x="10173" y="3916"/>
                    <a:pt x="9279" y="4732"/>
                    <a:pt x="8212" y="4732"/>
                  </a:cubicBezTo>
                  <a:cubicBezTo>
                    <a:pt x="8154" y="4732"/>
                    <a:pt x="8096" y="4729"/>
                    <a:pt x="8037" y="4724"/>
                  </a:cubicBezTo>
                  <a:cubicBezTo>
                    <a:pt x="6906" y="4629"/>
                    <a:pt x="6061" y="3629"/>
                    <a:pt x="6156" y="2498"/>
                  </a:cubicBezTo>
                  <a:cubicBezTo>
                    <a:pt x="6246" y="1425"/>
                    <a:pt x="7150" y="609"/>
                    <a:pt x="8208" y="609"/>
                  </a:cubicBezTo>
                  <a:close/>
                  <a:moveTo>
                    <a:pt x="2257" y="1"/>
                  </a:moveTo>
                  <a:cubicBezTo>
                    <a:pt x="1139" y="1"/>
                    <a:pt x="197" y="861"/>
                    <a:pt x="95" y="1998"/>
                  </a:cubicBezTo>
                  <a:cubicBezTo>
                    <a:pt x="0" y="3200"/>
                    <a:pt x="893" y="4248"/>
                    <a:pt x="2096" y="4355"/>
                  </a:cubicBezTo>
                  <a:cubicBezTo>
                    <a:pt x="2154" y="4360"/>
                    <a:pt x="2212" y="4362"/>
                    <a:pt x="2270" y="4362"/>
                  </a:cubicBezTo>
                  <a:cubicBezTo>
                    <a:pt x="3388" y="4362"/>
                    <a:pt x="4351" y="3499"/>
                    <a:pt x="4441" y="2355"/>
                  </a:cubicBezTo>
                  <a:cubicBezTo>
                    <a:pt x="4453" y="2272"/>
                    <a:pt x="4453" y="2188"/>
                    <a:pt x="4453" y="2093"/>
                  </a:cubicBezTo>
                  <a:cubicBezTo>
                    <a:pt x="4683" y="1985"/>
                    <a:pt x="4909" y="1946"/>
                    <a:pt x="5116" y="1946"/>
                  </a:cubicBezTo>
                  <a:cubicBezTo>
                    <a:pt x="5595" y="1946"/>
                    <a:pt x="5976" y="2158"/>
                    <a:pt x="6084" y="2224"/>
                  </a:cubicBezTo>
                  <a:cubicBezTo>
                    <a:pt x="6061" y="2307"/>
                    <a:pt x="6049" y="2403"/>
                    <a:pt x="6037" y="2486"/>
                  </a:cubicBezTo>
                  <a:cubicBezTo>
                    <a:pt x="5941" y="3689"/>
                    <a:pt x="6834" y="4736"/>
                    <a:pt x="8037" y="4843"/>
                  </a:cubicBezTo>
                  <a:cubicBezTo>
                    <a:pt x="8096" y="4848"/>
                    <a:pt x="8155" y="4851"/>
                    <a:pt x="8213" y="4851"/>
                  </a:cubicBezTo>
                  <a:cubicBezTo>
                    <a:pt x="9317" y="4851"/>
                    <a:pt x="10257" y="4011"/>
                    <a:pt x="10371" y="2903"/>
                  </a:cubicBezTo>
                  <a:lnTo>
                    <a:pt x="12966" y="3129"/>
                  </a:lnTo>
                  <a:cubicBezTo>
                    <a:pt x="13038" y="3165"/>
                    <a:pt x="13442" y="3391"/>
                    <a:pt x="13419" y="3796"/>
                  </a:cubicBezTo>
                  <a:cubicBezTo>
                    <a:pt x="13419" y="3831"/>
                    <a:pt x="13442" y="3855"/>
                    <a:pt x="13478" y="3867"/>
                  </a:cubicBezTo>
                  <a:cubicBezTo>
                    <a:pt x="13502" y="3867"/>
                    <a:pt x="13538" y="3843"/>
                    <a:pt x="13538" y="3808"/>
                  </a:cubicBezTo>
                  <a:cubicBezTo>
                    <a:pt x="13561" y="3296"/>
                    <a:pt x="13026" y="3034"/>
                    <a:pt x="13014" y="3022"/>
                  </a:cubicBezTo>
                  <a:lnTo>
                    <a:pt x="12990" y="3022"/>
                  </a:lnTo>
                  <a:lnTo>
                    <a:pt x="10382" y="2796"/>
                  </a:lnTo>
                  <a:cubicBezTo>
                    <a:pt x="10454" y="1617"/>
                    <a:pt x="9573" y="593"/>
                    <a:pt x="8394" y="498"/>
                  </a:cubicBezTo>
                  <a:cubicBezTo>
                    <a:pt x="8335" y="493"/>
                    <a:pt x="8277" y="491"/>
                    <a:pt x="8219" y="491"/>
                  </a:cubicBezTo>
                  <a:cubicBezTo>
                    <a:pt x="7220" y="491"/>
                    <a:pt x="6356" y="1160"/>
                    <a:pt x="6108" y="2105"/>
                  </a:cubicBezTo>
                  <a:cubicBezTo>
                    <a:pt x="5960" y="2023"/>
                    <a:pt x="5585" y="1833"/>
                    <a:pt x="5116" y="1833"/>
                  </a:cubicBezTo>
                  <a:cubicBezTo>
                    <a:pt x="4906" y="1833"/>
                    <a:pt x="4677" y="1871"/>
                    <a:pt x="4441" y="1974"/>
                  </a:cubicBezTo>
                  <a:cubicBezTo>
                    <a:pt x="4346" y="938"/>
                    <a:pt x="3524" y="93"/>
                    <a:pt x="2453" y="10"/>
                  </a:cubicBezTo>
                  <a:cubicBezTo>
                    <a:pt x="2387" y="4"/>
                    <a:pt x="2322" y="1"/>
                    <a:pt x="22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47"/>
            <p:cNvSpPr/>
            <p:nvPr/>
          </p:nvSpPr>
          <p:spPr>
            <a:xfrm>
              <a:off x="10910392" y="1912393"/>
              <a:ext cx="56152" cy="77738"/>
            </a:xfrm>
            <a:custGeom>
              <a:avLst/>
              <a:gdLst/>
              <a:ahLst/>
              <a:cxnLst/>
              <a:rect l="l" t="t" r="r" b="b"/>
              <a:pathLst>
                <a:path w="835" h="1156" extrusionOk="0">
                  <a:moveTo>
                    <a:pt x="417" y="0"/>
                  </a:moveTo>
                  <a:cubicBezTo>
                    <a:pt x="191" y="0"/>
                    <a:pt x="1" y="262"/>
                    <a:pt x="1" y="572"/>
                  </a:cubicBezTo>
                  <a:cubicBezTo>
                    <a:pt x="1" y="893"/>
                    <a:pt x="191" y="1155"/>
                    <a:pt x="417" y="1155"/>
                  </a:cubicBezTo>
                  <a:cubicBezTo>
                    <a:pt x="656" y="1155"/>
                    <a:pt x="834" y="893"/>
                    <a:pt x="834" y="572"/>
                  </a:cubicBezTo>
                  <a:cubicBezTo>
                    <a:pt x="834" y="262"/>
                    <a:pt x="656" y="0"/>
                    <a:pt x="41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47"/>
            <p:cNvSpPr/>
            <p:nvPr/>
          </p:nvSpPr>
          <p:spPr>
            <a:xfrm>
              <a:off x="10417199" y="2159796"/>
              <a:ext cx="388354" cy="119499"/>
            </a:xfrm>
            <a:custGeom>
              <a:avLst/>
              <a:gdLst/>
              <a:ahLst/>
              <a:cxnLst/>
              <a:rect l="l" t="t" r="r" b="b"/>
              <a:pathLst>
                <a:path w="5775" h="1777" extrusionOk="0">
                  <a:moveTo>
                    <a:pt x="5226" y="1"/>
                  </a:moveTo>
                  <a:cubicBezTo>
                    <a:pt x="4979" y="1"/>
                    <a:pt x="4834" y="24"/>
                    <a:pt x="4834" y="24"/>
                  </a:cubicBezTo>
                  <a:cubicBezTo>
                    <a:pt x="4834" y="24"/>
                    <a:pt x="3669" y="1096"/>
                    <a:pt x="2284" y="1096"/>
                  </a:cubicBezTo>
                  <a:cubicBezTo>
                    <a:pt x="2269" y="1096"/>
                    <a:pt x="2254" y="1096"/>
                    <a:pt x="2239" y="1096"/>
                  </a:cubicBezTo>
                  <a:cubicBezTo>
                    <a:pt x="846" y="1072"/>
                    <a:pt x="739" y="24"/>
                    <a:pt x="739" y="24"/>
                  </a:cubicBezTo>
                  <a:cubicBezTo>
                    <a:pt x="700" y="22"/>
                    <a:pt x="661" y="22"/>
                    <a:pt x="624" y="22"/>
                  </a:cubicBezTo>
                  <a:cubicBezTo>
                    <a:pt x="376" y="22"/>
                    <a:pt x="166" y="54"/>
                    <a:pt x="0" y="95"/>
                  </a:cubicBezTo>
                  <a:cubicBezTo>
                    <a:pt x="346" y="929"/>
                    <a:pt x="1001" y="1608"/>
                    <a:pt x="1882" y="1715"/>
                  </a:cubicBezTo>
                  <a:cubicBezTo>
                    <a:pt x="2132" y="1757"/>
                    <a:pt x="2371" y="1777"/>
                    <a:pt x="2600" y="1777"/>
                  </a:cubicBezTo>
                  <a:cubicBezTo>
                    <a:pt x="3989" y="1777"/>
                    <a:pt x="4988" y="1038"/>
                    <a:pt x="5775" y="36"/>
                  </a:cubicBezTo>
                  <a:cubicBezTo>
                    <a:pt x="5561" y="9"/>
                    <a:pt x="5375" y="1"/>
                    <a:pt x="522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47"/>
            <p:cNvSpPr/>
            <p:nvPr/>
          </p:nvSpPr>
          <p:spPr>
            <a:xfrm>
              <a:off x="10687803" y="3128564"/>
              <a:ext cx="153795" cy="147407"/>
            </a:xfrm>
            <a:custGeom>
              <a:avLst/>
              <a:gdLst/>
              <a:ahLst/>
              <a:cxnLst/>
              <a:rect l="l" t="t" r="r" b="b"/>
              <a:pathLst>
                <a:path w="2287" h="2192" extrusionOk="0">
                  <a:moveTo>
                    <a:pt x="406" y="1"/>
                  </a:moveTo>
                  <a:cubicBezTo>
                    <a:pt x="144" y="394"/>
                    <a:pt x="1" y="644"/>
                    <a:pt x="1" y="644"/>
                  </a:cubicBezTo>
                  <a:lnTo>
                    <a:pt x="1561" y="2192"/>
                  </a:lnTo>
                  <a:cubicBezTo>
                    <a:pt x="1561" y="2192"/>
                    <a:pt x="1882" y="2120"/>
                    <a:pt x="2287" y="1941"/>
                  </a:cubicBezTo>
                  <a:cubicBezTo>
                    <a:pt x="1727" y="1239"/>
                    <a:pt x="1072" y="608"/>
                    <a:pt x="40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47"/>
            <p:cNvSpPr/>
            <p:nvPr/>
          </p:nvSpPr>
          <p:spPr>
            <a:xfrm>
              <a:off x="10266699" y="2162150"/>
              <a:ext cx="964867" cy="1097008"/>
            </a:xfrm>
            <a:custGeom>
              <a:avLst/>
              <a:gdLst/>
              <a:ahLst/>
              <a:cxnLst/>
              <a:rect l="l" t="t" r="r" b="b"/>
              <a:pathLst>
                <a:path w="14348" h="16313" extrusionOk="0">
                  <a:moveTo>
                    <a:pt x="8013" y="1"/>
                  </a:moveTo>
                  <a:cubicBezTo>
                    <a:pt x="7226" y="1003"/>
                    <a:pt x="6227" y="1742"/>
                    <a:pt x="4838" y="1742"/>
                  </a:cubicBezTo>
                  <a:cubicBezTo>
                    <a:pt x="4609" y="1742"/>
                    <a:pt x="4370" y="1722"/>
                    <a:pt x="4120" y="1680"/>
                  </a:cubicBezTo>
                  <a:cubicBezTo>
                    <a:pt x="3239" y="1573"/>
                    <a:pt x="2584" y="882"/>
                    <a:pt x="2238" y="60"/>
                  </a:cubicBezTo>
                  <a:cubicBezTo>
                    <a:pt x="1798" y="168"/>
                    <a:pt x="1596" y="346"/>
                    <a:pt x="1596" y="346"/>
                  </a:cubicBezTo>
                  <a:cubicBezTo>
                    <a:pt x="1012" y="1608"/>
                    <a:pt x="0" y="4656"/>
                    <a:pt x="36" y="7359"/>
                  </a:cubicBezTo>
                  <a:cubicBezTo>
                    <a:pt x="60" y="10074"/>
                    <a:pt x="1405" y="10705"/>
                    <a:pt x="1405" y="10705"/>
                  </a:cubicBezTo>
                  <a:cubicBezTo>
                    <a:pt x="1405" y="10705"/>
                    <a:pt x="1298" y="10931"/>
                    <a:pt x="4608" y="11014"/>
                  </a:cubicBezTo>
                  <a:cubicBezTo>
                    <a:pt x="4770" y="11018"/>
                    <a:pt x="4930" y="11020"/>
                    <a:pt x="5089" y="11020"/>
                  </a:cubicBezTo>
                  <a:cubicBezTo>
                    <a:pt x="8178" y="11020"/>
                    <a:pt x="10644" y="10288"/>
                    <a:pt x="10644" y="10288"/>
                  </a:cubicBezTo>
                  <a:lnTo>
                    <a:pt x="10644" y="10288"/>
                  </a:lnTo>
                  <a:cubicBezTo>
                    <a:pt x="8715" y="11574"/>
                    <a:pt x="7322" y="13419"/>
                    <a:pt x="6668" y="14372"/>
                  </a:cubicBezTo>
                  <a:cubicBezTo>
                    <a:pt x="7334" y="14967"/>
                    <a:pt x="7989" y="15610"/>
                    <a:pt x="8549" y="16312"/>
                  </a:cubicBezTo>
                  <a:cubicBezTo>
                    <a:pt x="8763" y="16229"/>
                    <a:pt x="9001" y="16110"/>
                    <a:pt x="9227" y="15955"/>
                  </a:cubicBezTo>
                  <a:cubicBezTo>
                    <a:pt x="9918" y="15503"/>
                    <a:pt x="13930" y="13205"/>
                    <a:pt x="14145" y="11538"/>
                  </a:cubicBezTo>
                  <a:cubicBezTo>
                    <a:pt x="14347" y="9883"/>
                    <a:pt x="13907" y="6502"/>
                    <a:pt x="12025" y="3001"/>
                  </a:cubicBezTo>
                  <a:cubicBezTo>
                    <a:pt x="10799" y="715"/>
                    <a:pt x="9073" y="132"/>
                    <a:pt x="801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47"/>
            <p:cNvSpPr/>
            <p:nvPr/>
          </p:nvSpPr>
          <p:spPr>
            <a:xfrm>
              <a:off x="10253855" y="2382856"/>
              <a:ext cx="109748" cy="502406"/>
            </a:xfrm>
            <a:custGeom>
              <a:avLst/>
              <a:gdLst/>
              <a:ahLst/>
              <a:cxnLst/>
              <a:rect l="l" t="t" r="r" b="b"/>
              <a:pathLst>
                <a:path w="1632" h="7471" extrusionOk="0">
                  <a:moveTo>
                    <a:pt x="770" y="0"/>
                  </a:moveTo>
                  <a:cubicBezTo>
                    <a:pt x="756" y="0"/>
                    <a:pt x="748" y="11"/>
                    <a:pt x="739" y="29"/>
                  </a:cubicBezTo>
                  <a:cubicBezTo>
                    <a:pt x="727" y="41"/>
                    <a:pt x="1" y="1672"/>
                    <a:pt x="179" y="4315"/>
                  </a:cubicBezTo>
                  <a:cubicBezTo>
                    <a:pt x="370" y="6982"/>
                    <a:pt x="1525" y="7446"/>
                    <a:pt x="1584" y="7458"/>
                  </a:cubicBezTo>
                  <a:cubicBezTo>
                    <a:pt x="1584" y="7458"/>
                    <a:pt x="1584" y="7470"/>
                    <a:pt x="1596" y="7470"/>
                  </a:cubicBezTo>
                  <a:cubicBezTo>
                    <a:pt x="1608" y="7470"/>
                    <a:pt x="1620" y="7458"/>
                    <a:pt x="1632" y="7446"/>
                  </a:cubicBezTo>
                  <a:cubicBezTo>
                    <a:pt x="1632" y="7423"/>
                    <a:pt x="1620" y="7399"/>
                    <a:pt x="1608" y="7399"/>
                  </a:cubicBezTo>
                  <a:cubicBezTo>
                    <a:pt x="1596" y="7387"/>
                    <a:pt x="441" y="6923"/>
                    <a:pt x="263" y="4315"/>
                  </a:cubicBezTo>
                  <a:cubicBezTo>
                    <a:pt x="72" y="1696"/>
                    <a:pt x="798" y="77"/>
                    <a:pt x="798" y="53"/>
                  </a:cubicBezTo>
                  <a:cubicBezTo>
                    <a:pt x="810" y="41"/>
                    <a:pt x="810" y="17"/>
                    <a:pt x="786" y="5"/>
                  </a:cubicBezTo>
                  <a:cubicBezTo>
                    <a:pt x="780" y="2"/>
                    <a:pt x="775" y="0"/>
                    <a:pt x="77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47"/>
            <p:cNvSpPr/>
            <p:nvPr/>
          </p:nvSpPr>
          <p:spPr>
            <a:xfrm>
              <a:off x="10831175" y="2383192"/>
              <a:ext cx="154535" cy="473221"/>
            </a:xfrm>
            <a:custGeom>
              <a:avLst/>
              <a:gdLst/>
              <a:ahLst/>
              <a:cxnLst/>
              <a:rect l="l" t="t" r="r" b="b"/>
              <a:pathLst>
                <a:path w="2298" h="7037" extrusionOk="0">
                  <a:moveTo>
                    <a:pt x="250" y="0"/>
                  </a:moveTo>
                  <a:cubicBezTo>
                    <a:pt x="226" y="0"/>
                    <a:pt x="214" y="12"/>
                    <a:pt x="202" y="24"/>
                  </a:cubicBezTo>
                  <a:cubicBezTo>
                    <a:pt x="202" y="72"/>
                    <a:pt x="0" y="1072"/>
                    <a:pt x="679" y="3501"/>
                  </a:cubicBezTo>
                  <a:cubicBezTo>
                    <a:pt x="1369" y="5941"/>
                    <a:pt x="2215" y="7013"/>
                    <a:pt x="2226" y="7025"/>
                  </a:cubicBezTo>
                  <a:cubicBezTo>
                    <a:pt x="2226" y="7037"/>
                    <a:pt x="2238" y="7037"/>
                    <a:pt x="2250" y="7037"/>
                  </a:cubicBezTo>
                  <a:cubicBezTo>
                    <a:pt x="2262" y="7037"/>
                    <a:pt x="2262" y="7037"/>
                    <a:pt x="2274" y="7025"/>
                  </a:cubicBezTo>
                  <a:cubicBezTo>
                    <a:pt x="2286" y="7013"/>
                    <a:pt x="2298" y="6989"/>
                    <a:pt x="2286" y="6977"/>
                  </a:cubicBezTo>
                  <a:cubicBezTo>
                    <a:pt x="2274" y="6965"/>
                    <a:pt x="1429" y="5906"/>
                    <a:pt x="750" y="3489"/>
                  </a:cubicBezTo>
                  <a:cubicBezTo>
                    <a:pt x="83" y="1072"/>
                    <a:pt x="274" y="60"/>
                    <a:pt x="274" y="48"/>
                  </a:cubicBezTo>
                  <a:cubicBezTo>
                    <a:pt x="286" y="24"/>
                    <a:pt x="274" y="0"/>
                    <a:pt x="25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79" name="Google Shape;1379;p47"/>
          <p:cNvSpPr/>
          <p:nvPr/>
        </p:nvSpPr>
        <p:spPr>
          <a:xfrm>
            <a:off x="3258353" y="1881935"/>
            <a:ext cx="221414" cy="22559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0" name="Google Shape;1380;p47"/>
          <p:cNvGrpSpPr/>
          <p:nvPr/>
        </p:nvGrpSpPr>
        <p:grpSpPr>
          <a:xfrm>
            <a:off x="5552670" y="1881935"/>
            <a:ext cx="458339" cy="225590"/>
            <a:chOff x="5397660" y="1881935"/>
            <a:chExt cx="458339" cy="225590"/>
          </a:xfrm>
        </p:grpSpPr>
        <p:sp>
          <p:nvSpPr>
            <p:cNvPr id="1381" name="Google Shape;1381;p47"/>
            <p:cNvSpPr/>
            <p:nvPr/>
          </p:nvSpPr>
          <p:spPr>
            <a:xfrm>
              <a:off x="5397660" y="1881935"/>
              <a:ext cx="221414" cy="22559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47"/>
            <p:cNvSpPr/>
            <p:nvPr/>
          </p:nvSpPr>
          <p:spPr>
            <a:xfrm>
              <a:off x="5634585" y="1881935"/>
              <a:ext cx="221414" cy="22559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3" name="Google Shape;1383;p47"/>
          <p:cNvGrpSpPr/>
          <p:nvPr/>
        </p:nvGrpSpPr>
        <p:grpSpPr>
          <a:xfrm>
            <a:off x="3021428" y="3293085"/>
            <a:ext cx="695264" cy="225590"/>
            <a:chOff x="2866422" y="3293085"/>
            <a:chExt cx="695264" cy="225590"/>
          </a:xfrm>
        </p:grpSpPr>
        <p:sp>
          <p:nvSpPr>
            <p:cNvPr id="1384" name="Google Shape;1384;p47"/>
            <p:cNvSpPr/>
            <p:nvPr/>
          </p:nvSpPr>
          <p:spPr>
            <a:xfrm>
              <a:off x="2866422" y="3293085"/>
              <a:ext cx="221414" cy="22559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47"/>
            <p:cNvSpPr/>
            <p:nvPr/>
          </p:nvSpPr>
          <p:spPr>
            <a:xfrm>
              <a:off x="3103347" y="3293085"/>
              <a:ext cx="221414" cy="22559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47"/>
            <p:cNvSpPr/>
            <p:nvPr/>
          </p:nvSpPr>
          <p:spPr>
            <a:xfrm>
              <a:off x="3340272" y="3293085"/>
              <a:ext cx="221414" cy="22559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7" name="Google Shape;1387;p47"/>
          <p:cNvGrpSpPr/>
          <p:nvPr/>
        </p:nvGrpSpPr>
        <p:grpSpPr>
          <a:xfrm>
            <a:off x="5315745" y="3293085"/>
            <a:ext cx="932189" cy="225590"/>
            <a:chOff x="5117147" y="3293085"/>
            <a:chExt cx="932189" cy="225590"/>
          </a:xfrm>
        </p:grpSpPr>
        <p:sp>
          <p:nvSpPr>
            <p:cNvPr id="1388" name="Google Shape;1388;p47"/>
            <p:cNvSpPr/>
            <p:nvPr/>
          </p:nvSpPr>
          <p:spPr>
            <a:xfrm>
              <a:off x="5117147" y="3293085"/>
              <a:ext cx="221414" cy="22559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47"/>
            <p:cNvSpPr/>
            <p:nvPr/>
          </p:nvSpPr>
          <p:spPr>
            <a:xfrm>
              <a:off x="5354072" y="3293085"/>
              <a:ext cx="221414" cy="22559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47"/>
            <p:cNvSpPr/>
            <p:nvPr/>
          </p:nvSpPr>
          <p:spPr>
            <a:xfrm>
              <a:off x="5590997" y="3293085"/>
              <a:ext cx="221414" cy="22559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47"/>
            <p:cNvSpPr/>
            <p:nvPr/>
          </p:nvSpPr>
          <p:spPr>
            <a:xfrm>
              <a:off x="5827922" y="3293085"/>
              <a:ext cx="221414" cy="22559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2" name="Google Shape;1392;p47"/>
          <p:cNvSpPr/>
          <p:nvPr/>
        </p:nvSpPr>
        <p:spPr>
          <a:xfrm>
            <a:off x="7692007" y="731684"/>
            <a:ext cx="186679" cy="199389"/>
          </a:xfrm>
          <a:custGeom>
            <a:avLst/>
            <a:gdLst/>
            <a:ahLst/>
            <a:cxnLst/>
            <a:rect l="l" t="t" r="r" b="b"/>
            <a:pathLst>
              <a:path w="2776" h="2965" extrusionOk="0">
                <a:moveTo>
                  <a:pt x="1439" y="1"/>
                </a:moveTo>
                <a:cubicBezTo>
                  <a:pt x="1386" y="1"/>
                  <a:pt x="1334" y="31"/>
                  <a:pt x="1322" y="93"/>
                </a:cubicBezTo>
                <a:lnTo>
                  <a:pt x="1168" y="736"/>
                </a:lnTo>
                <a:cubicBezTo>
                  <a:pt x="1120" y="962"/>
                  <a:pt x="953" y="1129"/>
                  <a:pt x="763" y="1177"/>
                </a:cubicBezTo>
                <a:lnTo>
                  <a:pt x="144" y="1308"/>
                </a:lnTo>
                <a:cubicBezTo>
                  <a:pt x="13" y="1331"/>
                  <a:pt x="1" y="1522"/>
                  <a:pt x="132" y="1558"/>
                </a:cubicBezTo>
                <a:lnTo>
                  <a:pt x="739" y="1748"/>
                </a:lnTo>
                <a:cubicBezTo>
                  <a:pt x="930" y="1796"/>
                  <a:pt x="1072" y="1986"/>
                  <a:pt x="1108" y="2212"/>
                </a:cubicBezTo>
                <a:lnTo>
                  <a:pt x="1203" y="2855"/>
                </a:lnTo>
                <a:cubicBezTo>
                  <a:pt x="1216" y="2928"/>
                  <a:pt x="1271" y="2964"/>
                  <a:pt x="1328" y="2964"/>
                </a:cubicBezTo>
                <a:cubicBezTo>
                  <a:pt x="1381" y="2964"/>
                  <a:pt x="1436" y="2931"/>
                  <a:pt x="1453" y="2867"/>
                </a:cubicBezTo>
                <a:lnTo>
                  <a:pt x="1620" y="2177"/>
                </a:lnTo>
                <a:cubicBezTo>
                  <a:pt x="1668" y="1986"/>
                  <a:pt x="1799" y="1843"/>
                  <a:pt x="1965" y="1808"/>
                </a:cubicBezTo>
                <a:lnTo>
                  <a:pt x="2632" y="1665"/>
                </a:lnTo>
                <a:cubicBezTo>
                  <a:pt x="2763" y="1629"/>
                  <a:pt x="2775" y="1438"/>
                  <a:pt x="2632" y="1403"/>
                </a:cubicBezTo>
                <a:lnTo>
                  <a:pt x="1989" y="1212"/>
                </a:lnTo>
                <a:cubicBezTo>
                  <a:pt x="1823" y="1165"/>
                  <a:pt x="1703" y="1010"/>
                  <a:pt x="1668" y="819"/>
                </a:cubicBezTo>
                <a:lnTo>
                  <a:pt x="1561" y="105"/>
                </a:lnTo>
                <a:cubicBezTo>
                  <a:pt x="1554" y="37"/>
                  <a:pt x="1496" y="1"/>
                  <a:pt x="14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47"/>
          <p:cNvSpPr/>
          <p:nvPr/>
        </p:nvSpPr>
        <p:spPr>
          <a:xfrm>
            <a:off x="1567307" y="4146809"/>
            <a:ext cx="186679" cy="199389"/>
          </a:xfrm>
          <a:custGeom>
            <a:avLst/>
            <a:gdLst/>
            <a:ahLst/>
            <a:cxnLst/>
            <a:rect l="l" t="t" r="r" b="b"/>
            <a:pathLst>
              <a:path w="2776" h="2965" extrusionOk="0">
                <a:moveTo>
                  <a:pt x="1439" y="1"/>
                </a:moveTo>
                <a:cubicBezTo>
                  <a:pt x="1386" y="1"/>
                  <a:pt x="1334" y="31"/>
                  <a:pt x="1322" y="93"/>
                </a:cubicBezTo>
                <a:lnTo>
                  <a:pt x="1168" y="736"/>
                </a:lnTo>
                <a:cubicBezTo>
                  <a:pt x="1120" y="962"/>
                  <a:pt x="953" y="1129"/>
                  <a:pt x="763" y="1177"/>
                </a:cubicBezTo>
                <a:lnTo>
                  <a:pt x="144" y="1308"/>
                </a:lnTo>
                <a:cubicBezTo>
                  <a:pt x="13" y="1331"/>
                  <a:pt x="1" y="1522"/>
                  <a:pt x="132" y="1558"/>
                </a:cubicBezTo>
                <a:lnTo>
                  <a:pt x="739" y="1748"/>
                </a:lnTo>
                <a:cubicBezTo>
                  <a:pt x="930" y="1796"/>
                  <a:pt x="1072" y="1986"/>
                  <a:pt x="1108" y="2212"/>
                </a:cubicBezTo>
                <a:lnTo>
                  <a:pt x="1203" y="2855"/>
                </a:lnTo>
                <a:cubicBezTo>
                  <a:pt x="1216" y="2928"/>
                  <a:pt x="1271" y="2964"/>
                  <a:pt x="1328" y="2964"/>
                </a:cubicBezTo>
                <a:cubicBezTo>
                  <a:pt x="1381" y="2964"/>
                  <a:pt x="1436" y="2931"/>
                  <a:pt x="1453" y="2867"/>
                </a:cubicBezTo>
                <a:lnTo>
                  <a:pt x="1620" y="2177"/>
                </a:lnTo>
                <a:cubicBezTo>
                  <a:pt x="1668" y="1986"/>
                  <a:pt x="1799" y="1843"/>
                  <a:pt x="1965" y="1808"/>
                </a:cubicBezTo>
                <a:lnTo>
                  <a:pt x="2632" y="1665"/>
                </a:lnTo>
                <a:cubicBezTo>
                  <a:pt x="2763" y="1629"/>
                  <a:pt x="2775" y="1438"/>
                  <a:pt x="2632" y="1403"/>
                </a:cubicBezTo>
                <a:lnTo>
                  <a:pt x="1989" y="1212"/>
                </a:lnTo>
                <a:cubicBezTo>
                  <a:pt x="1823" y="1165"/>
                  <a:pt x="1703" y="1010"/>
                  <a:pt x="1668" y="819"/>
                </a:cubicBezTo>
                <a:lnTo>
                  <a:pt x="1561" y="105"/>
                </a:lnTo>
                <a:cubicBezTo>
                  <a:pt x="1554" y="37"/>
                  <a:pt x="1496" y="1"/>
                  <a:pt x="14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47"/>
          <p:cNvSpPr/>
          <p:nvPr/>
        </p:nvSpPr>
        <p:spPr>
          <a:xfrm>
            <a:off x="6092932" y="4809434"/>
            <a:ext cx="186679" cy="199389"/>
          </a:xfrm>
          <a:custGeom>
            <a:avLst/>
            <a:gdLst/>
            <a:ahLst/>
            <a:cxnLst/>
            <a:rect l="l" t="t" r="r" b="b"/>
            <a:pathLst>
              <a:path w="2776" h="2965" extrusionOk="0">
                <a:moveTo>
                  <a:pt x="1439" y="1"/>
                </a:moveTo>
                <a:cubicBezTo>
                  <a:pt x="1386" y="1"/>
                  <a:pt x="1334" y="31"/>
                  <a:pt x="1322" y="93"/>
                </a:cubicBezTo>
                <a:lnTo>
                  <a:pt x="1168" y="736"/>
                </a:lnTo>
                <a:cubicBezTo>
                  <a:pt x="1120" y="962"/>
                  <a:pt x="953" y="1129"/>
                  <a:pt x="763" y="1177"/>
                </a:cubicBezTo>
                <a:lnTo>
                  <a:pt x="144" y="1308"/>
                </a:lnTo>
                <a:cubicBezTo>
                  <a:pt x="13" y="1331"/>
                  <a:pt x="1" y="1522"/>
                  <a:pt x="132" y="1558"/>
                </a:cubicBezTo>
                <a:lnTo>
                  <a:pt x="739" y="1748"/>
                </a:lnTo>
                <a:cubicBezTo>
                  <a:pt x="930" y="1796"/>
                  <a:pt x="1072" y="1986"/>
                  <a:pt x="1108" y="2212"/>
                </a:cubicBezTo>
                <a:lnTo>
                  <a:pt x="1203" y="2855"/>
                </a:lnTo>
                <a:cubicBezTo>
                  <a:pt x="1216" y="2928"/>
                  <a:pt x="1271" y="2964"/>
                  <a:pt x="1328" y="2964"/>
                </a:cubicBezTo>
                <a:cubicBezTo>
                  <a:pt x="1381" y="2964"/>
                  <a:pt x="1436" y="2931"/>
                  <a:pt x="1453" y="2867"/>
                </a:cubicBezTo>
                <a:lnTo>
                  <a:pt x="1620" y="2177"/>
                </a:lnTo>
                <a:cubicBezTo>
                  <a:pt x="1668" y="1986"/>
                  <a:pt x="1799" y="1843"/>
                  <a:pt x="1965" y="1808"/>
                </a:cubicBezTo>
                <a:lnTo>
                  <a:pt x="2632" y="1665"/>
                </a:lnTo>
                <a:cubicBezTo>
                  <a:pt x="2763" y="1629"/>
                  <a:pt x="2775" y="1438"/>
                  <a:pt x="2632" y="1403"/>
                </a:cubicBezTo>
                <a:lnTo>
                  <a:pt x="1989" y="1212"/>
                </a:lnTo>
                <a:cubicBezTo>
                  <a:pt x="1823" y="1165"/>
                  <a:pt x="1703" y="1010"/>
                  <a:pt x="1668" y="819"/>
                </a:cubicBezTo>
                <a:lnTo>
                  <a:pt x="1561" y="105"/>
                </a:lnTo>
                <a:cubicBezTo>
                  <a:pt x="1554" y="37"/>
                  <a:pt x="1496" y="1"/>
                  <a:pt x="14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95" name="Google Shape;1395;p47"/>
          <p:cNvGrpSpPr/>
          <p:nvPr/>
        </p:nvGrpSpPr>
        <p:grpSpPr>
          <a:xfrm>
            <a:off x="7130876" y="3938697"/>
            <a:ext cx="1308919" cy="1293005"/>
            <a:chOff x="-2708900" y="3174350"/>
            <a:chExt cx="350100" cy="345825"/>
          </a:xfrm>
        </p:grpSpPr>
        <p:sp>
          <p:nvSpPr>
            <p:cNvPr id="1396" name="Google Shape;1396;p47"/>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47"/>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47"/>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47"/>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47"/>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47"/>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2" name="Google Shape;1402;p47"/>
          <p:cNvGrpSpPr/>
          <p:nvPr/>
        </p:nvGrpSpPr>
        <p:grpSpPr>
          <a:xfrm>
            <a:off x="801762" y="2550451"/>
            <a:ext cx="1065071" cy="968222"/>
            <a:chOff x="6494019" y="-137261"/>
            <a:chExt cx="2116596" cy="1924130"/>
          </a:xfrm>
        </p:grpSpPr>
        <p:sp>
          <p:nvSpPr>
            <p:cNvPr id="1403" name="Google Shape;1403;p47"/>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47"/>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5" name="Google Shape;1405;p47"/>
          <p:cNvGrpSpPr/>
          <p:nvPr/>
        </p:nvGrpSpPr>
        <p:grpSpPr>
          <a:xfrm flipH="1">
            <a:off x="-327783" y="731735"/>
            <a:ext cx="2081765" cy="4277292"/>
            <a:chOff x="8787087" y="999244"/>
            <a:chExt cx="1738281" cy="3571851"/>
          </a:xfrm>
        </p:grpSpPr>
        <p:sp>
          <p:nvSpPr>
            <p:cNvPr id="1406" name="Google Shape;1406;p47"/>
            <p:cNvSpPr/>
            <p:nvPr/>
          </p:nvSpPr>
          <p:spPr>
            <a:xfrm>
              <a:off x="10063786" y="2197961"/>
              <a:ext cx="185805" cy="199322"/>
            </a:xfrm>
            <a:custGeom>
              <a:avLst/>
              <a:gdLst/>
              <a:ahLst/>
              <a:cxnLst/>
              <a:rect l="l" t="t" r="r" b="b"/>
              <a:pathLst>
                <a:path w="2763" h="2964" extrusionOk="0">
                  <a:moveTo>
                    <a:pt x="1436" y="0"/>
                  </a:moveTo>
                  <a:cubicBezTo>
                    <a:pt x="1382" y="0"/>
                    <a:pt x="1328" y="33"/>
                    <a:pt x="1310" y="97"/>
                  </a:cubicBezTo>
                  <a:lnTo>
                    <a:pt x="1155" y="740"/>
                  </a:lnTo>
                  <a:cubicBezTo>
                    <a:pt x="1108" y="954"/>
                    <a:pt x="953" y="1133"/>
                    <a:pt x="750" y="1169"/>
                  </a:cubicBezTo>
                  <a:lnTo>
                    <a:pt x="143" y="1300"/>
                  </a:lnTo>
                  <a:cubicBezTo>
                    <a:pt x="0" y="1335"/>
                    <a:pt x="0" y="1526"/>
                    <a:pt x="131" y="1562"/>
                  </a:cubicBezTo>
                  <a:lnTo>
                    <a:pt x="727" y="1740"/>
                  </a:lnTo>
                  <a:cubicBezTo>
                    <a:pt x="917" y="1800"/>
                    <a:pt x="1060" y="1978"/>
                    <a:pt x="1096" y="2205"/>
                  </a:cubicBezTo>
                  <a:lnTo>
                    <a:pt x="1203" y="2859"/>
                  </a:lnTo>
                  <a:cubicBezTo>
                    <a:pt x="1209" y="2928"/>
                    <a:pt x="1267" y="2964"/>
                    <a:pt x="1325" y="2964"/>
                  </a:cubicBezTo>
                  <a:cubicBezTo>
                    <a:pt x="1378" y="2964"/>
                    <a:pt x="1430" y="2934"/>
                    <a:pt x="1441" y="2871"/>
                  </a:cubicBezTo>
                  <a:lnTo>
                    <a:pt x="1608" y="2169"/>
                  </a:lnTo>
                  <a:cubicBezTo>
                    <a:pt x="1655" y="1978"/>
                    <a:pt x="1786" y="1836"/>
                    <a:pt x="1953" y="1800"/>
                  </a:cubicBezTo>
                  <a:lnTo>
                    <a:pt x="2620" y="1657"/>
                  </a:lnTo>
                  <a:cubicBezTo>
                    <a:pt x="2751" y="1633"/>
                    <a:pt x="2763" y="1443"/>
                    <a:pt x="2632" y="1407"/>
                  </a:cubicBezTo>
                  <a:lnTo>
                    <a:pt x="1977" y="1205"/>
                  </a:lnTo>
                  <a:cubicBezTo>
                    <a:pt x="1810" y="1157"/>
                    <a:pt x="1691" y="1002"/>
                    <a:pt x="1667" y="812"/>
                  </a:cubicBezTo>
                  <a:lnTo>
                    <a:pt x="1560" y="109"/>
                  </a:lnTo>
                  <a:cubicBezTo>
                    <a:pt x="1548" y="36"/>
                    <a:pt x="1492" y="0"/>
                    <a:pt x="1436" y="0"/>
                  </a:cubicBezTo>
                  <a:close/>
                </a:path>
              </a:pathLst>
            </a:custGeom>
            <a:solidFill>
              <a:srgbClr val="F9F9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47"/>
            <p:cNvSpPr/>
            <p:nvPr/>
          </p:nvSpPr>
          <p:spPr>
            <a:xfrm>
              <a:off x="10105743" y="2719570"/>
              <a:ext cx="44114" cy="185805"/>
            </a:xfrm>
            <a:custGeom>
              <a:avLst/>
              <a:gdLst/>
              <a:ahLst/>
              <a:cxnLst/>
              <a:rect l="l" t="t" r="r" b="b"/>
              <a:pathLst>
                <a:path w="656" h="2763" extrusionOk="0">
                  <a:moveTo>
                    <a:pt x="1" y="1"/>
                  </a:moveTo>
                  <a:cubicBezTo>
                    <a:pt x="120" y="596"/>
                    <a:pt x="275" y="1417"/>
                    <a:pt x="656" y="2763"/>
                  </a:cubicBezTo>
                  <a:lnTo>
                    <a:pt x="1" y="1"/>
                  </a:ln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47"/>
            <p:cNvSpPr/>
            <p:nvPr/>
          </p:nvSpPr>
          <p:spPr>
            <a:xfrm>
              <a:off x="8787087" y="1859878"/>
              <a:ext cx="996070" cy="947585"/>
            </a:xfrm>
            <a:custGeom>
              <a:avLst/>
              <a:gdLst/>
              <a:ahLst/>
              <a:cxnLst/>
              <a:rect l="l" t="t" r="r" b="b"/>
              <a:pathLst>
                <a:path w="14812" h="14091" extrusionOk="0">
                  <a:moveTo>
                    <a:pt x="1832" y="1"/>
                  </a:moveTo>
                  <a:cubicBezTo>
                    <a:pt x="1805" y="1"/>
                    <a:pt x="1778" y="7"/>
                    <a:pt x="1751" y="21"/>
                  </a:cubicBezTo>
                  <a:cubicBezTo>
                    <a:pt x="1453" y="176"/>
                    <a:pt x="1965" y="2152"/>
                    <a:pt x="1965" y="2152"/>
                  </a:cubicBezTo>
                  <a:cubicBezTo>
                    <a:pt x="1965" y="2152"/>
                    <a:pt x="1359" y="358"/>
                    <a:pt x="1016" y="358"/>
                  </a:cubicBezTo>
                  <a:cubicBezTo>
                    <a:pt x="1003" y="358"/>
                    <a:pt x="989" y="360"/>
                    <a:pt x="977" y="366"/>
                  </a:cubicBezTo>
                  <a:cubicBezTo>
                    <a:pt x="643" y="521"/>
                    <a:pt x="1358" y="2343"/>
                    <a:pt x="1358" y="2343"/>
                  </a:cubicBezTo>
                  <a:cubicBezTo>
                    <a:pt x="1358" y="2343"/>
                    <a:pt x="734" y="1042"/>
                    <a:pt x="393" y="1042"/>
                  </a:cubicBezTo>
                  <a:cubicBezTo>
                    <a:pt x="372" y="1042"/>
                    <a:pt x="352" y="1047"/>
                    <a:pt x="334" y="1057"/>
                  </a:cubicBezTo>
                  <a:cubicBezTo>
                    <a:pt x="0" y="1247"/>
                    <a:pt x="846" y="3772"/>
                    <a:pt x="1262" y="4510"/>
                  </a:cubicBezTo>
                  <a:cubicBezTo>
                    <a:pt x="1262" y="4510"/>
                    <a:pt x="1596" y="12332"/>
                    <a:pt x="4739" y="13880"/>
                  </a:cubicBezTo>
                  <a:cubicBezTo>
                    <a:pt x="5032" y="14025"/>
                    <a:pt x="5327" y="14090"/>
                    <a:pt x="5619" y="14090"/>
                  </a:cubicBezTo>
                  <a:cubicBezTo>
                    <a:pt x="8043" y="14090"/>
                    <a:pt x="10339" y="9576"/>
                    <a:pt x="10966" y="8248"/>
                  </a:cubicBezTo>
                  <a:lnTo>
                    <a:pt x="11764" y="8856"/>
                  </a:lnTo>
                  <a:cubicBezTo>
                    <a:pt x="12633" y="6832"/>
                    <a:pt x="13752" y="5391"/>
                    <a:pt x="14812" y="3498"/>
                  </a:cubicBezTo>
                  <a:cubicBezTo>
                    <a:pt x="14670" y="3462"/>
                    <a:pt x="13966" y="2724"/>
                    <a:pt x="13943" y="2724"/>
                  </a:cubicBezTo>
                  <a:cubicBezTo>
                    <a:pt x="13943" y="2724"/>
                    <a:pt x="13943" y="2724"/>
                    <a:pt x="13943" y="2724"/>
                  </a:cubicBezTo>
                  <a:cubicBezTo>
                    <a:pt x="13943" y="2724"/>
                    <a:pt x="13510" y="2556"/>
                    <a:pt x="12832" y="2556"/>
                  </a:cubicBezTo>
                  <a:cubicBezTo>
                    <a:pt x="11815" y="2556"/>
                    <a:pt x="10244" y="2933"/>
                    <a:pt x="8751" y="4819"/>
                  </a:cubicBezTo>
                  <a:cubicBezTo>
                    <a:pt x="7323" y="7046"/>
                    <a:pt x="5989" y="8701"/>
                    <a:pt x="5989" y="8701"/>
                  </a:cubicBezTo>
                  <a:lnTo>
                    <a:pt x="3501" y="4688"/>
                  </a:lnTo>
                  <a:cubicBezTo>
                    <a:pt x="3501" y="4688"/>
                    <a:pt x="4477" y="2236"/>
                    <a:pt x="4120" y="1855"/>
                  </a:cubicBezTo>
                  <a:cubicBezTo>
                    <a:pt x="4068" y="1798"/>
                    <a:pt x="4017" y="1774"/>
                    <a:pt x="3967" y="1774"/>
                  </a:cubicBezTo>
                  <a:cubicBezTo>
                    <a:pt x="3682" y="1774"/>
                    <a:pt x="3441" y="2557"/>
                    <a:pt x="3441" y="2557"/>
                  </a:cubicBezTo>
                  <a:cubicBezTo>
                    <a:pt x="3441" y="2557"/>
                    <a:pt x="3418" y="127"/>
                    <a:pt x="3007" y="127"/>
                  </a:cubicBezTo>
                  <a:cubicBezTo>
                    <a:pt x="3001" y="127"/>
                    <a:pt x="2995" y="127"/>
                    <a:pt x="2989" y="128"/>
                  </a:cubicBezTo>
                  <a:cubicBezTo>
                    <a:pt x="2572" y="200"/>
                    <a:pt x="2644" y="2129"/>
                    <a:pt x="2644" y="2129"/>
                  </a:cubicBezTo>
                  <a:cubicBezTo>
                    <a:pt x="2644" y="2129"/>
                    <a:pt x="2312" y="1"/>
                    <a:pt x="1832" y="1"/>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47"/>
            <p:cNvSpPr/>
            <p:nvPr/>
          </p:nvSpPr>
          <p:spPr>
            <a:xfrm>
              <a:off x="8869533" y="2016161"/>
              <a:ext cx="136983" cy="53327"/>
            </a:xfrm>
            <a:custGeom>
              <a:avLst/>
              <a:gdLst/>
              <a:ahLst/>
              <a:cxnLst/>
              <a:rect l="l" t="t" r="r" b="b"/>
              <a:pathLst>
                <a:path w="2037" h="793" extrusionOk="0">
                  <a:moveTo>
                    <a:pt x="1496" y="1"/>
                  </a:moveTo>
                  <a:cubicBezTo>
                    <a:pt x="1017" y="1"/>
                    <a:pt x="325" y="117"/>
                    <a:pt x="13" y="733"/>
                  </a:cubicBezTo>
                  <a:cubicBezTo>
                    <a:pt x="1" y="757"/>
                    <a:pt x="13" y="781"/>
                    <a:pt x="25" y="793"/>
                  </a:cubicBezTo>
                  <a:lnTo>
                    <a:pt x="48" y="793"/>
                  </a:lnTo>
                  <a:cubicBezTo>
                    <a:pt x="72" y="793"/>
                    <a:pt x="84" y="793"/>
                    <a:pt x="96" y="769"/>
                  </a:cubicBezTo>
                  <a:cubicBezTo>
                    <a:pt x="391" y="194"/>
                    <a:pt x="1037" y="85"/>
                    <a:pt x="1489" y="85"/>
                  </a:cubicBezTo>
                  <a:cubicBezTo>
                    <a:pt x="1768" y="85"/>
                    <a:pt x="1973" y="126"/>
                    <a:pt x="1977" y="126"/>
                  </a:cubicBezTo>
                  <a:cubicBezTo>
                    <a:pt x="1984" y="129"/>
                    <a:pt x="1990" y="131"/>
                    <a:pt x="1996" y="131"/>
                  </a:cubicBezTo>
                  <a:cubicBezTo>
                    <a:pt x="2013" y="131"/>
                    <a:pt x="2028" y="120"/>
                    <a:pt x="2037" y="102"/>
                  </a:cubicBezTo>
                  <a:cubicBezTo>
                    <a:pt x="2037" y="78"/>
                    <a:pt x="2025" y="55"/>
                    <a:pt x="2001" y="43"/>
                  </a:cubicBezTo>
                  <a:cubicBezTo>
                    <a:pt x="1996" y="43"/>
                    <a:pt x="1785" y="1"/>
                    <a:pt x="1496" y="1"/>
                  </a:cubicBezTo>
                  <a:close/>
                </a:path>
              </a:pathLst>
            </a:custGeom>
            <a:solidFill>
              <a:srgbClr val="6C48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47"/>
            <p:cNvSpPr/>
            <p:nvPr/>
          </p:nvSpPr>
          <p:spPr>
            <a:xfrm>
              <a:off x="9643820" y="1992154"/>
              <a:ext cx="374770" cy="140615"/>
            </a:xfrm>
            <a:custGeom>
              <a:avLst/>
              <a:gdLst/>
              <a:ahLst/>
              <a:cxnLst/>
              <a:rect l="l" t="t" r="r" b="b"/>
              <a:pathLst>
                <a:path w="5573" h="2091" extrusionOk="0">
                  <a:moveTo>
                    <a:pt x="2741" y="0"/>
                  </a:moveTo>
                  <a:cubicBezTo>
                    <a:pt x="1090" y="0"/>
                    <a:pt x="0" y="138"/>
                    <a:pt x="0" y="138"/>
                  </a:cubicBezTo>
                  <a:cubicBezTo>
                    <a:pt x="0" y="221"/>
                    <a:pt x="71" y="2090"/>
                    <a:pt x="71" y="2090"/>
                  </a:cubicBezTo>
                  <a:lnTo>
                    <a:pt x="5572" y="2090"/>
                  </a:lnTo>
                  <a:lnTo>
                    <a:pt x="5572" y="138"/>
                  </a:lnTo>
                  <a:cubicBezTo>
                    <a:pt x="4532" y="35"/>
                    <a:pt x="3567" y="0"/>
                    <a:pt x="27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47"/>
            <p:cNvSpPr/>
            <p:nvPr/>
          </p:nvSpPr>
          <p:spPr>
            <a:xfrm>
              <a:off x="9581347" y="2035797"/>
              <a:ext cx="474835" cy="206517"/>
            </a:xfrm>
            <a:custGeom>
              <a:avLst/>
              <a:gdLst/>
              <a:ahLst/>
              <a:cxnLst/>
              <a:rect l="l" t="t" r="r" b="b"/>
              <a:pathLst>
                <a:path w="7061" h="3071" extrusionOk="0">
                  <a:moveTo>
                    <a:pt x="3283" y="0"/>
                  </a:moveTo>
                  <a:cubicBezTo>
                    <a:pt x="1799" y="0"/>
                    <a:pt x="74" y="205"/>
                    <a:pt x="0" y="215"/>
                  </a:cubicBezTo>
                  <a:cubicBezTo>
                    <a:pt x="0" y="215"/>
                    <a:pt x="1312" y="3071"/>
                    <a:pt x="3443" y="3071"/>
                  </a:cubicBezTo>
                  <a:cubicBezTo>
                    <a:pt x="3671" y="3071"/>
                    <a:pt x="3909" y="3038"/>
                    <a:pt x="4156" y="2965"/>
                  </a:cubicBezTo>
                  <a:cubicBezTo>
                    <a:pt x="6715" y="2215"/>
                    <a:pt x="7061" y="310"/>
                    <a:pt x="7061" y="310"/>
                  </a:cubicBezTo>
                  <a:cubicBezTo>
                    <a:pt x="7061" y="310"/>
                    <a:pt x="5549" y="96"/>
                    <a:pt x="3870" y="13"/>
                  </a:cubicBezTo>
                  <a:cubicBezTo>
                    <a:pt x="3682" y="4"/>
                    <a:pt x="3485" y="0"/>
                    <a:pt x="3283" y="0"/>
                  </a:cubicBezTo>
                  <a:close/>
                </a:path>
              </a:pathLst>
            </a:custGeom>
            <a:solidFill>
              <a:srgbClr val="B893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47"/>
            <p:cNvSpPr/>
            <p:nvPr/>
          </p:nvSpPr>
          <p:spPr>
            <a:xfrm>
              <a:off x="9711875" y="1853288"/>
              <a:ext cx="250631" cy="121583"/>
            </a:xfrm>
            <a:custGeom>
              <a:avLst/>
              <a:gdLst/>
              <a:ahLst/>
              <a:cxnLst/>
              <a:rect l="l" t="t" r="r" b="b"/>
              <a:pathLst>
                <a:path w="3727" h="1808" extrusionOk="0">
                  <a:moveTo>
                    <a:pt x="3727" y="0"/>
                  </a:moveTo>
                  <a:lnTo>
                    <a:pt x="0" y="393"/>
                  </a:lnTo>
                  <a:lnTo>
                    <a:pt x="95" y="1536"/>
                  </a:lnTo>
                  <a:cubicBezTo>
                    <a:pt x="772" y="1717"/>
                    <a:pt x="1463" y="1807"/>
                    <a:pt x="2144" y="1807"/>
                  </a:cubicBezTo>
                  <a:cubicBezTo>
                    <a:pt x="2674" y="1807"/>
                    <a:pt x="3198" y="1753"/>
                    <a:pt x="3703" y="1643"/>
                  </a:cubicBezTo>
                  <a:lnTo>
                    <a:pt x="3727" y="0"/>
                  </a:lnTo>
                  <a:close/>
                </a:path>
              </a:pathLst>
            </a:custGeom>
            <a:solidFill>
              <a:srgbClr val="EAA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47"/>
            <p:cNvSpPr/>
            <p:nvPr/>
          </p:nvSpPr>
          <p:spPr>
            <a:xfrm>
              <a:off x="9672602" y="1972585"/>
              <a:ext cx="319560" cy="71148"/>
            </a:xfrm>
            <a:custGeom>
              <a:avLst/>
              <a:gdLst/>
              <a:ahLst/>
              <a:cxnLst/>
              <a:rect l="l" t="t" r="r" b="b"/>
              <a:pathLst>
                <a:path w="4752" h="1058" extrusionOk="0">
                  <a:moveTo>
                    <a:pt x="1" y="0"/>
                  </a:moveTo>
                  <a:lnTo>
                    <a:pt x="84" y="774"/>
                  </a:lnTo>
                  <a:cubicBezTo>
                    <a:pt x="862" y="972"/>
                    <a:pt x="1659" y="1057"/>
                    <a:pt x="2467" y="1057"/>
                  </a:cubicBezTo>
                  <a:cubicBezTo>
                    <a:pt x="3218" y="1057"/>
                    <a:pt x="3977" y="983"/>
                    <a:pt x="4739" y="857"/>
                  </a:cubicBezTo>
                  <a:lnTo>
                    <a:pt x="4751" y="95"/>
                  </a:lnTo>
                  <a:lnTo>
                    <a:pt x="4751" y="95"/>
                  </a:lnTo>
                  <a:cubicBezTo>
                    <a:pt x="4089" y="210"/>
                    <a:pt x="3402" y="265"/>
                    <a:pt x="2705" y="265"/>
                  </a:cubicBezTo>
                  <a:cubicBezTo>
                    <a:pt x="1810" y="265"/>
                    <a:pt x="898" y="174"/>
                    <a:pt x="1" y="0"/>
                  </a:cubicBezTo>
                  <a:close/>
                </a:path>
              </a:pathLst>
            </a:custGeom>
            <a:solidFill>
              <a:srgbClr val="EAA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47"/>
            <p:cNvSpPr/>
            <p:nvPr/>
          </p:nvSpPr>
          <p:spPr>
            <a:xfrm>
              <a:off x="9678251" y="2024634"/>
              <a:ext cx="313104" cy="289097"/>
            </a:xfrm>
            <a:custGeom>
              <a:avLst/>
              <a:gdLst/>
              <a:ahLst/>
              <a:cxnLst/>
              <a:rect l="l" t="t" r="r" b="b"/>
              <a:pathLst>
                <a:path w="4656" h="4299" extrusionOk="0">
                  <a:moveTo>
                    <a:pt x="0" y="0"/>
                  </a:moveTo>
                  <a:lnTo>
                    <a:pt x="107" y="964"/>
                  </a:lnTo>
                  <a:cubicBezTo>
                    <a:pt x="107" y="964"/>
                    <a:pt x="405" y="4298"/>
                    <a:pt x="2274" y="4298"/>
                  </a:cubicBezTo>
                  <a:cubicBezTo>
                    <a:pt x="4370" y="4298"/>
                    <a:pt x="4643" y="964"/>
                    <a:pt x="4643" y="964"/>
                  </a:cubicBezTo>
                  <a:lnTo>
                    <a:pt x="4655" y="83"/>
                  </a:lnTo>
                  <a:lnTo>
                    <a:pt x="4655" y="83"/>
                  </a:lnTo>
                  <a:cubicBezTo>
                    <a:pt x="3893" y="209"/>
                    <a:pt x="3134" y="283"/>
                    <a:pt x="2383" y="283"/>
                  </a:cubicBezTo>
                  <a:cubicBezTo>
                    <a:pt x="1575" y="283"/>
                    <a:pt x="778" y="198"/>
                    <a:pt x="0" y="0"/>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47"/>
            <p:cNvSpPr/>
            <p:nvPr/>
          </p:nvSpPr>
          <p:spPr>
            <a:xfrm>
              <a:off x="9355530" y="999244"/>
              <a:ext cx="892038" cy="921022"/>
            </a:xfrm>
            <a:custGeom>
              <a:avLst/>
              <a:gdLst/>
              <a:ahLst/>
              <a:cxnLst/>
              <a:rect l="l" t="t" r="r" b="b"/>
              <a:pathLst>
                <a:path w="13265" h="13696" extrusionOk="0">
                  <a:moveTo>
                    <a:pt x="6941" y="0"/>
                  </a:moveTo>
                  <a:cubicBezTo>
                    <a:pt x="6280" y="0"/>
                    <a:pt x="5583" y="81"/>
                    <a:pt x="4859" y="258"/>
                  </a:cubicBezTo>
                  <a:cubicBezTo>
                    <a:pt x="1001" y="1211"/>
                    <a:pt x="1" y="4794"/>
                    <a:pt x="608" y="8414"/>
                  </a:cubicBezTo>
                  <a:cubicBezTo>
                    <a:pt x="1297" y="12412"/>
                    <a:pt x="4264" y="13696"/>
                    <a:pt x="7114" y="13696"/>
                  </a:cubicBezTo>
                  <a:cubicBezTo>
                    <a:pt x="7320" y="13696"/>
                    <a:pt x="7525" y="13689"/>
                    <a:pt x="7728" y="13676"/>
                  </a:cubicBezTo>
                  <a:cubicBezTo>
                    <a:pt x="10943" y="13462"/>
                    <a:pt x="12860" y="10878"/>
                    <a:pt x="13050" y="8247"/>
                  </a:cubicBezTo>
                  <a:cubicBezTo>
                    <a:pt x="13264" y="5402"/>
                    <a:pt x="13074" y="4675"/>
                    <a:pt x="12633" y="3437"/>
                  </a:cubicBezTo>
                  <a:cubicBezTo>
                    <a:pt x="11966" y="1522"/>
                    <a:pt x="9798" y="0"/>
                    <a:pt x="6941" y="0"/>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47"/>
            <p:cNvSpPr/>
            <p:nvPr/>
          </p:nvSpPr>
          <p:spPr>
            <a:xfrm>
              <a:off x="9355530" y="1282424"/>
              <a:ext cx="189840" cy="336305"/>
            </a:xfrm>
            <a:custGeom>
              <a:avLst/>
              <a:gdLst/>
              <a:ahLst/>
              <a:cxnLst/>
              <a:rect l="l" t="t" r="r" b="b"/>
              <a:pathLst>
                <a:path w="2823" h="5001" extrusionOk="0">
                  <a:moveTo>
                    <a:pt x="1451" y="1"/>
                  </a:moveTo>
                  <a:cubicBezTo>
                    <a:pt x="1116" y="1"/>
                    <a:pt x="790" y="67"/>
                    <a:pt x="632" y="250"/>
                  </a:cubicBezTo>
                  <a:cubicBezTo>
                    <a:pt x="96" y="893"/>
                    <a:pt x="120" y="2084"/>
                    <a:pt x="60" y="2929"/>
                  </a:cubicBezTo>
                  <a:cubicBezTo>
                    <a:pt x="1" y="3774"/>
                    <a:pt x="418" y="4691"/>
                    <a:pt x="1203" y="5001"/>
                  </a:cubicBezTo>
                  <a:lnTo>
                    <a:pt x="858" y="4548"/>
                  </a:lnTo>
                  <a:cubicBezTo>
                    <a:pt x="1489" y="4143"/>
                    <a:pt x="1787" y="3274"/>
                    <a:pt x="1525" y="2560"/>
                  </a:cubicBezTo>
                  <a:lnTo>
                    <a:pt x="1525" y="2560"/>
                  </a:lnTo>
                  <a:cubicBezTo>
                    <a:pt x="1606" y="2749"/>
                    <a:pt x="1816" y="2856"/>
                    <a:pt x="2022" y="2856"/>
                  </a:cubicBezTo>
                  <a:cubicBezTo>
                    <a:pt x="2088" y="2856"/>
                    <a:pt x="2154" y="2845"/>
                    <a:pt x="2215" y="2822"/>
                  </a:cubicBezTo>
                  <a:cubicBezTo>
                    <a:pt x="2465" y="2726"/>
                    <a:pt x="2644" y="2488"/>
                    <a:pt x="2727" y="2226"/>
                  </a:cubicBezTo>
                  <a:cubicBezTo>
                    <a:pt x="2811" y="1964"/>
                    <a:pt x="2811" y="1691"/>
                    <a:pt x="2823" y="1417"/>
                  </a:cubicBezTo>
                  <a:cubicBezTo>
                    <a:pt x="2823" y="1167"/>
                    <a:pt x="2823" y="905"/>
                    <a:pt x="2739" y="667"/>
                  </a:cubicBezTo>
                  <a:cubicBezTo>
                    <a:pt x="2668" y="429"/>
                    <a:pt x="2489" y="202"/>
                    <a:pt x="2251" y="119"/>
                  </a:cubicBezTo>
                  <a:cubicBezTo>
                    <a:pt x="2050" y="52"/>
                    <a:pt x="1747" y="1"/>
                    <a:pt x="14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47"/>
            <p:cNvSpPr/>
            <p:nvPr/>
          </p:nvSpPr>
          <p:spPr>
            <a:xfrm>
              <a:off x="10104197" y="1288207"/>
              <a:ext cx="168993" cy="330521"/>
            </a:xfrm>
            <a:custGeom>
              <a:avLst/>
              <a:gdLst/>
              <a:ahLst/>
              <a:cxnLst/>
              <a:rect l="l" t="t" r="r" b="b"/>
              <a:pathLst>
                <a:path w="2513" h="4915" extrusionOk="0">
                  <a:moveTo>
                    <a:pt x="758" y="1"/>
                  </a:moveTo>
                  <a:cubicBezTo>
                    <a:pt x="692" y="1"/>
                    <a:pt x="626" y="11"/>
                    <a:pt x="560" y="33"/>
                  </a:cubicBezTo>
                  <a:cubicBezTo>
                    <a:pt x="322" y="116"/>
                    <a:pt x="155" y="343"/>
                    <a:pt x="72" y="581"/>
                  </a:cubicBezTo>
                  <a:cubicBezTo>
                    <a:pt x="0" y="819"/>
                    <a:pt x="0" y="1081"/>
                    <a:pt x="0" y="1331"/>
                  </a:cubicBezTo>
                  <a:cubicBezTo>
                    <a:pt x="0" y="1605"/>
                    <a:pt x="0" y="1878"/>
                    <a:pt x="83" y="2140"/>
                  </a:cubicBezTo>
                  <a:cubicBezTo>
                    <a:pt x="167" y="2402"/>
                    <a:pt x="345" y="2640"/>
                    <a:pt x="595" y="2736"/>
                  </a:cubicBezTo>
                  <a:cubicBezTo>
                    <a:pt x="659" y="2759"/>
                    <a:pt x="728" y="2770"/>
                    <a:pt x="795" y="2770"/>
                  </a:cubicBezTo>
                  <a:cubicBezTo>
                    <a:pt x="1006" y="2770"/>
                    <a:pt x="1214" y="2663"/>
                    <a:pt x="1286" y="2474"/>
                  </a:cubicBezTo>
                  <a:lnTo>
                    <a:pt x="1286" y="2474"/>
                  </a:lnTo>
                  <a:cubicBezTo>
                    <a:pt x="1036" y="3188"/>
                    <a:pt x="1322" y="4057"/>
                    <a:pt x="1953" y="4462"/>
                  </a:cubicBezTo>
                  <a:lnTo>
                    <a:pt x="1607" y="4915"/>
                  </a:lnTo>
                  <a:cubicBezTo>
                    <a:pt x="2393" y="4605"/>
                    <a:pt x="2512" y="3831"/>
                    <a:pt x="2453" y="2986"/>
                  </a:cubicBezTo>
                  <a:cubicBezTo>
                    <a:pt x="2393" y="2140"/>
                    <a:pt x="2239" y="1236"/>
                    <a:pt x="1703" y="593"/>
                  </a:cubicBezTo>
                  <a:cubicBezTo>
                    <a:pt x="1451" y="301"/>
                    <a:pt x="1115" y="1"/>
                    <a:pt x="7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47"/>
            <p:cNvSpPr/>
            <p:nvPr/>
          </p:nvSpPr>
          <p:spPr>
            <a:xfrm>
              <a:off x="10075348" y="1504273"/>
              <a:ext cx="217680" cy="246462"/>
            </a:xfrm>
            <a:custGeom>
              <a:avLst/>
              <a:gdLst/>
              <a:ahLst/>
              <a:cxnLst/>
              <a:rect l="l" t="t" r="r" b="b"/>
              <a:pathLst>
                <a:path w="3237" h="3665" extrusionOk="0">
                  <a:moveTo>
                    <a:pt x="1631" y="1"/>
                  </a:moveTo>
                  <a:cubicBezTo>
                    <a:pt x="1165" y="1"/>
                    <a:pt x="774" y="142"/>
                    <a:pt x="774" y="142"/>
                  </a:cubicBezTo>
                  <a:cubicBezTo>
                    <a:pt x="774" y="142"/>
                    <a:pt x="1" y="1975"/>
                    <a:pt x="72" y="2618"/>
                  </a:cubicBezTo>
                  <a:cubicBezTo>
                    <a:pt x="142" y="3313"/>
                    <a:pt x="720" y="3664"/>
                    <a:pt x="1359" y="3664"/>
                  </a:cubicBezTo>
                  <a:cubicBezTo>
                    <a:pt x="2240" y="3664"/>
                    <a:pt x="3237" y="2995"/>
                    <a:pt x="3168" y="1642"/>
                  </a:cubicBezTo>
                  <a:cubicBezTo>
                    <a:pt x="3098" y="282"/>
                    <a:pt x="2289" y="1"/>
                    <a:pt x="1631" y="1"/>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47"/>
            <p:cNvSpPr/>
            <p:nvPr/>
          </p:nvSpPr>
          <p:spPr>
            <a:xfrm>
              <a:off x="10094580" y="1553229"/>
              <a:ext cx="169800" cy="135974"/>
            </a:xfrm>
            <a:custGeom>
              <a:avLst/>
              <a:gdLst/>
              <a:ahLst/>
              <a:cxnLst/>
              <a:rect l="l" t="t" r="r" b="b"/>
              <a:pathLst>
                <a:path w="2525" h="2022" extrusionOk="0">
                  <a:moveTo>
                    <a:pt x="1528" y="1"/>
                  </a:moveTo>
                  <a:cubicBezTo>
                    <a:pt x="1304" y="1"/>
                    <a:pt x="1075" y="77"/>
                    <a:pt x="846" y="223"/>
                  </a:cubicBezTo>
                  <a:cubicBezTo>
                    <a:pt x="0" y="795"/>
                    <a:pt x="536" y="1986"/>
                    <a:pt x="536" y="1998"/>
                  </a:cubicBezTo>
                  <a:cubicBezTo>
                    <a:pt x="548" y="2009"/>
                    <a:pt x="560" y="2021"/>
                    <a:pt x="584" y="2021"/>
                  </a:cubicBezTo>
                  <a:lnTo>
                    <a:pt x="596" y="2021"/>
                  </a:lnTo>
                  <a:cubicBezTo>
                    <a:pt x="619" y="2009"/>
                    <a:pt x="631" y="1986"/>
                    <a:pt x="619" y="1962"/>
                  </a:cubicBezTo>
                  <a:cubicBezTo>
                    <a:pt x="619" y="1950"/>
                    <a:pt x="119" y="831"/>
                    <a:pt x="905" y="307"/>
                  </a:cubicBezTo>
                  <a:cubicBezTo>
                    <a:pt x="1115" y="170"/>
                    <a:pt x="1319" y="96"/>
                    <a:pt x="1520" y="96"/>
                  </a:cubicBezTo>
                  <a:cubicBezTo>
                    <a:pt x="1581" y="96"/>
                    <a:pt x="1642" y="102"/>
                    <a:pt x="1703" y="116"/>
                  </a:cubicBezTo>
                  <a:cubicBezTo>
                    <a:pt x="2155" y="212"/>
                    <a:pt x="2429" y="640"/>
                    <a:pt x="2429" y="640"/>
                  </a:cubicBezTo>
                  <a:cubicBezTo>
                    <a:pt x="2438" y="658"/>
                    <a:pt x="2453" y="669"/>
                    <a:pt x="2470" y="669"/>
                  </a:cubicBezTo>
                  <a:cubicBezTo>
                    <a:pt x="2476" y="669"/>
                    <a:pt x="2482" y="667"/>
                    <a:pt x="2489" y="664"/>
                  </a:cubicBezTo>
                  <a:cubicBezTo>
                    <a:pt x="2512" y="652"/>
                    <a:pt x="2524" y="616"/>
                    <a:pt x="2501" y="593"/>
                  </a:cubicBezTo>
                  <a:cubicBezTo>
                    <a:pt x="2489" y="581"/>
                    <a:pt x="2215" y="128"/>
                    <a:pt x="1727" y="21"/>
                  </a:cubicBezTo>
                  <a:cubicBezTo>
                    <a:pt x="1661" y="7"/>
                    <a:pt x="1595" y="1"/>
                    <a:pt x="1528"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47"/>
            <p:cNvSpPr/>
            <p:nvPr/>
          </p:nvSpPr>
          <p:spPr>
            <a:xfrm>
              <a:off x="10119395" y="1605010"/>
              <a:ext cx="95357" cy="23335"/>
            </a:xfrm>
            <a:custGeom>
              <a:avLst/>
              <a:gdLst/>
              <a:ahLst/>
              <a:cxnLst/>
              <a:rect l="l" t="t" r="r" b="b"/>
              <a:pathLst>
                <a:path w="1418" h="347" extrusionOk="0">
                  <a:moveTo>
                    <a:pt x="635" y="1"/>
                  </a:moveTo>
                  <a:cubicBezTo>
                    <a:pt x="430" y="1"/>
                    <a:pt x="209" y="66"/>
                    <a:pt x="12" y="263"/>
                  </a:cubicBezTo>
                  <a:cubicBezTo>
                    <a:pt x="0" y="275"/>
                    <a:pt x="0" y="311"/>
                    <a:pt x="12" y="323"/>
                  </a:cubicBezTo>
                  <a:cubicBezTo>
                    <a:pt x="24" y="335"/>
                    <a:pt x="36" y="340"/>
                    <a:pt x="48" y="340"/>
                  </a:cubicBezTo>
                  <a:cubicBezTo>
                    <a:pt x="60" y="340"/>
                    <a:pt x="72" y="335"/>
                    <a:pt x="84" y="323"/>
                  </a:cubicBezTo>
                  <a:cubicBezTo>
                    <a:pt x="258" y="149"/>
                    <a:pt x="453" y="90"/>
                    <a:pt x="636" y="90"/>
                  </a:cubicBezTo>
                  <a:cubicBezTo>
                    <a:pt x="1005" y="90"/>
                    <a:pt x="1326" y="327"/>
                    <a:pt x="1334" y="335"/>
                  </a:cubicBezTo>
                  <a:cubicBezTo>
                    <a:pt x="1346" y="335"/>
                    <a:pt x="1346" y="346"/>
                    <a:pt x="1358" y="346"/>
                  </a:cubicBezTo>
                  <a:cubicBezTo>
                    <a:pt x="1370" y="346"/>
                    <a:pt x="1393" y="335"/>
                    <a:pt x="1393" y="323"/>
                  </a:cubicBezTo>
                  <a:cubicBezTo>
                    <a:pt x="1417" y="299"/>
                    <a:pt x="1405" y="275"/>
                    <a:pt x="1393" y="251"/>
                  </a:cubicBezTo>
                  <a:cubicBezTo>
                    <a:pt x="1386" y="251"/>
                    <a:pt x="1038" y="1"/>
                    <a:pt x="635"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47"/>
            <p:cNvSpPr/>
            <p:nvPr/>
          </p:nvSpPr>
          <p:spPr>
            <a:xfrm>
              <a:off x="9388347" y="1488941"/>
              <a:ext cx="926469" cy="541342"/>
            </a:xfrm>
            <a:custGeom>
              <a:avLst/>
              <a:gdLst/>
              <a:ahLst/>
              <a:cxnLst/>
              <a:rect l="l" t="t" r="r" b="b"/>
              <a:pathLst>
                <a:path w="13777" h="8050" extrusionOk="0">
                  <a:moveTo>
                    <a:pt x="11788" y="1"/>
                  </a:moveTo>
                  <a:cubicBezTo>
                    <a:pt x="11788" y="1"/>
                    <a:pt x="11669" y="453"/>
                    <a:pt x="10026" y="2275"/>
                  </a:cubicBezTo>
                  <a:cubicBezTo>
                    <a:pt x="9729" y="2604"/>
                    <a:pt x="9418" y="2711"/>
                    <a:pt x="9091" y="2711"/>
                  </a:cubicBezTo>
                  <a:cubicBezTo>
                    <a:pt x="8477" y="2711"/>
                    <a:pt x="7811" y="2332"/>
                    <a:pt x="7093" y="2332"/>
                  </a:cubicBezTo>
                  <a:cubicBezTo>
                    <a:pt x="7058" y="2332"/>
                    <a:pt x="7024" y="2333"/>
                    <a:pt x="6990" y="2334"/>
                  </a:cubicBezTo>
                  <a:cubicBezTo>
                    <a:pt x="5835" y="2394"/>
                    <a:pt x="5335" y="2620"/>
                    <a:pt x="4073" y="2656"/>
                  </a:cubicBezTo>
                  <a:cubicBezTo>
                    <a:pt x="4066" y="2656"/>
                    <a:pt x="4060" y="2656"/>
                    <a:pt x="4053" y="2656"/>
                  </a:cubicBezTo>
                  <a:cubicBezTo>
                    <a:pt x="2805" y="2656"/>
                    <a:pt x="2450" y="405"/>
                    <a:pt x="697" y="405"/>
                  </a:cubicBezTo>
                  <a:cubicBezTo>
                    <a:pt x="683" y="405"/>
                    <a:pt x="670" y="405"/>
                    <a:pt x="656" y="406"/>
                  </a:cubicBezTo>
                  <a:cubicBezTo>
                    <a:pt x="656" y="406"/>
                    <a:pt x="1" y="8049"/>
                    <a:pt x="6752" y="8049"/>
                  </a:cubicBezTo>
                  <a:cubicBezTo>
                    <a:pt x="13776" y="8049"/>
                    <a:pt x="11788" y="1"/>
                    <a:pt x="117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47"/>
            <p:cNvSpPr/>
            <p:nvPr/>
          </p:nvSpPr>
          <p:spPr>
            <a:xfrm>
              <a:off x="9837560" y="1708100"/>
              <a:ext cx="65701" cy="43509"/>
            </a:xfrm>
            <a:custGeom>
              <a:avLst/>
              <a:gdLst/>
              <a:ahLst/>
              <a:cxnLst/>
              <a:rect l="l" t="t" r="r" b="b"/>
              <a:pathLst>
                <a:path w="977" h="647" extrusionOk="0">
                  <a:moveTo>
                    <a:pt x="50" y="1"/>
                  </a:moveTo>
                  <a:cubicBezTo>
                    <a:pt x="45" y="1"/>
                    <a:pt x="40" y="2"/>
                    <a:pt x="36" y="4"/>
                  </a:cubicBezTo>
                  <a:cubicBezTo>
                    <a:pt x="12" y="4"/>
                    <a:pt x="0" y="28"/>
                    <a:pt x="0" y="52"/>
                  </a:cubicBezTo>
                  <a:cubicBezTo>
                    <a:pt x="0" y="52"/>
                    <a:pt x="84" y="647"/>
                    <a:pt x="798" y="647"/>
                  </a:cubicBezTo>
                  <a:cubicBezTo>
                    <a:pt x="846" y="647"/>
                    <a:pt x="893" y="647"/>
                    <a:pt x="941" y="635"/>
                  </a:cubicBezTo>
                  <a:cubicBezTo>
                    <a:pt x="965" y="635"/>
                    <a:pt x="977" y="611"/>
                    <a:pt x="977" y="587"/>
                  </a:cubicBezTo>
                  <a:cubicBezTo>
                    <a:pt x="977" y="564"/>
                    <a:pt x="953" y="552"/>
                    <a:pt x="929" y="552"/>
                  </a:cubicBezTo>
                  <a:cubicBezTo>
                    <a:pt x="884" y="556"/>
                    <a:pt x="842" y="558"/>
                    <a:pt x="801" y="558"/>
                  </a:cubicBezTo>
                  <a:cubicBezTo>
                    <a:pt x="169" y="558"/>
                    <a:pt x="96" y="62"/>
                    <a:pt x="96" y="40"/>
                  </a:cubicBezTo>
                  <a:cubicBezTo>
                    <a:pt x="96" y="20"/>
                    <a:pt x="72" y="1"/>
                    <a:pt x="50"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47"/>
            <p:cNvSpPr/>
            <p:nvPr/>
          </p:nvSpPr>
          <p:spPr>
            <a:xfrm>
              <a:off x="9572538" y="1377377"/>
              <a:ext cx="176188" cy="95491"/>
            </a:xfrm>
            <a:custGeom>
              <a:avLst/>
              <a:gdLst/>
              <a:ahLst/>
              <a:cxnLst/>
              <a:rect l="l" t="t" r="r" b="b"/>
              <a:pathLst>
                <a:path w="2620" h="1420" extrusionOk="0">
                  <a:moveTo>
                    <a:pt x="2051" y="0"/>
                  </a:moveTo>
                  <a:cubicBezTo>
                    <a:pt x="1822" y="0"/>
                    <a:pt x="1488" y="100"/>
                    <a:pt x="989" y="362"/>
                  </a:cubicBezTo>
                  <a:cubicBezTo>
                    <a:pt x="0" y="874"/>
                    <a:pt x="465" y="1291"/>
                    <a:pt x="465" y="1291"/>
                  </a:cubicBezTo>
                  <a:cubicBezTo>
                    <a:pt x="557" y="1378"/>
                    <a:pt x="676" y="1419"/>
                    <a:pt x="824" y="1419"/>
                  </a:cubicBezTo>
                  <a:cubicBezTo>
                    <a:pt x="1077" y="1419"/>
                    <a:pt x="1413" y="1299"/>
                    <a:pt x="1834" y="1088"/>
                  </a:cubicBezTo>
                  <a:cubicBezTo>
                    <a:pt x="2394" y="803"/>
                    <a:pt x="2620" y="457"/>
                    <a:pt x="2465" y="219"/>
                  </a:cubicBezTo>
                  <a:cubicBezTo>
                    <a:pt x="2389" y="91"/>
                    <a:pt x="2268" y="0"/>
                    <a:pt x="20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47"/>
            <p:cNvSpPr/>
            <p:nvPr/>
          </p:nvSpPr>
          <p:spPr>
            <a:xfrm>
              <a:off x="9645782" y="1525792"/>
              <a:ext cx="64154" cy="76931"/>
            </a:xfrm>
            <a:custGeom>
              <a:avLst/>
              <a:gdLst/>
              <a:ahLst/>
              <a:cxnLst/>
              <a:rect l="l" t="t" r="r" b="b"/>
              <a:pathLst>
                <a:path w="954" h="1144" extrusionOk="0">
                  <a:moveTo>
                    <a:pt x="477" y="0"/>
                  </a:moveTo>
                  <a:cubicBezTo>
                    <a:pt x="215" y="0"/>
                    <a:pt x="1" y="250"/>
                    <a:pt x="1" y="572"/>
                  </a:cubicBezTo>
                  <a:cubicBezTo>
                    <a:pt x="1" y="893"/>
                    <a:pt x="215" y="1143"/>
                    <a:pt x="477" y="1143"/>
                  </a:cubicBezTo>
                  <a:cubicBezTo>
                    <a:pt x="739" y="1143"/>
                    <a:pt x="953" y="893"/>
                    <a:pt x="953" y="572"/>
                  </a:cubicBezTo>
                  <a:cubicBezTo>
                    <a:pt x="953" y="250"/>
                    <a:pt x="739" y="0"/>
                    <a:pt x="4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47"/>
            <p:cNvSpPr/>
            <p:nvPr/>
          </p:nvSpPr>
          <p:spPr>
            <a:xfrm>
              <a:off x="9998484" y="1377377"/>
              <a:ext cx="176188" cy="95491"/>
            </a:xfrm>
            <a:custGeom>
              <a:avLst/>
              <a:gdLst/>
              <a:ahLst/>
              <a:cxnLst/>
              <a:rect l="l" t="t" r="r" b="b"/>
              <a:pathLst>
                <a:path w="2620" h="1420" extrusionOk="0">
                  <a:moveTo>
                    <a:pt x="568" y="0"/>
                  </a:moveTo>
                  <a:cubicBezTo>
                    <a:pt x="349" y="0"/>
                    <a:pt x="225" y="91"/>
                    <a:pt x="143" y="219"/>
                  </a:cubicBezTo>
                  <a:cubicBezTo>
                    <a:pt x="1" y="457"/>
                    <a:pt x="227" y="803"/>
                    <a:pt x="786" y="1088"/>
                  </a:cubicBezTo>
                  <a:cubicBezTo>
                    <a:pt x="1208" y="1299"/>
                    <a:pt x="1539" y="1419"/>
                    <a:pt x="1791" y="1419"/>
                  </a:cubicBezTo>
                  <a:cubicBezTo>
                    <a:pt x="1938" y="1419"/>
                    <a:pt x="2059" y="1378"/>
                    <a:pt x="2156" y="1291"/>
                  </a:cubicBezTo>
                  <a:cubicBezTo>
                    <a:pt x="2156" y="1291"/>
                    <a:pt x="2620" y="874"/>
                    <a:pt x="1632" y="362"/>
                  </a:cubicBezTo>
                  <a:cubicBezTo>
                    <a:pt x="1132" y="100"/>
                    <a:pt x="798" y="0"/>
                    <a:pt x="5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47"/>
            <p:cNvSpPr/>
            <p:nvPr/>
          </p:nvSpPr>
          <p:spPr>
            <a:xfrm>
              <a:off x="10001711" y="1537023"/>
              <a:ext cx="63280" cy="76931"/>
            </a:xfrm>
            <a:custGeom>
              <a:avLst/>
              <a:gdLst/>
              <a:ahLst/>
              <a:cxnLst/>
              <a:rect l="l" t="t" r="r" b="b"/>
              <a:pathLst>
                <a:path w="941" h="1144" extrusionOk="0">
                  <a:moveTo>
                    <a:pt x="464" y="0"/>
                  </a:moveTo>
                  <a:cubicBezTo>
                    <a:pt x="214" y="0"/>
                    <a:pt x="0" y="250"/>
                    <a:pt x="0" y="572"/>
                  </a:cubicBezTo>
                  <a:cubicBezTo>
                    <a:pt x="0" y="893"/>
                    <a:pt x="214" y="1143"/>
                    <a:pt x="464" y="1143"/>
                  </a:cubicBezTo>
                  <a:cubicBezTo>
                    <a:pt x="726" y="1143"/>
                    <a:pt x="941" y="893"/>
                    <a:pt x="941" y="572"/>
                  </a:cubicBezTo>
                  <a:cubicBezTo>
                    <a:pt x="941" y="250"/>
                    <a:pt x="726" y="0"/>
                    <a:pt x="4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47"/>
            <p:cNvSpPr/>
            <p:nvPr/>
          </p:nvSpPr>
          <p:spPr>
            <a:xfrm>
              <a:off x="9334078" y="1537695"/>
              <a:ext cx="216873" cy="246664"/>
            </a:xfrm>
            <a:custGeom>
              <a:avLst/>
              <a:gdLst/>
              <a:ahLst/>
              <a:cxnLst/>
              <a:rect l="l" t="t" r="r" b="b"/>
              <a:pathLst>
                <a:path w="3225" h="3668" extrusionOk="0">
                  <a:moveTo>
                    <a:pt x="1588" y="0"/>
                  </a:moveTo>
                  <a:cubicBezTo>
                    <a:pt x="932" y="0"/>
                    <a:pt x="132" y="284"/>
                    <a:pt x="70" y="1645"/>
                  </a:cubicBezTo>
                  <a:cubicBezTo>
                    <a:pt x="1" y="2999"/>
                    <a:pt x="993" y="3667"/>
                    <a:pt x="1871" y="3667"/>
                  </a:cubicBezTo>
                  <a:cubicBezTo>
                    <a:pt x="2507" y="3667"/>
                    <a:pt x="3083" y="3317"/>
                    <a:pt x="3153" y="2621"/>
                  </a:cubicBezTo>
                  <a:cubicBezTo>
                    <a:pt x="3225" y="1978"/>
                    <a:pt x="2451" y="145"/>
                    <a:pt x="2451" y="145"/>
                  </a:cubicBezTo>
                  <a:cubicBezTo>
                    <a:pt x="2451" y="145"/>
                    <a:pt x="2056" y="0"/>
                    <a:pt x="1588" y="0"/>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47"/>
            <p:cNvSpPr/>
            <p:nvPr/>
          </p:nvSpPr>
          <p:spPr>
            <a:xfrm>
              <a:off x="9362726" y="1586853"/>
              <a:ext cx="169060" cy="135974"/>
            </a:xfrm>
            <a:custGeom>
              <a:avLst/>
              <a:gdLst/>
              <a:ahLst/>
              <a:cxnLst/>
              <a:rect l="l" t="t" r="r" b="b"/>
              <a:pathLst>
                <a:path w="2514" h="2022" extrusionOk="0">
                  <a:moveTo>
                    <a:pt x="985" y="1"/>
                  </a:moveTo>
                  <a:cubicBezTo>
                    <a:pt x="919" y="1"/>
                    <a:pt x="852" y="7"/>
                    <a:pt x="787" y="21"/>
                  </a:cubicBezTo>
                  <a:cubicBezTo>
                    <a:pt x="299" y="128"/>
                    <a:pt x="25" y="569"/>
                    <a:pt x="13" y="593"/>
                  </a:cubicBezTo>
                  <a:cubicBezTo>
                    <a:pt x="1" y="616"/>
                    <a:pt x="1" y="640"/>
                    <a:pt x="25" y="652"/>
                  </a:cubicBezTo>
                  <a:cubicBezTo>
                    <a:pt x="34" y="661"/>
                    <a:pt x="43" y="665"/>
                    <a:pt x="51" y="665"/>
                  </a:cubicBezTo>
                  <a:cubicBezTo>
                    <a:pt x="65" y="665"/>
                    <a:pt x="77" y="655"/>
                    <a:pt x="84" y="640"/>
                  </a:cubicBezTo>
                  <a:cubicBezTo>
                    <a:pt x="96" y="640"/>
                    <a:pt x="358" y="212"/>
                    <a:pt x="811" y="116"/>
                  </a:cubicBezTo>
                  <a:cubicBezTo>
                    <a:pt x="875" y="102"/>
                    <a:pt x="941" y="94"/>
                    <a:pt x="1007" y="94"/>
                  </a:cubicBezTo>
                  <a:cubicBezTo>
                    <a:pt x="1208" y="94"/>
                    <a:pt x="1414" y="163"/>
                    <a:pt x="1620" y="307"/>
                  </a:cubicBezTo>
                  <a:cubicBezTo>
                    <a:pt x="2394" y="819"/>
                    <a:pt x="1894" y="1938"/>
                    <a:pt x="1894" y="1950"/>
                  </a:cubicBezTo>
                  <a:cubicBezTo>
                    <a:pt x="1882" y="1974"/>
                    <a:pt x="1894" y="2009"/>
                    <a:pt x="1918" y="2021"/>
                  </a:cubicBezTo>
                  <a:lnTo>
                    <a:pt x="1942" y="2021"/>
                  </a:lnTo>
                  <a:cubicBezTo>
                    <a:pt x="1954" y="2021"/>
                    <a:pt x="1965" y="2009"/>
                    <a:pt x="1977" y="1998"/>
                  </a:cubicBezTo>
                  <a:cubicBezTo>
                    <a:pt x="1989" y="1986"/>
                    <a:pt x="2513" y="795"/>
                    <a:pt x="1668" y="224"/>
                  </a:cubicBezTo>
                  <a:cubicBezTo>
                    <a:pt x="1439" y="77"/>
                    <a:pt x="1209" y="1"/>
                    <a:pt x="985"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47"/>
            <p:cNvSpPr/>
            <p:nvPr/>
          </p:nvSpPr>
          <p:spPr>
            <a:xfrm>
              <a:off x="9412422" y="1638634"/>
              <a:ext cx="94550" cy="22931"/>
            </a:xfrm>
            <a:custGeom>
              <a:avLst/>
              <a:gdLst/>
              <a:ahLst/>
              <a:cxnLst/>
              <a:rect l="l" t="t" r="r" b="b"/>
              <a:pathLst>
                <a:path w="1406" h="341" extrusionOk="0">
                  <a:moveTo>
                    <a:pt x="771" y="1"/>
                  </a:moveTo>
                  <a:cubicBezTo>
                    <a:pt x="368" y="1"/>
                    <a:pt x="24" y="251"/>
                    <a:pt x="24" y="251"/>
                  </a:cubicBezTo>
                  <a:cubicBezTo>
                    <a:pt x="0" y="275"/>
                    <a:pt x="0" y="299"/>
                    <a:pt x="12" y="323"/>
                  </a:cubicBezTo>
                  <a:cubicBezTo>
                    <a:pt x="24" y="335"/>
                    <a:pt x="36" y="335"/>
                    <a:pt x="48" y="335"/>
                  </a:cubicBezTo>
                  <a:cubicBezTo>
                    <a:pt x="60" y="335"/>
                    <a:pt x="72" y="335"/>
                    <a:pt x="72" y="323"/>
                  </a:cubicBezTo>
                  <a:cubicBezTo>
                    <a:pt x="80" y="323"/>
                    <a:pt x="400" y="90"/>
                    <a:pt x="767" y="90"/>
                  </a:cubicBezTo>
                  <a:cubicBezTo>
                    <a:pt x="951" y="90"/>
                    <a:pt x="1147" y="148"/>
                    <a:pt x="1322" y="323"/>
                  </a:cubicBezTo>
                  <a:cubicBezTo>
                    <a:pt x="1334" y="335"/>
                    <a:pt x="1346" y="341"/>
                    <a:pt x="1357" y="341"/>
                  </a:cubicBezTo>
                  <a:cubicBezTo>
                    <a:pt x="1369" y="341"/>
                    <a:pt x="1381" y="335"/>
                    <a:pt x="1393" y="323"/>
                  </a:cubicBezTo>
                  <a:cubicBezTo>
                    <a:pt x="1405" y="311"/>
                    <a:pt x="1405" y="275"/>
                    <a:pt x="1393" y="263"/>
                  </a:cubicBezTo>
                  <a:cubicBezTo>
                    <a:pt x="1196" y="66"/>
                    <a:pt x="976" y="1"/>
                    <a:pt x="771"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47"/>
            <p:cNvSpPr/>
            <p:nvPr/>
          </p:nvSpPr>
          <p:spPr>
            <a:xfrm>
              <a:off x="9823909" y="1324790"/>
              <a:ext cx="128981" cy="322788"/>
            </a:xfrm>
            <a:custGeom>
              <a:avLst/>
              <a:gdLst/>
              <a:ahLst/>
              <a:cxnLst/>
              <a:rect l="l" t="t" r="r" b="b"/>
              <a:pathLst>
                <a:path w="1918" h="4800" extrusionOk="0">
                  <a:moveTo>
                    <a:pt x="263" y="1"/>
                  </a:moveTo>
                  <a:cubicBezTo>
                    <a:pt x="227" y="1"/>
                    <a:pt x="203" y="13"/>
                    <a:pt x="203" y="49"/>
                  </a:cubicBezTo>
                  <a:cubicBezTo>
                    <a:pt x="191" y="346"/>
                    <a:pt x="1" y="3025"/>
                    <a:pt x="215" y="3359"/>
                  </a:cubicBezTo>
                  <a:cubicBezTo>
                    <a:pt x="282" y="3466"/>
                    <a:pt x="392" y="3559"/>
                    <a:pt x="579" y="3559"/>
                  </a:cubicBezTo>
                  <a:cubicBezTo>
                    <a:pt x="723" y="3559"/>
                    <a:pt x="914" y="3504"/>
                    <a:pt x="1168" y="3359"/>
                  </a:cubicBezTo>
                  <a:cubicBezTo>
                    <a:pt x="1168" y="3359"/>
                    <a:pt x="1180" y="3347"/>
                    <a:pt x="1192" y="3347"/>
                  </a:cubicBezTo>
                  <a:cubicBezTo>
                    <a:pt x="1261" y="3309"/>
                    <a:pt x="1329" y="3291"/>
                    <a:pt x="1391" y="3291"/>
                  </a:cubicBezTo>
                  <a:cubicBezTo>
                    <a:pt x="1468" y="3291"/>
                    <a:pt x="1537" y="3318"/>
                    <a:pt x="1596" y="3370"/>
                  </a:cubicBezTo>
                  <a:cubicBezTo>
                    <a:pt x="1775" y="3549"/>
                    <a:pt x="1811" y="3942"/>
                    <a:pt x="1680" y="4204"/>
                  </a:cubicBezTo>
                  <a:cubicBezTo>
                    <a:pt x="1513" y="4537"/>
                    <a:pt x="1144" y="4704"/>
                    <a:pt x="1144" y="4716"/>
                  </a:cubicBezTo>
                  <a:cubicBezTo>
                    <a:pt x="1120" y="4728"/>
                    <a:pt x="1108" y="4752"/>
                    <a:pt x="1120" y="4775"/>
                  </a:cubicBezTo>
                  <a:cubicBezTo>
                    <a:pt x="1120" y="4787"/>
                    <a:pt x="1144" y="4799"/>
                    <a:pt x="1156" y="4799"/>
                  </a:cubicBezTo>
                  <a:lnTo>
                    <a:pt x="1180" y="4799"/>
                  </a:lnTo>
                  <a:cubicBezTo>
                    <a:pt x="1192" y="4787"/>
                    <a:pt x="1584" y="4609"/>
                    <a:pt x="1763" y="4240"/>
                  </a:cubicBezTo>
                  <a:cubicBezTo>
                    <a:pt x="1918" y="3942"/>
                    <a:pt x="1870" y="3501"/>
                    <a:pt x="1668" y="3311"/>
                  </a:cubicBezTo>
                  <a:cubicBezTo>
                    <a:pt x="1593" y="3236"/>
                    <a:pt x="1498" y="3196"/>
                    <a:pt x="1392" y="3196"/>
                  </a:cubicBezTo>
                  <a:cubicBezTo>
                    <a:pt x="1314" y="3196"/>
                    <a:pt x="1230" y="3218"/>
                    <a:pt x="1144" y="3263"/>
                  </a:cubicBezTo>
                  <a:cubicBezTo>
                    <a:pt x="1144" y="3263"/>
                    <a:pt x="1132" y="3275"/>
                    <a:pt x="1120" y="3287"/>
                  </a:cubicBezTo>
                  <a:cubicBezTo>
                    <a:pt x="906" y="3409"/>
                    <a:pt x="730" y="3469"/>
                    <a:pt x="591" y="3469"/>
                  </a:cubicBezTo>
                  <a:cubicBezTo>
                    <a:pt x="460" y="3469"/>
                    <a:pt x="362" y="3415"/>
                    <a:pt x="299" y="3311"/>
                  </a:cubicBezTo>
                  <a:cubicBezTo>
                    <a:pt x="132" y="3049"/>
                    <a:pt x="239" y="870"/>
                    <a:pt x="299" y="49"/>
                  </a:cubicBezTo>
                  <a:cubicBezTo>
                    <a:pt x="299" y="25"/>
                    <a:pt x="287" y="1"/>
                    <a:pt x="263"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47"/>
            <p:cNvSpPr/>
            <p:nvPr/>
          </p:nvSpPr>
          <p:spPr>
            <a:xfrm>
              <a:off x="9329909" y="1408849"/>
              <a:ext cx="913625" cy="303622"/>
            </a:xfrm>
            <a:custGeom>
              <a:avLst/>
              <a:gdLst/>
              <a:ahLst/>
              <a:cxnLst/>
              <a:rect l="l" t="t" r="r" b="b"/>
              <a:pathLst>
                <a:path w="13586" h="4515" extrusionOk="0">
                  <a:moveTo>
                    <a:pt x="5412" y="119"/>
                  </a:moveTo>
                  <a:cubicBezTo>
                    <a:pt x="5434" y="119"/>
                    <a:pt x="5456" y="120"/>
                    <a:pt x="5478" y="120"/>
                  </a:cubicBezTo>
                  <a:cubicBezTo>
                    <a:pt x="6609" y="144"/>
                    <a:pt x="7514" y="1097"/>
                    <a:pt x="7478" y="2228"/>
                  </a:cubicBezTo>
                  <a:cubicBezTo>
                    <a:pt x="7455" y="3349"/>
                    <a:pt x="6538" y="4241"/>
                    <a:pt x="5435" y="4241"/>
                  </a:cubicBezTo>
                  <a:cubicBezTo>
                    <a:pt x="5414" y="4241"/>
                    <a:pt x="5392" y="4240"/>
                    <a:pt x="5371" y="4240"/>
                  </a:cubicBezTo>
                  <a:cubicBezTo>
                    <a:pt x="4228" y="4204"/>
                    <a:pt x="3323" y="3263"/>
                    <a:pt x="3358" y="2120"/>
                  </a:cubicBezTo>
                  <a:cubicBezTo>
                    <a:pt x="3382" y="1011"/>
                    <a:pt x="4299" y="119"/>
                    <a:pt x="5412" y="119"/>
                  </a:cubicBezTo>
                  <a:close/>
                  <a:moveTo>
                    <a:pt x="11387" y="263"/>
                  </a:moveTo>
                  <a:cubicBezTo>
                    <a:pt x="11401" y="263"/>
                    <a:pt x="11416" y="263"/>
                    <a:pt x="11431" y="263"/>
                  </a:cubicBezTo>
                  <a:cubicBezTo>
                    <a:pt x="12562" y="299"/>
                    <a:pt x="13467" y="1251"/>
                    <a:pt x="13443" y="2382"/>
                  </a:cubicBezTo>
                  <a:cubicBezTo>
                    <a:pt x="13408" y="3504"/>
                    <a:pt x="12491" y="4396"/>
                    <a:pt x="11388" y="4396"/>
                  </a:cubicBezTo>
                  <a:cubicBezTo>
                    <a:pt x="11367" y="4396"/>
                    <a:pt x="11345" y="4395"/>
                    <a:pt x="11324" y="4395"/>
                  </a:cubicBezTo>
                  <a:cubicBezTo>
                    <a:pt x="10181" y="4359"/>
                    <a:pt x="9276" y="3418"/>
                    <a:pt x="9311" y="2275"/>
                  </a:cubicBezTo>
                  <a:cubicBezTo>
                    <a:pt x="9347" y="1159"/>
                    <a:pt x="10264" y="263"/>
                    <a:pt x="11387" y="263"/>
                  </a:cubicBezTo>
                  <a:close/>
                  <a:moveTo>
                    <a:pt x="5411" y="0"/>
                  </a:moveTo>
                  <a:cubicBezTo>
                    <a:pt x="4250" y="0"/>
                    <a:pt x="3298" y="916"/>
                    <a:pt x="3239" y="2061"/>
                  </a:cubicBezTo>
                  <a:lnTo>
                    <a:pt x="632" y="2001"/>
                  </a:lnTo>
                  <a:cubicBezTo>
                    <a:pt x="620" y="2001"/>
                    <a:pt x="620" y="2001"/>
                    <a:pt x="608" y="2013"/>
                  </a:cubicBezTo>
                  <a:cubicBezTo>
                    <a:pt x="584" y="2013"/>
                    <a:pt x="37" y="2216"/>
                    <a:pt x="1" y="2740"/>
                  </a:cubicBezTo>
                  <a:cubicBezTo>
                    <a:pt x="1" y="2763"/>
                    <a:pt x="25" y="2799"/>
                    <a:pt x="48" y="2799"/>
                  </a:cubicBezTo>
                  <a:lnTo>
                    <a:pt x="60" y="2799"/>
                  </a:lnTo>
                  <a:cubicBezTo>
                    <a:pt x="84" y="2799"/>
                    <a:pt x="108" y="2775"/>
                    <a:pt x="120" y="2740"/>
                  </a:cubicBezTo>
                  <a:cubicBezTo>
                    <a:pt x="144" y="2335"/>
                    <a:pt x="572" y="2144"/>
                    <a:pt x="632" y="2120"/>
                  </a:cubicBezTo>
                  <a:lnTo>
                    <a:pt x="3239" y="2180"/>
                  </a:lnTo>
                  <a:cubicBezTo>
                    <a:pt x="3239" y="3359"/>
                    <a:pt x="4180" y="4323"/>
                    <a:pt x="5359" y="4359"/>
                  </a:cubicBezTo>
                  <a:cubicBezTo>
                    <a:pt x="5373" y="4359"/>
                    <a:pt x="5388" y="4359"/>
                    <a:pt x="5403" y="4359"/>
                  </a:cubicBezTo>
                  <a:cubicBezTo>
                    <a:pt x="6585" y="4359"/>
                    <a:pt x="7562" y="3415"/>
                    <a:pt x="7597" y="2228"/>
                  </a:cubicBezTo>
                  <a:cubicBezTo>
                    <a:pt x="7597" y="2144"/>
                    <a:pt x="7597" y="2049"/>
                    <a:pt x="7585" y="1966"/>
                  </a:cubicBezTo>
                  <a:cubicBezTo>
                    <a:pt x="7679" y="1915"/>
                    <a:pt x="7990" y="1782"/>
                    <a:pt x="8382" y="1782"/>
                  </a:cubicBezTo>
                  <a:cubicBezTo>
                    <a:pt x="8638" y="1782"/>
                    <a:pt x="8929" y="1839"/>
                    <a:pt x="9216" y="2013"/>
                  </a:cubicBezTo>
                  <a:cubicBezTo>
                    <a:pt x="9204" y="2097"/>
                    <a:pt x="9192" y="2180"/>
                    <a:pt x="9192" y="2275"/>
                  </a:cubicBezTo>
                  <a:cubicBezTo>
                    <a:pt x="9157" y="3478"/>
                    <a:pt x="10121" y="4478"/>
                    <a:pt x="11312" y="4514"/>
                  </a:cubicBezTo>
                  <a:cubicBezTo>
                    <a:pt x="11326" y="4514"/>
                    <a:pt x="11341" y="4514"/>
                    <a:pt x="11356" y="4514"/>
                  </a:cubicBezTo>
                  <a:cubicBezTo>
                    <a:pt x="12539" y="4514"/>
                    <a:pt x="13515" y="3570"/>
                    <a:pt x="13550" y="2382"/>
                  </a:cubicBezTo>
                  <a:cubicBezTo>
                    <a:pt x="13586" y="1192"/>
                    <a:pt x="12633" y="180"/>
                    <a:pt x="11431" y="156"/>
                  </a:cubicBezTo>
                  <a:cubicBezTo>
                    <a:pt x="11407" y="155"/>
                    <a:pt x="11383" y="155"/>
                    <a:pt x="11359" y="155"/>
                  </a:cubicBezTo>
                  <a:cubicBezTo>
                    <a:pt x="10319" y="155"/>
                    <a:pt x="9450" y="905"/>
                    <a:pt x="9240" y="1894"/>
                  </a:cubicBezTo>
                  <a:cubicBezTo>
                    <a:pt x="8945" y="1727"/>
                    <a:pt x="8648" y="1672"/>
                    <a:pt x="8385" y="1672"/>
                  </a:cubicBezTo>
                  <a:cubicBezTo>
                    <a:pt x="8011" y="1672"/>
                    <a:pt x="7706" y="1784"/>
                    <a:pt x="7573" y="1847"/>
                  </a:cubicBezTo>
                  <a:cubicBezTo>
                    <a:pt x="7418" y="823"/>
                    <a:pt x="6549" y="25"/>
                    <a:pt x="5478" y="1"/>
                  </a:cubicBezTo>
                  <a:cubicBezTo>
                    <a:pt x="5455" y="0"/>
                    <a:pt x="5433" y="0"/>
                    <a:pt x="54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47"/>
            <p:cNvSpPr/>
            <p:nvPr/>
          </p:nvSpPr>
          <p:spPr>
            <a:xfrm>
              <a:off x="9664600" y="1222372"/>
              <a:ext cx="418010" cy="30463"/>
            </a:xfrm>
            <a:custGeom>
              <a:avLst/>
              <a:gdLst/>
              <a:ahLst/>
              <a:cxnLst/>
              <a:rect l="l" t="t" r="r" b="b"/>
              <a:pathLst>
                <a:path w="6216" h="453" extrusionOk="0">
                  <a:moveTo>
                    <a:pt x="2978" y="1"/>
                  </a:moveTo>
                  <a:cubicBezTo>
                    <a:pt x="1986" y="1"/>
                    <a:pt x="993" y="111"/>
                    <a:pt x="24" y="333"/>
                  </a:cubicBezTo>
                  <a:cubicBezTo>
                    <a:pt x="1" y="333"/>
                    <a:pt x="1" y="345"/>
                    <a:pt x="1" y="369"/>
                  </a:cubicBezTo>
                  <a:cubicBezTo>
                    <a:pt x="1" y="381"/>
                    <a:pt x="24" y="393"/>
                    <a:pt x="36" y="393"/>
                  </a:cubicBezTo>
                  <a:cubicBezTo>
                    <a:pt x="999" y="171"/>
                    <a:pt x="1986" y="60"/>
                    <a:pt x="2974" y="60"/>
                  </a:cubicBezTo>
                  <a:cubicBezTo>
                    <a:pt x="4052" y="60"/>
                    <a:pt x="5130" y="192"/>
                    <a:pt x="6180" y="452"/>
                  </a:cubicBezTo>
                  <a:cubicBezTo>
                    <a:pt x="6192" y="452"/>
                    <a:pt x="6204" y="441"/>
                    <a:pt x="6204" y="429"/>
                  </a:cubicBezTo>
                  <a:cubicBezTo>
                    <a:pt x="6216" y="417"/>
                    <a:pt x="6204" y="393"/>
                    <a:pt x="6192" y="393"/>
                  </a:cubicBezTo>
                  <a:cubicBezTo>
                    <a:pt x="5142" y="132"/>
                    <a:pt x="4060" y="1"/>
                    <a:pt x="2978" y="1"/>
                  </a:cubicBezTo>
                  <a:close/>
                </a:path>
              </a:pathLst>
            </a:custGeom>
            <a:solidFill>
              <a:srgbClr val="EAA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47"/>
            <p:cNvSpPr/>
            <p:nvPr/>
          </p:nvSpPr>
          <p:spPr>
            <a:xfrm>
              <a:off x="9701451" y="1120559"/>
              <a:ext cx="343567" cy="44989"/>
            </a:xfrm>
            <a:custGeom>
              <a:avLst/>
              <a:gdLst/>
              <a:ahLst/>
              <a:cxnLst/>
              <a:rect l="l" t="t" r="r" b="b"/>
              <a:pathLst>
                <a:path w="5109" h="669" extrusionOk="0">
                  <a:moveTo>
                    <a:pt x="2030" y="0"/>
                  </a:moveTo>
                  <a:cubicBezTo>
                    <a:pt x="1356" y="0"/>
                    <a:pt x="681" y="84"/>
                    <a:pt x="24" y="252"/>
                  </a:cubicBezTo>
                  <a:cubicBezTo>
                    <a:pt x="12" y="252"/>
                    <a:pt x="0" y="276"/>
                    <a:pt x="12" y="288"/>
                  </a:cubicBezTo>
                  <a:cubicBezTo>
                    <a:pt x="12" y="300"/>
                    <a:pt x="24" y="311"/>
                    <a:pt x="48" y="311"/>
                  </a:cubicBezTo>
                  <a:cubicBezTo>
                    <a:pt x="698" y="143"/>
                    <a:pt x="1369" y="59"/>
                    <a:pt x="2039" y="59"/>
                  </a:cubicBezTo>
                  <a:cubicBezTo>
                    <a:pt x="3075" y="59"/>
                    <a:pt x="4111" y="259"/>
                    <a:pt x="5072" y="657"/>
                  </a:cubicBezTo>
                  <a:cubicBezTo>
                    <a:pt x="5072" y="669"/>
                    <a:pt x="5072" y="669"/>
                    <a:pt x="5084" y="669"/>
                  </a:cubicBezTo>
                  <a:cubicBezTo>
                    <a:pt x="5096" y="669"/>
                    <a:pt x="5108" y="657"/>
                    <a:pt x="5108" y="645"/>
                  </a:cubicBezTo>
                  <a:cubicBezTo>
                    <a:pt x="5108" y="633"/>
                    <a:pt x="5108" y="609"/>
                    <a:pt x="5096" y="609"/>
                  </a:cubicBezTo>
                  <a:cubicBezTo>
                    <a:pt x="4125" y="203"/>
                    <a:pt x="3079" y="0"/>
                    <a:pt x="2030" y="0"/>
                  </a:cubicBezTo>
                  <a:close/>
                </a:path>
              </a:pathLst>
            </a:custGeom>
            <a:solidFill>
              <a:srgbClr val="EAA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47"/>
            <p:cNvSpPr/>
            <p:nvPr/>
          </p:nvSpPr>
          <p:spPr>
            <a:xfrm>
              <a:off x="9940046" y="4088729"/>
              <a:ext cx="582162" cy="463739"/>
            </a:xfrm>
            <a:custGeom>
              <a:avLst/>
              <a:gdLst/>
              <a:ahLst/>
              <a:cxnLst/>
              <a:rect l="l" t="t" r="r" b="b"/>
              <a:pathLst>
                <a:path w="8657" h="6896" extrusionOk="0">
                  <a:moveTo>
                    <a:pt x="4965" y="0"/>
                  </a:moveTo>
                  <a:cubicBezTo>
                    <a:pt x="4965" y="0"/>
                    <a:pt x="3765" y="410"/>
                    <a:pt x="2197" y="410"/>
                  </a:cubicBezTo>
                  <a:cubicBezTo>
                    <a:pt x="1512" y="410"/>
                    <a:pt x="757" y="332"/>
                    <a:pt x="0" y="107"/>
                  </a:cubicBezTo>
                  <a:lnTo>
                    <a:pt x="0" y="107"/>
                  </a:lnTo>
                  <a:cubicBezTo>
                    <a:pt x="0" y="108"/>
                    <a:pt x="286" y="5287"/>
                    <a:pt x="584" y="6001"/>
                  </a:cubicBezTo>
                  <a:cubicBezTo>
                    <a:pt x="584" y="6001"/>
                    <a:pt x="2084" y="6692"/>
                    <a:pt x="5918" y="6882"/>
                  </a:cubicBezTo>
                  <a:cubicBezTo>
                    <a:pt x="6119" y="6892"/>
                    <a:pt x="6307" y="6896"/>
                    <a:pt x="6483" y="6896"/>
                  </a:cubicBezTo>
                  <a:cubicBezTo>
                    <a:pt x="8068" y="6896"/>
                    <a:pt x="8656" y="6549"/>
                    <a:pt x="8656" y="6549"/>
                  </a:cubicBezTo>
                  <a:cubicBezTo>
                    <a:pt x="8656" y="6549"/>
                    <a:pt x="8632" y="5775"/>
                    <a:pt x="7251" y="5001"/>
                  </a:cubicBezTo>
                  <a:cubicBezTo>
                    <a:pt x="6763" y="4727"/>
                    <a:pt x="5025" y="4215"/>
                    <a:pt x="5025" y="4215"/>
                  </a:cubicBezTo>
                  <a:lnTo>
                    <a:pt x="496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47"/>
            <p:cNvSpPr/>
            <p:nvPr/>
          </p:nvSpPr>
          <p:spPr>
            <a:xfrm>
              <a:off x="9158562" y="4083887"/>
              <a:ext cx="586196" cy="468581"/>
            </a:xfrm>
            <a:custGeom>
              <a:avLst/>
              <a:gdLst/>
              <a:ahLst/>
              <a:cxnLst/>
              <a:rect l="l" t="t" r="r" b="b"/>
              <a:pathLst>
                <a:path w="8717" h="6968" extrusionOk="0">
                  <a:moveTo>
                    <a:pt x="3382" y="1"/>
                  </a:moveTo>
                  <a:lnTo>
                    <a:pt x="3358" y="4251"/>
                  </a:lnTo>
                  <a:cubicBezTo>
                    <a:pt x="3358" y="4251"/>
                    <a:pt x="1894" y="4799"/>
                    <a:pt x="1406" y="5073"/>
                  </a:cubicBezTo>
                  <a:cubicBezTo>
                    <a:pt x="25" y="5847"/>
                    <a:pt x="1" y="6609"/>
                    <a:pt x="1" y="6609"/>
                  </a:cubicBezTo>
                  <a:cubicBezTo>
                    <a:pt x="1" y="6609"/>
                    <a:pt x="592" y="6968"/>
                    <a:pt x="2187" y="6968"/>
                  </a:cubicBezTo>
                  <a:cubicBezTo>
                    <a:pt x="2359" y="6968"/>
                    <a:pt x="2543" y="6963"/>
                    <a:pt x="2739" y="6954"/>
                  </a:cubicBezTo>
                  <a:cubicBezTo>
                    <a:pt x="6573" y="6764"/>
                    <a:pt x="8061" y="6073"/>
                    <a:pt x="8061" y="6073"/>
                  </a:cubicBezTo>
                  <a:cubicBezTo>
                    <a:pt x="8371" y="5359"/>
                    <a:pt x="8716" y="168"/>
                    <a:pt x="8716" y="168"/>
                  </a:cubicBezTo>
                  <a:lnTo>
                    <a:pt x="8716" y="168"/>
                  </a:lnTo>
                  <a:cubicBezTo>
                    <a:pt x="7990" y="385"/>
                    <a:pt x="7236" y="463"/>
                    <a:pt x="6532" y="463"/>
                  </a:cubicBezTo>
                  <a:cubicBezTo>
                    <a:pt x="4809" y="463"/>
                    <a:pt x="3382" y="1"/>
                    <a:pt x="338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47"/>
            <p:cNvSpPr/>
            <p:nvPr/>
          </p:nvSpPr>
          <p:spPr>
            <a:xfrm>
              <a:off x="9377991" y="2935771"/>
              <a:ext cx="910397" cy="1447637"/>
            </a:xfrm>
            <a:custGeom>
              <a:avLst/>
              <a:gdLst/>
              <a:ahLst/>
              <a:cxnLst/>
              <a:rect l="l" t="t" r="r" b="b"/>
              <a:pathLst>
                <a:path w="13538" h="21527" extrusionOk="0">
                  <a:moveTo>
                    <a:pt x="167" y="0"/>
                  </a:moveTo>
                  <a:cubicBezTo>
                    <a:pt x="0" y="6382"/>
                    <a:pt x="12" y="16371"/>
                    <a:pt x="72" y="21324"/>
                  </a:cubicBezTo>
                  <a:lnTo>
                    <a:pt x="5048" y="21467"/>
                  </a:lnTo>
                  <a:lnTo>
                    <a:pt x="7096" y="6025"/>
                  </a:lnTo>
                  <a:lnTo>
                    <a:pt x="8680" y="21527"/>
                  </a:lnTo>
                  <a:lnTo>
                    <a:pt x="13395" y="21396"/>
                  </a:lnTo>
                  <a:lnTo>
                    <a:pt x="13538" y="119"/>
                  </a:lnTo>
                  <a:lnTo>
                    <a:pt x="1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47"/>
            <p:cNvSpPr/>
            <p:nvPr/>
          </p:nvSpPr>
          <p:spPr>
            <a:xfrm>
              <a:off x="9414775" y="3067038"/>
              <a:ext cx="24142" cy="1291555"/>
            </a:xfrm>
            <a:custGeom>
              <a:avLst/>
              <a:gdLst/>
              <a:ahLst/>
              <a:cxnLst/>
              <a:rect l="l" t="t" r="r" b="b"/>
              <a:pathLst>
                <a:path w="359" h="19206" extrusionOk="0">
                  <a:moveTo>
                    <a:pt x="310" y="1"/>
                  </a:moveTo>
                  <a:cubicBezTo>
                    <a:pt x="287" y="1"/>
                    <a:pt x="263" y="25"/>
                    <a:pt x="263" y="49"/>
                  </a:cubicBezTo>
                  <a:lnTo>
                    <a:pt x="1" y="19206"/>
                  </a:lnTo>
                  <a:lnTo>
                    <a:pt x="96" y="19206"/>
                  </a:lnTo>
                  <a:lnTo>
                    <a:pt x="358" y="49"/>
                  </a:lnTo>
                  <a:cubicBezTo>
                    <a:pt x="358" y="13"/>
                    <a:pt x="334" y="1"/>
                    <a:pt x="3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47"/>
            <p:cNvSpPr/>
            <p:nvPr/>
          </p:nvSpPr>
          <p:spPr>
            <a:xfrm>
              <a:off x="9916845" y="3342484"/>
              <a:ext cx="92129" cy="1026533"/>
            </a:xfrm>
            <a:custGeom>
              <a:avLst/>
              <a:gdLst/>
              <a:ahLst/>
              <a:cxnLst/>
              <a:rect l="l" t="t" r="r" b="b"/>
              <a:pathLst>
                <a:path w="1370" h="15265" extrusionOk="0">
                  <a:moveTo>
                    <a:pt x="36" y="1"/>
                  </a:moveTo>
                  <a:cubicBezTo>
                    <a:pt x="12" y="1"/>
                    <a:pt x="0" y="24"/>
                    <a:pt x="0" y="48"/>
                  </a:cubicBezTo>
                  <a:lnTo>
                    <a:pt x="1286" y="15264"/>
                  </a:lnTo>
                  <a:lnTo>
                    <a:pt x="1369" y="15264"/>
                  </a:lnTo>
                  <a:lnTo>
                    <a:pt x="83" y="48"/>
                  </a:lnTo>
                  <a:cubicBezTo>
                    <a:pt x="83" y="24"/>
                    <a:pt x="60" y="1"/>
                    <a:pt x="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47"/>
            <p:cNvSpPr/>
            <p:nvPr/>
          </p:nvSpPr>
          <p:spPr>
            <a:xfrm>
              <a:off x="9681412" y="3313365"/>
              <a:ext cx="341954" cy="64423"/>
            </a:xfrm>
            <a:custGeom>
              <a:avLst/>
              <a:gdLst/>
              <a:ahLst/>
              <a:cxnLst/>
              <a:rect l="l" t="t" r="r" b="b"/>
              <a:pathLst>
                <a:path w="5085" h="958" extrusionOk="0">
                  <a:moveTo>
                    <a:pt x="5043" y="1"/>
                  </a:moveTo>
                  <a:cubicBezTo>
                    <a:pt x="5037" y="1"/>
                    <a:pt x="5031" y="2"/>
                    <a:pt x="5025" y="5"/>
                  </a:cubicBezTo>
                  <a:cubicBezTo>
                    <a:pt x="5001" y="5"/>
                    <a:pt x="2096" y="743"/>
                    <a:pt x="36" y="862"/>
                  </a:cubicBezTo>
                  <a:cubicBezTo>
                    <a:pt x="13" y="862"/>
                    <a:pt x="1" y="886"/>
                    <a:pt x="1" y="910"/>
                  </a:cubicBezTo>
                  <a:cubicBezTo>
                    <a:pt x="1" y="946"/>
                    <a:pt x="24" y="958"/>
                    <a:pt x="48" y="958"/>
                  </a:cubicBezTo>
                  <a:cubicBezTo>
                    <a:pt x="2108" y="838"/>
                    <a:pt x="5013" y="100"/>
                    <a:pt x="5049" y="100"/>
                  </a:cubicBezTo>
                  <a:cubicBezTo>
                    <a:pt x="5073" y="88"/>
                    <a:pt x="5085" y="65"/>
                    <a:pt x="5073" y="41"/>
                  </a:cubicBezTo>
                  <a:cubicBezTo>
                    <a:pt x="5073" y="14"/>
                    <a:pt x="5059" y="1"/>
                    <a:pt x="5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47"/>
            <p:cNvSpPr/>
            <p:nvPr/>
          </p:nvSpPr>
          <p:spPr>
            <a:xfrm>
              <a:off x="9879187" y="3032607"/>
              <a:ext cx="5649" cy="249892"/>
            </a:xfrm>
            <a:custGeom>
              <a:avLst/>
              <a:gdLst/>
              <a:ahLst/>
              <a:cxnLst/>
              <a:rect l="l" t="t" r="r" b="b"/>
              <a:pathLst>
                <a:path w="84" h="3716" extrusionOk="0">
                  <a:moveTo>
                    <a:pt x="36" y="1"/>
                  </a:moveTo>
                  <a:cubicBezTo>
                    <a:pt x="12" y="1"/>
                    <a:pt x="0" y="25"/>
                    <a:pt x="0" y="49"/>
                  </a:cubicBezTo>
                  <a:lnTo>
                    <a:pt x="0" y="3668"/>
                  </a:lnTo>
                  <a:cubicBezTo>
                    <a:pt x="0" y="3692"/>
                    <a:pt x="12" y="3716"/>
                    <a:pt x="36" y="3716"/>
                  </a:cubicBezTo>
                  <a:cubicBezTo>
                    <a:pt x="60" y="3716"/>
                    <a:pt x="84" y="3692"/>
                    <a:pt x="84" y="3668"/>
                  </a:cubicBezTo>
                  <a:lnTo>
                    <a:pt x="84" y="49"/>
                  </a:lnTo>
                  <a:cubicBezTo>
                    <a:pt x="84" y="25"/>
                    <a:pt x="60" y="1"/>
                    <a:pt x="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47"/>
            <p:cNvSpPr/>
            <p:nvPr/>
          </p:nvSpPr>
          <p:spPr>
            <a:xfrm>
              <a:off x="9445238" y="3036642"/>
              <a:ext cx="116136" cy="253052"/>
            </a:xfrm>
            <a:custGeom>
              <a:avLst/>
              <a:gdLst/>
              <a:ahLst/>
              <a:cxnLst/>
              <a:rect l="l" t="t" r="r" b="b"/>
              <a:pathLst>
                <a:path w="1727" h="3763" extrusionOk="0">
                  <a:moveTo>
                    <a:pt x="1655" y="0"/>
                  </a:moveTo>
                  <a:cubicBezTo>
                    <a:pt x="1453" y="1370"/>
                    <a:pt x="881" y="2679"/>
                    <a:pt x="12" y="3680"/>
                  </a:cubicBezTo>
                  <a:cubicBezTo>
                    <a:pt x="0" y="3703"/>
                    <a:pt x="0" y="3727"/>
                    <a:pt x="12" y="3751"/>
                  </a:cubicBezTo>
                  <a:cubicBezTo>
                    <a:pt x="24" y="3751"/>
                    <a:pt x="36" y="3763"/>
                    <a:pt x="48" y="3763"/>
                  </a:cubicBezTo>
                  <a:cubicBezTo>
                    <a:pt x="60" y="3763"/>
                    <a:pt x="72" y="3751"/>
                    <a:pt x="72" y="3751"/>
                  </a:cubicBezTo>
                  <a:cubicBezTo>
                    <a:pt x="941" y="2751"/>
                    <a:pt x="1524" y="1453"/>
                    <a:pt x="1727" y="84"/>
                  </a:cubicBezTo>
                  <a:cubicBezTo>
                    <a:pt x="1703" y="72"/>
                    <a:pt x="1691" y="48"/>
                    <a:pt x="1679" y="24"/>
                  </a:cubicBezTo>
                  <a:cubicBezTo>
                    <a:pt x="1667" y="24"/>
                    <a:pt x="1655" y="12"/>
                    <a:pt x="16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47"/>
            <p:cNvSpPr/>
            <p:nvPr/>
          </p:nvSpPr>
          <p:spPr>
            <a:xfrm>
              <a:off x="10173798" y="2956348"/>
              <a:ext cx="97778" cy="286138"/>
            </a:xfrm>
            <a:custGeom>
              <a:avLst/>
              <a:gdLst/>
              <a:ahLst/>
              <a:cxnLst/>
              <a:rect l="l" t="t" r="r" b="b"/>
              <a:pathLst>
                <a:path w="1454" h="4255" extrusionOk="0">
                  <a:moveTo>
                    <a:pt x="202" y="1"/>
                  </a:moveTo>
                  <a:cubicBezTo>
                    <a:pt x="184" y="1"/>
                    <a:pt x="168" y="20"/>
                    <a:pt x="168" y="40"/>
                  </a:cubicBezTo>
                  <a:cubicBezTo>
                    <a:pt x="84" y="706"/>
                    <a:pt x="1" y="1695"/>
                    <a:pt x="275" y="2611"/>
                  </a:cubicBezTo>
                  <a:cubicBezTo>
                    <a:pt x="489" y="3338"/>
                    <a:pt x="906" y="3921"/>
                    <a:pt x="1418" y="4254"/>
                  </a:cubicBezTo>
                  <a:cubicBezTo>
                    <a:pt x="1430" y="4231"/>
                    <a:pt x="1442" y="4195"/>
                    <a:pt x="1454" y="4171"/>
                  </a:cubicBezTo>
                  <a:cubicBezTo>
                    <a:pt x="965" y="3850"/>
                    <a:pt x="561" y="3278"/>
                    <a:pt x="358" y="2588"/>
                  </a:cubicBezTo>
                  <a:cubicBezTo>
                    <a:pt x="96" y="1695"/>
                    <a:pt x="168" y="706"/>
                    <a:pt x="251" y="51"/>
                  </a:cubicBezTo>
                  <a:cubicBezTo>
                    <a:pt x="251" y="28"/>
                    <a:pt x="239" y="4"/>
                    <a:pt x="215" y="4"/>
                  </a:cubicBezTo>
                  <a:cubicBezTo>
                    <a:pt x="211" y="2"/>
                    <a:pt x="207" y="1"/>
                    <a:pt x="2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47"/>
            <p:cNvSpPr/>
            <p:nvPr/>
          </p:nvSpPr>
          <p:spPr>
            <a:xfrm>
              <a:off x="9820748" y="2979011"/>
              <a:ext cx="64087" cy="291518"/>
            </a:xfrm>
            <a:custGeom>
              <a:avLst/>
              <a:gdLst/>
              <a:ahLst/>
              <a:cxnLst/>
              <a:rect l="l" t="t" r="r" b="b"/>
              <a:pathLst>
                <a:path w="953" h="4335" extrusionOk="0">
                  <a:moveTo>
                    <a:pt x="36" y="0"/>
                  </a:moveTo>
                  <a:cubicBezTo>
                    <a:pt x="12" y="0"/>
                    <a:pt x="0" y="24"/>
                    <a:pt x="0" y="48"/>
                  </a:cubicBezTo>
                  <a:cubicBezTo>
                    <a:pt x="0" y="72"/>
                    <a:pt x="24" y="1762"/>
                    <a:pt x="167" y="3024"/>
                  </a:cubicBezTo>
                  <a:cubicBezTo>
                    <a:pt x="310" y="4310"/>
                    <a:pt x="881" y="4334"/>
                    <a:pt x="905" y="4334"/>
                  </a:cubicBezTo>
                  <a:cubicBezTo>
                    <a:pt x="929" y="4334"/>
                    <a:pt x="953" y="4310"/>
                    <a:pt x="953" y="4275"/>
                  </a:cubicBezTo>
                  <a:cubicBezTo>
                    <a:pt x="953" y="4251"/>
                    <a:pt x="941" y="4227"/>
                    <a:pt x="917" y="4227"/>
                  </a:cubicBezTo>
                  <a:cubicBezTo>
                    <a:pt x="905" y="4227"/>
                    <a:pt x="381" y="4203"/>
                    <a:pt x="250" y="3013"/>
                  </a:cubicBezTo>
                  <a:cubicBezTo>
                    <a:pt x="119" y="1762"/>
                    <a:pt x="84" y="72"/>
                    <a:pt x="84" y="48"/>
                  </a:cubicBezTo>
                  <a:cubicBezTo>
                    <a:pt x="84" y="24"/>
                    <a:pt x="72" y="0"/>
                    <a:pt x="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47"/>
            <p:cNvSpPr/>
            <p:nvPr/>
          </p:nvSpPr>
          <p:spPr>
            <a:xfrm>
              <a:off x="9975283" y="4471435"/>
              <a:ext cx="550085" cy="99661"/>
            </a:xfrm>
            <a:custGeom>
              <a:avLst/>
              <a:gdLst/>
              <a:ahLst/>
              <a:cxnLst/>
              <a:rect l="l" t="t" r="r" b="b"/>
              <a:pathLst>
                <a:path w="8180" h="1482" extrusionOk="0">
                  <a:moveTo>
                    <a:pt x="36" y="0"/>
                  </a:moveTo>
                  <a:cubicBezTo>
                    <a:pt x="36" y="191"/>
                    <a:pt x="0" y="393"/>
                    <a:pt x="12" y="620"/>
                  </a:cubicBezTo>
                  <a:cubicBezTo>
                    <a:pt x="12" y="620"/>
                    <a:pt x="1155" y="1108"/>
                    <a:pt x="4227" y="1370"/>
                  </a:cubicBezTo>
                  <a:cubicBezTo>
                    <a:pt x="5172" y="1451"/>
                    <a:pt x="5896" y="1481"/>
                    <a:pt x="6450" y="1481"/>
                  </a:cubicBezTo>
                  <a:cubicBezTo>
                    <a:pt x="7911" y="1481"/>
                    <a:pt x="8180" y="1274"/>
                    <a:pt x="8180" y="1274"/>
                  </a:cubicBezTo>
                  <a:cubicBezTo>
                    <a:pt x="8180" y="1274"/>
                    <a:pt x="8180" y="1108"/>
                    <a:pt x="8132" y="846"/>
                  </a:cubicBezTo>
                  <a:cubicBezTo>
                    <a:pt x="7387" y="925"/>
                    <a:pt x="6676" y="959"/>
                    <a:pt x="6002" y="959"/>
                  </a:cubicBezTo>
                  <a:cubicBezTo>
                    <a:pt x="3326" y="959"/>
                    <a:pt x="1244" y="419"/>
                    <a:pt x="3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47"/>
            <p:cNvSpPr/>
            <p:nvPr/>
          </p:nvSpPr>
          <p:spPr>
            <a:xfrm>
              <a:off x="9154595" y="4471435"/>
              <a:ext cx="550892" cy="99661"/>
            </a:xfrm>
            <a:custGeom>
              <a:avLst/>
              <a:gdLst/>
              <a:ahLst/>
              <a:cxnLst/>
              <a:rect l="l" t="t" r="r" b="b"/>
              <a:pathLst>
                <a:path w="8192" h="1482" extrusionOk="0">
                  <a:moveTo>
                    <a:pt x="8156" y="0"/>
                  </a:moveTo>
                  <a:cubicBezTo>
                    <a:pt x="6948" y="419"/>
                    <a:pt x="4866" y="959"/>
                    <a:pt x="2190" y="959"/>
                  </a:cubicBezTo>
                  <a:cubicBezTo>
                    <a:pt x="1516" y="959"/>
                    <a:pt x="805" y="925"/>
                    <a:pt x="60" y="846"/>
                  </a:cubicBezTo>
                  <a:cubicBezTo>
                    <a:pt x="12" y="1108"/>
                    <a:pt x="0" y="1274"/>
                    <a:pt x="0" y="1274"/>
                  </a:cubicBezTo>
                  <a:cubicBezTo>
                    <a:pt x="0" y="1274"/>
                    <a:pt x="276" y="1481"/>
                    <a:pt x="1736" y="1481"/>
                  </a:cubicBezTo>
                  <a:cubicBezTo>
                    <a:pt x="2288" y="1481"/>
                    <a:pt x="3011" y="1451"/>
                    <a:pt x="3953" y="1370"/>
                  </a:cubicBezTo>
                  <a:cubicBezTo>
                    <a:pt x="7037" y="1108"/>
                    <a:pt x="8168" y="620"/>
                    <a:pt x="8168" y="620"/>
                  </a:cubicBezTo>
                  <a:cubicBezTo>
                    <a:pt x="8192" y="393"/>
                    <a:pt x="8156" y="191"/>
                    <a:pt x="815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47"/>
            <p:cNvSpPr/>
            <p:nvPr/>
          </p:nvSpPr>
          <p:spPr>
            <a:xfrm>
              <a:off x="8852721" y="2030418"/>
              <a:ext cx="1482135" cy="1138702"/>
            </a:xfrm>
            <a:custGeom>
              <a:avLst/>
              <a:gdLst/>
              <a:ahLst/>
              <a:cxnLst/>
              <a:rect l="l" t="t" r="r" b="b"/>
              <a:pathLst>
                <a:path w="22040" h="16933" extrusionOk="0">
                  <a:moveTo>
                    <a:pt x="11826" y="0"/>
                  </a:moveTo>
                  <a:cubicBezTo>
                    <a:pt x="10877" y="0"/>
                    <a:pt x="9432" y="336"/>
                    <a:pt x="7859" y="1902"/>
                  </a:cubicBezTo>
                  <a:cubicBezTo>
                    <a:pt x="6930" y="2831"/>
                    <a:pt x="5954" y="4188"/>
                    <a:pt x="5013" y="6165"/>
                  </a:cubicBezTo>
                  <a:cubicBezTo>
                    <a:pt x="5013" y="6165"/>
                    <a:pt x="4323" y="3926"/>
                    <a:pt x="3025" y="2414"/>
                  </a:cubicBezTo>
                  <a:cubicBezTo>
                    <a:pt x="2084" y="2688"/>
                    <a:pt x="941" y="2962"/>
                    <a:pt x="60" y="3450"/>
                  </a:cubicBezTo>
                  <a:cubicBezTo>
                    <a:pt x="1" y="4819"/>
                    <a:pt x="929" y="9499"/>
                    <a:pt x="2513" y="11511"/>
                  </a:cubicBezTo>
                  <a:cubicBezTo>
                    <a:pt x="3492" y="12755"/>
                    <a:pt x="4312" y="13210"/>
                    <a:pt x="5032" y="13210"/>
                  </a:cubicBezTo>
                  <a:cubicBezTo>
                    <a:pt x="5896" y="13210"/>
                    <a:pt x="6617" y="12554"/>
                    <a:pt x="7299" y="11820"/>
                  </a:cubicBezTo>
                  <a:lnTo>
                    <a:pt x="7299" y="11820"/>
                  </a:lnTo>
                  <a:cubicBezTo>
                    <a:pt x="7240" y="12499"/>
                    <a:pt x="7180" y="13225"/>
                    <a:pt x="7109" y="13999"/>
                  </a:cubicBezTo>
                  <a:cubicBezTo>
                    <a:pt x="7002" y="15297"/>
                    <a:pt x="7299" y="16261"/>
                    <a:pt x="8073" y="16523"/>
                  </a:cubicBezTo>
                  <a:cubicBezTo>
                    <a:pt x="8483" y="16656"/>
                    <a:pt x="13698" y="16933"/>
                    <a:pt x="14458" y="16933"/>
                  </a:cubicBezTo>
                  <a:cubicBezTo>
                    <a:pt x="14516" y="16933"/>
                    <a:pt x="14548" y="16931"/>
                    <a:pt x="14550" y="16928"/>
                  </a:cubicBezTo>
                  <a:cubicBezTo>
                    <a:pt x="14555" y="16924"/>
                    <a:pt x="14605" y="16923"/>
                    <a:pt x="14691" y="16923"/>
                  </a:cubicBezTo>
                  <a:cubicBezTo>
                    <a:pt x="14917" y="16923"/>
                    <a:pt x="15395" y="16932"/>
                    <a:pt x="15995" y="16932"/>
                  </a:cubicBezTo>
                  <a:cubicBezTo>
                    <a:pt x="17870" y="16932"/>
                    <a:pt x="20940" y="16835"/>
                    <a:pt x="21253" y="16035"/>
                  </a:cubicBezTo>
                  <a:cubicBezTo>
                    <a:pt x="21265" y="16023"/>
                    <a:pt x="22039" y="14999"/>
                    <a:pt x="21503" y="12808"/>
                  </a:cubicBezTo>
                  <a:cubicBezTo>
                    <a:pt x="21456" y="12582"/>
                    <a:pt x="21456" y="12356"/>
                    <a:pt x="21432" y="12130"/>
                  </a:cubicBezTo>
                  <a:lnTo>
                    <a:pt x="21861" y="2093"/>
                  </a:lnTo>
                  <a:cubicBezTo>
                    <a:pt x="21039" y="1057"/>
                    <a:pt x="19979" y="676"/>
                    <a:pt x="17896" y="319"/>
                  </a:cubicBezTo>
                  <a:cubicBezTo>
                    <a:pt x="17896" y="319"/>
                    <a:pt x="15800" y="795"/>
                    <a:pt x="15288" y="819"/>
                  </a:cubicBezTo>
                  <a:lnTo>
                    <a:pt x="13812" y="819"/>
                  </a:lnTo>
                  <a:cubicBezTo>
                    <a:pt x="13742" y="829"/>
                    <a:pt x="13670" y="834"/>
                    <a:pt x="13597" y="834"/>
                  </a:cubicBezTo>
                  <a:cubicBezTo>
                    <a:pt x="13324" y="834"/>
                    <a:pt x="13037" y="767"/>
                    <a:pt x="12764" y="664"/>
                  </a:cubicBezTo>
                  <a:cubicBezTo>
                    <a:pt x="12895" y="366"/>
                    <a:pt x="12967" y="188"/>
                    <a:pt x="12967" y="188"/>
                  </a:cubicBezTo>
                  <a:cubicBezTo>
                    <a:pt x="12967" y="188"/>
                    <a:pt x="12535" y="0"/>
                    <a:pt x="118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47"/>
            <p:cNvSpPr/>
            <p:nvPr/>
          </p:nvSpPr>
          <p:spPr>
            <a:xfrm>
              <a:off x="9731040" y="2146285"/>
              <a:ext cx="211493" cy="46535"/>
            </a:xfrm>
            <a:custGeom>
              <a:avLst/>
              <a:gdLst/>
              <a:ahLst/>
              <a:cxnLst/>
              <a:rect l="l" t="t" r="r" b="b"/>
              <a:pathLst>
                <a:path w="3145" h="692" extrusionOk="0">
                  <a:moveTo>
                    <a:pt x="3077" y="0"/>
                  </a:moveTo>
                  <a:cubicBezTo>
                    <a:pt x="3067" y="0"/>
                    <a:pt x="3057" y="4"/>
                    <a:pt x="3049" y="13"/>
                  </a:cubicBezTo>
                  <a:cubicBezTo>
                    <a:pt x="2185" y="447"/>
                    <a:pt x="1503" y="567"/>
                    <a:pt x="1013" y="567"/>
                  </a:cubicBezTo>
                  <a:cubicBezTo>
                    <a:pt x="415" y="567"/>
                    <a:pt x="103" y="388"/>
                    <a:pt x="96" y="382"/>
                  </a:cubicBezTo>
                  <a:cubicBezTo>
                    <a:pt x="87" y="377"/>
                    <a:pt x="77" y="375"/>
                    <a:pt x="66" y="375"/>
                  </a:cubicBezTo>
                  <a:cubicBezTo>
                    <a:pt x="48" y="375"/>
                    <a:pt x="28" y="383"/>
                    <a:pt x="13" y="406"/>
                  </a:cubicBezTo>
                  <a:cubicBezTo>
                    <a:pt x="1" y="429"/>
                    <a:pt x="1" y="465"/>
                    <a:pt x="37" y="477"/>
                  </a:cubicBezTo>
                  <a:cubicBezTo>
                    <a:pt x="60" y="501"/>
                    <a:pt x="394" y="691"/>
                    <a:pt x="1013" y="691"/>
                  </a:cubicBezTo>
                  <a:cubicBezTo>
                    <a:pt x="1513" y="691"/>
                    <a:pt x="2215" y="560"/>
                    <a:pt x="3096" y="108"/>
                  </a:cubicBezTo>
                  <a:cubicBezTo>
                    <a:pt x="3132" y="96"/>
                    <a:pt x="3144" y="60"/>
                    <a:pt x="3120" y="36"/>
                  </a:cubicBezTo>
                  <a:cubicBezTo>
                    <a:pt x="3113" y="13"/>
                    <a:pt x="3095" y="0"/>
                    <a:pt x="307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47"/>
            <p:cNvSpPr/>
            <p:nvPr/>
          </p:nvSpPr>
          <p:spPr>
            <a:xfrm>
              <a:off x="9823169" y="2083879"/>
              <a:ext cx="12037" cy="1089746"/>
            </a:xfrm>
            <a:custGeom>
              <a:avLst/>
              <a:gdLst/>
              <a:ahLst/>
              <a:cxnLst/>
              <a:rect l="l" t="t" r="r" b="b"/>
              <a:pathLst>
                <a:path w="179" h="16205" extrusionOk="0">
                  <a:moveTo>
                    <a:pt x="60" y="0"/>
                  </a:moveTo>
                  <a:cubicBezTo>
                    <a:pt x="24" y="0"/>
                    <a:pt x="0" y="24"/>
                    <a:pt x="0" y="60"/>
                  </a:cubicBezTo>
                  <a:lnTo>
                    <a:pt x="60" y="16145"/>
                  </a:lnTo>
                  <a:cubicBezTo>
                    <a:pt x="60" y="16169"/>
                    <a:pt x="83" y="16204"/>
                    <a:pt x="119" y="16204"/>
                  </a:cubicBezTo>
                  <a:cubicBezTo>
                    <a:pt x="155" y="16204"/>
                    <a:pt x="179" y="16169"/>
                    <a:pt x="179" y="16145"/>
                  </a:cubicBezTo>
                  <a:lnTo>
                    <a:pt x="119" y="60"/>
                  </a:lnTo>
                  <a:cubicBezTo>
                    <a:pt x="107" y="24"/>
                    <a:pt x="83" y="0"/>
                    <a:pt x="6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47"/>
            <p:cNvSpPr/>
            <p:nvPr/>
          </p:nvSpPr>
          <p:spPr>
            <a:xfrm>
              <a:off x="9581347" y="2001367"/>
              <a:ext cx="252245" cy="213376"/>
            </a:xfrm>
            <a:custGeom>
              <a:avLst/>
              <a:gdLst/>
              <a:ahLst/>
              <a:cxnLst/>
              <a:rect l="l" t="t" r="r" b="b"/>
              <a:pathLst>
                <a:path w="3751" h="3173" extrusionOk="0">
                  <a:moveTo>
                    <a:pt x="953" y="1"/>
                  </a:moveTo>
                  <a:cubicBezTo>
                    <a:pt x="953" y="1"/>
                    <a:pt x="524" y="632"/>
                    <a:pt x="262" y="1215"/>
                  </a:cubicBezTo>
                  <a:cubicBezTo>
                    <a:pt x="0" y="1799"/>
                    <a:pt x="1917" y="2858"/>
                    <a:pt x="2798" y="3168"/>
                  </a:cubicBezTo>
                  <a:cubicBezTo>
                    <a:pt x="2811" y="3171"/>
                    <a:pt x="2824" y="3173"/>
                    <a:pt x="2837" y="3173"/>
                  </a:cubicBezTo>
                  <a:cubicBezTo>
                    <a:pt x="3279" y="3173"/>
                    <a:pt x="3751" y="1263"/>
                    <a:pt x="3751" y="1263"/>
                  </a:cubicBezTo>
                  <a:cubicBezTo>
                    <a:pt x="3751" y="1263"/>
                    <a:pt x="2024" y="810"/>
                    <a:pt x="95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47"/>
            <p:cNvSpPr/>
            <p:nvPr/>
          </p:nvSpPr>
          <p:spPr>
            <a:xfrm>
              <a:off x="9827137" y="2001367"/>
              <a:ext cx="252313" cy="210216"/>
            </a:xfrm>
            <a:custGeom>
              <a:avLst/>
              <a:gdLst/>
              <a:ahLst/>
              <a:cxnLst/>
              <a:rect l="l" t="t" r="r" b="b"/>
              <a:pathLst>
                <a:path w="3752" h="3126" extrusionOk="0">
                  <a:moveTo>
                    <a:pt x="2822" y="1"/>
                  </a:moveTo>
                  <a:cubicBezTo>
                    <a:pt x="1834" y="858"/>
                    <a:pt x="1" y="1287"/>
                    <a:pt x="1" y="1287"/>
                  </a:cubicBezTo>
                  <a:cubicBezTo>
                    <a:pt x="1" y="1287"/>
                    <a:pt x="662" y="3125"/>
                    <a:pt x="1126" y="3125"/>
                  </a:cubicBezTo>
                  <a:cubicBezTo>
                    <a:pt x="1140" y="3125"/>
                    <a:pt x="1154" y="3124"/>
                    <a:pt x="1167" y="3120"/>
                  </a:cubicBezTo>
                  <a:cubicBezTo>
                    <a:pt x="2060" y="2811"/>
                    <a:pt x="3751" y="1834"/>
                    <a:pt x="3489" y="1251"/>
                  </a:cubicBezTo>
                  <a:cubicBezTo>
                    <a:pt x="3215" y="667"/>
                    <a:pt x="2822" y="1"/>
                    <a:pt x="282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47"/>
            <p:cNvSpPr/>
            <p:nvPr/>
          </p:nvSpPr>
          <p:spPr>
            <a:xfrm>
              <a:off x="8851914" y="2151127"/>
              <a:ext cx="256280" cy="180223"/>
            </a:xfrm>
            <a:custGeom>
              <a:avLst/>
              <a:gdLst/>
              <a:ahLst/>
              <a:cxnLst/>
              <a:rect l="l" t="t" r="r" b="b"/>
              <a:pathLst>
                <a:path w="3811" h="2680" extrusionOk="0">
                  <a:moveTo>
                    <a:pt x="2965" y="0"/>
                  </a:moveTo>
                  <a:lnTo>
                    <a:pt x="1" y="1096"/>
                  </a:lnTo>
                  <a:lnTo>
                    <a:pt x="144" y="2679"/>
                  </a:lnTo>
                  <a:lnTo>
                    <a:pt x="3811" y="1631"/>
                  </a:lnTo>
                  <a:cubicBezTo>
                    <a:pt x="3811" y="1631"/>
                    <a:pt x="3311" y="298"/>
                    <a:pt x="296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47"/>
            <p:cNvSpPr/>
            <p:nvPr/>
          </p:nvSpPr>
          <p:spPr>
            <a:xfrm>
              <a:off x="9333944" y="2250115"/>
              <a:ext cx="104973" cy="569586"/>
            </a:xfrm>
            <a:custGeom>
              <a:avLst/>
              <a:gdLst/>
              <a:ahLst/>
              <a:cxnLst/>
              <a:rect l="l" t="t" r="r" b="b"/>
              <a:pathLst>
                <a:path w="1561" h="8470" extrusionOk="0">
                  <a:moveTo>
                    <a:pt x="1493" y="0"/>
                  </a:moveTo>
                  <a:cubicBezTo>
                    <a:pt x="1472" y="0"/>
                    <a:pt x="1450" y="14"/>
                    <a:pt x="1441" y="40"/>
                  </a:cubicBezTo>
                  <a:cubicBezTo>
                    <a:pt x="1429" y="40"/>
                    <a:pt x="989" y="957"/>
                    <a:pt x="488" y="3124"/>
                  </a:cubicBezTo>
                  <a:cubicBezTo>
                    <a:pt x="0" y="5279"/>
                    <a:pt x="215" y="8375"/>
                    <a:pt x="227" y="8410"/>
                  </a:cubicBezTo>
                  <a:cubicBezTo>
                    <a:pt x="227" y="8446"/>
                    <a:pt x="250" y="8470"/>
                    <a:pt x="274" y="8470"/>
                  </a:cubicBezTo>
                  <a:cubicBezTo>
                    <a:pt x="286" y="8470"/>
                    <a:pt x="286" y="8470"/>
                    <a:pt x="286" y="8458"/>
                  </a:cubicBezTo>
                  <a:cubicBezTo>
                    <a:pt x="322" y="8458"/>
                    <a:pt x="346" y="8434"/>
                    <a:pt x="334" y="8398"/>
                  </a:cubicBezTo>
                  <a:cubicBezTo>
                    <a:pt x="334" y="8375"/>
                    <a:pt x="119" y="5291"/>
                    <a:pt x="608" y="3148"/>
                  </a:cubicBezTo>
                  <a:cubicBezTo>
                    <a:pt x="1096" y="1005"/>
                    <a:pt x="1536" y="100"/>
                    <a:pt x="1548" y="88"/>
                  </a:cubicBezTo>
                  <a:cubicBezTo>
                    <a:pt x="1560" y="64"/>
                    <a:pt x="1548" y="28"/>
                    <a:pt x="1512" y="5"/>
                  </a:cubicBezTo>
                  <a:cubicBezTo>
                    <a:pt x="1506" y="2"/>
                    <a:pt x="1500" y="0"/>
                    <a:pt x="149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47"/>
            <p:cNvSpPr/>
            <p:nvPr/>
          </p:nvSpPr>
          <p:spPr>
            <a:xfrm>
              <a:off x="9672602" y="2799662"/>
              <a:ext cx="492453" cy="273899"/>
            </a:xfrm>
            <a:custGeom>
              <a:avLst/>
              <a:gdLst/>
              <a:ahLst/>
              <a:cxnLst/>
              <a:rect l="l" t="t" r="r" b="b"/>
              <a:pathLst>
                <a:path w="7323" h="4073" extrusionOk="0">
                  <a:moveTo>
                    <a:pt x="7275" y="0"/>
                  </a:moveTo>
                  <a:cubicBezTo>
                    <a:pt x="7240" y="0"/>
                    <a:pt x="7216" y="24"/>
                    <a:pt x="7204" y="48"/>
                  </a:cubicBezTo>
                  <a:cubicBezTo>
                    <a:pt x="7168" y="250"/>
                    <a:pt x="6978" y="393"/>
                    <a:pt x="6811" y="512"/>
                  </a:cubicBezTo>
                  <a:cubicBezTo>
                    <a:pt x="4704" y="1929"/>
                    <a:pt x="2430" y="3084"/>
                    <a:pt x="48" y="3953"/>
                  </a:cubicBezTo>
                  <a:cubicBezTo>
                    <a:pt x="13" y="3965"/>
                    <a:pt x="1" y="4001"/>
                    <a:pt x="13" y="4036"/>
                  </a:cubicBezTo>
                  <a:cubicBezTo>
                    <a:pt x="24" y="4060"/>
                    <a:pt x="36" y="4072"/>
                    <a:pt x="60" y="4072"/>
                  </a:cubicBezTo>
                  <a:lnTo>
                    <a:pt x="84" y="4072"/>
                  </a:lnTo>
                  <a:cubicBezTo>
                    <a:pt x="2477" y="3203"/>
                    <a:pt x="4763" y="2036"/>
                    <a:pt x="6871" y="607"/>
                  </a:cubicBezTo>
                  <a:cubicBezTo>
                    <a:pt x="7073" y="477"/>
                    <a:pt x="7275" y="322"/>
                    <a:pt x="7323" y="72"/>
                  </a:cubicBezTo>
                  <a:cubicBezTo>
                    <a:pt x="7323" y="36"/>
                    <a:pt x="7311" y="12"/>
                    <a:pt x="727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47"/>
            <p:cNvSpPr/>
            <p:nvPr/>
          </p:nvSpPr>
          <p:spPr>
            <a:xfrm>
              <a:off x="9872798" y="2114275"/>
              <a:ext cx="17686" cy="1049733"/>
            </a:xfrm>
            <a:custGeom>
              <a:avLst/>
              <a:gdLst/>
              <a:ahLst/>
              <a:cxnLst/>
              <a:rect l="l" t="t" r="r" b="b"/>
              <a:pathLst>
                <a:path w="263" h="15610" extrusionOk="0">
                  <a:moveTo>
                    <a:pt x="60" y="1"/>
                  </a:moveTo>
                  <a:cubicBezTo>
                    <a:pt x="24" y="1"/>
                    <a:pt x="0" y="24"/>
                    <a:pt x="0" y="60"/>
                  </a:cubicBezTo>
                  <a:lnTo>
                    <a:pt x="155" y="15550"/>
                  </a:lnTo>
                  <a:cubicBezTo>
                    <a:pt x="155" y="15586"/>
                    <a:pt x="179" y="15610"/>
                    <a:pt x="215" y="15610"/>
                  </a:cubicBezTo>
                  <a:cubicBezTo>
                    <a:pt x="238" y="15610"/>
                    <a:pt x="262" y="15574"/>
                    <a:pt x="262" y="15550"/>
                  </a:cubicBezTo>
                  <a:lnTo>
                    <a:pt x="119" y="48"/>
                  </a:lnTo>
                  <a:cubicBezTo>
                    <a:pt x="119" y="24"/>
                    <a:pt x="95" y="1"/>
                    <a:pt x="6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458"/>
        <p:cNvGrpSpPr/>
        <p:nvPr/>
      </p:nvGrpSpPr>
      <p:grpSpPr>
        <a:xfrm>
          <a:off x="0" y="0"/>
          <a:ext cx="0" cy="0"/>
          <a:chOff x="0" y="0"/>
          <a:chExt cx="0" cy="0"/>
        </a:xfrm>
      </p:grpSpPr>
      <p:sp>
        <p:nvSpPr>
          <p:cNvPr id="1459" name="Google Shape;1459;p48"/>
          <p:cNvSpPr txBox="1">
            <a:spLocks noGrp="1"/>
          </p:cNvSpPr>
          <p:nvPr>
            <p:ph type="title"/>
          </p:nvPr>
        </p:nvSpPr>
        <p:spPr>
          <a:xfrm>
            <a:off x="720000" y="445025"/>
            <a:ext cx="7704000" cy="73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Why we should take care of them</a:t>
            </a:r>
            <a:endParaRPr/>
          </a:p>
        </p:txBody>
      </p:sp>
      <p:sp>
        <p:nvSpPr>
          <p:cNvPr id="1460" name="Google Shape;1460;p48"/>
          <p:cNvSpPr txBox="1">
            <a:spLocks noGrp="1"/>
          </p:cNvSpPr>
          <p:nvPr>
            <p:ph type="title" idx="2"/>
          </p:nvPr>
        </p:nvSpPr>
        <p:spPr>
          <a:xfrm>
            <a:off x="871625" y="1920288"/>
            <a:ext cx="2012400"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Mercury</a:t>
            </a:r>
            <a:endParaRPr/>
          </a:p>
        </p:txBody>
      </p:sp>
      <p:sp>
        <p:nvSpPr>
          <p:cNvPr id="1461" name="Google Shape;1461;p48"/>
          <p:cNvSpPr txBox="1">
            <a:spLocks noGrp="1"/>
          </p:cNvSpPr>
          <p:nvPr>
            <p:ph type="subTitle" idx="1"/>
          </p:nvPr>
        </p:nvSpPr>
        <p:spPr>
          <a:xfrm>
            <a:off x="871625" y="2347357"/>
            <a:ext cx="2012400" cy="615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It’s the closest planet to the Sun</a:t>
            </a:r>
            <a:endParaRPr/>
          </a:p>
        </p:txBody>
      </p:sp>
      <p:sp>
        <p:nvSpPr>
          <p:cNvPr id="1462" name="Google Shape;1462;p48"/>
          <p:cNvSpPr txBox="1">
            <a:spLocks noGrp="1"/>
          </p:cNvSpPr>
          <p:nvPr>
            <p:ph type="title" idx="3"/>
          </p:nvPr>
        </p:nvSpPr>
        <p:spPr>
          <a:xfrm>
            <a:off x="3569340" y="1920288"/>
            <a:ext cx="2012400"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Venus</a:t>
            </a:r>
            <a:endParaRPr/>
          </a:p>
        </p:txBody>
      </p:sp>
      <p:sp>
        <p:nvSpPr>
          <p:cNvPr id="1463" name="Google Shape;1463;p48"/>
          <p:cNvSpPr txBox="1">
            <a:spLocks noGrp="1"/>
          </p:cNvSpPr>
          <p:nvPr>
            <p:ph type="subTitle" idx="4"/>
          </p:nvPr>
        </p:nvSpPr>
        <p:spPr>
          <a:xfrm>
            <a:off x="3569342" y="2347364"/>
            <a:ext cx="2012400" cy="615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is the second planet from the Sun</a:t>
            </a:r>
            <a:endParaRPr/>
          </a:p>
        </p:txBody>
      </p:sp>
      <p:sp>
        <p:nvSpPr>
          <p:cNvPr id="1464" name="Google Shape;1464;p48"/>
          <p:cNvSpPr txBox="1">
            <a:spLocks noGrp="1"/>
          </p:cNvSpPr>
          <p:nvPr>
            <p:ph type="title" idx="5"/>
          </p:nvPr>
        </p:nvSpPr>
        <p:spPr>
          <a:xfrm>
            <a:off x="875162" y="3561412"/>
            <a:ext cx="2012400"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Jupiter</a:t>
            </a:r>
            <a:endParaRPr/>
          </a:p>
        </p:txBody>
      </p:sp>
      <p:sp>
        <p:nvSpPr>
          <p:cNvPr id="1465" name="Google Shape;1465;p48"/>
          <p:cNvSpPr txBox="1">
            <a:spLocks noGrp="1"/>
          </p:cNvSpPr>
          <p:nvPr>
            <p:ph type="subTitle" idx="6"/>
          </p:nvPr>
        </p:nvSpPr>
        <p:spPr>
          <a:xfrm>
            <a:off x="875162" y="3988481"/>
            <a:ext cx="2012400" cy="615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Jupiter is the biggest planet of them all</a:t>
            </a:r>
            <a:endParaRPr/>
          </a:p>
        </p:txBody>
      </p:sp>
      <p:sp>
        <p:nvSpPr>
          <p:cNvPr id="1466" name="Google Shape;1466;p48"/>
          <p:cNvSpPr txBox="1">
            <a:spLocks noGrp="1"/>
          </p:cNvSpPr>
          <p:nvPr>
            <p:ph type="title" idx="7"/>
          </p:nvPr>
        </p:nvSpPr>
        <p:spPr>
          <a:xfrm>
            <a:off x="3569340" y="3561412"/>
            <a:ext cx="2012400"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Saturn</a:t>
            </a:r>
            <a:endParaRPr/>
          </a:p>
        </p:txBody>
      </p:sp>
      <p:sp>
        <p:nvSpPr>
          <p:cNvPr id="1467" name="Google Shape;1467;p48"/>
          <p:cNvSpPr txBox="1">
            <a:spLocks noGrp="1"/>
          </p:cNvSpPr>
          <p:nvPr>
            <p:ph type="subTitle" idx="8"/>
          </p:nvPr>
        </p:nvSpPr>
        <p:spPr>
          <a:xfrm>
            <a:off x="3569342" y="3988488"/>
            <a:ext cx="2012400" cy="615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It’s composed of hydrogen and helium</a:t>
            </a:r>
            <a:endParaRPr/>
          </a:p>
        </p:txBody>
      </p:sp>
      <p:sp>
        <p:nvSpPr>
          <p:cNvPr id="1468" name="Google Shape;1468;p48"/>
          <p:cNvSpPr txBox="1">
            <a:spLocks noGrp="1"/>
          </p:cNvSpPr>
          <p:nvPr>
            <p:ph type="title" idx="9"/>
          </p:nvPr>
        </p:nvSpPr>
        <p:spPr>
          <a:xfrm>
            <a:off x="6263523" y="1920288"/>
            <a:ext cx="2012400"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Mars</a:t>
            </a:r>
            <a:endParaRPr/>
          </a:p>
        </p:txBody>
      </p:sp>
      <p:sp>
        <p:nvSpPr>
          <p:cNvPr id="1469" name="Google Shape;1469;p48"/>
          <p:cNvSpPr txBox="1">
            <a:spLocks noGrp="1"/>
          </p:cNvSpPr>
          <p:nvPr>
            <p:ph type="subTitle" idx="13"/>
          </p:nvPr>
        </p:nvSpPr>
        <p:spPr>
          <a:xfrm>
            <a:off x="6263523" y="2347364"/>
            <a:ext cx="2012400" cy="615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Mars is actually a very cold place</a:t>
            </a:r>
            <a:endParaRPr/>
          </a:p>
        </p:txBody>
      </p:sp>
      <p:sp>
        <p:nvSpPr>
          <p:cNvPr id="1470" name="Google Shape;1470;p48"/>
          <p:cNvSpPr txBox="1">
            <a:spLocks noGrp="1"/>
          </p:cNvSpPr>
          <p:nvPr>
            <p:ph type="title" idx="14"/>
          </p:nvPr>
        </p:nvSpPr>
        <p:spPr>
          <a:xfrm>
            <a:off x="6263523" y="3561412"/>
            <a:ext cx="2012400"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Neptune</a:t>
            </a:r>
            <a:endParaRPr/>
          </a:p>
        </p:txBody>
      </p:sp>
      <p:sp>
        <p:nvSpPr>
          <p:cNvPr id="1471" name="Google Shape;1471;p48"/>
          <p:cNvSpPr txBox="1">
            <a:spLocks noGrp="1"/>
          </p:cNvSpPr>
          <p:nvPr>
            <p:ph type="subTitle" idx="15"/>
          </p:nvPr>
        </p:nvSpPr>
        <p:spPr>
          <a:xfrm>
            <a:off x="6263523" y="3988488"/>
            <a:ext cx="2012400" cy="615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It’s the farthest planet from the Sun</a:t>
            </a:r>
            <a:endParaRPr/>
          </a:p>
        </p:txBody>
      </p:sp>
      <p:grpSp>
        <p:nvGrpSpPr>
          <p:cNvPr id="1472" name="Google Shape;1472;p48"/>
          <p:cNvGrpSpPr/>
          <p:nvPr/>
        </p:nvGrpSpPr>
        <p:grpSpPr>
          <a:xfrm>
            <a:off x="4588276" y="3125886"/>
            <a:ext cx="343759" cy="339271"/>
            <a:chOff x="6232000" y="1435050"/>
            <a:chExt cx="488225" cy="481850"/>
          </a:xfrm>
        </p:grpSpPr>
        <p:sp>
          <p:nvSpPr>
            <p:cNvPr id="1473" name="Google Shape;1473;p48"/>
            <p:cNvSpPr/>
            <p:nvPr/>
          </p:nvSpPr>
          <p:spPr>
            <a:xfrm>
              <a:off x="6578000" y="1463375"/>
              <a:ext cx="83150" cy="78250"/>
            </a:xfrm>
            <a:custGeom>
              <a:avLst/>
              <a:gdLst/>
              <a:ahLst/>
              <a:cxnLst/>
              <a:rect l="l" t="t" r="r" b="b"/>
              <a:pathLst>
                <a:path w="3326" h="3130" extrusionOk="0">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74" name="Google Shape;1474;p48"/>
            <p:cNvSpPr/>
            <p:nvPr/>
          </p:nvSpPr>
          <p:spPr>
            <a:xfrm>
              <a:off x="6421725" y="1773850"/>
              <a:ext cx="112950" cy="143050"/>
            </a:xfrm>
            <a:custGeom>
              <a:avLst/>
              <a:gdLst/>
              <a:ahLst/>
              <a:cxnLst/>
              <a:rect l="l" t="t" r="r" b="b"/>
              <a:pathLst>
                <a:path w="4518" h="5722" extrusionOk="0">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75" name="Google Shape;1475;p48"/>
            <p:cNvSpPr/>
            <p:nvPr/>
          </p:nvSpPr>
          <p:spPr>
            <a:xfrm>
              <a:off x="6448975" y="1632700"/>
              <a:ext cx="56475" cy="56475"/>
            </a:xfrm>
            <a:custGeom>
              <a:avLst/>
              <a:gdLst/>
              <a:ahLst/>
              <a:cxnLst/>
              <a:rect l="l" t="t" r="r" b="b"/>
              <a:pathLst>
                <a:path w="2259" h="2259" extrusionOk="0">
                  <a:moveTo>
                    <a:pt x="0" y="0"/>
                  </a:moveTo>
                  <a:lnTo>
                    <a:pt x="0" y="2259"/>
                  </a:lnTo>
                  <a:lnTo>
                    <a:pt x="2259" y="2259"/>
                  </a:lnTo>
                  <a:lnTo>
                    <a:pt x="225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76" name="Google Shape;1476;p48"/>
            <p:cNvSpPr/>
            <p:nvPr/>
          </p:nvSpPr>
          <p:spPr>
            <a:xfrm>
              <a:off x="6232000" y="1435050"/>
              <a:ext cx="488225" cy="237825"/>
            </a:xfrm>
            <a:custGeom>
              <a:avLst/>
              <a:gdLst/>
              <a:ahLst/>
              <a:cxnLst/>
              <a:rect l="l" t="t" r="r" b="b"/>
              <a:pathLst>
                <a:path w="19529" h="9513" extrusionOk="0">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77" name="Google Shape;1477;p48"/>
            <p:cNvSpPr/>
            <p:nvPr/>
          </p:nvSpPr>
          <p:spPr>
            <a:xfrm>
              <a:off x="6291025" y="1537700"/>
              <a:ext cx="369800" cy="379200"/>
            </a:xfrm>
            <a:custGeom>
              <a:avLst/>
              <a:gdLst/>
              <a:ahLst/>
              <a:cxnLst/>
              <a:rect l="l" t="t" r="r" b="b"/>
              <a:pathLst>
                <a:path w="14792" h="15168" extrusionOk="0">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1478" name="Google Shape;1478;p48"/>
          <p:cNvSpPr/>
          <p:nvPr/>
        </p:nvSpPr>
        <p:spPr>
          <a:xfrm rot="-339877">
            <a:off x="1490862" y="1314236"/>
            <a:ext cx="781114" cy="662934"/>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48"/>
          <p:cNvSpPr/>
          <p:nvPr/>
        </p:nvSpPr>
        <p:spPr>
          <a:xfrm rot="474175">
            <a:off x="4184886" y="1314135"/>
            <a:ext cx="781119" cy="663044"/>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48"/>
          <p:cNvSpPr/>
          <p:nvPr/>
        </p:nvSpPr>
        <p:spPr>
          <a:xfrm rot="-617228">
            <a:off x="6879161" y="1314122"/>
            <a:ext cx="781157" cy="66312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48"/>
          <p:cNvSpPr/>
          <p:nvPr/>
        </p:nvSpPr>
        <p:spPr>
          <a:xfrm rot="-1320">
            <a:off x="1490750" y="2955264"/>
            <a:ext cx="781200" cy="663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48"/>
          <p:cNvSpPr/>
          <p:nvPr/>
        </p:nvSpPr>
        <p:spPr>
          <a:xfrm rot="-345131">
            <a:off x="4184871" y="2955242"/>
            <a:ext cx="781234" cy="662993"/>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48"/>
          <p:cNvSpPr/>
          <p:nvPr/>
        </p:nvSpPr>
        <p:spPr>
          <a:xfrm rot="276172">
            <a:off x="6879130" y="2955324"/>
            <a:ext cx="781320" cy="663054"/>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84" name="Google Shape;1484;p48"/>
          <p:cNvGrpSpPr/>
          <p:nvPr/>
        </p:nvGrpSpPr>
        <p:grpSpPr>
          <a:xfrm>
            <a:off x="1712124" y="3117578"/>
            <a:ext cx="338566" cy="338373"/>
            <a:chOff x="5643000" y="2621375"/>
            <a:chExt cx="480850" cy="480575"/>
          </a:xfrm>
        </p:grpSpPr>
        <p:sp>
          <p:nvSpPr>
            <p:cNvPr id="1485" name="Google Shape;1485;p48"/>
            <p:cNvSpPr/>
            <p:nvPr/>
          </p:nvSpPr>
          <p:spPr>
            <a:xfrm>
              <a:off x="5837150" y="2812950"/>
              <a:ext cx="92625" cy="88125"/>
            </a:xfrm>
            <a:custGeom>
              <a:avLst/>
              <a:gdLst/>
              <a:ahLst/>
              <a:cxnLst/>
              <a:rect l="l" t="t" r="r" b="b"/>
              <a:pathLst>
                <a:path w="3705" h="3525" extrusionOk="0">
                  <a:moveTo>
                    <a:pt x="1853" y="1"/>
                  </a:moveTo>
                  <a:lnTo>
                    <a:pt x="1" y="1347"/>
                  </a:lnTo>
                  <a:lnTo>
                    <a:pt x="706" y="3524"/>
                  </a:lnTo>
                  <a:lnTo>
                    <a:pt x="2997" y="3524"/>
                  </a:lnTo>
                  <a:lnTo>
                    <a:pt x="3705" y="1347"/>
                  </a:lnTo>
                  <a:lnTo>
                    <a:pt x="185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86" name="Google Shape;1486;p48"/>
            <p:cNvSpPr/>
            <p:nvPr/>
          </p:nvSpPr>
          <p:spPr>
            <a:xfrm>
              <a:off x="5643000" y="2631975"/>
              <a:ext cx="480850" cy="469975"/>
            </a:xfrm>
            <a:custGeom>
              <a:avLst/>
              <a:gdLst/>
              <a:ahLst/>
              <a:cxnLst/>
              <a:rect l="l" t="t" r="r" b="b"/>
              <a:pathLst>
                <a:path w="19234" h="18799" extrusionOk="0">
                  <a:moveTo>
                    <a:pt x="9617" y="5978"/>
                  </a:moveTo>
                  <a:cubicBezTo>
                    <a:pt x="9734" y="5978"/>
                    <a:pt x="9851" y="6014"/>
                    <a:pt x="9950" y="6087"/>
                  </a:cubicBezTo>
                  <a:lnTo>
                    <a:pt x="12464" y="7914"/>
                  </a:lnTo>
                  <a:cubicBezTo>
                    <a:pt x="12663" y="8059"/>
                    <a:pt x="12745" y="8312"/>
                    <a:pt x="12669" y="8547"/>
                  </a:cubicBezTo>
                  <a:lnTo>
                    <a:pt x="11709" y="11504"/>
                  </a:lnTo>
                  <a:cubicBezTo>
                    <a:pt x="11633" y="11736"/>
                    <a:pt x="11417" y="11892"/>
                    <a:pt x="11173" y="11892"/>
                  </a:cubicBezTo>
                  <a:lnTo>
                    <a:pt x="8062" y="11892"/>
                  </a:lnTo>
                  <a:cubicBezTo>
                    <a:pt x="7818" y="11892"/>
                    <a:pt x="7601" y="11736"/>
                    <a:pt x="7526" y="11504"/>
                  </a:cubicBezTo>
                  <a:lnTo>
                    <a:pt x="6565" y="8547"/>
                  </a:lnTo>
                  <a:cubicBezTo>
                    <a:pt x="6490" y="8312"/>
                    <a:pt x="6571" y="8059"/>
                    <a:pt x="6770" y="7914"/>
                  </a:cubicBezTo>
                  <a:lnTo>
                    <a:pt x="9285" y="6087"/>
                  </a:lnTo>
                  <a:cubicBezTo>
                    <a:pt x="9384" y="6014"/>
                    <a:pt x="9501" y="5978"/>
                    <a:pt x="9617" y="5978"/>
                  </a:cubicBezTo>
                  <a:close/>
                  <a:moveTo>
                    <a:pt x="6785" y="1"/>
                  </a:moveTo>
                  <a:lnTo>
                    <a:pt x="6785" y="1"/>
                  </a:lnTo>
                  <a:cubicBezTo>
                    <a:pt x="5289" y="462"/>
                    <a:pt x="3928" y="1284"/>
                    <a:pt x="2822" y="2395"/>
                  </a:cubicBezTo>
                  <a:cubicBezTo>
                    <a:pt x="2431" y="2783"/>
                    <a:pt x="2076" y="3208"/>
                    <a:pt x="1756" y="3656"/>
                  </a:cubicBezTo>
                  <a:lnTo>
                    <a:pt x="3072" y="3834"/>
                  </a:lnTo>
                  <a:cubicBezTo>
                    <a:pt x="3289" y="3864"/>
                    <a:pt x="3467" y="4015"/>
                    <a:pt x="3533" y="4220"/>
                  </a:cubicBezTo>
                  <a:lnTo>
                    <a:pt x="4497" y="7177"/>
                  </a:lnTo>
                  <a:cubicBezTo>
                    <a:pt x="4572" y="7408"/>
                    <a:pt x="4488" y="7664"/>
                    <a:pt x="4289" y="7809"/>
                  </a:cubicBezTo>
                  <a:lnTo>
                    <a:pt x="1775" y="9637"/>
                  </a:lnTo>
                  <a:cubicBezTo>
                    <a:pt x="1677" y="9708"/>
                    <a:pt x="1560" y="9743"/>
                    <a:pt x="1444" y="9743"/>
                  </a:cubicBezTo>
                  <a:cubicBezTo>
                    <a:pt x="1351" y="9743"/>
                    <a:pt x="1259" y="9721"/>
                    <a:pt x="1175" y="9676"/>
                  </a:cubicBezTo>
                  <a:lnTo>
                    <a:pt x="7" y="9047"/>
                  </a:lnTo>
                  <a:cubicBezTo>
                    <a:pt x="7" y="9092"/>
                    <a:pt x="7" y="9140"/>
                    <a:pt x="7" y="9188"/>
                  </a:cubicBezTo>
                  <a:cubicBezTo>
                    <a:pt x="1" y="11269"/>
                    <a:pt x="675" y="13292"/>
                    <a:pt x="1925" y="14955"/>
                  </a:cubicBezTo>
                  <a:lnTo>
                    <a:pt x="2500" y="13756"/>
                  </a:lnTo>
                  <a:cubicBezTo>
                    <a:pt x="2594" y="13560"/>
                    <a:pt x="2792" y="13437"/>
                    <a:pt x="3009" y="13437"/>
                  </a:cubicBezTo>
                  <a:lnTo>
                    <a:pt x="6120" y="13437"/>
                  </a:lnTo>
                  <a:cubicBezTo>
                    <a:pt x="6364" y="13437"/>
                    <a:pt x="6580" y="13594"/>
                    <a:pt x="6656" y="13828"/>
                  </a:cubicBezTo>
                  <a:lnTo>
                    <a:pt x="7616" y="16786"/>
                  </a:lnTo>
                  <a:cubicBezTo>
                    <a:pt x="7683" y="16990"/>
                    <a:pt x="7625" y="17216"/>
                    <a:pt x="7469" y="17367"/>
                  </a:cubicBezTo>
                  <a:lnTo>
                    <a:pt x="6508" y="18288"/>
                  </a:lnTo>
                  <a:cubicBezTo>
                    <a:pt x="7515" y="18628"/>
                    <a:pt x="8566" y="18799"/>
                    <a:pt x="9616" y="18799"/>
                  </a:cubicBezTo>
                  <a:cubicBezTo>
                    <a:pt x="10667" y="18799"/>
                    <a:pt x="11718" y="18628"/>
                    <a:pt x="12726" y="18288"/>
                  </a:cubicBezTo>
                  <a:lnTo>
                    <a:pt x="11763" y="17367"/>
                  </a:lnTo>
                  <a:cubicBezTo>
                    <a:pt x="11606" y="17216"/>
                    <a:pt x="11549" y="16990"/>
                    <a:pt x="11615" y="16786"/>
                  </a:cubicBezTo>
                  <a:lnTo>
                    <a:pt x="12576" y="13828"/>
                  </a:lnTo>
                  <a:cubicBezTo>
                    <a:pt x="12651" y="13594"/>
                    <a:pt x="12868" y="13437"/>
                    <a:pt x="13115" y="13437"/>
                  </a:cubicBezTo>
                  <a:lnTo>
                    <a:pt x="16223" y="13437"/>
                  </a:lnTo>
                  <a:cubicBezTo>
                    <a:pt x="16439" y="13437"/>
                    <a:pt x="16638" y="13560"/>
                    <a:pt x="16731" y="13756"/>
                  </a:cubicBezTo>
                  <a:lnTo>
                    <a:pt x="17307" y="14955"/>
                  </a:lnTo>
                  <a:cubicBezTo>
                    <a:pt x="18559" y="13292"/>
                    <a:pt x="19234" y="11269"/>
                    <a:pt x="19228" y="9188"/>
                  </a:cubicBezTo>
                  <a:cubicBezTo>
                    <a:pt x="19228" y="9140"/>
                    <a:pt x="19228" y="9092"/>
                    <a:pt x="19225" y="9044"/>
                  </a:cubicBezTo>
                  <a:lnTo>
                    <a:pt x="18059" y="9673"/>
                  </a:lnTo>
                  <a:cubicBezTo>
                    <a:pt x="17975" y="9719"/>
                    <a:pt x="17883" y="9742"/>
                    <a:pt x="17791" y="9742"/>
                  </a:cubicBezTo>
                  <a:cubicBezTo>
                    <a:pt x="17674" y="9742"/>
                    <a:pt x="17557" y="9705"/>
                    <a:pt x="17457" y="9634"/>
                  </a:cubicBezTo>
                  <a:lnTo>
                    <a:pt x="14943" y="7806"/>
                  </a:lnTo>
                  <a:cubicBezTo>
                    <a:pt x="14744" y="7661"/>
                    <a:pt x="14663" y="7408"/>
                    <a:pt x="14738" y="7174"/>
                  </a:cubicBezTo>
                  <a:lnTo>
                    <a:pt x="15702" y="4220"/>
                  </a:lnTo>
                  <a:cubicBezTo>
                    <a:pt x="15768" y="4012"/>
                    <a:pt x="15945" y="3864"/>
                    <a:pt x="16162" y="3834"/>
                  </a:cubicBezTo>
                  <a:lnTo>
                    <a:pt x="17478" y="3656"/>
                  </a:lnTo>
                  <a:cubicBezTo>
                    <a:pt x="17162" y="3208"/>
                    <a:pt x="16804" y="2783"/>
                    <a:pt x="16415" y="2395"/>
                  </a:cubicBezTo>
                  <a:cubicBezTo>
                    <a:pt x="15307" y="1284"/>
                    <a:pt x="13946" y="462"/>
                    <a:pt x="12449" y="1"/>
                  </a:cubicBezTo>
                  <a:lnTo>
                    <a:pt x="12449" y="1"/>
                  </a:lnTo>
                  <a:lnTo>
                    <a:pt x="12690" y="1311"/>
                  </a:lnTo>
                  <a:cubicBezTo>
                    <a:pt x="12726" y="1524"/>
                    <a:pt x="12642" y="1741"/>
                    <a:pt x="12464" y="1868"/>
                  </a:cubicBezTo>
                  <a:lnTo>
                    <a:pt x="9950" y="3696"/>
                  </a:lnTo>
                  <a:cubicBezTo>
                    <a:pt x="9851" y="3768"/>
                    <a:pt x="9734" y="3804"/>
                    <a:pt x="9618" y="3804"/>
                  </a:cubicBezTo>
                  <a:cubicBezTo>
                    <a:pt x="9501" y="3804"/>
                    <a:pt x="9385" y="3768"/>
                    <a:pt x="9288" y="3696"/>
                  </a:cubicBezTo>
                  <a:lnTo>
                    <a:pt x="6770" y="1868"/>
                  </a:lnTo>
                  <a:cubicBezTo>
                    <a:pt x="6596" y="1741"/>
                    <a:pt x="6508" y="1524"/>
                    <a:pt x="6547" y="1311"/>
                  </a:cubicBezTo>
                  <a:lnTo>
                    <a:pt x="678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87" name="Google Shape;1487;p48"/>
            <p:cNvSpPr/>
            <p:nvPr/>
          </p:nvSpPr>
          <p:spPr>
            <a:xfrm>
              <a:off x="6041550" y="2749725"/>
              <a:ext cx="79750" cy="95025"/>
            </a:xfrm>
            <a:custGeom>
              <a:avLst/>
              <a:gdLst/>
              <a:ahLst/>
              <a:cxnLst/>
              <a:rect l="l" t="t" r="r" b="b"/>
              <a:pathLst>
                <a:path w="3190" h="3801" extrusionOk="0">
                  <a:moveTo>
                    <a:pt x="2184" y="0"/>
                  </a:moveTo>
                  <a:lnTo>
                    <a:pt x="723" y="196"/>
                  </a:lnTo>
                  <a:lnTo>
                    <a:pt x="0" y="2424"/>
                  </a:lnTo>
                  <a:lnTo>
                    <a:pt x="1895" y="3801"/>
                  </a:lnTo>
                  <a:lnTo>
                    <a:pt x="3189" y="3102"/>
                  </a:lnTo>
                  <a:cubicBezTo>
                    <a:pt x="3036" y="2018"/>
                    <a:pt x="2696" y="967"/>
                    <a:pt x="218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88" name="Google Shape;1488;p48"/>
            <p:cNvSpPr/>
            <p:nvPr/>
          </p:nvSpPr>
          <p:spPr>
            <a:xfrm>
              <a:off x="5963025" y="2996125"/>
              <a:ext cx="92625" cy="81175"/>
            </a:xfrm>
            <a:custGeom>
              <a:avLst/>
              <a:gdLst/>
              <a:ahLst/>
              <a:cxnLst/>
              <a:rect l="l" t="t" r="r" b="b"/>
              <a:pathLst>
                <a:path w="3705" h="3247" extrusionOk="0">
                  <a:moveTo>
                    <a:pt x="723" y="0"/>
                  </a:moveTo>
                  <a:lnTo>
                    <a:pt x="1" y="2229"/>
                  </a:lnTo>
                  <a:lnTo>
                    <a:pt x="1067" y="3246"/>
                  </a:lnTo>
                  <a:cubicBezTo>
                    <a:pt x="2009" y="2780"/>
                    <a:pt x="2870" y="2162"/>
                    <a:pt x="3614" y="1416"/>
                  </a:cubicBezTo>
                  <a:cubicBezTo>
                    <a:pt x="3644" y="1388"/>
                    <a:pt x="3674" y="1355"/>
                    <a:pt x="3705" y="1325"/>
                  </a:cubicBezTo>
                  <a:lnTo>
                    <a:pt x="306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89" name="Google Shape;1489;p48"/>
            <p:cNvSpPr/>
            <p:nvPr/>
          </p:nvSpPr>
          <p:spPr>
            <a:xfrm>
              <a:off x="5711225" y="2996200"/>
              <a:ext cx="92600" cy="81100"/>
            </a:xfrm>
            <a:custGeom>
              <a:avLst/>
              <a:gdLst/>
              <a:ahLst/>
              <a:cxnLst/>
              <a:rect l="l" t="t" r="r" b="b"/>
              <a:pathLst>
                <a:path w="3704" h="3244" extrusionOk="0">
                  <a:moveTo>
                    <a:pt x="635" y="0"/>
                  </a:moveTo>
                  <a:lnTo>
                    <a:pt x="0" y="1322"/>
                  </a:lnTo>
                  <a:cubicBezTo>
                    <a:pt x="30" y="1355"/>
                    <a:pt x="60" y="1385"/>
                    <a:pt x="93" y="1416"/>
                  </a:cubicBezTo>
                  <a:cubicBezTo>
                    <a:pt x="834" y="2162"/>
                    <a:pt x="1695" y="2780"/>
                    <a:pt x="2638" y="3243"/>
                  </a:cubicBezTo>
                  <a:lnTo>
                    <a:pt x="3704" y="2229"/>
                  </a:lnTo>
                  <a:lnTo>
                    <a:pt x="298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90" name="Google Shape;1490;p48"/>
            <p:cNvSpPr/>
            <p:nvPr/>
          </p:nvSpPr>
          <p:spPr>
            <a:xfrm>
              <a:off x="5645575" y="2749725"/>
              <a:ext cx="79825" cy="95100"/>
            </a:xfrm>
            <a:custGeom>
              <a:avLst/>
              <a:gdLst/>
              <a:ahLst/>
              <a:cxnLst/>
              <a:rect l="l" t="t" r="r" b="b"/>
              <a:pathLst>
                <a:path w="3193" h="3804" extrusionOk="0">
                  <a:moveTo>
                    <a:pt x="1009" y="0"/>
                  </a:moveTo>
                  <a:cubicBezTo>
                    <a:pt x="497" y="967"/>
                    <a:pt x="154" y="2018"/>
                    <a:pt x="0" y="3105"/>
                  </a:cubicBezTo>
                  <a:lnTo>
                    <a:pt x="1295" y="3804"/>
                  </a:lnTo>
                  <a:lnTo>
                    <a:pt x="3192" y="2424"/>
                  </a:lnTo>
                  <a:lnTo>
                    <a:pt x="2467" y="196"/>
                  </a:lnTo>
                  <a:lnTo>
                    <a:pt x="100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91" name="Google Shape;1491;p48"/>
            <p:cNvSpPr/>
            <p:nvPr/>
          </p:nvSpPr>
          <p:spPr>
            <a:xfrm>
              <a:off x="5836025" y="2621375"/>
              <a:ext cx="94800" cy="74100"/>
            </a:xfrm>
            <a:custGeom>
              <a:avLst/>
              <a:gdLst/>
              <a:ahLst/>
              <a:cxnLst/>
              <a:rect l="l" t="t" r="r" b="b"/>
              <a:pathLst>
                <a:path w="3792" h="2964" extrusionOk="0">
                  <a:moveTo>
                    <a:pt x="1897" y="1"/>
                  </a:moveTo>
                  <a:cubicBezTo>
                    <a:pt x="1351" y="1"/>
                    <a:pt x="805" y="47"/>
                    <a:pt x="266" y="139"/>
                  </a:cubicBezTo>
                  <a:lnTo>
                    <a:pt x="1" y="1587"/>
                  </a:lnTo>
                  <a:lnTo>
                    <a:pt x="1898" y="2963"/>
                  </a:lnTo>
                  <a:lnTo>
                    <a:pt x="3792" y="1587"/>
                  </a:lnTo>
                  <a:lnTo>
                    <a:pt x="3530" y="139"/>
                  </a:lnTo>
                  <a:cubicBezTo>
                    <a:pt x="2989" y="47"/>
                    <a:pt x="2443" y="1"/>
                    <a:pt x="18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492" name="Google Shape;1492;p48"/>
          <p:cNvGrpSpPr/>
          <p:nvPr/>
        </p:nvGrpSpPr>
        <p:grpSpPr>
          <a:xfrm>
            <a:off x="4405869" y="3117138"/>
            <a:ext cx="339359" cy="339253"/>
            <a:chOff x="6235250" y="2620775"/>
            <a:chExt cx="481975" cy="481825"/>
          </a:xfrm>
        </p:grpSpPr>
        <p:sp>
          <p:nvSpPr>
            <p:cNvPr id="1493" name="Google Shape;1493;p48"/>
            <p:cNvSpPr/>
            <p:nvPr/>
          </p:nvSpPr>
          <p:spPr>
            <a:xfrm>
              <a:off x="6405675" y="2620775"/>
              <a:ext cx="28275" cy="56475"/>
            </a:xfrm>
            <a:custGeom>
              <a:avLst/>
              <a:gdLst/>
              <a:ahLst/>
              <a:cxnLst/>
              <a:rect l="l" t="t" r="r" b="b"/>
              <a:pathLst>
                <a:path w="1131" h="2259" extrusionOk="0">
                  <a:moveTo>
                    <a:pt x="567" y="0"/>
                  </a:moveTo>
                  <a:cubicBezTo>
                    <a:pt x="254" y="0"/>
                    <a:pt x="1" y="253"/>
                    <a:pt x="1" y="566"/>
                  </a:cubicBezTo>
                  <a:lnTo>
                    <a:pt x="1" y="1695"/>
                  </a:lnTo>
                  <a:cubicBezTo>
                    <a:pt x="1" y="2006"/>
                    <a:pt x="254" y="2259"/>
                    <a:pt x="567" y="2259"/>
                  </a:cubicBezTo>
                  <a:cubicBezTo>
                    <a:pt x="877" y="2259"/>
                    <a:pt x="1130" y="2006"/>
                    <a:pt x="1130" y="1695"/>
                  </a:cubicBezTo>
                  <a:lnTo>
                    <a:pt x="1130" y="566"/>
                  </a:lnTo>
                  <a:cubicBezTo>
                    <a:pt x="1130" y="253"/>
                    <a:pt x="877" y="0"/>
                    <a:pt x="5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94" name="Google Shape;1494;p48"/>
            <p:cNvSpPr/>
            <p:nvPr/>
          </p:nvSpPr>
          <p:spPr>
            <a:xfrm>
              <a:off x="6518600" y="2620775"/>
              <a:ext cx="28250" cy="56475"/>
            </a:xfrm>
            <a:custGeom>
              <a:avLst/>
              <a:gdLst/>
              <a:ahLst/>
              <a:cxnLst/>
              <a:rect l="l" t="t" r="r" b="b"/>
              <a:pathLst>
                <a:path w="1130" h="2259" extrusionOk="0">
                  <a:moveTo>
                    <a:pt x="567" y="0"/>
                  </a:moveTo>
                  <a:cubicBezTo>
                    <a:pt x="254" y="0"/>
                    <a:pt x="1" y="253"/>
                    <a:pt x="1" y="566"/>
                  </a:cubicBezTo>
                  <a:lnTo>
                    <a:pt x="1" y="1695"/>
                  </a:lnTo>
                  <a:cubicBezTo>
                    <a:pt x="1" y="2006"/>
                    <a:pt x="254" y="2259"/>
                    <a:pt x="567" y="2259"/>
                  </a:cubicBezTo>
                  <a:cubicBezTo>
                    <a:pt x="877" y="2259"/>
                    <a:pt x="1130" y="2006"/>
                    <a:pt x="1130" y="1695"/>
                  </a:cubicBezTo>
                  <a:lnTo>
                    <a:pt x="1130" y="566"/>
                  </a:lnTo>
                  <a:cubicBezTo>
                    <a:pt x="1130" y="253"/>
                    <a:pt x="877" y="0"/>
                    <a:pt x="5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95" name="Google Shape;1495;p48"/>
            <p:cNvSpPr/>
            <p:nvPr/>
          </p:nvSpPr>
          <p:spPr>
            <a:xfrm>
              <a:off x="6603300" y="2649000"/>
              <a:ext cx="28250" cy="56475"/>
            </a:xfrm>
            <a:custGeom>
              <a:avLst/>
              <a:gdLst/>
              <a:ahLst/>
              <a:cxnLst/>
              <a:rect l="l" t="t" r="r" b="b"/>
              <a:pathLst>
                <a:path w="1130" h="2259" extrusionOk="0">
                  <a:moveTo>
                    <a:pt x="567" y="0"/>
                  </a:moveTo>
                  <a:cubicBezTo>
                    <a:pt x="253" y="0"/>
                    <a:pt x="0" y="253"/>
                    <a:pt x="0" y="566"/>
                  </a:cubicBezTo>
                  <a:lnTo>
                    <a:pt x="0" y="1696"/>
                  </a:lnTo>
                  <a:cubicBezTo>
                    <a:pt x="0" y="2006"/>
                    <a:pt x="253" y="2259"/>
                    <a:pt x="567" y="2259"/>
                  </a:cubicBezTo>
                  <a:cubicBezTo>
                    <a:pt x="877" y="2259"/>
                    <a:pt x="1130" y="2006"/>
                    <a:pt x="1130" y="1696"/>
                  </a:cubicBezTo>
                  <a:lnTo>
                    <a:pt x="1130" y="566"/>
                  </a:lnTo>
                  <a:cubicBezTo>
                    <a:pt x="1130" y="253"/>
                    <a:pt x="877" y="0"/>
                    <a:pt x="5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96" name="Google Shape;1496;p48"/>
            <p:cNvSpPr/>
            <p:nvPr/>
          </p:nvSpPr>
          <p:spPr>
            <a:xfrm>
              <a:off x="6321000" y="2649000"/>
              <a:ext cx="28250" cy="56475"/>
            </a:xfrm>
            <a:custGeom>
              <a:avLst/>
              <a:gdLst/>
              <a:ahLst/>
              <a:cxnLst/>
              <a:rect l="l" t="t" r="r" b="b"/>
              <a:pathLst>
                <a:path w="1130" h="2259" extrusionOk="0">
                  <a:moveTo>
                    <a:pt x="566" y="0"/>
                  </a:moveTo>
                  <a:cubicBezTo>
                    <a:pt x="253" y="0"/>
                    <a:pt x="0" y="253"/>
                    <a:pt x="0" y="566"/>
                  </a:cubicBezTo>
                  <a:lnTo>
                    <a:pt x="0" y="1696"/>
                  </a:lnTo>
                  <a:cubicBezTo>
                    <a:pt x="0" y="2006"/>
                    <a:pt x="253" y="2259"/>
                    <a:pt x="566" y="2259"/>
                  </a:cubicBezTo>
                  <a:cubicBezTo>
                    <a:pt x="876" y="2259"/>
                    <a:pt x="1129" y="2006"/>
                    <a:pt x="1129" y="1696"/>
                  </a:cubicBezTo>
                  <a:lnTo>
                    <a:pt x="1129" y="566"/>
                  </a:lnTo>
                  <a:cubicBezTo>
                    <a:pt x="1129" y="253"/>
                    <a:pt x="876" y="0"/>
                    <a:pt x="56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97" name="Google Shape;1497;p48"/>
            <p:cNvSpPr/>
            <p:nvPr/>
          </p:nvSpPr>
          <p:spPr>
            <a:xfrm>
              <a:off x="6235250" y="2677225"/>
              <a:ext cx="481975" cy="425375"/>
            </a:xfrm>
            <a:custGeom>
              <a:avLst/>
              <a:gdLst/>
              <a:ahLst/>
              <a:cxnLst/>
              <a:rect l="l" t="t" r="r" b="b"/>
              <a:pathLst>
                <a:path w="19279" h="17015" extrusionOk="0">
                  <a:moveTo>
                    <a:pt x="9639" y="1"/>
                  </a:moveTo>
                  <a:cubicBezTo>
                    <a:pt x="9326" y="1"/>
                    <a:pt x="9073" y="254"/>
                    <a:pt x="9073" y="567"/>
                  </a:cubicBezTo>
                  <a:lnTo>
                    <a:pt x="9073" y="1202"/>
                  </a:lnTo>
                  <a:cubicBezTo>
                    <a:pt x="7920" y="1470"/>
                    <a:pt x="6872" y="2548"/>
                    <a:pt x="6252" y="4156"/>
                  </a:cubicBezTo>
                  <a:cubicBezTo>
                    <a:pt x="6164" y="4380"/>
                    <a:pt x="5952" y="4518"/>
                    <a:pt x="5726" y="4518"/>
                  </a:cubicBezTo>
                  <a:cubicBezTo>
                    <a:pt x="5658" y="4518"/>
                    <a:pt x="5588" y="4505"/>
                    <a:pt x="5520" y="4478"/>
                  </a:cubicBezTo>
                  <a:cubicBezTo>
                    <a:pt x="5231" y="4367"/>
                    <a:pt x="5083" y="4042"/>
                    <a:pt x="5198" y="3750"/>
                  </a:cubicBezTo>
                  <a:cubicBezTo>
                    <a:pt x="5532" y="2876"/>
                    <a:pt x="5987" y="2130"/>
                    <a:pt x="6517" y="1536"/>
                  </a:cubicBezTo>
                  <a:lnTo>
                    <a:pt x="6517" y="1536"/>
                  </a:lnTo>
                  <a:cubicBezTo>
                    <a:pt x="2753" y="2527"/>
                    <a:pt x="0" y="5258"/>
                    <a:pt x="0" y="8468"/>
                  </a:cubicBezTo>
                  <a:lnTo>
                    <a:pt x="0" y="9034"/>
                  </a:lnTo>
                  <a:cubicBezTo>
                    <a:pt x="0" y="9347"/>
                    <a:pt x="253" y="9597"/>
                    <a:pt x="564" y="9597"/>
                  </a:cubicBezTo>
                  <a:cubicBezTo>
                    <a:pt x="877" y="9597"/>
                    <a:pt x="1130" y="9347"/>
                    <a:pt x="1130" y="9034"/>
                  </a:cubicBezTo>
                  <a:cubicBezTo>
                    <a:pt x="1130" y="8423"/>
                    <a:pt x="1904" y="7905"/>
                    <a:pt x="2822" y="7905"/>
                  </a:cubicBezTo>
                  <a:cubicBezTo>
                    <a:pt x="3740" y="7905"/>
                    <a:pt x="4553" y="8423"/>
                    <a:pt x="4553" y="9034"/>
                  </a:cubicBezTo>
                  <a:cubicBezTo>
                    <a:pt x="4553" y="9347"/>
                    <a:pt x="4806" y="9597"/>
                    <a:pt x="5120" y="9597"/>
                  </a:cubicBezTo>
                  <a:cubicBezTo>
                    <a:pt x="5430" y="9597"/>
                    <a:pt x="5683" y="9347"/>
                    <a:pt x="5683" y="9034"/>
                  </a:cubicBezTo>
                  <a:cubicBezTo>
                    <a:pt x="5683" y="8423"/>
                    <a:pt x="6460" y="7905"/>
                    <a:pt x="7378" y="7905"/>
                  </a:cubicBezTo>
                  <a:cubicBezTo>
                    <a:pt x="8296" y="7905"/>
                    <a:pt x="9070" y="8423"/>
                    <a:pt x="9070" y="9034"/>
                  </a:cubicBezTo>
                  <a:lnTo>
                    <a:pt x="9070" y="14756"/>
                  </a:lnTo>
                  <a:cubicBezTo>
                    <a:pt x="9070" y="15379"/>
                    <a:pt x="8564" y="15885"/>
                    <a:pt x="7941" y="15885"/>
                  </a:cubicBezTo>
                  <a:cubicBezTo>
                    <a:pt x="7318" y="15885"/>
                    <a:pt x="6812" y="15379"/>
                    <a:pt x="6812" y="14756"/>
                  </a:cubicBezTo>
                  <a:lnTo>
                    <a:pt x="6812" y="14190"/>
                  </a:lnTo>
                  <a:cubicBezTo>
                    <a:pt x="6812" y="13879"/>
                    <a:pt x="6559" y="13626"/>
                    <a:pt x="6249" y="13626"/>
                  </a:cubicBezTo>
                  <a:cubicBezTo>
                    <a:pt x="5936" y="13626"/>
                    <a:pt x="5683" y="13879"/>
                    <a:pt x="5683" y="14190"/>
                  </a:cubicBezTo>
                  <a:lnTo>
                    <a:pt x="5683" y="14756"/>
                  </a:lnTo>
                  <a:cubicBezTo>
                    <a:pt x="5683" y="16002"/>
                    <a:pt x="6694" y="17014"/>
                    <a:pt x="7941" y="17014"/>
                  </a:cubicBezTo>
                  <a:cubicBezTo>
                    <a:pt x="9188" y="17014"/>
                    <a:pt x="10200" y="16002"/>
                    <a:pt x="10200" y="14756"/>
                  </a:cubicBezTo>
                  <a:lnTo>
                    <a:pt x="10200" y="9034"/>
                  </a:lnTo>
                  <a:cubicBezTo>
                    <a:pt x="10200" y="8423"/>
                    <a:pt x="10976" y="7905"/>
                    <a:pt x="11895" y="7905"/>
                  </a:cubicBezTo>
                  <a:cubicBezTo>
                    <a:pt x="12813" y="7905"/>
                    <a:pt x="13587" y="8423"/>
                    <a:pt x="13587" y="9034"/>
                  </a:cubicBezTo>
                  <a:cubicBezTo>
                    <a:pt x="13587" y="9347"/>
                    <a:pt x="13840" y="9597"/>
                    <a:pt x="14153" y="9597"/>
                  </a:cubicBezTo>
                  <a:cubicBezTo>
                    <a:pt x="14463" y="9597"/>
                    <a:pt x="14716" y="9347"/>
                    <a:pt x="14716" y="9034"/>
                  </a:cubicBezTo>
                  <a:cubicBezTo>
                    <a:pt x="14716" y="8423"/>
                    <a:pt x="15529" y="7905"/>
                    <a:pt x="16448" y="7905"/>
                  </a:cubicBezTo>
                  <a:cubicBezTo>
                    <a:pt x="17366" y="7905"/>
                    <a:pt x="18143" y="8423"/>
                    <a:pt x="18143" y="9034"/>
                  </a:cubicBezTo>
                  <a:cubicBezTo>
                    <a:pt x="18143" y="9347"/>
                    <a:pt x="18396" y="9597"/>
                    <a:pt x="18706" y="9597"/>
                  </a:cubicBezTo>
                  <a:cubicBezTo>
                    <a:pt x="19019" y="9597"/>
                    <a:pt x="19272" y="9347"/>
                    <a:pt x="19272" y="9034"/>
                  </a:cubicBezTo>
                  <a:lnTo>
                    <a:pt x="19272" y="8471"/>
                  </a:lnTo>
                  <a:cubicBezTo>
                    <a:pt x="19278" y="5258"/>
                    <a:pt x="16523" y="2527"/>
                    <a:pt x="12759" y="1536"/>
                  </a:cubicBezTo>
                  <a:lnTo>
                    <a:pt x="12759" y="1536"/>
                  </a:lnTo>
                  <a:cubicBezTo>
                    <a:pt x="13292" y="2130"/>
                    <a:pt x="13744" y="2876"/>
                    <a:pt x="14081" y="3750"/>
                  </a:cubicBezTo>
                  <a:cubicBezTo>
                    <a:pt x="14192" y="4042"/>
                    <a:pt x="14048" y="4367"/>
                    <a:pt x="13756" y="4478"/>
                  </a:cubicBezTo>
                  <a:cubicBezTo>
                    <a:pt x="13688" y="4505"/>
                    <a:pt x="13618" y="4518"/>
                    <a:pt x="13550" y="4518"/>
                  </a:cubicBezTo>
                  <a:cubicBezTo>
                    <a:pt x="13324" y="4518"/>
                    <a:pt x="13113" y="4380"/>
                    <a:pt x="13027" y="4156"/>
                  </a:cubicBezTo>
                  <a:cubicBezTo>
                    <a:pt x="12407" y="2548"/>
                    <a:pt x="11359" y="1470"/>
                    <a:pt x="10203" y="1202"/>
                  </a:cubicBezTo>
                  <a:lnTo>
                    <a:pt x="10203" y="567"/>
                  </a:lnTo>
                  <a:cubicBezTo>
                    <a:pt x="10203" y="254"/>
                    <a:pt x="9950" y="1"/>
                    <a:pt x="96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498" name="Google Shape;1498;p48"/>
          <p:cNvGrpSpPr/>
          <p:nvPr/>
        </p:nvGrpSpPr>
        <p:grpSpPr>
          <a:xfrm>
            <a:off x="1711307" y="1476020"/>
            <a:ext cx="340204" cy="339271"/>
            <a:chOff x="3270450" y="3213625"/>
            <a:chExt cx="483175" cy="481850"/>
          </a:xfrm>
        </p:grpSpPr>
        <p:sp>
          <p:nvSpPr>
            <p:cNvPr id="1499" name="Google Shape;1499;p48"/>
            <p:cNvSpPr/>
            <p:nvPr/>
          </p:nvSpPr>
          <p:spPr>
            <a:xfrm>
              <a:off x="3392550" y="3335025"/>
              <a:ext cx="239050" cy="239050"/>
            </a:xfrm>
            <a:custGeom>
              <a:avLst/>
              <a:gdLst/>
              <a:ahLst/>
              <a:cxnLst/>
              <a:rect l="l" t="t" r="r" b="b"/>
              <a:pathLst>
                <a:path w="9562" h="9562" extrusionOk="0">
                  <a:moveTo>
                    <a:pt x="4782" y="1"/>
                  </a:moveTo>
                  <a:cubicBezTo>
                    <a:pt x="2142" y="1"/>
                    <a:pt x="1" y="2139"/>
                    <a:pt x="1" y="4780"/>
                  </a:cubicBezTo>
                  <a:cubicBezTo>
                    <a:pt x="1" y="7421"/>
                    <a:pt x="2142" y="9562"/>
                    <a:pt x="4782" y="9562"/>
                  </a:cubicBezTo>
                  <a:cubicBezTo>
                    <a:pt x="7420" y="9562"/>
                    <a:pt x="9561" y="7421"/>
                    <a:pt x="9561" y="4780"/>
                  </a:cubicBezTo>
                  <a:cubicBezTo>
                    <a:pt x="9561" y="2139"/>
                    <a:pt x="7420" y="1"/>
                    <a:pt x="478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500" name="Google Shape;1500;p48"/>
            <p:cNvSpPr/>
            <p:nvPr/>
          </p:nvSpPr>
          <p:spPr>
            <a:xfrm>
              <a:off x="3270450" y="3213625"/>
              <a:ext cx="483175" cy="481850"/>
            </a:xfrm>
            <a:custGeom>
              <a:avLst/>
              <a:gdLst/>
              <a:ahLst/>
              <a:cxnLst/>
              <a:rect l="l" t="t" r="r" b="b"/>
              <a:pathLst>
                <a:path w="19327" h="19274" extrusionOk="0">
                  <a:moveTo>
                    <a:pt x="9666" y="3728"/>
                  </a:moveTo>
                  <a:cubicBezTo>
                    <a:pt x="12925" y="3728"/>
                    <a:pt x="15575" y="6378"/>
                    <a:pt x="15575" y="9636"/>
                  </a:cubicBezTo>
                  <a:cubicBezTo>
                    <a:pt x="15575" y="12894"/>
                    <a:pt x="12925" y="15547"/>
                    <a:pt x="9666" y="15547"/>
                  </a:cubicBezTo>
                  <a:cubicBezTo>
                    <a:pt x="6405" y="15547"/>
                    <a:pt x="3755" y="12894"/>
                    <a:pt x="3755" y="9636"/>
                  </a:cubicBezTo>
                  <a:cubicBezTo>
                    <a:pt x="3755" y="6378"/>
                    <a:pt x="6405" y="3728"/>
                    <a:pt x="9666" y="3728"/>
                  </a:cubicBezTo>
                  <a:close/>
                  <a:moveTo>
                    <a:pt x="9665" y="0"/>
                  </a:moveTo>
                  <a:cubicBezTo>
                    <a:pt x="9575" y="0"/>
                    <a:pt x="9484" y="22"/>
                    <a:pt x="9402" y="66"/>
                  </a:cubicBezTo>
                  <a:lnTo>
                    <a:pt x="7532" y="1054"/>
                  </a:lnTo>
                  <a:lnTo>
                    <a:pt x="5418" y="1054"/>
                  </a:lnTo>
                  <a:cubicBezTo>
                    <a:pt x="5231" y="1054"/>
                    <a:pt x="5056" y="1144"/>
                    <a:pt x="4954" y="1301"/>
                  </a:cubicBezTo>
                  <a:lnTo>
                    <a:pt x="3752" y="3053"/>
                  </a:lnTo>
                  <a:lnTo>
                    <a:pt x="1879" y="4041"/>
                  </a:lnTo>
                  <a:cubicBezTo>
                    <a:pt x="1717" y="4128"/>
                    <a:pt x="1605" y="4288"/>
                    <a:pt x="1584" y="4474"/>
                  </a:cubicBezTo>
                  <a:lnTo>
                    <a:pt x="1328" y="6588"/>
                  </a:lnTo>
                  <a:lnTo>
                    <a:pt x="127" y="8341"/>
                  </a:lnTo>
                  <a:cubicBezTo>
                    <a:pt x="24" y="8491"/>
                    <a:pt x="0" y="8687"/>
                    <a:pt x="67" y="8859"/>
                  </a:cubicBezTo>
                  <a:lnTo>
                    <a:pt x="816" y="10852"/>
                  </a:lnTo>
                  <a:lnTo>
                    <a:pt x="560" y="12966"/>
                  </a:lnTo>
                  <a:cubicBezTo>
                    <a:pt x="536" y="13150"/>
                    <a:pt x="606" y="13334"/>
                    <a:pt x="744" y="13457"/>
                  </a:cubicBezTo>
                  <a:lnTo>
                    <a:pt x="2325" y="14869"/>
                  </a:lnTo>
                  <a:lnTo>
                    <a:pt x="3075" y="16860"/>
                  </a:lnTo>
                  <a:cubicBezTo>
                    <a:pt x="3141" y="17034"/>
                    <a:pt x="3289" y="17164"/>
                    <a:pt x="3466" y="17209"/>
                  </a:cubicBezTo>
                  <a:lnTo>
                    <a:pt x="5520" y="17718"/>
                  </a:lnTo>
                  <a:lnTo>
                    <a:pt x="7101" y="19130"/>
                  </a:lnTo>
                  <a:cubicBezTo>
                    <a:pt x="7205" y="19223"/>
                    <a:pt x="7340" y="19273"/>
                    <a:pt x="7477" y="19273"/>
                  </a:cubicBezTo>
                  <a:cubicBezTo>
                    <a:pt x="7523" y="19273"/>
                    <a:pt x="7568" y="19268"/>
                    <a:pt x="7613" y="19257"/>
                  </a:cubicBezTo>
                  <a:lnTo>
                    <a:pt x="9666" y="18745"/>
                  </a:lnTo>
                  <a:lnTo>
                    <a:pt x="11717" y="19254"/>
                  </a:lnTo>
                  <a:cubicBezTo>
                    <a:pt x="11759" y="19266"/>
                    <a:pt x="11807" y="19272"/>
                    <a:pt x="11853" y="19272"/>
                  </a:cubicBezTo>
                  <a:cubicBezTo>
                    <a:pt x="11991" y="19272"/>
                    <a:pt x="12124" y="19221"/>
                    <a:pt x="12229" y="19127"/>
                  </a:cubicBezTo>
                  <a:lnTo>
                    <a:pt x="13810" y="17715"/>
                  </a:lnTo>
                  <a:lnTo>
                    <a:pt x="15861" y="17206"/>
                  </a:lnTo>
                  <a:cubicBezTo>
                    <a:pt x="16041" y="17161"/>
                    <a:pt x="16186" y="17031"/>
                    <a:pt x="16252" y="16857"/>
                  </a:cubicBezTo>
                  <a:lnTo>
                    <a:pt x="17002" y="14866"/>
                  </a:lnTo>
                  <a:lnTo>
                    <a:pt x="18583" y="13454"/>
                  </a:lnTo>
                  <a:cubicBezTo>
                    <a:pt x="18721" y="13331"/>
                    <a:pt x="18791" y="13147"/>
                    <a:pt x="18766" y="12963"/>
                  </a:cubicBezTo>
                  <a:lnTo>
                    <a:pt x="18514" y="10849"/>
                  </a:lnTo>
                  <a:lnTo>
                    <a:pt x="19263" y="8856"/>
                  </a:lnTo>
                  <a:cubicBezTo>
                    <a:pt x="19327" y="8684"/>
                    <a:pt x="19306" y="8491"/>
                    <a:pt x="19200" y="8338"/>
                  </a:cubicBezTo>
                  <a:lnTo>
                    <a:pt x="18002" y="6588"/>
                  </a:lnTo>
                  <a:lnTo>
                    <a:pt x="17746" y="4471"/>
                  </a:lnTo>
                  <a:cubicBezTo>
                    <a:pt x="17725" y="4288"/>
                    <a:pt x="17613" y="4128"/>
                    <a:pt x="17451" y="4041"/>
                  </a:cubicBezTo>
                  <a:lnTo>
                    <a:pt x="15578" y="3050"/>
                  </a:lnTo>
                  <a:lnTo>
                    <a:pt x="14379" y="1298"/>
                  </a:lnTo>
                  <a:cubicBezTo>
                    <a:pt x="14274" y="1144"/>
                    <a:pt x="14099" y="1054"/>
                    <a:pt x="13912" y="1054"/>
                  </a:cubicBezTo>
                  <a:lnTo>
                    <a:pt x="11798" y="1054"/>
                  </a:lnTo>
                  <a:lnTo>
                    <a:pt x="9928" y="66"/>
                  </a:lnTo>
                  <a:cubicBezTo>
                    <a:pt x="9846" y="22"/>
                    <a:pt x="9755" y="0"/>
                    <a:pt x="966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1501" name="Google Shape;1501;p48"/>
          <p:cNvSpPr/>
          <p:nvPr/>
        </p:nvSpPr>
        <p:spPr>
          <a:xfrm>
            <a:off x="4405911" y="1495869"/>
            <a:ext cx="339253" cy="299542"/>
          </a:xfrm>
          <a:custGeom>
            <a:avLst/>
            <a:gdLst/>
            <a:ahLst/>
            <a:cxnLst/>
            <a:rect l="l" t="t" r="r" b="b"/>
            <a:pathLst>
              <a:path w="19273" h="17017" extrusionOk="0">
                <a:moveTo>
                  <a:pt x="5119" y="1"/>
                </a:moveTo>
                <a:cubicBezTo>
                  <a:pt x="2198" y="1"/>
                  <a:pt x="0" y="2389"/>
                  <a:pt x="0" y="5554"/>
                </a:cubicBezTo>
                <a:cubicBezTo>
                  <a:pt x="0" y="8974"/>
                  <a:pt x="2744" y="11311"/>
                  <a:pt x="6902" y="14855"/>
                </a:cubicBezTo>
                <a:cubicBezTo>
                  <a:pt x="7607" y="15458"/>
                  <a:pt x="8408" y="16138"/>
                  <a:pt x="9239" y="16867"/>
                </a:cubicBezTo>
                <a:cubicBezTo>
                  <a:pt x="9352" y="16966"/>
                  <a:pt x="9493" y="17016"/>
                  <a:pt x="9635" y="17016"/>
                </a:cubicBezTo>
                <a:cubicBezTo>
                  <a:pt x="9776" y="17016"/>
                  <a:pt x="9918" y="16966"/>
                  <a:pt x="10031" y="16867"/>
                </a:cubicBezTo>
                <a:cubicBezTo>
                  <a:pt x="10862" y="16138"/>
                  <a:pt x="11663" y="15458"/>
                  <a:pt x="12370" y="14855"/>
                </a:cubicBezTo>
                <a:cubicBezTo>
                  <a:pt x="16526" y="11314"/>
                  <a:pt x="19272" y="8974"/>
                  <a:pt x="19272" y="5554"/>
                </a:cubicBezTo>
                <a:cubicBezTo>
                  <a:pt x="19272" y="2389"/>
                  <a:pt x="17071" y="1"/>
                  <a:pt x="14153" y="1"/>
                </a:cubicBezTo>
                <a:cubicBezTo>
                  <a:pt x="13105" y="1"/>
                  <a:pt x="12148" y="332"/>
                  <a:pt x="11301" y="986"/>
                </a:cubicBezTo>
                <a:cubicBezTo>
                  <a:pt x="10491" y="1612"/>
                  <a:pt x="9952" y="2410"/>
                  <a:pt x="9636" y="2991"/>
                </a:cubicBezTo>
                <a:cubicBezTo>
                  <a:pt x="9317" y="2410"/>
                  <a:pt x="8778" y="1612"/>
                  <a:pt x="7968" y="986"/>
                </a:cubicBezTo>
                <a:cubicBezTo>
                  <a:pt x="7122" y="332"/>
                  <a:pt x="6164" y="1"/>
                  <a:pt x="511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1502" name="Google Shape;1502;p48"/>
          <p:cNvGrpSpPr/>
          <p:nvPr/>
        </p:nvGrpSpPr>
        <p:grpSpPr>
          <a:xfrm>
            <a:off x="7120674" y="1476070"/>
            <a:ext cx="298169" cy="339218"/>
            <a:chOff x="2707950" y="4399325"/>
            <a:chExt cx="423475" cy="481775"/>
          </a:xfrm>
        </p:grpSpPr>
        <p:sp>
          <p:nvSpPr>
            <p:cNvPr id="1503" name="Google Shape;1503;p48"/>
            <p:cNvSpPr/>
            <p:nvPr/>
          </p:nvSpPr>
          <p:spPr>
            <a:xfrm>
              <a:off x="2905550" y="4515000"/>
              <a:ext cx="28275" cy="366100"/>
            </a:xfrm>
            <a:custGeom>
              <a:avLst/>
              <a:gdLst/>
              <a:ahLst/>
              <a:cxnLst/>
              <a:rect l="l" t="t" r="r" b="b"/>
              <a:pathLst>
                <a:path w="1131" h="14644" extrusionOk="0">
                  <a:moveTo>
                    <a:pt x="1" y="0"/>
                  </a:moveTo>
                  <a:lnTo>
                    <a:pt x="1" y="14644"/>
                  </a:lnTo>
                  <a:lnTo>
                    <a:pt x="1130" y="14644"/>
                  </a:lnTo>
                  <a:lnTo>
                    <a:pt x="113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504" name="Google Shape;1504;p48"/>
            <p:cNvSpPr/>
            <p:nvPr/>
          </p:nvSpPr>
          <p:spPr>
            <a:xfrm>
              <a:off x="2962025" y="4710725"/>
              <a:ext cx="141175" cy="29225"/>
            </a:xfrm>
            <a:custGeom>
              <a:avLst/>
              <a:gdLst/>
              <a:ahLst/>
              <a:cxnLst/>
              <a:rect l="l" t="t" r="r" b="b"/>
              <a:pathLst>
                <a:path w="5647" h="1169" extrusionOk="0">
                  <a:moveTo>
                    <a:pt x="0" y="0"/>
                  </a:moveTo>
                  <a:lnTo>
                    <a:pt x="0" y="1169"/>
                  </a:lnTo>
                  <a:lnTo>
                    <a:pt x="5646" y="1169"/>
                  </a:lnTo>
                  <a:lnTo>
                    <a:pt x="564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505" name="Google Shape;1505;p48"/>
            <p:cNvSpPr/>
            <p:nvPr/>
          </p:nvSpPr>
          <p:spPr>
            <a:xfrm>
              <a:off x="2962025" y="4768175"/>
              <a:ext cx="141175" cy="112925"/>
            </a:xfrm>
            <a:custGeom>
              <a:avLst/>
              <a:gdLst/>
              <a:ahLst/>
              <a:cxnLst/>
              <a:rect l="l" t="t" r="r" b="b"/>
              <a:pathLst>
                <a:path w="5647" h="4517" extrusionOk="0">
                  <a:moveTo>
                    <a:pt x="0" y="0"/>
                  </a:moveTo>
                  <a:lnTo>
                    <a:pt x="0" y="4517"/>
                  </a:lnTo>
                  <a:lnTo>
                    <a:pt x="3951" y="4517"/>
                  </a:lnTo>
                  <a:cubicBezTo>
                    <a:pt x="4888" y="4517"/>
                    <a:pt x="5646" y="3758"/>
                    <a:pt x="5646" y="2825"/>
                  </a:cubicBezTo>
                  <a:lnTo>
                    <a:pt x="564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506" name="Google Shape;1506;p48"/>
            <p:cNvSpPr/>
            <p:nvPr/>
          </p:nvSpPr>
          <p:spPr>
            <a:xfrm>
              <a:off x="2736175" y="4710725"/>
              <a:ext cx="141175" cy="29225"/>
            </a:xfrm>
            <a:custGeom>
              <a:avLst/>
              <a:gdLst/>
              <a:ahLst/>
              <a:cxnLst/>
              <a:rect l="l" t="t" r="r" b="b"/>
              <a:pathLst>
                <a:path w="5647" h="1169" extrusionOk="0">
                  <a:moveTo>
                    <a:pt x="1" y="0"/>
                  </a:moveTo>
                  <a:lnTo>
                    <a:pt x="1" y="1169"/>
                  </a:lnTo>
                  <a:lnTo>
                    <a:pt x="5647" y="1169"/>
                  </a:lnTo>
                  <a:lnTo>
                    <a:pt x="564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507" name="Google Shape;1507;p48"/>
            <p:cNvSpPr/>
            <p:nvPr/>
          </p:nvSpPr>
          <p:spPr>
            <a:xfrm>
              <a:off x="2736175" y="4768175"/>
              <a:ext cx="141175" cy="112925"/>
            </a:xfrm>
            <a:custGeom>
              <a:avLst/>
              <a:gdLst/>
              <a:ahLst/>
              <a:cxnLst/>
              <a:rect l="l" t="t" r="r" b="b"/>
              <a:pathLst>
                <a:path w="5647" h="4517" extrusionOk="0">
                  <a:moveTo>
                    <a:pt x="1" y="0"/>
                  </a:moveTo>
                  <a:lnTo>
                    <a:pt x="1" y="2825"/>
                  </a:lnTo>
                  <a:cubicBezTo>
                    <a:pt x="1" y="3758"/>
                    <a:pt x="759" y="4517"/>
                    <a:pt x="1693" y="4517"/>
                  </a:cubicBezTo>
                  <a:lnTo>
                    <a:pt x="5647" y="4517"/>
                  </a:lnTo>
                  <a:lnTo>
                    <a:pt x="564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508" name="Google Shape;1508;p48"/>
            <p:cNvSpPr/>
            <p:nvPr/>
          </p:nvSpPr>
          <p:spPr>
            <a:xfrm>
              <a:off x="2707950" y="4515075"/>
              <a:ext cx="169400" cy="82825"/>
            </a:xfrm>
            <a:custGeom>
              <a:avLst/>
              <a:gdLst/>
              <a:ahLst/>
              <a:cxnLst/>
              <a:rect l="l" t="t" r="r" b="b"/>
              <a:pathLst>
                <a:path w="6776" h="3313" extrusionOk="0">
                  <a:moveTo>
                    <a:pt x="1693" y="0"/>
                  </a:moveTo>
                  <a:cubicBezTo>
                    <a:pt x="759" y="0"/>
                    <a:pt x="0" y="756"/>
                    <a:pt x="0" y="1693"/>
                  </a:cubicBezTo>
                  <a:lnTo>
                    <a:pt x="0" y="2747"/>
                  </a:lnTo>
                  <a:cubicBezTo>
                    <a:pt x="0" y="3060"/>
                    <a:pt x="253" y="3313"/>
                    <a:pt x="563" y="3313"/>
                  </a:cubicBezTo>
                  <a:lnTo>
                    <a:pt x="6776" y="3313"/>
                  </a:lnTo>
                  <a:lnTo>
                    <a:pt x="677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509" name="Google Shape;1509;p48"/>
            <p:cNvSpPr/>
            <p:nvPr/>
          </p:nvSpPr>
          <p:spPr>
            <a:xfrm>
              <a:off x="2736175" y="4626025"/>
              <a:ext cx="141175" cy="56500"/>
            </a:xfrm>
            <a:custGeom>
              <a:avLst/>
              <a:gdLst/>
              <a:ahLst/>
              <a:cxnLst/>
              <a:rect l="l" t="t" r="r" b="b"/>
              <a:pathLst>
                <a:path w="5647" h="2260" extrusionOk="0">
                  <a:moveTo>
                    <a:pt x="1" y="1"/>
                  </a:moveTo>
                  <a:lnTo>
                    <a:pt x="1" y="2259"/>
                  </a:lnTo>
                  <a:lnTo>
                    <a:pt x="5647" y="2259"/>
                  </a:lnTo>
                  <a:lnTo>
                    <a:pt x="564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510" name="Google Shape;1510;p48"/>
            <p:cNvSpPr/>
            <p:nvPr/>
          </p:nvSpPr>
          <p:spPr>
            <a:xfrm>
              <a:off x="2850525" y="4430375"/>
              <a:ext cx="138325" cy="56500"/>
            </a:xfrm>
            <a:custGeom>
              <a:avLst/>
              <a:gdLst/>
              <a:ahLst/>
              <a:cxnLst/>
              <a:rect l="l" t="t" r="r" b="b"/>
              <a:pathLst>
                <a:path w="5533" h="2260" extrusionOk="0">
                  <a:moveTo>
                    <a:pt x="2765" y="1"/>
                  </a:moveTo>
                  <a:cubicBezTo>
                    <a:pt x="1500" y="1"/>
                    <a:pt x="275" y="916"/>
                    <a:pt x="1" y="2259"/>
                  </a:cubicBezTo>
                  <a:lnTo>
                    <a:pt x="5532" y="2259"/>
                  </a:lnTo>
                  <a:cubicBezTo>
                    <a:pt x="5258" y="910"/>
                    <a:pt x="4030" y="1"/>
                    <a:pt x="27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511" name="Google Shape;1511;p48"/>
            <p:cNvSpPr/>
            <p:nvPr/>
          </p:nvSpPr>
          <p:spPr>
            <a:xfrm>
              <a:off x="2974300" y="4399350"/>
              <a:ext cx="129650" cy="87525"/>
            </a:xfrm>
            <a:custGeom>
              <a:avLst/>
              <a:gdLst/>
              <a:ahLst/>
              <a:cxnLst/>
              <a:rect l="l" t="t" r="r" b="b"/>
              <a:pathLst>
                <a:path w="5186" h="3501" extrusionOk="0">
                  <a:moveTo>
                    <a:pt x="2058" y="0"/>
                  </a:moveTo>
                  <a:cubicBezTo>
                    <a:pt x="1374" y="0"/>
                    <a:pt x="670" y="239"/>
                    <a:pt x="0" y="775"/>
                  </a:cubicBezTo>
                  <a:cubicBezTo>
                    <a:pt x="931" y="1398"/>
                    <a:pt x="1554" y="2389"/>
                    <a:pt x="1714" y="3500"/>
                  </a:cubicBezTo>
                  <a:lnTo>
                    <a:pt x="4397" y="3500"/>
                  </a:lnTo>
                  <a:cubicBezTo>
                    <a:pt x="4842" y="3497"/>
                    <a:pt x="5185" y="3109"/>
                    <a:pt x="5131" y="2666"/>
                  </a:cubicBezTo>
                  <a:cubicBezTo>
                    <a:pt x="5128" y="2639"/>
                    <a:pt x="5125" y="2609"/>
                    <a:pt x="5119" y="2579"/>
                  </a:cubicBezTo>
                  <a:cubicBezTo>
                    <a:pt x="4936" y="1482"/>
                    <a:pt x="4207" y="609"/>
                    <a:pt x="3171" y="212"/>
                  </a:cubicBezTo>
                  <a:cubicBezTo>
                    <a:pt x="2813" y="74"/>
                    <a:pt x="2438" y="0"/>
                    <a:pt x="205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512" name="Google Shape;1512;p48"/>
            <p:cNvSpPr/>
            <p:nvPr/>
          </p:nvSpPr>
          <p:spPr>
            <a:xfrm>
              <a:off x="2735425" y="4399325"/>
              <a:ext cx="129650" cy="87475"/>
            </a:xfrm>
            <a:custGeom>
              <a:avLst/>
              <a:gdLst/>
              <a:ahLst/>
              <a:cxnLst/>
              <a:rect l="l" t="t" r="r" b="b"/>
              <a:pathLst>
                <a:path w="5186" h="3499" extrusionOk="0">
                  <a:moveTo>
                    <a:pt x="3150" y="0"/>
                  </a:moveTo>
                  <a:cubicBezTo>
                    <a:pt x="2765" y="0"/>
                    <a:pt x="2385" y="77"/>
                    <a:pt x="2015" y="219"/>
                  </a:cubicBezTo>
                  <a:cubicBezTo>
                    <a:pt x="979" y="616"/>
                    <a:pt x="250" y="1483"/>
                    <a:pt x="67" y="2580"/>
                  </a:cubicBezTo>
                  <a:cubicBezTo>
                    <a:pt x="64" y="2610"/>
                    <a:pt x="58" y="2637"/>
                    <a:pt x="55" y="2667"/>
                  </a:cubicBezTo>
                  <a:cubicBezTo>
                    <a:pt x="0" y="3110"/>
                    <a:pt x="344" y="3498"/>
                    <a:pt x="789" y="3498"/>
                  </a:cubicBezTo>
                  <a:lnTo>
                    <a:pt x="3475" y="3498"/>
                  </a:lnTo>
                  <a:cubicBezTo>
                    <a:pt x="3632" y="2390"/>
                    <a:pt x="4255" y="1399"/>
                    <a:pt x="5186" y="776"/>
                  </a:cubicBezTo>
                  <a:cubicBezTo>
                    <a:pt x="4510" y="236"/>
                    <a:pt x="3823" y="0"/>
                    <a:pt x="315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513" name="Google Shape;1513;p48"/>
            <p:cNvSpPr/>
            <p:nvPr/>
          </p:nvSpPr>
          <p:spPr>
            <a:xfrm>
              <a:off x="2962025" y="4515075"/>
              <a:ext cx="169400" cy="82825"/>
            </a:xfrm>
            <a:custGeom>
              <a:avLst/>
              <a:gdLst/>
              <a:ahLst/>
              <a:cxnLst/>
              <a:rect l="l" t="t" r="r" b="b"/>
              <a:pathLst>
                <a:path w="6776" h="3313" extrusionOk="0">
                  <a:moveTo>
                    <a:pt x="0" y="0"/>
                  </a:moveTo>
                  <a:lnTo>
                    <a:pt x="0" y="3313"/>
                  </a:lnTo>
                  <a:lnTo>
                    <a:pt x="6209" y="3313"/>
                  </a:lnTo>
                  <a:cubicBezTo>
                    <a:pt x="6523" y="3313"/>
                    <a:pt x="6776" y="3060"/>
                    <a:pt x="6776" y="2747"/>
                  </a:cubicBezTo>
                  <a:lnTo>
                    <a:pt x="6776" y="1693"/>
                  </a:lnTo>
                  <a:cubicBezTo>
                    <a:pt x="6776" y="756"/>
                    <a:pt x="6017" y="0"/>
                    <a:pt x="508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514" name="Google Shape;1514;p48"/>
            <p:cNvSpPr/>
            <p:nvPr/>
          </p:nvSpPr>
          <p:spPr>
            <a:xfrm>
              <a:off x="2962025" y="4626025"/>
              <a:ext cx="141175" cy="56500"/>
            </a:xfrm>
            <a:custGeom>
              <a:avLst/>
              <a:gdLst/>
              <a:ahLst/>
              <a:cxnLst/>
              <a:rect l="l" t="t" r="r" b="b"/>
              <a:pathLst>
                <a:path w="5647" h="2260" extrusionOk="0">
                  <a:moveTo>
                    <a:pt x="0" y="1"/>
                  </a:moveTo>
                  <a:lnTo>
                    <a:pt x="0" y="2259"/>
                  </a:lnTo>
                  <a:lnTo>
                    <a:pt x="5646" y="2259"/>
                  </a:lnTo>
                  <a:lnTo>
                    <a:pt x="564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515" name="Google Shape;1515;p48"/>
          <p:cNvGrpSpPr/>
          <p:nvPr/>
        </p:nvGrpSpPr>
        <p:grpSpPr>
          <a:xfrm>
            <a:off x="7100114" y="3117151"/>
            <a:ext cx="339253" cy="339253"/>
            <a:chOff x="5651375" y="3806450"/>
            <a:chExt cx="481825" cy="481825"/>
          </a:xfrm>
        </p:grpSpPr>
        <p:sp>
          <p:nvSpPr>
            <p:cNvPr id="1516" name="Google Shape;1516;p48"/>
            <p:cNvSpPr/>
            <p:nvPr/>
          </p:nvSpPr>
          <p:spPr>
            <a:xfrm>
              <a:off x="5793425" y="3976800"/>
              <a:ext cx="28250" cy="28275"/>
            </a:xfrm>
            <a:custGeom>
              <a:avLst/>
              <a:gdLst/>
              <a:ahLst/>
              <a:cxnLst/>
              <a:rect l="l" t="t" r="r" b="b"/>
              <a:pathLst>
                <a:path w="1130" h="1131" extrusionOk="0">
                  <a:moveTo>
                    <a:pt x="567" y="1"/>
                  </a:moveTo>
                  <a:cubicBezTo>
                    <a:pt x="253" y="1"/>
                    <a:pt x="0" y="251"/>
                    <a:pt x="0" y="564"/>
                  </a:cubicBezTo>
                  <a:cubicBezTo>
                    <a:pt x="0" y="877"/>
                    <a:pt x="253" y="1130"/>
                    <a:pt x="567" y="1130"/>
                  </a:cubicBezTo>
                  <a:cubicBezTo>
                    <a:pt x="877" y="1130"/>
                    <a:pt x="1130" y="877"/>
                    <a:pt x="1130" y="564"/>
                  </a:cubicBezTo>
                  <a:cubicBezTo>
                    <a:pt x="1130" y="251"/>
                    <a:pt x="877" y="1"/>
                    <a:pt x="5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517" name="Google Shape;1517;p48"/>
            <p:cNvSpPr/>
            <p:nvPr/>
          </p:nvSpPr>
          <p:spPr>
            <a:xfrm>
              <a:off x="5794475" y="4089725"/>
              <a:ext cx="195600" cy="84725"/>
            </a:xfrm>
            <a:custGeom>
              <a:avLst/>
              <a:gdLst/>
              <a:ahLst/>
              <a:cxnLst/>
              <a:rect l="l" t="t" r="r" b="b"/>
              <a:pathLst>
                <a:path w="7824" h="3389" extrusionOk="0">
                  <a:moveTo>
                    <a:pt x="1" y="1"/>
                  </a:moveTo>
                  <a:cubicBezTo>
                    <a:pt x="284" y="1943"/>
                    <a:pt x="1949" y="3385"/>
                    <a:pt x="3912" y="3388"/>
                  </a:cubicBezTo>
                  <a:cubicBezTo>
                    <a:pt x="5875" y="3385"/>
                    <a:pt x="7541" y="1943"/>
                    <a:pt x="78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518" name="Google Shape;1518;p48"/>
            <p:cNvSpPr/>
            <p:nvPr/>
          </p:nvSpPr>
          <p:spPr>
            <a:xfrm>
              <a:off x="5651375" y="3806450"/>
              <a:ext cx="481825" cy="481825"/>
            </a:xfrm>
            <a:custGeom>
              <a:avLst/>
              <a:gdLst/>
              <a:ahLst/>
              <a:cxnLst/>
              <a:rect l="l" t="t" r="r" b="b"/>
              <a:pathLst>
                <a:path w="19273" h="19273" extrusionOk="0">
                  <a:moveTo>
                    <a:pt x="6249" y="5686"/>
                  </a:moveTo>
                  <a:cubicBezTo>
                    <a:pt x="6932" y="5686"/>
                    <a:pt x="7549" y="6098"/>
                    <a:pt x="7811" y="6730"/>
                  </a:cubicBezTo>
                  <a:cubicBezTo>
                    <a:pt x="8073" y="7363"/>
                    <a:pt x="7929" y="8092"/>
                    <a:pt x="7444" y="8576"/>
                  </a:cubicBezTo>
                  <a:cubicBezTo>
                    <a:pt x="7122" y="8901"/>
                    <a:pt x="6689" y="9073"/>
                    <a:pt x="6248" y="9073"/>
                  </a:cubicBezTo>
                  <a:cubicBezTo>
                    <a:pt x="6029" y="9073"/>
                    <a:pt x="5808" y="9031"/>
                    <a:pt x="5598" y="8944"/>
                  </a:cubicBezTo>
                  <a:cubicBezTo>
                    <a:pt x="4966" y="8682"/>
                    <a:pt x="4553" y="8064"/>
                    <a:pt x="4553" y="7378"/>
                  </a:cubicBezTo>
                  <a:cubicBezTo>
                    <a:pt x="4556" y="6441"/>
                    <a:pt x="5312" y="5686"/>
                    <a:pt x="6249" y="5686"/>
                  </a:cubicBezTo>
                  <a:close/>
                  <a:moveTo>
                    <a:pt x="13024" y="5683"/>
                  </a:moveTo>
                  <a:cubicBezTo>
                    <a:pt x="13242" y="5683"/>
                    <a:pt x="13462" y="5725"/>
                    <a:pt x="13671" y="5812"/>
                  </a:cubicBezTo>
                  <a:cubicBezTo>
                    <a:pt x="14304" y="6074"/>
                    <a:pt x="14716" y="6691"/>
                    <a:pt x="14716" y="7378"/>
                  </a:cubicBezTo>
                  <a:cubicBezTo>
                    <a:pt x="14716" y="8314"/>
                    <a:pt x="13957" y="9073"/>
                    <a:pt x="13024" y="9073"/>
                  </a:cubicBezTo>
                  <a:cubicBezTo>
                    <a:pt x="12337" y="9073"/>
                    <a:pt x="11720" y="8658"/>
                    <a:pt x="11458" y="8025"/>
                  </a:cubicBezTo>
                  <a:cubicBezTo>
                    <a:pt x="11196" y="7393"/>
                    <a:pt x="11341" y="6664"/>
                    <a:pt x="11825" y="6179"/>
                  </a:cubicBezTo>
                  <a:cubicBezTo>
                    <a:pt x="12150" y="5855"/>
                    <a:pt x="12583" y="5683"/>
                    <a:pt x="13024" y="5683"/>
                  </a:cubicBezTo>
                  <a:close/>
                  <a:moveTo>
                    <a:pt x="14153" y="10202"/>
                  </a:moveTo>
                  <a:cubicBezTo>
                    <a:pt x="14463" y="10202"/>
                    <a:pt x="14716" y="10452"/>
                    <a:pt x="14716" y="10766"/>
                  </a:cubicBezTo>
                  <a:cubicBezTo>
                    <a:pt x="14716" y="13566"/>
                    <a:pt x="12437" y="15849"/>
                    <a:pt x="9636" y="15849"/>
                  </a:cubicBezTo>
                  <a:cubicBezTo>
                    <a:pt x="6833" y="15849"/>
                    <a:pt x="4553" y="13566"/>
                    <a:pt x="4553" y="10766"/>
                  </a:cubicBezTo>
                  <a:cubicBezTo>
                    <a:pt x="4553" y="10452"/>
                    <a:pt x="4806" y="10202"/>
                    <a:pt x="5119" y="10202"/>
                  </a:cubicBezTo>
                  <a:close/>
                  <a:moveTo>
                    <a:pt x="9636" y="0"/>
                  </a:moveTo>
                  <a:cubicBezTo>
                    <a:pt x="4342" y="0"/>
                    <a:pt x="0" y="4343"/>
                    <a:pt x="0" y="9636"/>
                  </a:cubicBezTo>
                  <a:cubicBezTo>
                    <a:pt x="0" y="14930"/>
                    <a:pt x="4342" y="19272"/>
                    <a:pt x="9636" y="19272"/>
                  </a:cubicBezTo>
                  <a:cubicBezTo>
                    <a:pt x="14927" y="19272"/>
                    <a:pt x="19272" y="14930"/>
                    <a:pt x="19272" y="9636"/>
                  </a:cubicBezTo>
                  <a:cubicBezTo>
                    <a:pt x="19272" y="4343"/>
                    <a:pt x="14930" y="0"/>
                    <a:pt x="963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519" name="Google Shape;1519;p48"/>
            <p:cNvSpPr/>
            <p:nvPr/>
          </p:nvSpPr>
          <p:spPr>
            <a:xfrm>
              <a:off x="5962800" y="3976800"/>
              <a:ext cx="28250" cy="28275"/>
            </a:xfrm>
            <a:custGeom>
              <a:avLst/>
              <a:gdLst/>
              <a:ahLst/>
              <a:cxnLst/>
              <a:rect l="l" t="t" r="r" b="b"/>
              <a:pathLst>
                <a:path w="1130" h="1131" extrusionOk="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1520" name="Google Shape;1520;p48"/>
          <p:cNvSpPr/>
          <p:nvPr/>
        </p:nvSpPr>
        <p:spPr>
          <a:xfrm>
            <a:off x="1030100" y="150052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48"/>
          <p:cNvSpPr/>
          <p:nvPr/>
        </p:nvSpPr>
        <p:spPr>
          <a:xfrm>
            <a:off x="3111088" y="1920297"/>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48"/>
          <p:cNvSpPr/>
          <p:nvPr/>
        </p:nvSpPr>
        <p:spPr>
          <a:xfrm>
            <a:off x="4825588" y="1334697"/>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48"/>
          <p:cNvSpPr/>
          <p:nvPr/>
        </p:nvSpPr>
        <p:spPr>
          <a:xfrm>
            <a:off x="8199713" y="1708660"/>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48"/>
          <p:cNvSpPr/>
          <p:nvPr/>
        </p:nvSpPr>
        <p:spPr>
          <a:xfrm>
            <a:off x="5751438" y="3500760"/>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48"/>
          <p:cNvSpPr/>
          <p:nvPr/>
        </p:nvSpPr>
        <p:spPr>
          <a:xfrm>
            <a:off x="2139013" y="3020985"/>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48"/>
          <p:cNvSpPr/>
          <p:nvPr/>
        </p:nvSpPr>
        <p:spPr>
          <a:xfrm>
            <a:off x="3080786" y="3455950"/>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48"/>
          <p:cNvSpPr/>
          <p:nvPr/>
        </p:nvSpPr>
        <p:spPr>
          <a:xfrm flipH="1">
            <a:off x="5769536" y="1583075"/>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531"/>
        <p:cNvGrpSpPr/>
        <p:nvPr/>
      </p:nvGrpSpPr>
      <p:grpSpPr>
        <a:xfrm>
          <a:off x="0" y="0"/>
          <a:ext cx="0" cy="0"/>
          <a:chOff x="0" y="0"/>
          <a:chExt cx="0" cy="0"/>
        </a:xfrm>
      </p:grpSpPr>
      <p:grpSp>
        <p:nvGrpSpPr>
          <p:cNvPr id="1532" name="Google Shape;1532;p49"/>
          <p:cNvGrpSpPr/>
          <p:nvPr/>
        </p:nvGrpSpPr>
        <p:grpSpPr>
          <a:xfrm>
            <a:off x="1382925" y="294300"/>
            <a:ext cx="6385200" cy="4554900"/>
            <a:chOff x="1382925" y="378350"/>
            <a:chExt cx="6385200" cy="4554900"/>
          </a:xfrm>
        </p:grpSpPr>
        <p:sp>
          <p:nvSpPr>
            <p:cNvPr id="1533" name="Google Shape;1533;p49"/>
            <p:cNvSpPr/>
            <p:nvPr/>
          </p:nvSpPr>
          <p:spPr>
            <a:xfrm>
              <a:off x="1382925" y="378350"/>
              <a:ext cx="4554900" cy="45549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49"/>
            <p:cNvSpPr/>
            <p:nvPr/>
          </p:nvSpPr>
          <p:spPr>
            <a:xfrm>
              <a:off x="4025925" y="636575"/>
              <a:ext cx="3742200" cy="37422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35" name="Google Shape;1535;p49"/>
          <p:cNvSpPr txBox="1">
            <a:spLocks noGrp="1"/>
          </p:cNvSpPr>
          <p:nvPr>
            <p:ph type="title"/>
          </p:nvPr>
        </p:nvSpPr>
        <p:spPr>
          <a:xfrm>
            <a:off x="1894500" y="1371150"/>
            <a:ext cx="5355000" cy="2401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Awesome words</a:t>
            </a:r>
            <a:endParaRPr/>
          </a:p>
        </p:txBody>
      </p:sp>
      <p:sp>
        <p:nvSpPr>
          <p:cNvPr id="1536" name="Google Shape;1536;p49"/>
          <p:cNvSpPr/>
          <p:nvPr/>
        </p:nvSpPr>
        <p:spPr>
          <a:xfrm>
            <a:off x="6589875" y="2878675"/>
            <a:ext cx="1695300" cy="1695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37" name="Google Shape;1537;p49"/>
          <p:cNvGrpSpPr/>
          <p:nvPr/>
        </p:nvGrpSpPr>
        <p:grpSpPr>
          <a:xfrm flipH="1">
            <a:off x="1976421" y="3994219"/>
            <a:ext cx="1234803" cy="1219759"/>
            <a:chOff x="-2708900" y="3174350"/>
            <a:chExt cx="350100" cy="345825"/>
          </a:xfrm>
        </p:grpSpPr>
        <p:sp>
          <p:nvSpPr>
            <p:cNvPr id="1538" name="Google Shape;1538;p49"/>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49"/>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49"/>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49"/>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49"/>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49"/>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4" name="Google Shape;1544;p49"/>
          <p:cNvGrpSpPr/>
          <p:nvPr/>
        </p:nvGrpSpPr>
        <p:grpSpPr>
          <a:xfrm flipH="1">
            <a:off x="8122447" y="1499607"/>
            <a:ext cx="616908" cy="609460"/>
            <a:chOff x="3458451" y="3807305"/>
            <a:chExt cx="855154" cy="844712"/>
          </a:xfrm>
        </p:grpSpPr>
        <p:grpSp>
          <p:nvGrpSpPr>
            <p:cNvPr id="1545" name="Google Shape;1545;p49"/>
            <p:cNvGrpSpPr/>
            <p:nvPr/>
          </p:nvGrpSpPr>
          <p:grpSpPr>
            <a:xfrm flipH="1">
              <a:off x="3458451" y="3807305"/>
              <a:ext cx="855154" cy="844712"/>
              <a:chOff x="-2708900" y="3174350"/>
              <a:chExt cx="350100" cy="345825"/>
            </a:xfrm>
          </p:grpSpPr>
          <p:sp>
            <p:nvSpPr>
              <p:cNvPr id="1546" name="Google Shape;1546;p49"/>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49"/>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49"/>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49"/>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49"/>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49"/>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552" name="Google Shape;1552;p49"/>
            <p:cNvCxnSpPr/>
            <p:nvPr/>
          </p:nvCxnSpPr>
          <p:spPr>
            <a:xfrm>
              <a:off x="3513675" y="4647509"/>
              <a:ext cx="656100" cy="0"/>
            </a:xfrm>
            <a:prstGeom prst="straightConnector1">
              <a:avLst/>
            </a:prstGeom>
            <a:noFill/>
            <a:ln w="9525" cap="flat" cmpd="sng">
              <a:solidFill>
                <a:schemeClr val="dk1"/>
              </a:solidFill>
              <a:prstDash val="solid"/>
              <a:round/>
              <a:headEnd type="none" w="med" len="med"/>
              <a:tailEnd type="none" w="med" len="med"/>
            </a:ln>
          </p:spPr>
        </p:cxnSp>
      </p:grpSp>
      <p:grpSp>
        <p:nvGrpSpPr>
          <p:cNvPr id="1553" name="Google Shape;1553;p49"/>
          <p:cNvGrpSpPr/>
          <p:nvPr/>
        </p:nvGrpSpPr>
        <p:grpSpPr>
          <a:xfrm>
            <a:off x="6373478" y="241616"/>
            <a:ext cx="1546809" cy="1406154"/>
            <a:chOff x="6494019" y="-137261"/>
            <a:chExt cx="2116596" cy="1924130"/>
          </a:xfrm>
        </p:grpSpPr>
        <p:sp>
          <p:nvSpPr>
            <p:cNvPr id="1554" name="Google Shape;1554;p49"/>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49"/>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56" name="Google Shape;1556;p49"/>
          <p:cNvSpPr/>
          <p:nvPr/>
        </p:nvSpPr>
        <p:spPr>
          <a:xfrm>
            <a:off x="793925" y="415185"/>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49"/>
          <p:cNvSpPr/>
          <p:nvPr/>
        </p:nvSpPr>
        <p:spPr>
          <a:xfrm>
            <a:off x="8251625" y="2665910"/>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49"/>
          <p:cNvSpPr/>
          <p:nvPr/>
        </p:nvSpPr>
        <p:spPr>
          <a:xfrm>
            <a:off x="2231275" y="3004560"/>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49"/>
          <p:cNvSpPr/>
          <p:nvPr/>
        </p:nvSpPr>
        <p:spPr>
          <a:xfrm>
            <a:off x="5285073" y="4453637"/>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60" name="Google Shape;1560;p49"/>
          <p:cNvGrpSpPr/>
          <p:nvPr/>
        </p:nvGrpSpPr>
        <p:grpSpPr>
          <a:xfrm>
            <a:off x="839526" y="1904675"/>
            <a:ext cx="978291" cy="889333"/>
            <a:chOff x="6494019" y="-137261"/>
            <a:chExt cx="2116596" cy="1924130"/>
          </a:xfrm>
        </p:grpSpPr>
        <p:sp>
          <p:nvSpPr>
            <p:cNvPr id="1561" name="Google Shape;1561;p49"/>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49"/>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63" name="Google Shape;1563;p49"/>
          <p:cNvGrpSpPr/>
          <p:nvPr/>
        </p:nvGrpSpPr>
        <p:grpSpPr>
          <a:xfrm>
            <a:off x="6271201" y="3712375"/>
            <a:ext cx="978291" cy="889333"/>
            <a:chOff x="6494019" y="-137261"/>
            <a:chExt cx="2116596" cy="1924130"/>
          </a:xfrm>
        </p:grpSpPr>
        <p:sp>
          <p:nvSpPr>
            <p:cNvPr id="1564" name="Google Shape;1564;p49"/>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49"/>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569"/>
        <p:cNvGrpSpPr/>
        <p:nvPr/>
      </p:nvGrpSpPr>
      <p:grpSpPr>
        <a:xfrm>
          <a:off x="0" y="0"/>
          <a:ext cx="0" cy="0"/>
          <a:chOff x="0" y="0"/>
          <a:chExt cx="0" cy="0"/>
        </a:xfrm>
      </p:grpSpPr>
      <p:sp>
        <p:nvSpPr>
          <p:cNvPr id="1570" name="Google Shape;1570;p50"/>
          <p:cNvSpPr txBox="1">
            <a:spLocks noGrp="1"/>
          </p:cNvSpPr>
          <p:nvPr>
            <p:ph type="title"/>
          </p:nvPr>
        </p:nvSpPr>
        <p:spPr>
          <a:xfrm>
            <a:off x="1516950" y="3364938"/>
            <a:ext cx="6110100" cy="646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—Someone Famous</a:t>
            </a:r>
            <a:endParaRPr/>
          </a:p>
        </p:txBody>
      </p:sp>
      <p:sp>
        <p:nvSpPr>
          <p:cNvPr id="1571" name="Google Shape;1571;p50"/>
          <p:cNvSpPr txBox="1">
            <a:spLocks noGrp="1"/>
          </p:cNvSpPr>
          <p:nvPr>
            <p:ph type="subTitle" idx="1"/>
          </p:nvPr>
        </p:nvSpPr>
        <p:spPr>
          <a:xfrm>
            <a:off x="1516950" y="1979538"/>
            <a:ext cx="6110100" cy="1385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“This is a quote, words full of wisdom that someone important said and can make the reader get inspired”</a:t>
            </a:r>
            <a:endParaRPr/>
          </a:p>
        </p:txBody>
      </p:sp>
      <p:grpSp>
        <p:nvGrpSpPr>
          <p:cNvPr id="1572" name="Google Shape;1572;p50"/>
          <p:cNvGrpSpPr/>
          <p:nvPr/>
        </p:nvGrpSpPr>
        <p:grpSpPr>
          <a:xfrm>
            <a:off x="3940465" y="539373"/>
            <a:ext cx="1263047" cy="1263047"/>
            <a:chOff x="437425" y="2787100"/>
            <a:chExt cx="2060100" cy="2060100"/>
          </a:xfrm>
        </p:grpSpPr>
        <p:sp>
          <p:nvSpPr>
            <p:cNvPr id="1573" name="Google Shape;1573;p50"/>
            <p:cNvSpPr/>
            <p:nvPr/>
          </p:nvSpPr>
          <p:spPr>
            <a:xfrm>
              <a:off x="437425" y="2787100"/>
              <a:ext cx="2060100" cy="20601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74" name="Google Shape;1574;p50"/>
            <p:cNvGrpSpPr/>
            <p:nvPr/>
          </p:nvGrpSpPr>
          <p:grpSpPr>
            <a:xfrm>
              <a:off x="709073" y="3055578"/>
              <a:ext cx="1516805" cy="1523145"/>
              <a:chOff x="-855775" y="5374900"/>
              <a:chExt cx="639975" cy="642650"/>
            </a:xfrm>
          </p:grpSpPr>
          <p:sp>
            <p:nvSpPr>
              <p:cNvPr id="1575" name="Google Shape;1575;p50"/>
              <p:cNvSpPr/>
              <p:nvPr/>
            </p:nvSpPr>
            <p:spPr>
              <a:xfrm>
                <a:off x="-855775" y="5374900"/>
                <a:ext cx="639975" cy="639675"/>
              </a:xfrm>
              <a:custGeom>
                <a:avLst/>
                <a:gdLst/>
                <a:ahLst/>
                <a:cxnLst/>
                <a:rect l="l" t="t" r="r" b="b"/>
                <a:pathLst>
                  <a:path w="25599" h="25587" extrusionOk="0">
                    <a:moveTo>
                      <a:pt x="12800" y="0"/>
                    </a:moveTo>
                    <a:cubicBezTo>
                      <a:pt x="11692" y="0"/>
                      <a:pt x="10740" y="1024"/>
                      <a:pt x="9716" y="1298"/>
                    </a:cubicBezTo>
                    <a:cubicBezTo>
                      <a:pt x="9336" y="1398"/>
                      <a:pt x="8916" y="1409"/>
                      <a:pt x="8492" y="1409"/>
                    </a:cubicBezTo>
                    <a:cubicBezTo>
                      <a:pt x="8364" y="1409"/>
                      <a:pt x="8235" y="1408"/>
                      <a:pt x="8107" y="1408"/>
                    </a:cubicBezTo>
                    <a:cubicBezTo>
                      <a:pt x="7492" y="1408"/>
                      <a:pt x="6889" y="1432"/>
                      <a:pt x="6406" y="1715"/>
                    </a:cubicBezTo>
                    <a:cubicBezTo>
                      <a:pt x="5466" y="2251"/>
                      <a:pt x="5144" y="3620"/>
                      <a:pt x="4382" y="4382"/>
                    </a:cubicBezTo>
                    <a:cubicBezTo>
                      <a:pt x="3620" y="5132"/>
                      <a:pt x="2263" y="5453"/>
                      <a:pt x="1715" y="6394"/>
                    </a:cubicBezTo>
                    <a:cubicBezTo>
                      <a:pt x="1179" y="7323"/>
                      <a:pt x="1584" y="8656"/>
                      <a:pt x="1298" y="9716"/>
                    </a:cubicBezTo>
                    <a:cubicBezTo>
                      <a:pt x="1024" y="10728"/>
                      <a:pt x="1" y="11692"/>
                      <a:pt x="1" y="12800"/>
                    </a:cubicBezTo>
                    <a:cubicBezTo>
                      <a:pt x="1" y="13895"/>
                      <a:pt x="1024" y="14859"/>
                      <a:pt x="1298" y="15871"/>
                    </a:cubicBezTo>
                    <a:cubicBezTo>
                      <a:pt x="1584" y="16931"/>
                      <a:pt x="1179" y="18265"/>
                      <a:pt x="1715" y="19193"/>
                    </a:cubicBezTo>
                    <a:cubicBezTo>
                      <a:pt x="2263" y="20134"/>
                      <a:pt x="3620" y="20455"/>
                      <a:pt x="4382" y="21217"/>
                    </a:cubicBezTo>
                    <a:cubicBezTo>
                      <a:pt x="5144" y="21967"/>
                      <a:pt x="5466" y="23337"/>
                      <a:pt x="6406" y="23884"/>
                    </a:cubicBezTo>
                    <a:cubicBezTo>
                      <a:pt x="6894" y="24163"/>
                      <a:pt x="7502" y="24182"/>
                      <a:pt x="8123" y="24182"/>
                    </a:cubicBezTo>
                    <a:cubicBezTo>
                      <a:pt x="8223" y="24182"/>
                      <a:pt x="8323" y="24182"/>
                      <a:pt x="8424" y="24182"/>
                    </a:cubicBezTo>
                    <a:cubicBezTo>
                      <a:pt x="8871" y="24182"/>
                      <a:pt x="9315" y="24192"/>
                      <a:pt x="9716" y="24301"/>
                    </a:cubicBezTo>
                    <a:cubicBezTo>
                      <a:pt x="10740" y="24575"/>
                      <a:pt x="11692" y="25587"/>
                      <a:pt x="12800" y="25587"/>
                    </a:cubicBezTo>
                    <a:cubicBezTo>
                      <a:pt x="13907" y="25587"/>
                      <a:pt x="14860" y="24563"/>
                      <a:pt x="15883" y="24301"/>
                    </a:cubicBezTo>
                    <a:cubicBezTo>
                      <a:pt x="16289" y="24192"/>
                      <a:pt x="16734" y="24182"/>
                      <a:pt x="17182" y="24182"/>
                    </a:cubicBezTo>
                    <a:cubicBezTo>
                      <a:pt x="17282" y="24182"/>
                      <a:pt x="17382" y="24182"/>
                      <a:pt x="17482" y="24182"/>
                    </a:cubicBezTo>
                    <a:cubicBezTo>
                      <a:pt x="18103" y="24182"/>
                      <a:pt x="18711" y="24163"/>
                      <a:pt x="19205" y="23884"/>
                    </a:cubicBezTo>
                    <a:cubicBezTo>
                      <a:pt x="20134" y="23337"/>
                      <a:pt x="20455" y="21967"/>
                      <a:pt x="21217" y="21217"/>
                    </a:cubicBezTo>
                    <a:cubicBezTo>
                      <a:pt x="21979" y="20455"/>
                      <a:pt x="23349" y="20134"/>
                      <a:pt x="23884" y="19193"/>
                    </a:cubicBezTo>
                    <a:cubicBezTo>
                      <a:pt x="24420" y="18276"/>
                      <a:pt x="24015" y="16931"/>
                      <a:pt x="24301" y="15871"/>
                    </a:cubicBezTo>
                    <a:cubicBezTo>
                      <a:pt x="24575" y="14859"/>
                      <a:pt x="25599" y="13895"/>
                      <a:pt x="25599" y="12800"/>
                    </a:cubicBezTo>
                    <a:cubicBezTo>
                      <a:pt x="25599" y="11692"/>
                      <a:pt x="24575" y="10728"/>
                      <a:pt x="24301" y="9716"/>
                    </a:cubicBezTo>
                    <a:cubicBezTo>
                      <a:pt x="24015" y="8656"/>
                      <a:pt x="24420" y="7323"/>
                      <a:pt x="23884" y="6394"/>
                    </a:cubicBezTo>
                    <a:cubicBezTo>
                      <a:pt x="23349" y="5453"/>
                      <a:pt x="21979" y="5132"/>
                      <a:pt x="21217" y="4382"/>
                    </a:cubicBezTo>
                    <a:cubicBezTo>
                      <a:pt x="20455" y="3620"/>
                      <a:pt x="20134" y="2251"/>
                      <a:pt x="19205" y="1715"/>
                    </a:cubicBezTo>
                    <a:cubicBezTo>
                      <a:pt x="18716" y="1432"/>
                      <a:pt x="18113" y="1408"/>
                      <a:pt x="17498" y="1408"/>
                    </a:cubicBezTo>
                    <a:cubicBezTo>
                      <a:pt x="17370" y="1408"/>
                      <a:pt x="17242" y="1409"/>
                      <a:pt x="17113" y="1409"/>
                    </a:cubicBezTo>
                    <a:cubicBezTo>
                      <a:pt x="16689" y="1409"/>
                      <a:pt x="16268" y="1398"/>
                      <a:pt x="15883" y="1298"/>
                    </a:cubicBezTo>
                    <a:cubicBezTo>
                      <a:pt x="14860" y="1012"/>
                      <a:pt x="13907" y="0"/>
                      <a:pt x="12800"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50"/>
              <p:cNvSpPr/>
              <p:nvPr/>
            </p:nvSpPr>
            <p:spPr>
              <a:xfrm>
                <a:off x="-738950" y="5841125"/>
                <a:ext cx="98400" cy="111150"/>
              </a:xfrm>
              <a:custGeom>
                <a:avLst/>
                <a:gdLst/>
                <a:ahLst/>
                <a:cxnLst/>
                <a:rect l="l" t="t" r="r" b="b"/>
                <a:pathLst>
                  <a:path w="3936" h="4446" extrusionOk="0">
                    <a:moveTo>
                      <a:pt x="1972" y="1"/>
                    </a:moveTo>
                    <a:cubicBezTo>
                      <a:pt x="1132" y="1"/>
                      <a:pt x="0" y="337"/>
                      <a:pt x="31" y="2163"/>
                    </a:cubicBezTo>
                    <a:cubicBezTo>
                      <a:pt x="50" y="3747"/>
                      <a:pt x="968" y="4446"/>
                      <a:pt x="1932" y="4446"/>
                    </a:cubicBezTo>
                    <a:cubicBezTo>
                      <a:pt x="2730" y="4446"/>
                      <a:pt x="3558" y="3968"/>
                      <a:pt x="3936" y="3116"/>
                    </a:cubicBezTo>
                    <a:lnTo>
                      <a:pt x="2852" y="116"/>
                    </a:lnTo>
                    <a:cubicBezTo>
                      <a:pt x="2852" y="116"/>
                      <a:pt x="2462" y="1"/>
                      <a:pt x="1972"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50"/>
              <p:cNvSpPr/>
              <p:nvPr/>
            </p:nvSpPr>
            <p:spPr>
              <a:xfrm>
                <a:off x="-724800" y="5567150"/>
                <a:ext cx="427450" cy="450400"/>
              </a:xfrm>
              <a:custGeom>
                <a:avLst/>
                <a:gdLst/>
                <a:ahLst/>
                <a:cxnLst/>
                <a:rect l="l" t="t" r="r" b="b"/>
                <a:pathLst>
                  <a:path w="17098" h="18016" extrusionOk="0">
                    <a:moveTo>
                      <a:pt x="10546" y="0"/>
                    </a:moveTo>
                    <a:cubicBezTo>
                      <a:pt x="8892" y="0"/>
                      <a:pt x="7054" y="367"/>
                      <a:pt x="5227" y="942"/>
                    </a:cubicBezTo>
                    <a:cubicBezTo>
                      <a:pt x="536" y="2431"/>
                      <a:pt x="0" y="6776"/>
                      <a:pt x="1512" y="11956"/>
                    </a:cubicBezTo>
                    <a:cubicBezTo>
                      <a:pt x="2809" y="16385"/>
                      <a:pt x="4997" y="18015"/>
                      <a:pt x="8739" y="18015"/>
                    </a:cubicBezTo>
                    <a:cubicBezTo>
                      <a:pt x="9362" y="18015"/>
                      <a:pt x="10028" y="17970"/>
                      <a:pt x="10740" y="17885"/>
                    </a:cubicBezTo>
                    <a:cubicBezTo>
                      <a:pt x="15609" y="17302"/>
                      <a:pt x="17098" y="13992"/>
                      <a:pt x="16883" y="10741"/>
                    </a:cubicBezTo>
                    <a:cubicBezTo>
                      <a:pt x="16610" y="6705"/>
                      <a:pt x="16229" y="3324"/>
                      <a:pt x="16229" y="3324"/>
                    </a:cubicBezTo>
                    <a:cubicBezTo>
                      <a:pt x="15283" y="903"/>
                      <a:pt x="13140" y="0"/>
                      <a:pt x="10546" y="0"/>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50"/>
              <p:cNvSpPr/>
              <p:nvPr/>
            </p:nvSpPr>
            <p:spPr>
              <a:xfrm>
                <a:off x="-477150" y="5911250"/>
                <a:ext cx="46450" cy="21225"/>
              </a:xfrm>
              <a:custGeom>
                <a:avLst/>
                <a:gdLst/>
                <a:ahLst/>
                <a:cxnLst/>
                <a:rect l="l" t="t" r="r" b="b"/>
                <a:pathLst>
                  <a:path w="1858" h="849" extrusionOk="0">
                    <a:moveTo>
                      <a:pt x="1785" y="1"/>
                    </a:moveTo>
                    <a:cubicBezTo>
                      <a:pt x="1764" y="1"/>
                      <a:pt x="1746" y="14"/>
                      <a:pt x="1739" y="37"/>
                    </a:cubicBezTo>
                    <a:cubicBezTo>
                      <a:pt x="1719" y="76"/>
                      <a:pt x="1375" y="726"/>
                      <a:pt x="667" y="726"/>
                    </a:cubicBezTo>
                    <a:cubicBezTo>
                      <a:pt x="498" y="726"/>
                      <a:pt x="307" y="689"/>
                      <a:pt x="96" y="597"/>
                    </a:cubicBezTo>
                    <a:cubicBezTo>
                      <a:pt x="90" y="594"/>
                      <a:pt x="82" y="592"/>
                      <a:pt x="74" y="592"/>
                    </a:cubicBezTo>
                    <a:cubicBezTo>
                      <a:pt x="50" y="592"/>
                      <a:pt x="21" y="606"/>
                      <a:pt x="12" y="632"/>
                    </a:cubicBezTo>
                    <a:cubicBezTo>
                      <a:pt x="0" y="656"/>
                      <a:pt x="12" y="704"/>
                      <a:pt x="48" y="716"/>
                    </a:cubicBezTo>
                    <a:cubicBezTo>
                      <a:pt x="270" y="810"/>
                      <a:pt x="473" y="849"/>
                      <a:pt x="655" y="849"/>
                    </a:cubicBezTo>
                    <a:cubicBezTo>
                      <a:pt x="979" y="849"/>
                      <a:pt x="1238" y="725"/>
                      <a:pt x="1429" y="573"/>
                    </a:cubicBezTo>
                    <a:cubicBezTo>
                      <a:pt x="1703" y="359"/>
                      <a:pt x="1846" y="97"/>
                      <a:pt x="1846" y="97"/>
                    </a:cubicBezTo>
                    <a:cubicBezTo>
                      <a:pt x="1858" y="61"/>
                      <a:pt x="1846" y="25"/>
                      <a:pt x="1822" y="13"/>
                    </a:cubicBezTo>
                    <a:cubicBezTo>
                      <a:pt x="1809" y="5"/>
                      <a:pt x="1797" y="1"/>
                      <a:pt x="178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50"/>
              <p:cNvSpPr/>
              <p:nvPr/>
            </p:nvSpPr>
            <p:spPr>
              <a:xfrm>
                <a:off x="-640275" y="5733100"/>
                <a:ext cx="88725" cy="65475"/>
              </a:xfrm>
              <a:custGeom>
                <a:avLst/>
                <a:gdLst/>
                <a:ahLst/>
                <a:cxnLst/>
                <a:rect l="l" t="t" r="r" b="b"/>
                <a:pathLst>
                  <a:path w="3549" h="2619" extrusionOk="0">
                    <a:moveTo>
                      <a:pt x="2765" y="0"/>
                    </a:moveTo>
                    <a:cubicBezTo>
                      <a:pt x="2448" y="0"/>
                      <a:pt x="1988" y="198"/>
                      <a:pt x="1298" y="734"/>
                    </a:cubicBezTo>
                    <a:cubicBezTo>
                      <a:pt x="1" y="1734"/>
                      <a:pt x="691" y="2424"/>
                      <a:pt x="691" y="2424"/>
                    </a:cubicBezTo>
                    <a:cubicBezTo>
                      <a:pt x="815" y="2556"/>
                      <a:pt x="965" y="2618"/>
                      <a:pt x="1143" y="2618"/>
                    </a:cubicBezTo>
                    <a:cubicBezTo>
                      <a:pt x="1497" y="2618"/>
                      <a:pt x="1962" y="2372"/>
                      <a:pt x="2549" y="1936"/>
                    </a:cubicBezTo>
                    <a:cubicBezTo>
                      <a:pt x="3275" y="1389"/>
                      <a:pt x="3549" y="746"/>
                      <a:pt x="3323" y="353"/>
                    </a:cubicBezTo>
                    <a:cubicBezTo>
                      <a:pt x="3206" y="148"/>
                      <a:pt x="3039" y="0"/>
                      <a:pt x="2765"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50"/>
              <p:cNvSpPr/>
              <p:nvPr/>
            </p:nvSpPr>
            <p:spPr>
              <a:xfrm>
                <a:off x="-428050" y="5711675"/>
                <a:ext cx="91700" cy="51525"/>
              </a:xfrm>
              <a:custGeom>
                <a:avLst/>
                <a:gdLst/>
                <a:ahLst/>
                <a:cxnLst/>
                <a:rect l="l" t="t" r="r" b="b"/>
                <a:pathLst>
                  <a:path w="3668" h="2061" extrusionOk="0">
                    <a:moveTo>
                      <a:pt x="838" y="0"/>
                    </a:moveTo>
                    <a:cubicBezTo>
                      <a:pt x="327" y="0"/>
                      <a:pt x="144" y="240"/>
                      <a:pt x="84" y="555"/>
                    </a:cubicBezTo>
                    <a:cubicBezTo>
                      <a:pt x="1" y="1007"/>
                      <a:pt x="465" y="1531"/>
                      <a:pt x="1322" y="1817"/>
                    </a:cubicBezTo>
                    <a:cubicBezTo>
                      <a:pt x="1812" y="1973"/>
                      <a:pt x="2213" y="2061"/>
                      <a:pt x="2524" y="2061"/>
                    </a:cubicBezTo>
                    <a:cubicBezTo>
                      <a:pt x="2880" y="2061"/>
                      <a:pt x="3119" y="1946"/>
                      <a:pt x="3239" y="1686"/>
                    </a:cubicBezTo>
                    <a:cubicBezTo>
                      <a:pt x="3239" y="1686"/>
                      <a:pt x="3668" y="805"/>
                      <a:pt x="2120" y="281"/>
                    </a:cubicBezTo>
                    <a:cubicBezTo>
                      <a:pt x="1552" y="83"/>
                      <a:pt x="1139" y="0"/>
                      <a:pt x="838"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50"/>
              <p:cNvSpPr/>
              <p:nvPr/>
            </p:nvSpPr>
            <p:spPr>
              <a:xfrm>
                <a:off x="-728075" y="5862050"/>
                <a:ext cx="78300" cy="60550"/>
              </a:xfrm>
              <a:custGeom>
                <a:avLst/>
                <a:gdLst/>
                <a:ahLst/>
                <a:cxnLst/>
                <a:rect l="l" t="t" r="r" b="b"/>
                <a:pathLst>
                  <a:path w="3132" h="2422" extrusionOk="0">
                    <a:moveTo>
                      <a:pt x="1281" y="1"/>
                    </a:moveTo>
                    <a:cubicBezTo>
                      <a:pt x="1165" y="1"/>
                      <a:pt x="1052" y="18"/>
                      <a:pt x="941" y="53"/>
                    </a:cubicBezTo>
                    <a:cubicBezTo>
                      <a:pt x="346" y="219"/>
                      <a:pt x="36" y="791"/>
                      <a:pt x="24" y="815"/>
                    </a:cubicBezTo>
                    <a:cubicBezTo>
                      <a:pt x="0" y="850"/>
                      <a:pt x="12" y="886"/>
                      <a:pt x="48" y="898"/>
                    </a:cubicBezTo>
                    <a:cubicBezTo>
                      <a:pt x="54" y="901"/>
                      <a:pt x="62" y="903"/>
                      <a:pt x="69" y="903"/>
                    </a:cubicBezTo>
                    <a:cubicBezTo>
                      <a:pt x="89" y="903"/>
                      <a:pt x="111" y="891"/>
                      <a:pt x="119" y="874"/>
                    </a:cubicBezTo>
                    <a:cubicBezTo>
                      <a:pt x="119" y="862"/>
                      <a:pt x="429" y="314"/>
                      <a:pt x="965" y="160"/>
                    </a:cubicBezTo>
                    <a:cubicBezTo>
                      <a:pt x="1065" y="130"/>
                      <a:pt x="1166" y="115"/>
                      <a:pt x="1269" y="115"/>
                    </a:cubicBezTo>
                    <a:cubicBezTo>
                      <a:pt x="1496" y="115"/>
                      <a:pt x="1731" y="187"/>
                      <a:pt x="1977" y="326"/>
                    </a:cubicBezTo>
                    <a:cubicBezTo>
                      <a:pt x="2989" y="910"/>
                      <a:pt x="2465" y="2339"/>
                      <a:pt x="2453" y="2350"/>
                    </a:cubicBezTo>
                    <a:cubicBezTo>
                      <a:pt x="2453" y="2374"/>
                      <a:pt x="2465" y="2410"/>
                      <a:pt x="2489" y="2422"/>
                    </a:cubicBezTo>
                    <a:lnTo>
                      <a:pt x="2513" y="2422"/>
                    </a:lnTo>
                    <a:cubicBezTo>
                      <a:pt x="2536" y="2422"/>
                      <a:pt x="2560" y="2410"/>
                      <a:pt x="2572" y="2386"/>
                    </a:cubicBezTo>
                    <a:cubicBezTo>
                      <a:pt x="2572" y="2374"/>
                      <a:pt x="3132" y="862"/>
                      <a:pt x="2036" y="231"/>
                    </a:cubicBezTo>
                    <a:cubicBezTo>
                      <a:pt x="1778" y="78"/>
                      <a:pt x="1525" y="1"/>
                      <a:pt x="128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50"/>
              <p:cNvSpPr/>
              <p:nvPr/>
            </p:nvSpPr>
            <p:spPr>
              <a:xfrm>
                <a:off x="-704275" y="5884675"/>
                <a:ext cx="43800" cy="12150"/>
              </a:xfrm>
              <a:custGeom>
                <a:avLst/>
                <a:gdLst/>
                <a:ahLst/>
                <a:cxnLst/>
                <a:rect l="l" t="t" r="r" b="b"/>
                <a:pathLst>
                  <a:path w="1752" h="486" extrusionOk="0">
                    <a:moveTo>
                      <a:pt x="1011" y="0"/>
                    </a:moveTo>
                    <a:cubicBezTo>
                      <a:pt x="479" y="0"/>
                      <a:pt x="33" y="377"/>
                      <a:pt x="25" y="386"/>
                    </a:cubicBezTo>
                    <a:cubicBezTo>
                      <a:pt x="1" y="398"/>
                      <a:pt x="1" y="445"/>
                      <a:pt x="25" y="469"/>
                    </a:cubicBezTo>
                    <a:cubicBezTo>
                      <a:pt x="33" y="478"/>
                      <a:pt x="41" y="486"/>
                      <a:pt x="54" y="486"/>
                    </a:cubicBezTo>
                    <a:cubicBezTo>
                      <a:pt x="59" y="486"/>
                      <a:pt x="65" y="485"/>
                      <a:pt x="72" y="481"/>
                    </a:cubicBezTo>
                    <a:cubicBezTo>
                      <a:pt x="84" y="481"/>
                      <a:pt x="96" y="481"/>
                      <a:pt x="108" y="469"/>
                    </a:cubicBezTo>
                    <a:cubicBezTo>
                      <a:pt x="108" y="469"/>
                      <a:pt x="524" y="117"/>
                      <a:pt x="1011" y="117"/>
                    </a:cubicBezTo>
                    <a:cubicBezTo>
                      <a:pt x="1218" y="117"/>
                      <a:pt x="1438" y="181"/>
                      <a:pt x="1644" y="362"/>
                    </a:cubicBezTo>
                    <a:cubicBezTo>
                      <a:pt x="1656" y="374"/>
                      <a:pt x="1671" y="380"/>
                      <a:pt x="1686" y="380"/>
                    </a:cubicBezTo>
                    <a:cubicBezTo>
                      <a:pt x="1700" y="380"/>
                      <a:pt x="1715" y="374"/>
                      <a:pt x="1727" y="362"/>
                    </a:cubicBezTo>
                    <a:cubicBezTo>
                      <a:pt x="1751" y="338"/>
                      <a:pt x="1751" y="302"/>
                      <a:pt x="1727" y="279"/>
                    </a:cubicBezTo>
                    <a:cubicBezTo>
                      <a:pt x="1492" y="72"/>
                      <a:pt x="1243" y="0"/>
                      <a:pt x="101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50"/>
              <p:cNvSpPr/>
              <p:nvPr/>
            </p:nvSpPr>
            <p:spPr>
              <a:xfrm>
                <a:off x="-500075" y="5715425"/>
                <a:ext cx="61050" cy="146575"/>
              </a:xfrm>
              <a:custGeom>
                <a:avLst/>
                <a:gdLst/>
                <a:ahLst/>
                <a:cxnLst/>
                <a:rect l="l" t="t" r="r" b="b"/>
                <a:pathLst>
                  <a:path w="2442" h="5863" extrusionOk="0">
                    <a:moveTo>
                      <a:pt x="72" y="0"/>
                    </a:moveTo>
                    <a:cubicBezTo>
                      <a:pt x="36" y="12"/>
                      <a:pt x="12" y="36"/>
                      <a:pt x="12" y="60"/>
                    </a:cubicBezTo>
                    <a:cubicBezTo>
                      <a:pt x="12" y="441"/>
                      <a:pt x="1" y="3762"/>
                      <a:pt x="286" y="4167"/>
                    </a:cubicBezTo>
                    <a:cubicBezTo>
                      <a:pt x="375" y="4281"/>
                      <a:pt x="510" y="4381"/>
                      <a:pt x="718" y="4381"/>
                    </a:cubicBezTo>
                    <a:cubicBezTo>
                      <a:pt x="903" y="4381"/>
                      <a:pt x="1146" y="4302"/>
                      <a:pt x="1465" y="4084"/>
                    </a:cubicBezTo>
                    <a:cubicBezTo>
                      <a:pt x="1477" y="4084"/>
                      <a:pt x="1489" y="4072"/>
                      <a:pt x="1501" y="4072"/>
                    </a:cubicBezTo>
                    <a:cubicBezTo>
                      <a:pt x="1596" y="4013"/>
                      <a:pt x="1688" y="3983"/>
                      <a:pt x="1773" y="3983"/>
                    </a:cubicBezTo>
                    <a:cubicBezTo>
                      <a:pt x="1858" y="3983"/>
                      <a:pt x="1935" y="4013"/>
                      <a:pt x="2001" y="4072"/>
                    </a:cubicBezTo>
                    <a:cubicBezTo>
                      <a:pt x="2239" y="4263"/>
                      <a:pt x="2322" y="4751"/>
                      <a:pt x="2179" y="5084"/>
                    </a:cubicBezTo>
                    <a:cubicBezTo>
                      <a:pt x="2001" y="5513"/>
                      <a:pt x="1548" y="5751"/>
                      <a:pt x="1548" y="5751"/>
                    </a:cubicBezTo>
                    <a:cubicBezTo>
                      <a:pt x="1525" y="5775"/>
                      <a:pt x="1513" y="5810"/>
                      <a:pt x="1525" y="5834"/>
                    </a:cubicBezTo>
                    <a:cubicBezTo>
                      <a:pt x="1533" y="5852"/>
                      <a:pt x="1548" y="5863"/>
                      <a:pt x="1565" y="5863"/>
                    </a:cubicBezTo>
                    <a:cubicBezTo>
                      <a:pt x="1571" y="5863"/>
                      <a:pt x="1578" y="5861"/>
                      <a:pt x="1584" y="5858"/>
                    </a:cubicBezTo>
                    <a:lnTo>
                      <a:pt x="1608" y="5858"/>
                    </a:lnTo>
                    <a:cubicBezTo>
                      <a:pt x="1620" y="5846"/>
                      <a:pt x="2096" y="5584"/>
                      <a:pt x="2287" y="5120"/>
                    </a:cubicBezTo>
                    <a:cubicBezTo>
                      <a:pt x="2441" y="4739"/>
                      <a:pt x="2346" y="4203"/>
                      <a:pt x="2084" y="3977"/>
                    </a:cubicBezTo>
                    <a:cubicBezTo>
                      <a:pt x="1993" y="3898"/>
                      <a:pt x="1890" y="3859"/>
                      <a:pt x="1777" y="3859"/>
                    </a:cubicBezTo>
                    <a:cubicBezTo>
                      <a:pt x="1669" y="3859"/>
                      <a:pt x="1552" y="3895"/>
                      <a:pt x="1429" y="3965"/>
                    </a:cubicBezTo>
                    <a:cubicBezTo>
                      <a:pt x="1429" y="3977"/>
                      <a:pt x="1417" y="3977"/>
                      <a:pt x="1405" y="3989"/>
                    </a:cubicBezTo>
                    <a:cubicBezTo>
                      <a:pt x="1132" y="4175"/>
                      <a:pt x="904" y="4269"/>
                      <a:pt x="722" y="4269"/>
                    </a:cubicBezTo>
                    <a:cubicBezTo>
                      <a:pt x="579" y="4269"/>
                      <a:pt x="465" y="4211"/>
                      <a:pt x="382" y="4096"/>
                    </a:cubicBezTo>
                    <a:cubicBezTo>
                      <a:pt x="155" y="3786"/>
                      <a:pt x="120" y="1084"/>
                      <a:pt x="131" y="60"/>
                    </a:cubicBezTo>
                    <a:cubicBezTo>
                      <a:pt x="131" y="36"/>
                      <a:pt x="96" y="0"/>
                      <a:pt x="7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50"/>
              <p:cNvSpPr/>
              <p:nvPr/>
            </p:nvSpPr>
            <p:spPr>
              <a:xfrm>
                <a:off x="-646825" y="5763950"/>
                <a:ext cx="160475" cy="153825"/>
              </a:xfrm>
              <a:custGeom>
                <a:avLst/>
                <a:gdLst/>
                <a:ahLst/>
                <a:cxnLst/>
                <a:rect l="l" t="t" r="r" b="b"/>
                <a:pathLst>
                  <a:path w="6419" h="6153" extrusionOk="0">
                    <a:moveTo>
                      <a:pt x="3205" y="157"/>
                    </a:moveTo>
                    <a:cubicBezTo>
                      <a:pt x="4710" y="157"/>
                      <a:pt x="5984" y="1318"/>
                      <a:pt x="6109" y="2834"/>
                    </a:cubicBezTo>
                    <a:cubicBezTo>
                      <a:pt x="6240" y="4429"/>
                      <a:pt x="5049" y="5846"/>
                      <a:pt x="3454" y="5977"/>
                    </a:cubicBezTo>
                    <a:cubicBezTo>
                      <a:pt x="3372" y="5983"/>
                      <a:pt x="3292" y="5987"/>
                      <a:pt x="3212" y="5987"/>
                    </a:cubicBezTo>
                    <a:cubicBezTo>
                      <a:pt x="1708" y="5987"/>
                      <a:pt x="435" y="4836"/>
                      <a:pt x="310" y="3310"/>
                    </a:cubicBezTo>
                    <a:cubicBezTo>
                      <a:pt x="179" y="1714"/>
                      <a:pt x="1370" y="309"/>
                      <a:pt x="2965" y="167"/>
                    </a:cubicBezTo>
                    <a:cubicBezTo>
                      <a:pt x="3046" y="160"/>
                      <a:pt x="3126" y="157"/>
                      <a:pt x="3205" y="157"/>
                    </a:cubicBezTo>
                    <a:close/>
                    <a:moveTo>
                      <a:pt x="3214" y="1"/>
                    </a:moveTo>
                    <a:cubicBezTo>
                      <a:pt x="3128" y="1"/>
                      <a:pt x="3041" y="4"/>
                      <a:pt x="2953" y="12"/>
                    </a:cubicBezTo>
                    <a:cubicBezTo>
                      <a:pt x="1263" y="143"/>
                      <a:pt x="1" y="1643"/>
                      <a:pt x="144" y="3322"/>
                    </a:cubicBezTo>
                    <a:cubicBezTo>
                      <a:pt x="280" y="4932"/>
                      <a:pt x="1636" y="6153"/>
                      <a:pt x="3225" y="6153"/>
                    </a:cubicBezTo>
                    <a:cubicBezTo>
                      <a:pt x="3304" y="6153"/>
                      <a:pt x="3385" y="6150"/>
                      <a:pt x="3465" y="6143"/>
                    </a:cubicBezTo>
                    <a:cubicBezTo>
                      <a:pt x="5156" y="6001"/>
                      <a:pt x="6418" y="4512"/>
                      <a:pt x="6275" y="2822"/>
                    </a:cubicBezTo>
                    <a:cubicBezTo>
                      <a:pt x="6140" y="1218"/>
                      <a:pt x="4795" y="1"/>
                      <a:pt x="32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50"/>
              <p:cNvSpPr/>
              <p:nvPr/>
            </p:nvSpPr>
            <p:spPr>
              <a:xfrm>
                <a:off x="-437275" y="5746425"/>
                <a:ext cx="160175" cy="153825"/>
              </a:xfrm>
              <a:custGeom>
                <a:avLst/>
                <a:gdLst/>
                <a:ahLst/>
                <a:cxnLst/>
                <a:rect l="l" t="t" r="r" b="b"/>
                <a:pathLst>
                  <a:path w="6407" h="6153" extrusionOk="0">
                    <a:moveTo>
                      <a:pt x="3205" y="167"/>
                    </a:moveTo>
                    <a:cubicBezTo>
                      <a:pt x="4700" y="167"/>
                      <a:pt x="5984" y="1318"/>
                      <a:pt x="6109" y="2844"/>
                    </a:cubicBezTo>
                    <a:cubicBezTo>
                      <a:pt x="6240" y="4439"/>
                      <a:pt x="5049" y="5844"/>
                      <a:pt x="3442" y="5987"/>
                    </a:cubicBezTo>
                    <a:cubicBezTo>
                      <a:pt x="3362" y="5994"/>
                      <a:pt x="3283" y="5997"/>
                      <a:pt x="3204" y="5997"/>
                    </a:cubicBezTo>
                    <a:cubicBezTo>
                      <a:pt x="1709" y="5997"/>
                      <a:pt x="434" y="4836"/>
                      <a:pt x="298" y="3320"/>
                    </a:cubicBezTo>
                    <a:cubicBezTo>
                      <a:pt x="167" y="1725"/>
                      <a:pt x="1370" y="308"/>
                      <a:pt x="2965" y="177"/>
                    </a:cubicBezTo>
                    <a:cubicBezTo>
                      <a:pt x="3046" y="170"/>
                      <a:pt x="3126" y="167"/>
                      <a:pt x="3205" y="167"/>
                    </a:cubicBezTo>
                    <a:close/>
                    <a:moveTo>
                      <a:pt x="3194" y="1"/>
                    </a:moveTo>
                    <a:cubicBezTo>
                      <a:pt x="3115" y="1"/>
                      <a:pt x="3034" y="4"/>
                      <a:pt x="2953" y="10"/>
                    </a:cubicBezTo>
                    <a:cubicBezTo>
                      <a:pt x="1263" y="153"/>
                      <a:pt x="1" y="1641"/>
                      <a:pt x="144" y="3332"/>
                    </a:cubicBezTo>
                    <a:cubicBezTo>
                      <a:pt x="268" y="4935"/>
                      <a:pt x="1623" y="6153"/>
                      <a:pt x="3194" y="6153"/>
                    </a:cubicBezTo>
                    <a:cubicBezTo>
                      <a:pt x="3280" y="6153"/>
                      <a:pt x="3367" y="6149"/>
                      <a:pt x="3454" y="6142"/>
                    </a:cubicBezTo>
                    <a:cubicBezTo>
                      <a:pt x="5144" y="6011"/>
                      <a:pt x="6406" y="4523"/>
                      <a:pt x="6275" y="2832"/>
                    </a:cubicBezTo>
                    <a:cubicBezTo>
                      <a:pt x="6139" y="1222"/>
                      <a:pt x="4783" y="1"/>
                      <a:pt x="31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50"/>
              <p:cNvSpPr/>
              <p:nvPr/>
            </p:nvSpPr>
            <p:spPr>
              <a:xfrm>
                <a:off x="-495900" y="5811250"/>
                <a:ext cx="65500" cy="14850"/>
              </a:xfrm>
              <a:custGeom>
                <a:avLst/>
                <a:gdLst/>
                <a:ahLst/>
                <a:cxnLst/>
                <a:rect l="l" t="t" r="r" b="b"/>
                <a:pathLst>
                  <a:path w="2620" h="594" extrusionOk="0">
                    <a:moveTo>
                      <a:pt x="1529" y="1"/>
                    </a:moveTo>
                    <a:cubicBezTo>
                      <a:pt x="682" y="1"/>
                      <a:pt x="45" y="433"/>
                      <a:pt x="36" y="441"/>
                    </a:cubicBezTo>
                    <a:cubicBezTo>
                      <a:pt x="0" y="465"/>
                      <a:pt x="0" y="525"/>
                      <a:pt x="24" y="561"/>
                    </a:cubicBezTo>
                    <a:cubicBezTo>
                      <a:pt x="38" y="581"/>
                      <a:pt x="60" y="594"/>
                      <a:pt x="83" y="594"/>
                    </a:cubicBezTo>
                    <a:cubicBezTo>
                      <a:pt x="99" y="594"/>
                      <a:pt x="116" y="587"/>
                      <a:pt x="131" y="572"/>
                    </a:cubicBezTo>
                    <a:cubicBezTo>
                      <a:pt x="140" y="572"/>
                      <a:pt x="739" y="164"/>
                      <a:pt x="1536" y="164"/>
                    </a:cubicBezTo>
                    <a:cubicBezTo>
                      <a:pt x="1836" y="164"/>
                      <a:pt x="2165" y="222"/>
                      <a:pt x="2501" y="382"/>
                    </a:cubicBezTo>
                    <a:cubicBezTo>
                      <a:pt x="2512" y="394"/>
                      <a:pt x="2524" y="394"/>
                      <a:pt x="2536" y="394"/>
                    </a:cubicBezTo>
                    <a:cubicBezTo>
                      <a:pt x="2560" y="382"/>
                      <a:pt x="2596" y="370"/>
                      <a:pt x="2608" y="346"/>
                    </a:cubicBezTo>
                    <a:cubicBezTo>
                      <a:pt x="2620" y="299"/>
                      <a:pt x="2608" y="251"/>
                      <a:pt x="2572" y="239"/>
                    </a:cubicBezTo>
                    <a:cubicBezTo>
                      <a:pt x="2209" y="64"/>
                      <a:pt x="1854" y="1"/>
                      <a:pt x="15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50"/>
              <p:cNvSpPr/>
              <p:nvPr/>
            </p:nvSpPr>
            <p:spPr>
              <a:xfrm>
                <a:off x="-755175" y="5844900"/>
                <a:ext cx="116125" cy="38125"/>
              </a:xfrm>
              <a:custGeom>
                <a:avLst/>
                <a:gdLst/>
                <a:ahLst/>
                <a:cxnLst/>
                <a:rect l="l" t="t" r="r" b="b"/>
                <a:pathLst>
                  <a:path w="4645" h="1525" extrusionOk="0">
                    <a:moveTo>
                      <a:pt x="4549" y="0"/>
                    </a:moveTo>
                    <a:lnTo>
                      <a:pt x="799" y="322"/>
                    </a:lnTo>
                    <a:cubicBezTo>
                      <a:pt x="799" y="322"/>
                      <a:pt x="787" y="334"/>
                      <a:pt x="775" y="334"/>
                    </a:cubicBezTo>
                    <a:cubicBezTo>
                      <a:pt x="739" y="346"/>
                      <a:pt x="1" y="715"/>
                      <a:pt x="37" y="1441"/>
                    </a:cubicBezTo>
                    <a:cubicBezTo>
                      <a:pt x="37" y="1489"/>
                      <a:pt x="72" y="1524"/>
                      <a:pt x="120" y="1524"/>
                    </a:cubicBezTo>
                    <a:cubicBezTo>
                      <a:pt x="168" y="1524"/>
                      <a:pt x="191" y="1489"/>
                      <a:pt x="191" y="1441"/>
                    </a:cubicBezTo>
                    <a:cubicBezTo>
                      <a:pt x="168" y="869"/>
                      <a:pt x="739" y="536"/>
                      <a:pt x="834" y="488"/>
                    </a:cubicBezTo>
                    <a:lnTo>
                      <a:pt x="4561" y="167"/>
                    </a:lnTo>
                    <a:cubicBezTo>
                      <a:pt x="4609" y="155"/>
                      <a:pt x="4644" y="119"/>
                      <a:pt x="4644" y="72"/>
                    </a:cubicBezTo>
                    <a:cubicBezTo>
                      <a:pt x="4632" y="36"/>
                      <a:pt x="4597" y="0"/>
                      <a:pt x="45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50"/>
              <p:cNvSpPr/>
              <p:nvPr/>
            </p:nvSpPr>
            <p:spPr>
              <a:xfrm>
                <a:off x="-748025" y="5511975"/>
                <a:ext cx="475675" cy="329375"/>
              </a:xfrm>
              <a:custGeom>
                <a:avLst/>
                <a:gdLst/>
                <a:ahLst/>
                <a:cxnLst/>
                <a:rect l="l" t="t" r="r" b="b"/>
                <a:pathLst>
                  <a:path w="19027" h="13175" extrusionOk="0">
                    <a:moveTo>
                      <a:pt x="11190" y="0"/>
                    </a:moveTo>
                    <a:cubicBezTo>
                      <a:pt x="10260" y="0"/>
                      <a:pt x="9171" y="51"/>
                      <a:pt x="7894" y="173"/>
                    </a:cubicBezTo>
                    <a:cubicBezTo>
                      <a:pt x="1" y="911"/>
                      <a:pt x="596" y="7817"/>
                      <a:pt x="596" y="7817"/>
                    </a:cubicBezTo>
                    <a:lnTo>
                      <a:pt x="596" y="8210"/>
                    </a:lnTo>
                    <a:lnTo>
                      <a:pt x="608" y="8257"/>
                    </a:lnTo>
                    <a:cubicBezTo>
                      <a:pt x="596" y="8281"/>
                      <a:pt x="596" y="8293"/>
                      <a:pt x="620" y="8317"/>
                    </a:cubicBezTo>
                    <a:lnTo>
                      <a:pt x="1048" y="10888"/>
                    </a:lnTo>
                    <a:lnTo>
                      <a:pt x="2179" y="13174"/>
                    </a:lnTo>
                    <a:cubicBezTo>
                      <a:pt x="2179" y="13174"/>
                      <a:pt x="2834" y="12817"/>
                      <a:pt x="3132" y="11924"/>
                    </a:cubicBezTo>
                    <a:cubicBezTo>
                      <a:pt x="3358" y="11246"/>
                      <a:pt x="3322" y="9353"/>
                      <a:pt x="3299" y="8483"/>
                    </a:cubicBezTo>
                    <a:cubicBezTo>
                      <a:pt x="3561" y="8448"/>
                      <a:pt x="3882" y="8388"/>
                      <a:pt x="4311" y="8317"/>
                    </a:cubicBezTo>
                    <a:cubicBezTo>
                      <a:pt x="6073" y="8007"/>
                      <a:pt x="5966" y="7424"/>
                      <a:pt x="7728" y="7102"/>
                    </a:cubicBezTo>
                    <a:cubicBezTo>
                      <a:pt x="8118" y="7033"/>
                      <a:pt x="8427" y="7009"/>
                      <a:pt x="8690" y="7009"/>
                    </a:cubicBezTo>
                    <a:cubicBezTo>
                      <a:pt x="9344" y="7009"/>
                      <a:pt x="9719" y="7160"/>
                      <a:pt x="10373" y="7160"/>
                    </a:cubicBezTo>
                    <a:cubicBezTo>
                      <a:pt x="10636" y="7160"/>
                      <a:pt x="10945" y="7136"/>
                      <a:pt x="11335" y="7067"/>
                    </a:cubicBezTo>
                    <a:cubicBezTo>
                      <a:pt x="13097" y="6757"/>
                      <a:pt x="12990" y="6174"/>
                      <a:pt x="14752" y="5852"/>
                    </a:cubicBezTo>
                    <a:cubicBezTo>
                      <a:pt x="15043" y="5801"/>
                      <a:pt x="15292" y="5781"/>
                      <a:pt x="15512" y="5781"/>
                    </a:cubicBezTo>
                    <a:cubicBezTo>
                      <a:pt x="16259" y="5781"/>
                      <a:pt x="16676" y="6010"/>
                      <a:pt x="17305" y="6010"/>
                    </a:cubicBezTo>
                    <a:cubicBezTo>
                      <a:pt x="17605" y="6010"/>
                      <a:pt x="17953" y="5958"/>
                      <a:pt x="18408" y="5805"/>
                    </a:cubicBezTo>
                    <a:cubicBezTo>
                      <a:pt x="19027" y="5602"/>
                      <a:pt x="17931" y="5102"/>
                      <a:pt x="17658" y="4400"/>
                    </a:cubicBezTo>
                    <a:cubicBezTo>
                      <a:pt x="17515" y="4042"/>
                      <a:pt x="17848" y="3376"/>
                      <a:pt x="17598" y="2971"/>
                    </a:cubicBezTo>
                    <a:cubicBezTo>
                      <a:pt x="17562" y="2923"/>
                      <a:pt x="17515" y="2876"/>
                      <a:pt x="17467" y="2840"/>
                    </a:cubicBezTo>
                    <a:lnTo>
                      <a:pt x="16526" y="1363"/>
                    </a:lnTo>
                    <a:cubicBezTo>
                      <a:pt x="16526" y="1363"/>
                      <a:pt x="16000" y="0"/>
                      <a:pt x="11190"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50"/>
              <p:cNvSpPr/>
              <p:nvPr/>
            </p:nvSpPr>
            <p:spPr>
              <a:xfrm>
                <a:off x="-569425" y="5824950"/>
                <a:ext cx="29775" cy="37225"/>
              </a:xfrm>
              <a:custGeom>
                <a:avLst/>
                <a:gdLst/>
                <a:ahLst/>
                <a:cxnLst/>
                <a:rect l="l" t="t" r="r" b="b"/>
                <a:pathLst>
                  <a:path w="1191" h="1489" extrusionOk="0">
                    <a:moveTo>
                      <a:pt x="596" y="1"/>
                    </a:moveTo>
                    <a:cubicBezTo>
                      <a:pt x="274" y="1"/>
                      <a:pt x="0" y="263"/>
                      <a:pt x="0" y="596"/>
                    </a:cubicBezTo>
                    <a:lnTo>
                      <a:pt x="0" y="894"/>
                    </a:lnTo>
                    <a:cubicBezTo>
                      <a:pt x="0" y="1227"/>
                      <a:pt x="274" y="1489"/>
                      <a:pt x="596" y="1489"/>
                    </a:cubicBezTo>
                    <a:cubicBezTo>
                      <a:pt x="929" y="1489"/>
                      <a:pt x="1191" y="1227"/>
                      <a:pt x="1191" y="894"/>
                    </a:cubicBezTo>
                    <a:lnTo>
                      <a:pt x="1191" y="596"/>
                    </a:lnTo>
                    <a:cubicBezTo>
                      <a:pt x="1191" y="263"/>
                      <a:pt x="929" y="1"/>
                      <a:pt x="59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50"/>
              <p:cNvSpPr/>
              <p:nvPr/>
            </p:nvSpPr>
            <p:spPr>
              <a:xfrm>
                <a:off x="-398275" y="5810075"/>
                <a:ext cx="29800" cy="37225"/>
              </a:xfrm>
              <a:custGeom>
                <a:avLst/>
                <a:gdLst/>
                <a:ahLst/>
                <a:cxnLst/>
                <a:rect l="l" t="t" r="r" b="b"/>
                <a:pathLst>
                  <a:path w="1192" h="1489" extrusionOk="0">
                    <a:moveTo>
                      <a:pt x="596" y="0"/>
                    </a:moveTo>
                    <a:cubicBezTo>
                      <a:pt x="274" y="0"/>
                      <a:pt x="0" y="262"/>
                      <a:pt x="0" y="596"/>
                    </a:cubicBezTo>
                    <a:lnTo>
                      <a:pt x="0" y="893"/>
                    </a:lnTo>
                    <a:cubicBezTo>
                      <a:pt x="0" y="1227"/>
                      <a:pt x="274" y="1489"/>
                      <a:pt x="596" y="1489"/>
                    </a:cubicBezTo>
                    <a:cubicBezTo>
                      <a:pt x="929" y="1489"/>
                      <a:pt x="1191" y="1227"/>
                      <a:pt x="1191" y="893"/>
                    </a:cubicBezTo>
                    <a:lnTo>
                      <a:pt x="1191" y="596"/>
                    </a:lnTo>
                    <a:cubicBezTo>
                      <a:pt x="1191" y="262"/>
                      <a:pt x="929" y="0"/>
                      <a:pt x="59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91" name="Google Shape;1591;p50"/>
          <p:cNvGrpSpPr/>
          <p:nvPr/>
        </p:nvGrpSpPr>
        <p:grpSpPr>
          <a:xfrm>
            <a:off x="1349040" y="3955980"/>
            <a:ext cx="656087" cy="648111"/>
            <a:chOff x="5624415" y="3404280"/>
            <a:chExt cx="656087" cy="648111"/>
          </a:xfrm>
        </p:grpSpPr>
        <p:grpSp>
          <p:nvGrpSpPr>
            <p:cNvPr id="1592" name="Google Shape;1592;p50"/>
            <p:cNvGrpSpPr/>
            <p:nvPr/>
          </p:nvGrpSpPr>
          <p:grpSpPr>
            <a:xfrm flipH="1">
              <a:off x="5624415" y="3404280"/>
              <a:ext cx="656087" cy="648111"/>
              <a:chOff x="-2708900" y="3174350"/>
              <a:chExt cx="350100" cy="345825"/>
            </a:xfrm>
          </p:grpSpPr>
          <p:sp>
            <p:nvSpPr>
              <p:cNvPr id="1593" name="Google Shape;1593;p50"/>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50"/>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50"/>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50"/>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50"/>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50"/>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599" name="Google Shape;1599;p50"/>
            <p:cNvCxnSpPr/>
            <p:nvPr/>
          </p:nvCxnSpPr>
          <p:spPr>
            <a:xfrm>
              <a:off x="5679725" y="4047784"/>
              <a:ext cx="507900" cy="0"/>
            </a:xfrm>
            <a:prstGeom prst="straightConnector1">
              <a:avLst/>
            </a:prstGeom>
            <a:noFill/>
            <a:ln w="9525" cap="flat" cmpd="sng">
              <a:solidFill>
                <a:schemeClr val="dk1"/>
              </a:solidFill>
              <a:prstDash val="solid"/>
              <a:round/>
              <a:headEnd type="none" w="med" len="med"/>
              <a:tailEnd type="none" w="med" len="med"/>
            </a:ln>
          </p:spPr>
        </p:cxnSp>
      </p:grpSp>
      <p:sp>
        <p:nvSpPr>
          <p:cNvPr id="1600" name="Google Shape;1600;p50"/>
          <p:cNvSpPr/>
          <p:nvPr/>
        </p:nvSpPr>
        <p:spPr>
          <a:xfrm>
            <a:off x="2857200" y="1473185"/>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50"/>
          <p:cNvSpPr/>
          <p:nvPr/>
        </p:nvSpPr>
        <p:spPr>
          <a:xfrm>
            <a:off x="5416263" y="4422747"/>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50"/>
          <p:cNvSpPr/>
          <p:nvPr/>
        </p:nvSpPr>
        <p:spPr>
          <a:xfrm rot="3698333">
            <a:off x="2660423" y="466150"/>
            <a:ext cx="295353" cy="30094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50"/>
          <p:cNvSpPr/>
          <p:nvPr/>
        </p:nvSpPr>
        <p:spPr>
          <a:xfrm rot="-3698290" flipH="1">
            <a:off x="6906467" y="1509696"/>
            <a:ext cx="211692" cy="215707"/>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607"/>
        <p:cNvGrpSpPr/>
        <p:nvPr/>
      </p:nvGrpSpPr>
      <p:grpSpPr>
        <a:xfrm>
          <a:off x="0" y="0"/>
          <a:ext cx="0" cy="0"/>
          <a:chOff x="0" y="0"/>
          <a:chExt cx="0" cy="0"/>
        </a:xfrm>
      </p:grpSpPr>
      <p:pic>
        <p:nvPicPr>
          <p:cNvPr id="1608" name="Google Shape;1608;p51"/>
          <p:cNvPicPr preferRelativeResize="0">
            <a:picLocks noGrp="1"/>
          </p:cNvPicPr>
          <p:nvPr>
            <p:ph type="pic" idx="2"/>
          </p:nvPr>
        </p:nvPicPr>
        <p:blipFill rotWithShape="1">
          <a:blip r:embed="rId3">
            <a:alphaModFix/>
          </a:blip>
          <a:srcRect t="1981" b="13686"/>
          <a:stretch/>
        </p:blipFill>
        <p:spPr>
          <a:xfrm>
            <a:off x="0" y="0"/>
            <a:ext cx="9144003" cy="5143499"/>
          </a:xfrm>
          <a:prstGeom prst="rect">
            <a:avLst/>
          </a:prstGeom>
        </p:spPr>
      </p:pic>
      <p:grpSp>
        <p:nvGrpSpPr>
          <p:cNvPr id="1609" name="Google Shape;1609;p51"/>
          <p:cNvGrpSpPr/>
          <p:nvPr/>
        </p:nvGrpSpPr>
        <p:grpSpPr>
          <a:xfrm>
            <a:off x="-506700" y="2600725"/>
            <a:ext cx="5268882" cy="3001875"/>
            <a:chOff x="-506700" y="2600725"/>
            <a:chExt cx="5268882" cy="3001875"/>
          </a:xfrm>
        </p:grpSpPr>
        <p:grpSp>
          <p:nvGrpSpPr>
            <p:cNvPr id="1610" name="Google Shape;1610;p51"/>
            <p:cNvGrpSpPr/>
            <p:nvPr/>
          </p:nvGrpSpPr>
          <p:grpSpPr>
            <a:xfrm>
              <a:off x="-506700" y="2600725"/>
              <a:ext cx="2615000" cy="3001875"/>
              <a:chOff x="-506700" y="2600725"/>
              <a:chExt cx="2615000" cy="3001875"/>
            </a:xfrm>
          </p:grpSpPr>
          <p:sp>
            <p:nvSpPr>
              <p:cNvPr id="1611" name="Google Shape;1611;p51"/>
              <p:cNvSpPr/>
              <p:nvPr/>
            </p:nvSpPr>
            <p:spPr>
              <a:xfrm>
                <a:off x="-506700" y="2600725"/>
                <a:ext cx="1219800" cy="12198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51"/>
              <p:cNvSpPr/>
              <p:nvPr/>
            </p:nvSpPr>
            <p:spPr>
              <a:xfrm>
                <a:off x="-343000" y="3151300"/>
                <a:ext cx="2451300" cy="2451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13" name="Google Shape;1613;p51"/>
            <p:cNvSpPr/>
            <p:nvPr/>
          </p:nvSpPr>
          <p:spPr>
            <a:xfrm>
              <a:off x="1662213" y="278962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51"/>
            <p:cNvSpPr/>
            <p:nvPr/>
          </p:nvSpPr>
          <p:spPr>
            <a:xfrm>
              <a:off x="4530988" y="397747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51"/>
            <p:cNvSpPr/>
            <p:nvPr/>
          </p:nvSpPr>
          <p:spPr>
            <a:xfrm>
              <a:off x="2241763" y="5023747"/>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16" name="Google Shape;1616;p51"/>
          <p:cNvSpPr/>
          <p:nvPr/>
        </p:nvSpPr>
        <p:spPr>
          <a:xfrm rot="282">
            <a:off x="344075" y="3433850"/>
            <a:ext cx="3654900" cy="1376400"/>
          </a:xfrm>
          <a:prstGeom prst="roundRect">
            <a:avLst>
              <a:gd name="adj" fmla="val 2972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51"/>
          <p:cNvSpPr txBox="1">
            <a:spLocks noGrp="1"/>
          </p:cNvSpPr>
          <p:nvPr>
            <p:ph type="title"/>
          </p:nvPr>
        </p:nvSpPr>
        <p:spPr>
          <a:xfrm>
            <a:off x="688025" y="3644900"/>
            <a:ext cx="2967000" cy="95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picture is worth a thousand words</a:t>
            </a:r>
            <a:endParaRPr/>
          </a:p>
        </p:txBody>
      </p:sp>
      <p:grpSp>
        <p:nvGrpSpPr>
          <p:cNvPr id="1618" name="Google Shape;1618;p51"/>
          <p:cNvGrpSpPr/>
          <p:nvPr/>
        </p:nvGrpSpPr>
        <p:grpSpPr>
          <a:xfrm>
            <a:off x="0" y="2600727"/>
            <a:ext cx="1231436" cy="1119459"/>
            <a:chOff x="6494019" y="-137261"/>
            <a:chExt cx="2116596" cy="1924130"/>
          </a:xfrm>
        </p:grpSpPr>
        <p:sp>
          <p:nvSpPr>
            <p:cNvPr id="1619" name="Google Shape;1619;p51"/>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51"/>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21" name="Google Shape;1621;p51"/>
          <p:cNvGrpSpPr/>
          <p:nvPr/>
        </p:nvGrpSpPr>
        <p:grpSpPr>
          <a:xfrm>
            <a:off x="3430366" y="4201738"/>
            <a:ext cx="1024883" cy="1012437"/>
            <a:chOff x="-2708900" y="3174350"/>
            <a:chExt cx="350100" cy="345825"/>
          </a:xfrm>
        </p:grpSpPr>
        <p:sp>
          <p:nvSpPr>
            <p:cNvPr id="1622" name="Google Shape;1622;p51"/>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51"/>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51"/>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51"/>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51"/>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51"/>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28" name="Google Shape;1628;p51"/>
          <p:cNvGrpSpPr/>
          <p:nvPr/>
        </p:nvGrpSpPr>
        <p:grpSpPr>
          <a:xfrm>
            <a:off x="7740488" y="181127"/>
            <a:ext cx="1800248" cy="1612553"/>
            <a:chOff x="7740488" y="181127"/>
            <a:chExt cx="1800248" cy="1612553"/>
          </a:xfrm>
        </p:grpSpPr>
        <p:grpSp>
          <p:nvGrpSpPr>
            <p:cNvPr id="1629" name="Google Shape;1629;p51"/>
            <p:cNvGrpSpPr/>
            <p:nvPr/>
          </p:nvGrpSpPr>
          <p:grpSpPr>
            <a:xfrm>
              <a:off x="8309300" y="181127"/>
              <a:ext cx="1231436" cy="1119459"/>
              <a:chOff x="6494019" y="-137261"/>
              <a:chExt cx="2116596" cy="1924130"/>
            </a:xfrm>
          </p:grpSpPr>
          <p:sp>
            <p:nvSpPr>
              <p:cNvPr id="1630" name="Google Shape;1630;p51"/>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51"/>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32" name="Google Shape;1632;p51"/>
            <p:cNvSpPr/>
            <p:nvPr/>
          </p:nvSpPr>
          <p:spPr>
            <a:xfrm>
              <a:off x="7740488" y="415185"/>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51"/>
            <p:cNvSpPr/>
            <p:nvPr/>
          </p:nvSpPr>
          <p:spPr>
            <a:xfrm>
              <a:off x="8559113" y="1545310"/>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637"/>
        <p:cNvGrpSpPr/>
        <p:nvPr/>
      </p:nvGrpSpPr>
      <p:grpSpPr>
        <a:xfrm>
          <a:off x="0" y="0"/>
          <a:ext cx="0" cy="0"/>
          <a:chOff x="0" y="0"/>
          <a:chExt cx="0" cy="0"/>
        </a:xfrm>
      </p:grpSpPr>
      <p:pic>
        <p:nvPicPr>
          <p:cNvPr id="1638" name="Google Shape;1638;p52"/>
          <p:cNvPicPr preferRelativeResize="0"/>
          <p:nvPr/>
        </p:nvPicPr>
        <p:blipFill rotWithShape="1">
          <a:blip r:embed="rId3">
            <a:alphaModFix/>
          </a:blip>
          <a:srcRect l="18158" t="560" r="23266" b="-559"/>
          <a:stretch/>
        </p:blipFill>
        <p:spPr>
          <a:xfrm rot="532500">
            <a:off x="110475" y="311099"/>
            <a:ext cx="4036832" cy="4923153"/>
          </a:xfrm>
          <a:prstGeom prst="roundRect">
            <a:avLst>
              <a:gd name="adj" fmla="val 23441"/>
            </a:avLst>
          </a:prstGeom>
          <a:noFill/>
          <a:ln>
            <a:noFill/>
          </a:ln>
        </p:spPr>
      </p:pic>
      <p:sp>
        <p:nvSpPr>
          <p:cNvPr id="1639" name="Google Shape;1639;p52"/>
          <p:cNvSpPr txBox="1">
            <a:spLocks noGrp="1"/>
          </p:cNvSpPr>
          <p:nvPr>
            <p:ph type="title"/>
          </p:nvPr>
        </p:nvSpPr>
        <p:spPr>
          <a:xfrm>
            <a:off x="5102700" y="1049475"/>
            <a:ext cx="3328200" cy="184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I love spending time with grandpa</a:t>
            </a:r>
            <a:endParaRPr/>
          </a:p>
        </p:txBody>
      </p:sp>
      <p:sp>
        <p:nvSpPr>
          <p:cNvPr id="1640" name="Google Shape;1640;p52"/>
          <p:cNvSpPr txBox="1">
            <a:spLocks noGrp="1"/>
          </p:cNvSpPr>
          <p:nvPr>
            <p:ph type="subTitle" idx="1"/>
          </p:nvPr>
        </p:nvSpPr>
        <p:spPr>
          <a:xfrm>
            <a:off x="5102700" y="2896575"/>
            <a:ext cx="3328200" cy="1046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grpSp>
        <p:nvGrpSpPr>
          <p:cNvPr id="1641" name="Google Shape;1641;p52"/>
          <p:cNvGrpSpPr/>
          <p:nvPr/>
        </p:nvGrpSpPr>
        <p:grpSpPr>
          <a:xfrm>
            <a:off x="2910124" y="-632224"/>
            <a:ext cx="2281267" cy="2073827"/>
            <a:chOff x="6494019" y="-137261"/>
            <a:chExt cx="2116596" cy="1924130"/>
          </a:xfrm>
        </p:grpSpPr>
        <p:sp>
          <p:nvSpPr>
            <p:cNvPr id="1642" name="Google Shape;1642;p52"/>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52"/>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44" name="Google Shape;1644;p52"/>
          <p:cNvGrpSpPr/>
          <p:nvPr/>
        </p:nvGrpSpPr>
        <p:grpSpPr>
          <a:xfrm>
            <a:off x="4092190" y="3637230"/>
            <a:ext cx="656087" cy="648111"/>
            <a:chOff x="5624415" y="3404280"/>
            <a:chExt cx="656087" cy="648111"/>
          </a:xfrm>
        </p:grpSpPr>
        <p:grpSp>
          <p:nvGrpSpPr>
            <p:cNvPr id="1645" name="Google Shape;1645;p52"/>
            <p:cNvGrpSpPr/>
            <p:nvPr/>
          </p:nvGrpSpPr>
          <p:grpSpPr>
            <a:xfrm flipH="1">
              <a:off x="5624415" y="3404280"/>
              <a:ext cx="656087" cy="648111"/>
              <a:chOff x="-2708900" y="3174350"/>
              <a:chExt cx="350100" cy="345825"/>
            </a:xfrm>
          </p:grpSpPr>
          <p:sp>
            <p:nvSpPr>
              <p:cNvPr id="1646" name="Google Shape;1646;p52"/>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52"/>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52"/>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52"/>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52"/>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52"/>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652" name="Google Shape;1652;p52"/>
            <p:cNvCxnSpPr/>
            <p:nvPr/>
          </p:nvCxnSpPr>
          <p:spPr>
            <a:xfrm>
              <a:off x="5679725" y="4047784"/>
              <a:ext cx="507900" cy="0"/>
            </a:xfrm>
            <a:prstGeom prst="straightConnector1">
              <a:avLst/>
            </a:prstGeom>
            <a:noFill/>
            <a:ln w="9525" cap="flat" cmpd="sng">
              <a:solidFill>
                <a:schemeClr val="dk1"/>
              </a:solidFill>
              <a:prstDash val="solid"/>
              <a:round/>
              <a:headEnd type="none" w="med" len="med"/>
              <a:tailEnd type="none" w="med" len="med"/>
            </a:ln>
          </p:spPr>
        </p:cxnSp>
      </p:grpSp>
      <p:sp>
        <p:nvSpPr>
          <p:cNvPr id="1653" name="Google Shape;1653;p52"/>
          <p:cNvSpPr/>
          <p:nvPr/>
        </p:nvSpPr>
        <p:spPr>
          <a:xfrm>
            <a:off x="6150475" y="539385"/>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52"/>
          <p:cNvSpPr/>
          <p:nvPr/>
        </p:nvSpPr>
        <p:spPr>
          <a:xfrm>
            <a:off x="4456400" y="2648497"/>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52"/>
          <p:cNvSpPr/>
          <p:nvPr/>
        </p:nvSpPr>
        <p:spPr>
          <a:xfrm>
            <a:off x="6761700" y="4242247"/>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659"/>
        <p:cNvGrpSpPr/>
        <p:nvPr/>
      </p:nvGrpSpPr>
      <p:grpSpPr>
        <a:xfrm>
          <a:off x="0" y="0"/>
          <a:ext cx="0" cy="0"/>
          <a:chOff x="0" y="0"/>
          <a:chExt cx="0" cy="0"/>
        </a:xfrm>
      </p:grpSpPr>
      <p:sp>
        <p:nvSpPr>
          <p:cNvPr id="1660" name="Google Shape;1660;p53"/>
          <p:cNvSpPr/>
          <p:nvPr/>
        </p:nvSpPr>
        <p:spPr>
          <a:xfrm rot="152">
            <a:off x="1189350" y="661050"/>
            <a:ext cx="6765300" cy="3821400"/>
          </a:xfrm>
          <a:prstGeom prst="roundRect">
            <a:avLst>
              <a:gd name="adj" fmla="val 2972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53"/>
          <p:cNvSpPr txBox="1">
            <a:spLocks noGrp="1"/>
          </p:cNvSpPr>
          <p:nvPr>
            <p:ph type="title"/>
          </p:nvPr>
        </p:nvSpPr>
        <p:spPr>
          <a:xfrm>
            <a:off x="1812050" y="1084188"/>
            <a:ext cx="5520000" cy="2478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1,500</a:t>
            </a:r>
            <a:endParaRPr/>
          </a:p>
        </p:txBody>
      </p:sp>
      <p:sp>
        <p:nvSpPr>
          <p:cNvPr id="1662" name="Google Shape;1662;p53"/>
          <p:cNvSpPr txBox="1">
            <a:spLocks noGrp="1"/>
          </p:cNvSpPr>
          <p:nvPr>
            <p:ph type="subTitle" idx="1"/>
          </p:nvPr>
        </p:nvSpPr>
        <p:spPr>
          <a:xfrm>
            <a:off x="1812050" y="3395588"/>
            <a:ext cx="5520000" cy="497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Big numbers catch your audience’s attention</a:t>
            </a:r>
            <a:endParaRPr/>
          </a:p>
        </p:txBody>
      </p:sp>
      <p:sp>
        <p:nvSpPr>
          <p:cNvPr id="1663" name="Google Shape;1663;p53"/>
          <p:cNvSpPr/>
          <p:nvPr/>
        </p:nvSpPr>
        <p:spPr>
          <a:xfrm rot="10800000">
            <a:off x="-402461" y="-137"/>
            <a:ext cx="2771361" cy="1862711"/>
          </a:xfrm>
          <a:custGeom>
            <a:avLst/>
            <a:gdLst/>
            <a:ahLst/>
            <a:cxnLst/>
            <a:rect l="l" t="t" r="r" b="b"/>
            <a:pathLst>
              <a:path w="67938" h="49435" extrusionOk="0">
                <a:moveTo>
                  <a:pt x="19861" y="0"/>
                </a:moveTo>
                <a:cubicBezTo>
                  <a:pt x="10467" y="0"/>
                  <a:pt x="2847" y="7608"/>
                  <a:pt x="2847" y="17014"/>
                </a:cubicBezTo>
                <a:cubicBezTo>
                  <a:pt x="2847" y="20848"/>
                  <a:pt x="4109" y="24384"/>
                  <a:pt x="6252" y="27230"/>
                </a:cubicBezTo>
                <a:cubicBezTo>
                  <a:pt x="2394" y="31135"/>
                  <a:pt x="1" y="36505"/>
                  <a:pt x="1" y="42434"/>
                </a:cubicBezTo>
                <a:cubicBezTo>
                  <a:pt x="1" y="44887"/>
                  <a:pt x="418" y="47244"/>
                  <a:pt x="1168" y="49435"/>
                </a:cubicBezTo>
                <a:lnTo>
                  <a:pt x="66628" y="49435"/>
                </a:lnTo>
                <a:cubicBezTo>
                  <a:pt x="67474" y="47399"/>
                  <a:pt x="67938" y="45160"/>
                  <a:pt x="67938" y="42815"/>
                </a:cubicBezTo>
                <a:cubicBezTo>
                  <a:pt x="67938" y="37826"/>
                  <a:pt x="65831" y="33326"/>
                  <a:pt x="62461" y="30171"/>
                </a:cubicBezTo>
                <a:cubicBezTo>
                  <a:pt x="63283" y="27873"/>
                  <a:pt x="63747" y="25396"/>
                  <a:pt x="63747" y="22801"/>
                </a:cubicBezTo>
                <a:cubicBezTo>
                  <a:pt x="63747" y="10835"/>
                  <a:pt x="54032" y="1119"/>
                  <a:pt x="42054" y="1119"/>
                </a:cubicBezTo>
                <a:cubicBezTo>
                  <a:pt x="38018" y="1119"/>
                  <a:pt x="34243" y="2227"/>
                  <a:pt x="31005" y="4155"/>
                </a:cubicBezTo>
                <a:cubicBezTo>
                  <a:pt x="28016" y="1560"/>
                  <a:pt x="24123" y="0"/>
                  <a:pt x="198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53"/>
          <p:cNvSpPr/>
          <p:nvPr/>
        </p:nvSpPr>
        <p:spPr>
          <a:xfrm>
            <a:off x="2668825" y="93912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53"/>
          <p:cNvSpPr/>
          <p:nvPr/>
        </p:nvSpPr>
        <p:spPr>
          <a:xfrm rot="3698333">
            <a:off x="1244223" y="835600"/>
            <a:ext cx="295353" cy="30094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53"/>
          <p:cNvSpPr/>
          <p:nvPr/>
        </p:nvSpPr>
        <p:spPr>
          <a:xfrm>
            <a:off x="8018275" y="3892697"/>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67" name="Google Shape;1667;p53"/>
          <p:cNvGrpSpPr/>
          <p:nvPr/>
        </p:nvGrpSpPr>
        <p:grpSpPr>
          <a:xfrm>
            <a:off x="6100625" y="195577"/>
            <a:ext cx="1231436" cy="1119459"/>
            <a:chOff x="6494019" y="-137261"/>
            <a:chExt cx="2116596" cy="1924130"/>
          </a:xfrm>
        </p:grpSpPr>
        <p:sp>
          <p:nvSpPr>
            <p:cNvPr id="1668" name="Google Shape;1668;p53"/>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53"/>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70" name="Google Shape;1670;p53"/>
          <p:cNvGrpSpPr/>
          <p:nvPr/>
        </p:nvGrpSpPr>
        <p:grpSpPr>
          <a:xfrm flipH="1">
            <a:off x="7648196" y="1403074"/>
            <a:ext cx="851905" cy="841502"/>
            <a:chOff x="3458451" y="3807305"/>
            <a:chExt cx="855154" cy="844712"/>
          </a:xfrm>
        </p:grpSpPr>
        <p:grpSp>
          <p:nvGrpSpPr>
            <p:cNvPr id="1671" name="Google Shape;1671;p53"/>
            <p:cNvGrpSpPr/>
            <p:nvPr/>
          </p:nvGrpSpPr>
          <p:grpSpPr>
            <a:xfrm flipH="1">
              <a:off x="3458451" y="3807305"/>
              <a:ext cx="855154" cy="844712"/>
              <a:chOff x="-2708900" y="3174350"/>
              <a:chExt cx="350100" cy="345825"/>
            </a:xfrm>
          </p:grpSpPr>
          <p:sp>
            <p:nvSpPr>
              <p:cNvPr id="1672" name="Google Shape;1672;p53"/>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53"/>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53"/>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53"/>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53"/>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53"/>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678" name="Google Shape;1678;p53"/>
            <p:cNvCxnSpPr/>
            <p:nvPr/>
          </p:nvCxnSpPr>
          <p:spPr>
            <a:xfrm>
              <a:off x="3513675" y="4647509"/>
              <a:ext cx="656100" cy="0"/>
            </a:xfrm>
            <a:prstGeom prst="straightConnector1">
              <a:avLst/>
            </a:prstGeom>
            <a:noFill/>
            <a:ln w="9525" cap="flat" cmpd="sng">
              <a:solidFill>
                <a:schemeClr val="dk1"/>
              </a:solidFill>
              <a:prstDash val="solid"/>
              <a:round/>
              <a:headEnd type="none" w="med" len="med"/>
              <a:tailEnd type="none" w="med" len="med"/>
            </a:ln>
          </p:spPr>
        </p:cxnSp>
      </p:grpSp>
      <p:grpSp>
        <p:nvGrpSpPr>
          <p:cNvPr id="1679" name="Google Shape;1679;p53"/>
          <p:cNvGrpSpPr/>
          <p:nvPr/>
        </p:nvGrpSpPr>
        <p:grpSpPr>
          <a:xfrm>
            <a:off x="747046" y="2898049"/>
            <a:ext cx="851905" cy="841502"/>
            <a:chOff x="3458451" y="3807305"/>
            <a:chExt cx="855154" cy="844712"/>
          </a:xfrm>
        </p:grpSpPr>
        <p:grpSp>
          <p:nvGrpSpPr>
            <p:cNvPr id="1680" name="Google Shape;1680;p53"/>
            <p:cNvGrpSpPr/>
            <p:nvPr/>
          </p:nvGrpSpPr>
          <p:grpSpPr>
            <a:xfrm flipH="1">
              <a:off x="3458451" y="3807305"/>
              <a:ext cx="855154" cy="844712"/>
              <a:chOff x="-2708900" y="3174350"/>
              <a:chExt cx="350100" cy="345825"/>
            </a:xfrm>
          </p:grpSpPr>
          <p:sp>
            <p:nvSpPr>
              <p:cNvPr id="1681" name="Google Shape;1681;p53"/>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53"/>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53"/>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53"/>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53"/>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53"/>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687" name="Google Shape;1687;p53"/>
            <p:cNvCxnSpPr/>
            <p:nvPr/>
          </p:nvCxnSpPr>
          <p:spPr>
            <a:xfrm>
              <a:off x="3513675" y="4647509"/>
              <a:ext cx="6561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691"/>
        <p:cNvGrpSpPr/>
        <p:nvPr/>
      </p:nvGrpSpPr>
      <p:grpSpPr>
        <a:xfrm>
          <a:off x="0" y="0"/>
          <a:ext cx="0" cy="0"/>
          <a:chOff x="0" y="0"/>
          <a:chExt cx="0" cy="0"/>
        </a:xfrm>
      </p:grpSpPr>
      <p:sp>
        <p:nvSpPr>
          <p:cNvPr id="1692" name="Google Shape;1692;p54"/>
          <p:cNvSpPr/>
          <p:nvPr/>
        </p:nvSpPr>
        <p:spPr>
          <a:xfrm rot="-133079">
            <a:off x="3455691" y="2259074"/>
            <a:ext cx="2232473" cy="1232124"/>
          </a:xfrm>
          <a:prstGeom prst="roundRect">
            <a:avLst>
              <a:gd name="adj" fmla="val 45071"/>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54"/>
          <p:cNvSpPr/>
          <p:nvPr/>
        </p:nvSpPr>
        <p:spPr>
          <a:xfrm rot="-221870">
            <a:off x="5959663" y="850089"/>
            <a:ext cx="2232748" cy="1231968"/>
          </a:xfrm>
          <a:prstGeom prst="roundRect">
            <a:avLst>
              <a:gd name="adj" fmla="val 45071"/>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54"/>
          <p:cNvSpPr/>
          <p:nvPr/>
        </p:nvSpPr>
        <p:spPr>
          <a:xfrm rot="173751">
            <a:off x="951828" y="850178"/>
            <a:ext cx="2232751" cy="1232166"/>
          </a:xfrm>
          <a:prstGeom prst="roundRect">
            <a:avLst>
              <a:gd name="adj" fmla="val 45071"/>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54"/>
          <p:cNvSpPr txBox="1">
            <a:spLocks noGrp="1"/>
          </p:cNvSpPr>
          <p:nvPr>
            <p:ph type="title"/>
          </p:nvPr>
        </p:nvSpPr>
        <p:spPr>
          <a:xfrm>
            <a:off x="877375" y="1027638"/>
            <a:ext cx="2381400" cy="87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2"/>
                </a:solidFill>
              </a:rPr>
              <a:t>300</a:t>
            </a:r>
            <a:endParaRPr>
              <a:solidFill>
                <a:schemeClr val="accent2"/>
              </a:solidFill>
            </a:endParaRPr>
          </a:p>
        </p:txBody>
      </p:sp>
      <p:sp>
        <p:nvSpPr>
          <p:cNvPr id="1696" name="Google Shape;1696;p54"/>
          <p:cNvSpPr txBox="1">
            <a:spLocks noGrp="1"/>
          </p:cNvSpPr>
          <p:nvPr>
            <p:ph type="subTitle" idx="1"/>
          </p:nvPr>
        </p:nvSpPr>
        <p:spPr>
          <a:xfrm>
            <a:off x="877375" y="2216343"/>
            <a:ext cx="2381400" cy="73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smallest planet</a:t>
            </a:r>
            <a:endParaRPr/>
          </a:p>
        </p:txBody>
      </p:sp>
      <p:sp>
        <p:nvSpPr>
          <p:cNvPr id="1697" name="Google Shape;1697;p54"/>
          <p:cNvSpPr txBox="1">
            <a:spLocks noGrp="1"/>
          </p:cNvSpPr>
          <p:nvPr>
            <p:ph type="title" idx="2"/>
          </p:nvPr>
        </p:nvSpPr>
        <p:spPr>
          <a:xfrm>
            <a:off x="3381375" y="2436538"/>
            <a:ext cx="2381400" cy="87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2"/>
                </a:solidFill>
              </a:rPr>
              <a:t>125</a:t>
            </a:r>
            <a:endParaRPr>
              <a:solidFill>
                <a:schemeClr val="accent2"/>
              </a:solidFill>
            </a:endParaRPr>
          </a:p>
        </p:txBody>
      </p:sp>
      <p:sp>
        <p:nvSpPr>
          <p:cNvPr id="1698" name="Google Shape;1698;p54"/>
          <p:cNvSpPr txBox="1">
            <a:spLocks noGrp="1"/>
          </p:cNvSpPr>
          <p:nvPr>
            <p:ph type="subTitle" idx="3"/>
          </p:nvPr>
        </p:nvSpPr>
        <p:spPr>
          <a:xfrm>
            <a:off x="3381375" y="3625237"/>
            <a:ext cx="2381400" cy="73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is the second planet from the Sun</a:t>
            </a:r>
            <a:endParaRPr/>
          </a:p>
        </p:txBody>
      </p:sp>
      <p:sp>
        <p:nvSpPr>
          <p:cNvPr id="1699" name="Google Shape;1699;p54"/>
          <p:cNvSpPr txBox="1">
            <a:spLocks noGrp="1"/>
          </p:cNvSpPr>
          <p:nvPr>
            <p:ph type="title" idx="4"/>
          </p:nvPr>
        </p:nvSpPr>
        <p:spPr>
          <a:xfrm>
            <a:off x="5885225" y="1027638"/>
            <a:ext cx="2381400" cy="87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2"/>
                </a:solidFill>
              </a:rPr>
              <a:t>650</a:t>
            </a:r>
            <a:endParaRPr>
              <a:solidFill>
                <a:schemeClr val="accent2"/>
              </a:solidFill>
            </a:endParaRPr>
          </a:p>
        </p:txBody>
      </p:sp>
      <p:sp>
        <p:nvSpPr>
          <p:cNvPr id="1700" name="Google Shape;1700;p54"/>
          <p:cNvSpPr txBox="1">
            <a:spLocks noGrp="1"/>
          </p:cNvSpPr>
          <p:nvPr>
            <p:ph type="subTitle" idx="5"/>
          </p:nvPr>
        </p:nvSpPr>
        <p:spPr>
          <a:xfrm>
            <a:off x="5885225" y="2216337"/>
            <a:ext cx="2381400" cy="73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Mars is actually a very cold place</a:t>
            </a:r>
            <a:endParaRPr/>
          </a:p>
        </p:txBody>
      </p:sp>
      <p:sp>
        <p:nvSpPr>
          <p:cNvPr id="1701" name="Google Shape;1701;p54"/>
          <p:cNvSpPr/>
          <p:nvPr/>
        </p:nvSpPr>
        <p:spPr>
          <a:xfrm>
            <a:off x="6211500" y="3266700"/>
            <a:ext cx="834000" cy="834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54"/>
          <p:cNvSpPr/>
          <p:nvPr/>
        </p:nvSpPr>
        <p:spPr>
          <a:xfrm>
            <a:off x="481200" y="484875"/>
            <a:ext cx="834000" cy="834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03" name="Google Shape;1703;p54"/>
          <p:cNvGrpSpPr/>
          <p:nvPr/>
        </p:nvGrpSpPr>
        <p:grpSpPr>
          <a:xfrm>
            <a:off x="818508" y="3806826"/>
            <a:ext cx="1430336" cy="1412946"/>
            <a:chOff x="5624415" y="3404280"/>
            <a:chExt cx="656087" cy="648111"/>
          </a:xfrm>
        </p:grpSpPr>
        <p:grpSp>
          <p:nvGrpSpPr>
            <p:cNvPr id="1704" name="Google Shape;1704;p54"/>
            <p:cNvGrpSpPr/>
            <p:nvPr/>
          </p:nvGrpSpPr>
          <p:grpSpPr>
            <a:xfrm flipH="1">
              <a:off x="5624415" y="3404280"/>
              <a:ext cx="656087" cy="648111"/>
              <a:chOff x="-2708900" y="3174350"/>
              <a:chExt cx="350100" cy="345825"/>
            </a:xfrm>
          </p:grpSpPr>
          <p:sp>
            <p:nvSpPr>
              <p:cNvPr id="1705" name="Google Shape;1705;p54"/>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54"/>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54"/>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54"/>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54"/>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54"/>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711" name="Google Shape;1711;p54"/>
            <p:cNvCxnSpPr/>
            <p:nvPr/>
          </p:nvCxnSpPr>
          <p:spPr>
            <a:xfrm>
              <a:off x="5679725" y="4047784"/>
              <a:ext cx="507900" cy="0"/>
            </a:xfrm>
            <a:prstGeom prst="straightConnector1">
              <a:avLst/>
            </a:prstGeom>
            <a:noFill/>
            <a:ln w="9525" cap="flat" cmpd="sng">
              <a:solidFill>
                <a:schemeClr val="dk1"/>
              </a:solidFill>
              <a:prstDash val="solid"/>
              <a:round/>
              <a:headEnd type="none" w="med" len="med"/>
              <a:tailEnd type="none" w="med" len="med"/>
            </a:ln>
          </p:spPr>
        </p:cxnSp>
      </p:grpSp>
      <p:grpSp>
        <p:nvGrpSpPr>
          <p:cNvPr id="1712" name="Google Shape;1712;p54"/>
          <p:cNvGrpSpPr/>
          <p:nvPr/>
        </p:nvGrpSpPr>
        <p:grpSpPr>
          <a:xfrm flipH="1">
            <a:off x="3432680" y="907342"/>
            <a:ext cx="888014" cy="877218"/>
            <a:chOff x="5624415" y="3404280"/>
            <a:chExt cx="656087" cy="648111"/>
          </a:xfrm>
        </p:grpSpPr>
        <p:grpSp>
          <p:nvGrpSpPr>
            <p:cNvPr id="1713" name="Google Shape;1713;p54"/>
            <p:cNvGrpSpPr/>
            <p:nvPr/>
          </p:nvGrpSpPr>
          <p:grpSpPr>
            <a:xfrm flipH="1">
              <a:off x="5624415" y="3404280"/>
              <a:ext cx="656087" cy="648111"/>
              <a:chOff x="-2708900" y="3174350"/>
              <a:chExt cx="350100" cy="345825"/>
            </a:xfrm>
          </p:grpSpPr>
          <p:sp>
            <p:nvSpPr>
              <p:cNvPr id="1714" name="Google Shape;1714;p54"/>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54"/>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54"/>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54"/>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54"/>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54"/>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720" name="Google Shape;1720;p54"/>
            <p:cNvCxnSpPr/>
            <p:nvPr/>
          </p:nvCxnSpPr>
          <p:spPr>
            <a:xfrm>
              <a:off x="5679725" y="4047784"/>
              <a:ext cx="507900" cy="0"/>
            </a:xfrm>
            <a:prstGeom prst="straightConnector1">
              <a:avLst/>
            </a:prstGeom>
            <a:noFill/>
            <a:ln w="9525" cap="flat" cmpd="sng">
              <a:solidFill>
                <a:schemeClr val="dk1"/>
              </a:solidFill>
              <a:prstDash val="solid"/>
              <a:round/>
              <a:headEnd type="none" w="med" len="med"/>
              <a:tailEnd type="none" w="med" len="med"/>
            </a:ln>
          </p:spPr>
        </p:cxnSp>
      </p:grpSp>
      <p:grpSp>
        <p:nvGrpSpPr>
          <p:cNvPr id="1721" name="Google Shape;1721;p54"/>
          <p:cNvGrpSpPr/>
          <p:nvPr/>
        </p:nvGrpSpPr>
        <p:grpSpPr>
          <a:xfrm>
            <a:off x="8641224" y="3042272"/>
            <a:ext cx="651495" cy="643574"/>
            <a:chOff x="5624415" y="3404280"/>
            <a:chExt cx="656087" cy="648111"/>
          </a:xfrm>
        </p:grpSpPr>
        <p:grpSp>
          <p:nvGrpSpPr>
            <p:cNvPr id="1722" name="Google Shape;1722;p54"/>
            <p:cNvGrpSpPr/>
            <p:nvPr/>
          </p:nvGrpSpPr>
          <p:grpSpPr>
            <a:xfrm flipH="1">
              <a:off x="5624415" y="3404280"/>
              <a:ext cx="656087" cy="648111"/>
              <a:chOff x="-2708900" y="3174350"/>
              <a:chExt cx="350100" cy="345825"/>
            </a:xfrm>
          </p:grpSpPr>
          <p:sp>
            <p:nvSpPr>
              <p:cNvPr id="1723" name="Google Shape;1723;p54"/>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54"/>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54"/>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54"/>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54"/>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54"/>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729" name="Google Shape;1729;p54"/>
            <p:cNvCxnSpPr/>
            <p:nvPr/>
          </p:nvCxnSpPr>
          <p:spPr>
            <a:xfrm>
              <a:off x="5679725" y="4047784"/>
              <a:ext cx="507900" cy="0"/>
            </a:xfrm>
            <a:prstGeom prst="straightConnector1">
              <a:avLst/>
            </a:prstGeom>
            <a:noFill/>
            <a:ln w="9525" cap="flat" cmpd="sng">
              <a:solidFill>
                <a:schemeClr val="dk1"/>
              </a:solidFill>
              <a:prstDash val="solid"/>
              <a:round/>
              <a:headEnd type="none" w="med" len="med"/>
              <a:tailEnd type="none" w="med" len="med"/>
            </a:ln>
          </p:spPr>
        </p:cxnSp>
      </p:grpSp>
      <p:sp>
        <p:nvSpPr>
          <p:cNvPr id="1730" name="Google Shape;1730;p54"/>
          <p:cNvSpPr/>
          <p:nvPr/>
        </p:nvSpPr>
        <p:spPr>
          <a:xfrm rot="-3698333" flipH="1">
            <a:off x="7952623" y="1552950"/>
            <a:ext cx="295353" cy="30094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54"/>
          <p:cNvSpPr/>
          <p:nvPr/>
        </p:nvSpPr>
        <p:spPr>
          <a:xfrm>
            <a:off x="6331600" y="3915260"/>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54"/>
          <p:cNvSpPr/>
          <p:nvPr/>
        </p:nvSpPr>
        <p:spPr>
          <a:xfrm>
            <a:off x="597500" y="2017260"/>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54"/>
          <p:cNvSpPr/>
          <p:nvPr/>
        </p:nvSpPr>
        <p:spPr>
          <a:xfrm>
            <a:off x="6067000" y="415197"/>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54"/>
          <p:cNvSpPr/>
          <p:nvPr/>
        </p:nvSpPr>
        <p:spPr>
          <a:xfrm>
            <a:off x="4915150" y="215277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54"/>
          <p:cNvSpPr/>
          <p:nvPr/>
        </p:nvSpPr>
        <p:spPr>
          <a:xfrm>
            <a:off x="2017650" y="3717547"/>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739"/>
        <p:cNvGrpSpPr/>
        <p:nvPr/>
      </p:nvGrpSpPr>
      <p:grpSpPr>
        <a:xfrm>
          <a:off x="0" y="0"/>
          <a:ext cx="0" cy="0"/>
          <a:chOff x="0" y="0"/>
          <a:chExt cx="0" cy="0"/>
        </a:xfrm>
      </p:grpSpPr>
      <p:grpSp>
        <p:nvGrpSpPr>
          <p:cNvPr id="1740" name="Google Shape;1740;p55"/>
          <p:cNvGrpSpPr/>
          <p:nvPr/>
        </p:nvGrpSpPr>
        <p:grpSpPr>
          <a:xfrm>
            <a:off x="1646096" y="1183932"/>
            <a:ext cx="2048507" cy="2048507"/>
            <a:chOff x="2061996" y="1342982"/>
            <a:chExt cx="2048507" cy="2048507"/>
          </a:xfrm>
        </p:grpSpPr>
        <p:sp>
          <p:nvSpPr>
            <p:cNvPr id="1741" name="Google Shape;1741;p55"/>
            <p:cNvSpPr/>
            <p:nvPr/>
          </p:nvSpPr>
          <p:spPr>
            <a:xfrm>
              <a:off x="2061996" y="1342982"/>
              <a:ext cx="2048507" cy="2048507"/>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55"/>
            <p:cNvSpPr/>
            <p:nvPr/>
          </p:nvSpPr>
          <p:spPr>
            <a:xfrm>
              <a:off x="2066559" y="1347535"/>
              <a:ext cx="2039275" cy="2039275"/>
            </a:xfrm>
            <a:prstGeom prst="pie">
              <a:avLst>
                <a:gd name="adj1" fmla="val 16232411"/>
                <a:gd name="adj2" fmla="val 11005"/>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55"/>
            <p:cNvSpPr/>
            <p:nvPr/>
          </p:nvSpPr>
          <p:spPr>
            <a:xfrm>
              <a:off x="2420907" y="1702023"/>
              <a:ext cx="1330219" cy="1330219"/>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FFF"/>
                </a:solidFill>
              </a:endParaRPr>
            </a:p>
          </p:txBody>
        </p:sp>
      </p:grpSp>
      <p:grpSp>
        <p:nvGrpSpPr>
          <p:cNvPr id="1744" name="Google Shape;1744;p55"/>
          <p:cNvGrpSpPr/>
          <p:nvPr/>
        </p:nvGrpSpPr>
        <p:grpSpPr>
          <a:xfrm>
            <a:off x="5449421" y="1183932"/>
            <a:ext cx="2048507" cy="2048507"/>
            <a:chOff x="5014746" y="1343057"/>
            <a:chExt cx="2048507" cy="2048507"/>
          </a:xfrm>
        </p:grpSpPr>
        <p:sp>
          <p:nvSpPr>
            <p:cNvPr id="1745" name="Google Shape;1745;p55"/>
            <p:cNvSpPr/>
            <p:nvPr/>
          </p:nvSpPr>
          <p:spPr>
            <a:xfrm>
              <a:off x="5014746" y="1343057"/>
              <a:ext cx="2048507" cy="2048507"/>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55"/>
            <p:cNvSpPr/>
            <p:nvPr/>
          </p:nvSpPr>
          <p:spPr>
            <a:xfrm>
              <a:off x="5019310" y="1347610"/>
              <a:ext cx="2039275" cy="2039275"/>
            </a:xfrm>
            <a:prstGeom prst="pie">
              <a:avLst>
                <a:gd name="adj1" fmla="val 16232411"/>
                <a:gd name="adj2" fmla="val 5382753"/>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55"/>
            <p:cNvSpPr/>
            <p:nvPr/>
          </p:nvSpPr>
          <p:spPr>
            <a:xfrm>
              <a:off x="5373658" y="1702098"/>
              <a:ext cx="1330219" cy="1330219"/>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FFF"/>
                </a:solidFill>
              </a:endParaRPr>
            </a:p>
          </p:txBody>
        </p:sp>
      </p:grpSp>
      <p:sp>
        <p:nvSpPr>
          <p:cNvPr id="1748" name="Google Shape;1748;p55"/>
          <p:cNvSpPr txBox="1">
            <a:spLocks noGrp="1"/>
          </p:cNvSpPr>
          <p:nvPr>
            <p:ph type="title"/>
          </p:nvPr>
        </p:nvSpPr>
        <p:spPr>
          <a:xfrm>
            <a:off x="1942250" y="1823738"/>
            <a:ext cx="1456200" cy="768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2"/>
                </a:solidFill>
              </a:rPr>
              <a:t>25%</a:t>
            </a:r>
            <a:endParaRPr>
              <a:solidFill>
                <a:schemeClr val="accent2"/>
              </a:solidFill>
            </a:endParaRPr>
          </a:p>
        </p:txBody>
      </p:sp>
      <p:sp>
        <p:nvSpPr>
          <p:cNvPr id="1749" name="Google Shape;1749;p55"/>
          <p:cNvSpPr txBox="1">
            <a:spLocks noGrp="1"/>
          </p:cNvSpPr>
          <p:nvPr>
            <p:ph type="title" idx="2"/>
          </p:nvPr>
        </p:nvSpPr>
        <p:spPr>
          <a:xfrm>
            <a:off x="5745538" y="1823738"/>
            <a:ext cx="1456200" cy="768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2"/>
                </a:solidFill>
              </a:rPr>
              <a:t>50%</a:t>
            </a:r>
            <a:endParaRPr>
              <a:solidFill>
                <a:schemeClr val="accent2"/>
              </a:solidFill>
            </a:endParaRPr>
          </a:p>
        </p:txBody>
      </p:sp>
      <p:sp>
        <p:nvSpPr>
          <p:cNvPr id="1750" name="Google Shape;1750;p55"/>
          <p:cNvSpPr txBox="1">
            <a:spLocks noGrp="1"/>
          </p:cNvSpPr>
          <p:nvPr>
            <p:ph type="subTitle" idx="5"/>
          </p:nvPr>
        </p:nvSpPr>
        <p:spPr>
          <a:xfrm>
            <a:off x="4725122" y="3772800"/>
            <a:ext cx="3497100" cy="831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a beautiful name and is the second planet from the Sun. It’s a hotter place than Mercury</a:t>
            </a:r>
            <a:endParaRPr/>
          </a:p>
        </p:txBody>
      </p:sp>
      <p:sp>
        <p:nvSpPr>
          <p:cNvPr id="1751" name="Google Shape;1751;p55"/>
          <p:cNvSpPr txBox="1">
            <a:spLocks noGrp="1"/>
          </p:cNvSpPr>
          <p:nvPr>
            <p:ph type="title" idx="3"/>
          </p:nvPr>
        </p:nvSpPr>
        <p:spPr>
          <a:xfrm>
            <a:off x="921788" y="3352775"/>
            <a:ext cx="3497100"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Mercury</a:t>
            </a:r>
            <a:endParaRPr/>
          </a:p>
        </p:txBody>
      </p:sp>
      <p:sp>
        <p:nvSpPr>
          <p:cNvPr id="1752" name="Google Shape;1752;p55"/>
          <p:cNvSpPr txBox="1">
            <a:spLocks noGrp="1"/>
          </p:cNvSpPr>
          <p:nvPr>
            <p:ph type="subTitle" idx="1"/>
          </p:nvPr>
        </p:nvSpPr>
        <p:spPr>
          <a:xfrm>
            <a:off x="921788" y="3772796"/>
            <a:ext cx="3497100" cy="831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 and the smallest one in the entire Solar System</a:t>
            </a:r>
            <a:endParaRPr/>
          </a:p>
        </p:txBody>
      </p:sp>
      <p:sp>
        <p:nvSpPr>
          <p:cNvPr id="1753" name="Google Shape;1753;p55"/>
          <p:cNvSpPr txBox="1">
            <a:spLocks noGrp="1"/>
          </p:cNvSpPr>
          <p:nvPr>
            <p:ph type="title" idx="4"/>
          </p:nvPr>
        </p:nvSpPr>
        <p:spPr>
          <a:xfrm>
            <a:off x="4725103" y="3352775"/>
            <a:ext cx="3497100"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Venus</a:t>
            </a:r>
            <a:endParaRPr/>
          </a:p>
        </p:txBody>
      </p:sp>
      <p:sp>
        <p:nvSpPr>
          <p:cNvPr id="1754" name="Google Shape;1754;p55"/>
          <p:cNvSpPr txBox="1">
            <a:spLocks noGrp="1"/>
          </p:cNvSpPr>
          <p:nvPr>
            <p:ph type="title" idx="6"/>
          </p:nvPr>
        </p:nvSpPr>
        <p:spPr>
          <a:xfrm>
            <a:off x="720000" y="445025"/>
            <a:ext cx="7704000" cy="73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Comparison</a:t>
            </a:r>
            <a:endParaRPr/>
          </a:p>
        </p:txBody>
      </p:sp>
      <p:sp>
        <p:nvSpPr>
          <p:cNvPr id="1755" name="Google Shape;1755;p55"/>
          <p:cNvSpPr/>
          <p:nvPr/>
        </p:nvSpPr>
        <p:spPr>
          <a:xfrm>
            <a:off x="4248275" y="2156100"/>
            <a:ext cx="831300" cy="831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55"/>
          <p:cNvSpPr/>
          <p:nvPr/>
        </p:nvSpPr>
        <p:spPr>
          <a:xfrm>
            <a:off x="1093900" y="2843110"/>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55"/>
          <p:cNvSpPr/>
          <p:nvPr/>
        </p:nvSpPr>
        <p:spPr>
          <a:xfrm>
            <a:off x="3825625" y="1575385"/>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55"/>
          <p:cNvSpPr/>
          <p:nvPr/>
        </p:nvSpPr>
        <p:spPr>
          <a:xfrm>
            <a:off x="4781275" y="3149460"/>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55"/>
          <p:cNvSpPr/>
          <p:nvPr/>
        </p:nvSpPr>
        <p:spPr>
          <a:xfrm>
            <a:off x="8102275" y="2053510"/>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55"/>
          <p:cNvSpPr/>
          <p:nvPr/>
        </p:nvSpPr>
        <p:spPr>
          <a:xfrm>
            <a:off x="1155323" y="1349975"/>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55"/>
          <p:cNvSpPr/>
          <p:nvPr/>
        </p:nvSpPr>
        <p:spPr>
          <a:xfrm flipH="1">
            <a:off x="7740448" y="2790550"/>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765"/>
        <p:cNvGrpSpPr/>
        <p:nvPr/>
      </p:nvGrpSpPr>
      <p:grpSpPr>
        <a:xfrm>
          <a:off x="0" y="0"/>
          <a:ext cx="0" cy="0"/>
          <a:chOff x="0" y="0"/>
          <a:chExt cx="0" cy="0"/>
        </a:xfrm>
      </p:grpSpPr>
      <p:sp>
        <p:nvSpPr>
          <p:cNvPr id="1766" name="Google Shape;1766;p56"/>
          <p:cNvSpPr txBox="1">
            <a:spLocks noGrp="1"/>
          </p:cNvSpPr>
          <p:nvPr>
            <p:ph type="title"/>
          </p:nvPr>
        </p:nvSpPr>
        <p:spPr>
          <a:xfrm>
            <a:off x="720000" y="445025"/>
            <a:ext cx="7704000" cy="73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Our favorite activities</a:t>
            </a:r>
            <a:endParaRPr/>
          </a:p>
        </p:txBody>
      </p:sp>
      <p:sp>
        <p:nvSpPr>
          <p:cNvPr id="1767" name="Google Shape;1767;p56"/>
          <p:cNvSpPr txBox="1"/>
          <p:nvPr/>
        </p:nvSpPr>
        <p:spPr>
          <a:xfrm>
            <a:off x="6123475" y="2436513"/>
            <a:ext cx="2300400" cy="46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chemeClr val="dk1"/>
                </a:solidFill>
                <a:latin typeface="Nunito ExtraBold"/>
                <a:ea typeface="Nunito ExtraBold"/>
                <a:cs typeface="Nunito ExtraBold"/>
                <a:sym typeface="Nunito ExtraBold"/>
              </a:rPr>
              <a:t>Saturn</a:t>
            </a:r>
            <a:endParaRPr sz="2400">
              <a:solidFill>
                <a:schemeClr val="dk1"/>
              </a:solidFill>
              <a:latin typeface="Nunito ExtraBold"/>
              <a:ea typeface="Nunito ExtraBold"/>
              <a:cs typeface="Nunito ExtraBold"/>
              <a:sym typeface="Nunito ExtraBold"/>
            </a:endParaRPr>
          </a:p>
        </p:txBody>
      </p:sp>
      <p:sp>
        <p:nvSpPr>
          <p:cNvPr id="1768" name="Google Shape;1768;p56"/>
          <p:cNvSpPr txBox="1"/>
          <p:nvPr/>
        </p:nvSpPr>
        <p:spPr>
          <a:xfrm>
            <a:off x="6125111" y="2888313"/>
            <a:ext cx="2300400" cy="61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Quicksand SemiBold"/>
                <a:ea typeface="Quicksand SemiBold"/>
                <a:cs typeface="Quicksand SemiBold"/>
                <a:sym typeface="Quicksand SemiBold"/>
              </a:rPr>
              <a:t>Saturn is a gas giant and has several rings</a:t>
            </a:r>
            <a:endParaRPr>
              <a:solidFill>
                <a:schemeClr val="dk1"/>
              </a:solidFill>
              <a:latin typeface="Quicksand SemiBold"/>
              <a:ea typeface="Quicksand SemiBold"/>
              <a:cs typeface="Quicksand SemiBold"/>
              <a:sym typeface="Quicksand SemiBold"/>
            </a:endParaRPr>
          </a:p>
        </p:txBody>
      </p:sp>
      <p:sp>
        <p:nvSpPr>
          <p:cNvPr id="1769" name="Google Shape;1769;p56"/>
          <p:cNvSpPr txBox="1"/>
          <p:nvPr/>
        </p:nvSpPr>
        <p:spPr>
          <a:xfrm>
            <a:off x="6123475" y="1276525"/>
            <a:ext cx="2298900" cy="46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chemeClr val="dk1"/>
                </a:solidFill>
                <a:latin typeface="Nunito ExtraBold"/>
                <a:ea typeface="Nunito ExtraBold"/>
                <a:cs typeface="Nunito ExtraBold"/>
                <a:sym typeface="Nunito ExtraBold"/>
              </a:rPr>
              <a:t>Venus</a:t>
            </a:r>
            <a:endParaRPr sz="2400">
              <a:solidFill>
                <a:schemeClr val="dk1"/>
              </a:solidFill>
              <a:latin typeface="Nunito ExtraBold"/>
              <a:ea typeface="Nunito ExtraBold"/>
              <a:cs typeface="Nunito ExtraBold"/>
              <a:sym typeface="Nunito ExtraBold"/>
            </a:endParaRPr>
          </a:p>
        </p:txBody>
      </p:sp>
      <p:sp>
        <p:nvSpPr>
          <p:cNvPr id="1770" name="Google Shape;1770;p56"/>
          <p:cNvSpPr txBox="1"/>
          <p:nvPr/>
        </p:nvSpPr>
        <p:spPr>
          <a:xfrm>
            <a:off x="6125109" y="1728325"/>
            <a:ext cx="2298900" cy="61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Quicksand SemiBold"/>
                <a:ea typeface="Quicksand SemiBold"/>
                <a:cs typeface="Quicksand SemiBold"/>
                <a:sym typeface="Quicksand SemiBold"/>
              </a:rPr>
              <a:t>Venus is the second planet from the Sun</a:t>
            </a:r>
            <a:endParaRPr>
              <a:solidFill>
                <a:schemeClr val="dk1"/>
              </a:solidFill>
              <a:latin typeface="Quicksand SemiBold"/>
              <a:ea typeface="Quicksand SemiBold"/>
              <a:cs typeface="Quicksand SemiBold"/>
              <a:sym typeface="Quicksand SemiBold"/>
            </a:endParaRPr>
          </a:p>
        </p:txBody>
      </p:sp>
      <p:sp>
        <p:nvSpPr>
          <p:cNvPr id="1771" name="Google Shape;1771;p56"/>
          <p:cNvSpPr/>
          <p:nvPr/>
        </p:nvSpPr>
        <p:spPr>
          <a:xfrm>
            <a:off x="5776225" y="2608351"/>
            <a:ext cx="247200" cy="247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56"/>
          <p:cNvSpPr/>
          <p:nvPr/>
        </p:nvSpPr>
        <p:spPr>
          <a:xfrm>
            <a:off x="5776237" y="1448364"/>
            <a:ext cx="247200" cy="247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56"/>
          <p:cNvSpPr/>
          <p:nvPr/>
        </p:nvSpPr>
        <p:spPr>
          <a:xfrm rot="1757187">
            <a:off x="223661" y="164249"/>
            <a:ext cx="295342" cy="300929"/>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56"/>
          <p:cNvSpPr txBox="1"/>
          <p:nvPr/>
        </p:nvSpPr>
        <p:spPr>
          <a:xfrm>
            <a:off x="5776225" y="3667988"/>
            <a:ext cx="2526600" cy="92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Quicksand SemiBold"/>
                <a:ea typeface="Quicksand SemiBold"/>
                <a:cs typeface="Quicksand SemiBold"/>
                <a:sym typeface="Quicksand SemiBold"/>
              </a:rPr>
              <a:t>Follow the link in the graph to modify its data and then paste the new one here. For more info, </a:t>
            </a:r>
            <a:r>
              <a:rPr lang="en" sz="1200" b="1">
                <a:solidFill>
                  <a:schemeClr val="dk1"/>
                </a:solidFill>
                <a:uFill>
                  <a:noFill/>
                </a:uFill>
                <a:latin typeface="Quicksand"/>
                <a:ea typeface="Quicksand"/>
                <a:cs typeface="Quicksand"/>
                <a:sym typeface="Quicksand"/>
                <a:hlinkClick r:id="rId3">
                  <a:extLst>
                    <a:ext uri="{A12FA001-AC4F-418D-AE19-62706E023703}">
                      <ahyp:hlinkClr xmlns:ahyp="http://schemas.microsoft.com/office/drawing/2018/hyperlinkcolor" val="tx"/>
                    </a:ext>
                  </a:extLst>
                </a:hlinkClick>
              </a:rPr>
              <a:t>click here</a:t>
            </a:r>
            <a:endParaRPr sz="1200" b="1">
              <a:solidFill>
                <a:schemeClr val="dk1"/>
              </a:solidFill>
              <a:latin typeface="Quicksand"/>
              <a:ea typeface="Quicksand"/>
              <a:cs typeface="Quicksand"/>
              <a:sym typeface="Quicksand"/>
            </a:endParaRPr>
          </a:p>
        </p:txBody>
      </p:sp>
      <p:pic>
        <p:nvPicPr>
          <p:cNvPr id="1775" name="Google Shape;1775;p56" title="Chart">
            <a:hlinkClick r:id="rId4"/>
          </p:cNvPr>
          <p:cNvPicPr preferRelativeResize="0"/>
          <p:nvPr/>
        </p:nvPicPr>
        <p:blipFill>
          <a:blip r:embed="rId5">
            <a:alphaModFix/>
          </a:blip>
          <a:stretch>
            <a:fillRect/>
          </a:stretch>
        </p:blipFill>
        <p:spPr>
          <a:xfrm>
            <a:off x="726125" y="1336325"/>
            <a:ext cx="4812214" cy="3259688"/>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779"/>
        <p:cNvGrpSpPr/>
        <p:nvPr/>
      </p:nvGrpSpPr>
      <p:grpSpPr>
        <a:xfrm>
          <a:off x="0" y="0"/>
          <a:ext cx="0" cy="0"/>
          <a:chOff x="0" y="0"/>
          <a:chExt cx="0" cy="0"/>
        </a:xfrm>
      </p:grpSpPr>
      <p:sp>
        <p:nvSpPr>
          <p:cNvPr id="1780" name="Google Shape;1780;p57"/>
          <p:cNvSpPr txBox="1">
            <a:spLocks noGrp="1"/>
          </p:cNvSpPr>
          <p:nvPr>
            <p:ph type="title"/>
          </p:nvPr>
        </p:nvSpPr>
        <p:spPr>
          <a:xfrm>
            <a:off x="1011875" y="3153438"/>
            <a:ext cx="1807500" cy="768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75%</a:t>
            </a:r>
            <a:endParaRPr/>
          </a:p>
        </p:txBody>
      </p:sp>
      <p:sp>
        <p:nvSpPr>
          <p:cNvPr id="1781" name="Google Shape;1781;p57"/>
          <p:cNvSpPr txBox="1">
            <a:spLocks noGrp="1"/>
          </p:cNvSpPr>
          <p:nvPr>
            <p:ph type="subTitle" idx="1"/>
          </p:nvPr>
        </p:nvSpPr>
        <p:spPr>
          <a:xfrm>
            <a:off x="1011875" y="3772790"/>
            <a:ext cx="1807500" cy="831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is the second planet from the Sun</a:t>
            </a:r>
            <a:endParaRPr/>
          </a:p>
        </p:txBody>
      </p:sp>
      <p:sp>
        <p:nvSpPr>
          <p:cNvPr id="1782" name="Google Shape;1782;p57"/>
          <p:cNvSpPr txBox="1">
            <a:spLocks noGrp="1"/>
          </p:cNvSpPr>
          <p:nvPr>
            <p:ph type="title" idx="2"/>
          </p:nvPr>
        </p:nvSpPr>
        <p:spPr>
          <a:xfrm>
            <a:off x="3668990" y="3153438"/>
            <a:ext cx="1805400" cy="768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50%</a:t>
            </a:r>
            <a:endParaRPr/>
          </a:p>
        </p:txBody>
      </p:sp>
      <p:sp>
        <p:nvSpPr>
          <p:cNvPr id="1783" name="Google Shape;1783;p57"/>
          <p:cNvSpPr txBox="1">
            <a:spLocks noGrp="1"/>
          </p:cNvSpPr>
          <p:nvPr>
            <p:ph type="subTitle" idx="3"/>
          </p:nvPr>
        </p:nvSpPr>
        <p:spPr>
          <a:xfrm>
            <a:off x="3667000" y="3772786"/>
            <a:ext cx="1805400" cy="831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Despite being red, Mars is actually a cold place</a:t>
            </a:r>
            <a:endParaRPr/>
          </a:p>
        </p:txBody>
      </p:sp>
      <p:sp>
        <p:nvSpPr>
          <p:cNvPr id="1784" name="Google Shape;1784;p57"/>
          <p:cNvSpPr txBox="1">
            <a:spLocks noGrp="1"/>
          </p:cNvSpPr>
          <p:nvPr>
            <p:ph type="title" idx="4"/>
          </p:nvPr>
        </p:nvSpPr>
        <p:spPr>
          <a:xfrm>
            <a:off x="6325625" y="3153438"/>
            <a:ext cx="1805400" cy="768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25%</a:t>
            </a:r>
            <a:endParaRPr/>
          </a:p>
        </p:txBody>
      </p:sp>
      <p:sp>
        <p:nvSpPr>
          <p:cNvPr id="1785" name="Google Shape;1785;p57"/>
          <p:cNvSpPr txBox="1">
            <a:spLocks noGrp="1"/>
          </p:cNvSpPr>
          <p:nvPr>
            <p:ph type="subTitle" idx="5"/>
          </p:nvPr>
        </p:nvSpPr>
        <p:spPr>
          <a:xfrm>
            <a:off x="6325630" y="3772786"/>
            <a:ext cx="1805400" cy="831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Earth is the third planet from the Sun and has life</a:t>
            </a:r>
            <a:endParaRPr/>
          </a:p>
        </p:txBody>
      </p:sp>
      <p:sp>
        <p:nvSpPr>
          <p:cNvPr id="1786" name="Google Shape;1786;p57"/>
          <p:cNvSpPr txBox="1">
            <a:spLocks noGrp="1"/>
          </p:cNvSpPr>
          <p:nvPr>
            <p:ph type="title" idx="6"/>
          </p:nvPr>
        </p:nvSpPr>
        <p:spPr>
          <a:xfrm>
            <a:off x="720000" y="445025"/>
            <a:ext cx="7704000" cy="73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Survey results</a:t>
            </a:r>
            <a:endParaRPr/>
          </a:p>
        </p:txBody>
      </p:sp>
      <p:sp>
        <p:nvSpPr>
          <p:cNvPr id="1787" name="Google Shape;1787;p57"/>
          <p:cNvSpPr/>
          <p:nvPr/>
        </p:nvSpPr>
        <p:spPr>
          <a:xfrm rot="-1644435">
            <a:off x="5612834" y="2011891"/>
            <a:ext cx="246286" cy="264499"/>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57"/>
          <p:cNvSpPr/>
          <p:nvPr/>
        </p:nvSpPr>
        <p:spPr>
          <a:xfrm>
            <a:off x="1405400" y="1347454"/>
            <a:ext cx="985200" cy="1668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57"/>
          <p:cNvSpPr/>
          <p:nvPr/>
        </p:nvSpPr>
        <p:spPr>
          <a:xfrm>
            <a:off x="4079090" y="1347454"/>
            <a:ext cx="985200" cy="1668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57"/>
          <p:cNvSpPr/>
          <p:nvPr/>
        </p:nvSpPr>
        <p:spPr>
          <a:xfrm>
            <a:off x="6735725" y="1347454"/>
            <a:ext cx="985200" cy="1668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57"/>
          <p:cNvSpPr/>
          <p:nvPr/>
        </p:nvSpPr>
        <p:spPr>
          <a:xfrm>
            <a:off x="1405400" y="1753126"/>
            <a:ext cx="985200" cy="12627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57"/>
          <p:cNvSpPr/>
          <p:nvPr/>
        </p:nvSpPr>
        <p:spPr>
          <a:xfrm>
            <a:off x="4079900" y="2184525"/>
            <a:ext cx="985200" cy="831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57"/>
          <p:cNvSpPr/>
          <p:nvPr/>
        </p:nvSpPr>
        <p:spPr>
          <a:xfrm>
            <a:off x="6735725" y="2607975"/>
            <a:ext cx="985200" cy="4080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94" name="Google Shape;1794;p57"/>
          <p:cNvCxnSpPr/>
          <p:nvPr/>
        </p:nvCxnSpPr>
        <p:spPr>
          <a:xfrm>
            <a:off x="909900" y="3008563"/>
            <a:ext cx="7324200" cy="0"/>
          </a:xfrm>
          <a:prstGeom prst="straightConnector1">
            <a:avLst/>
          </a:prstGeom>
          <a:noFill/>
          <a:ln w="9525" cap="flat" cmpd="sng">
            <a:solidFill>
              <a:schemeClr val="dk1"/>
            </a:solidFill>
            <a:prstDash val="solid"/>
            <a:round/>
            <a:headEnd type="none" w="med" len="med"/>
            <a:tailEnd type="none" w="med" len="med"/>
          </a:ln>
        </p:spPr>
      </p:cxnSp>
      <p:sp>
        <p:nvSpPr>
          <p:cNvPr id="1795" name="Google Shape;1795;p57"/>
          <p:cNvSpPr/>
          <p:nvPr/>
        </p:nvSpPr>
        <p:spPr>
          <a:xfrm flipH="1">
            <a:off x="2937423" y="1993675"/>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57"/>
          <p:cNvSpPr/>
          <p:nvPr/>
        </p:nvSpPr>
        <p:spPr>
          <a:xfrm>
            <a:off x="5993098" y="1572000"/>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57"/>
          <p:cNvSpPr/>
          <p:nvPr/>
        </p:nvSpPr>
        <p:spPr>
          <a:xfrm flipH="1">
            <a:off x="7995048" y="2234012"/>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98" name="Google Shape;1798;p57"/>
          <p:cNvGrpSpPr/>
          <p:nvPr/>
        </p:nvGrpSpPr>
        <p:grpSpPr>
          <a:xfrm>
            <a:off x="658008" y="670351"/>
            <a:ext cx="1095550" cy="995930"/>
            <a:chOff x="6494019" y="-137261"/>
            <a:chExt cx="2116596" cy="1924130"/>
          </a:xfrm>
        </p:grpSpPr>
        <p:sp>
          <p:nvSpPr>
            <p:cNvPr id="1799" name="Google Shape;1799;p57"/>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57"/>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804"/>
        <p:cNvGrpSpPr/>
        <p:nvPr/>
      </p:nvGrpSpPr>
      <p:grpSpPr>
        <a:xfrm>
          <a:off x="0" y="0"/>
          <a:ext cx="0" cy="0"/>
          <a:chOff x="0" y="0"/>
          <a:chExt cx="0" cy="0"/>
        </a:xfrm>
      </p:grpSpPr>
      <p:sp>
        <p:nvSpPr>
          <p:cNvPr id="1805" name="Google Shape;1805;p58"/>
          <p:cNvSpPr/>
          <p:nvPr/>
        </p:nvSpPr>
        <p:spPr>
          <a:xfrm>
            <a:off x="4201706" y="2592600"/>
            <a:ext cx="1824600" cy="182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58"/>
          <p:cNvSpPr/>
          <p:nvPr/>
        </p:nvSpPr>
        <p:spPr>
          <a:xfrm>
            <a:off x="3117694" y="1485700"/>
            <a:ext cx="1824600" cy="182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58"/>
          <p:cNvSpPr txBox="1">
            <a:spLocks noGrp="1"/>
          </p:cNvSpPr>
          <p:nvPr>
            <p:ph type="title"/>
          </p:nvPr>
        </p:nvSpPr>
        <p:spPr>
          <a:xfrm>
            <a:off x="720000" y="445025"/>
            <a:ext cx="7704000" cy="73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Grandparents kindness</a:t>
            </a:r>
            <a:endParaRPr/>
          </a:p>
        </p:txBody>
      </p:sp>
      <p:sp>
        <p:nvSpPr>
          <p:cNvPr id="1808" name="Google Shape;1808;p58"/>
          <p:cNvSpPr txBox="1"/>
          <p:nvPr/>
        </p:nvSpPr>
        <p:spPr>
          <a:xfrm>
            <a:off x="775363" y="3357462"/>
            <a:ext cx="2012400" cy="52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a:solidFill>
                  <a:schemeClr val="dk1"/>
                </a:solidFill>
                <a:latin typeface="Nunito ExtraBold"/>
                <a:ea typeface="Nunito ExtraBold"/>
                <a:cs typeface="Nunito ExtraBold"/>
                <a:sym typeface="Nunito ExtraBold"/>
              </a:rPr>
              <a:t>Jupiter</a:t>
            </a:r>
            <a:endParaRPr sz="2400">
              <a:solidFill>
                <a:schemeClr val="dk1"/>
              </a:solidFill>
              <a:latin typeface="Nunito ExtraBold"/>
              <a:ea typeface="Nunito ExtraBold"/>
              <a:cs typeface="Nunito ExtraBold"/>
              <a:sym typeface="Nunito ExtraBold"/>
            </a:endParaRPr>
          </a:p>
        </p:txBody>
      </p:sp>
      <p:sp>
        <p:nvSpPr>
          <p:cNvPr id="1809" name="Google Shape;1809;p58"/>
          <p:cNvSpPr txBox="1"/>
          <p:nvPr/>
        </p:nvSpPr>
        <p:spPr>
          <a:xfrm>
            <a:off x="775363" y="3818405"/>
            <a:ext cx="2012400" cy="615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Quicksand SemiBold"/>
                <a:ea typeface="Quicksand SemiBold"/>
                <a:cs typeface="Quicksand SemiBold"/>
                <a:sym typeface="Quicksand SemiBold"/>
              </a:rPr>
              <a:t>Jupiter is the biggest planet of them all</a:t>
            </a:r>
            <a:endParaRPr>
              <a:solidFill>
                <a:schemeClr val="dk1"/>
              </a:solidFill>
              <a:latin typeface="Quicksand SemiBold"/>
              <a:ea typeface="Quicksand SemiBold"/>
              <a:cs typeface="Quicksand SemiBold"/>
              <a:sym typeface="Quicksand SemiBold"/>
            </a:endParaRPr>
          </a:p>
        </p:txBody>
      </p:sp>
      <p:grpSp>
        <p:nvGrpSpPr>
          <p:cNvPr id="1810" name="Google Shape;1810;p58"/>
          <p:cNvGrpSpPr/>
          <p:nvPr/>
        </p:nvGrpSpPr>
        <p:grpSpPr>
          <a:xfrm>
            <a:off x="852329" y="1468768"/>
            <a:ext cx="1858467" cy="1858467"/>
            <a:chOff x="-817669" y="1662846"/>
            <a:chExt cx="1664100" cy="1664100"/>
          </a:xfrm>
        </p:grpSpPr>
        <p:sp>
          <p:nvSpPr>
            <p:cNvPr id="1811" name="Google Shape;1811;p58"/>
            <p:cNvSpPr/>
            <p:nvPr/>
          </p:nvSpPr>
          <p:spPr>
            <a:xfrm>
              <a:off x="-817669" y="1662846"/>
              <a:ext cx="1664100" cy="16641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12" name="Google Shape;1812;p58"/>
            <p:cNvSpPr/>
            <p:nvPr/>
          </p:nvSpPr>
          <p:spPr>
            <a:xfrm>
              <a:off x="-813962" y="1666545"/>
              <a:ext cx="1656600" cy="1656600"/>
            </a:xfrm>
            <a:prstGeom prst="pie">
              <a:avLst>
                <a:gd name="adj1" fmla="val 16232411"/>
                <a:gd name="adj2" fmla="val 11005"/>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13" name="Google Shape;1813;p58"/>
            <p:cNvSpPr/>
            <p:nvPr/>
          </p:nvSpPr>
          <p:spPr>
            <a:xfrm>
              <a:off x="-583264" y="1897362"/>
              <a:ext cx="1194900" cy="1194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grpSp>
      <p:sp>
        <p:nvSpPr>
          <p:cNvPr id="1814" name="Google Shape;1814;p58"/>
          <p:cNvSpPr txBox="1"/>
          <p:nvPr/>
        </p:nvSpPr>
        <p:spPr>
          <a:xfrm>
            <a:off x="1053463" y="2013675"/>
            <a:ext cx="1456200" cy="768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600">
                <a:solidFill>
                  <a:schemeClr val="accent2"/>
                </a:solidFill>
                <a:latin typeface="Nunito ExtraBold"/>
                <a:ea typeface="Nunito ExtraBold"/>
                <a:cs typeface="Nunito ExtraBold"/>
                <a:sym typeface="Nunito ExtraBold"/>
              </a:rPr>
              <a:t>25%</a:t>
            </a:r>
            <a:endParaRPr sz="3600">
              <a:solidFill>
                <a:schemeClr val="accent2"/>
              </a:solidFill>
              <a:latin typeface="Nunito ExtraBold"/>
              <a:ea typeface="Nunito ExtraBold"/>
              <a:cs typeface="Nunito ExtraBold"/>
              <a:sym typeface="Nunito ExtraBold"/>
            </a:endParaRPr>
          </a:p>
        </p:txBody>
      </p:sp>
      <p:grpSp>
        <p:nvGrpSpPr>
          <p:cNvPr id="1815" name="Google Shape;1815;p58"/>
          <p:cNvGrpSpPr/>
          <p:nvPr/>
        </p:nvGrpSpPr>
        <p:grpSpPr>
          <a:xfrm>
            <a:off x="3497508" y="1894883"/>
            <a:ext cx="1064984" cy="1114866"/>
            <a:chOff x="-522400" y="4402550"/>
            <a:chExt cx="366150" cy="383300"/>
          </a:xfrm>
        </p:grpSpPr>
        <p:sp>
          <p:nvSpPr>
            <p:cNvPr id="1816" name="Google Shape;1816;p58"/>
            <p:cNvSpPr/>
            <p:nvPr/>
          </p:nvSpPr>
          <p:spPr>
            <a:xfrm>
              <a:off x="-512875" y="4402550"/>
              <a:ext cx="331625" cy="342425"/>
            </a:xfrm>
            <a:custGeom>
              <a:avLst/>
              <a:gdLst/>
              <a:ahLst/>
              <a:cxnLst/>
              <a:rect l="l" t="t" r="r" b="b"/>
              <a:pathLst>
                <a:path w="13265" h="13697" extrusionOk="0">
                  <a:moveTo>
                    <a:pt x="6936" y="1"/>
                  </a:moveTo>
                  <a:cubicBezTo>
                    <a:pt x="6276" y="1"/>
                    <a:pt x="5580" y="82"/>
                    <a:pt x="4858" y="259"/>
                  </a:cubicBezTo>
                  <a:cubicBezTo>
                    <a:pt x="1001" y="1211"/>
                    <a:pt x="1" y="4795"/>
                    <a:pt x="608" y="8414"/>
                  </a:cubicBezTo>
                  <a:cubicBezTo>
                    <a:pt x="1296" y="12412"/>
                    <a:pt x="4264" y="13697"/>
                    <a:pt x="7114" y="13697"/>
                  </a:cubicBezTo>
                  <a:cubicBezTo>
                    <a:pt x="7319" y="13697"/>
                    <a:pt x="7524" y="13690"/>
                    <a:pt x="7728" y="13677"/>
                  </a:cubicBezTo>
                  <a:cubicBezTo>
                    <a:pt x="10942" y="13463"/>
                    <a:pt x="12859" y="10879"/>
                    <a:pt x="13050" y="8248"/>
                  </a:cubicBezTo>
                  <a:cubicBezTo>
                    <a:pt x="13264" y="5402"/>
                    <a:pt x="13074" y="4676"/>
                    <a:pt x="12633" y="3438"/>
                  </a:cubicBezTo>
                  <a:cubicBezTo>
                    <a:pt x="11966" y="1523"/>
                    <a:pt x="9790" y="1"/>
                    <a:pt x="6936" y="1"/>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58"/>
            <p:cNvSpPr/>
            <p:nvPr/>
          </p:nvSpPr>
          <p:spPr>
            <a:xfrm>
              <a:off x="-512875" y="4507850"/>
              <a:ext cx="70575" cy="125025"/>
            </a:xfrm>
            <a:custGeom>
              <a:avLst/>
              <a:gdLst/>
              <a:ahLst/>
              <a:cxnLst/>
              <a:rect l="l" t="t" r="r" b="b"/>
              <a:pathLst>
                <a:path w="2823" h="5001" extrusionOk="0">
                  <a:moveTo>
                    <a:pt x="1451" y="0"/>
                  </a:moveTo>
                  <a:cubicBezTo>
                    <a:pt x="1116" y="0"/>
                    <a:pt x="790" y="66"/>
                    <a:pt x="632" y="250"/>
                  </a:cubicBezTo>
                  <a:cubicBezTo>
                    <a:pt x="96" y="893"/>
                    <a:pt x="120" y="2083"/>
                    <a:pt x="60" y="2929"/>
                  </a:cubicBezTo>
                  <a:cubicBezTo>
                    <a:pt x="1" y="3774"/>
                    <a:pt x="417" y="4691"/>
                    <a:pt x="1203" y="5000"/>
                  </a:cubicBezTo>
                  <a:lnTo>
                    <a:pt x="858" y="4548"/>
                  </a:lnTo>
                  <a:cubicBezTo>
                    <a:pt x="1489" y="4143"/>
                    <a:pt x="1786" y="3274"/>
                    <a:pt x="1525" y="2559"/>
                  </a:cubicBezTo>
                  <a:lnTo>
                    <a:pt x="1525" y="2559"/>
                  </a:lnTo>
                  <a:cubicBezTo>
                    <a:pt x="1606" y="2748"/>
                    <a:pt x="1809" y="2856"/>
                    <a:pt x="2017" y="2856"/>
                  </a:cubicBezTo>
                  <a:cubicBezTo>
                    <a:pt x="2084" y="2856"/>
                    <a:pt x="2151" y="2845"/>
                    <a:pt x="2215" y="2821"/>
                  </a:cubicBezTo>
                  <a:cubicBezTo>
                    <a:pt x="2465" y="2726"/>
                    <a:pt x="2644" y="2488"/>
                    <a:pt x="2727" y="2226"/>
                  </a:cubicBezTo>
                  <a:cubicBezTo>
                    <a:pt x="2810" y="1964"/>
                    <a:pt x="2810" y="1690"/>
                    <a:pt x="2810" y="1428"/>
                  </a:cubicBezTo>
                  <a:cubicBezTo>
                    <a:pt x="2822" y="1166"/>
                    <a:pt x="2822" y="904"/>
                    <a:pt x="2739" y="666"/>
                  </a:cubicBezTo>
                  <a:cubicBezTo>
                    <a:pt x="2668" y="428"/>
                    <a:pt x="2489" y="202"/>
                    <a:pt x="2251" y="119"/>
                  </a:cubicBezTo>
                  <a:cubicBezTo>
                    <a:pt x="2050" y="52"/>
                    <a:pt x="1747" y="0"/>
                    <a:pt x="14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58"/>
            <p:cNvSpPr/>
            <p:nvPr/>
          </p:nvSpPr>
          <p:spPr>
            <a:xfrm>
              <a:off x="-234575" y="4510000"/>
              <a:ext cx="62850" cy="122875"/>
            </a:xfrm>
            <a:custGeom>
              <a:avLst/>
              <a:gdLst/>
              <a:ahLst/>
              <a:cxnLst/>
              <a:rect l="l" t="t" r="r" b="b"/>
              <a:pathLst>
                <a:path w="2514" h="4915" extrusionOk="0">
                  <a:moveTo>
                    <a:pt x="759" y="0"/>
                  </a:moveTo>
                  <a:cubicBezTo>
                    <a:pt x="693" y="0"/>
                    <a:pt x="627" y="10"/>
                    <a:pt x="560" y="33"/>
                  </a:cubicBezTo>
                  <a:cubicBezTo>
                    <a:pt x="322" y="116"/>
                    <a:pt x="156" y="342"/>
                    <a:pt x="72" y="580"/>
                  </a:cubicBezTo>
                  <a:cubicBezTo>
                    <a:pt x="1" y="818"/>
                    <a:pt x="1" y="1080"/>
                    <a:pt x="1" y="1342"/>
                  </a:cubicBezTo>
                  <a:cubicBezTo>
                    <a:pt x="1" y="1604"/>
                    <a:pt x="1" y="1878"/>
                    <a:pt x="84" y="2140"/>
                  </a:cubicBezTo>
                  <a:cubicBezTo>
                    <a:pt x="168" y="2402"/>
                    <a:pt x="346" y="2640"/>
                    <a:pt x="596" y="2735"/>
                  </a:cubicBezTo>
                  <a:cubicBezTo>
                    <a:pt x="660" y="2759"/>
                    <a:pt x="728" y="2770"/>
                    <a:pt x="795" y="2770"/>
                  </a:cubicBezTo>
                  <a:cubicBezTo>
                    <a:pt x="1002" y="2770"/>
                    <a:pt x="1206" y="2662"/>
                    <a:pt x="1287" y="2473"/>
                  </a:cubicBezTo>
                  <a:lnTo>
                    <a:pt x="1287" y="2473"/>
                  </a:lnTo>
                  <a:cubicBezTo>
                    <a:pt x="1037" y="3188"/>
                    <a:pt x="1322" y="4057"/>
                    <a:pt x="1954" y="4462"/>
                  </a:cubicBezTo>
                  <a:lnTo>
                    <a:pt x="1608" y="4914"/>
                  </a:lnTo>
                  <a:cubicBezTo>
                    <a:pt x="2394" y="4605"/>
                    <a:pt x="2513" y="3831"/>
                    <a:pt x="2454" y="2985"/>
                  </a:cubicBezTo>
                  <a:cubicBezTo>
                    <a:pt x="2394" y="2140"/>
                    <a:pt x="2239" y="1235"/>
                    <a:pt x="1703" y="592"/>
                  </a:cubicBezTo>
                  <a:cubicBezTo>
                    <a:pt x="1452" y="301"/>
                    <a:pt x="1116" y="0"/>
                    <a:pt x="7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58"/>
            <p:cNvSpPr/>
            <p:nvPr/>
          </p:nvSpPr>
          <p:spPr>
            <a:xfrm>
              <a:off x="-245275" y="4590325"/>
              <a:ext cx="80925" cy="91600"/>
            </a:xfrm>
            <a:custGeom>
              <a:avLst/>
              <a:gdLst/>
              <a:ahLst/>
              <a:cxnLst/>
              <a:rect l="l" t="t" r="r" b="b"/>
              <a:pathLst>
                <a:path w="3237" h="3664" extrusionOk="0">
                  <a:moveTo>
                    <a:pt x="1631" y="0"/>
                  </a:moveTo>
                  <a:cubicBezTo>
                    <a:pt x="1165" y="0"/>
                    <a:pt x="774" y="141"/>
                    <a:pt x="774" y="141"/>
                  </a:cubicBezTo>
                  <a:cubicBezTo>
                    <a:pt x="774" y="141"/>
                    <a:pt x="0" y="1975"/>
                    <a:pt x="72" y="2618"/>
                  </a:cubicBezTo>
                  <a:cubicBezTo>
                    <a:pt x="142" y="3313"/>
                    <a:pt x="720" y="3664"/>
                    <a:pt x="1358" y="3664"/>
                  </a:cubicBezTo>
                  <a:cubicBezTo>
                    <a:pt x="2240" y="3664"/>
                    <a:pt x="3236" y="2995"/>
                    <a:pt x="3167" y="1642"/>
                  </a:cubicBezTo>
                  <a:cubicBezTo>
                    <a:pt x="3098" y="282"/>
                    <a:pt x="2289" y="0"/>
                    <a:pt x="1631" y="0"/>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58"/>
            <p:cNvSpPr/>
            <p:nvPr/>
          </p:nvSpPr>
          <p:spPr>
            <a:xfrm>
              <a:off x="-238125" y="4608525"/>
              <a:ext cx="63125" cy="50525"/>
            </a:xfrm>
            <a:custGeom>
              <a:avLst/>
              <a:gdLst/>
              <a:ahLst/>
              <a:cxnLst/>
              <a:rect l="l" t="t" r="r" b="b"/>
              <a:pathLst>
                <a:path w="2525" h="2021" extrusionOk="0">
                  <a:moveTo>
                    <a:pt x="1528" y="0"/>
                  </a:moveTo>
                  <a:cubicBezTo>
                    <a:pt x="1304" y="0"/>
                    <a:pt x="1075" y="76"/>
                    <a:pt x="845" y="223"/>
                  </a:cubicBezTo>
                  <a:cubicBezTo>
                    <a:pt x="0" y="795"/>
                    <a:pt x="536" y="1985"/>
                    <a:pt x="536" y="1997"/>
                  </a:cubicBezTo>
                  <a:cubicBezTo>
                    <a:pt x="548" y="2009"/>
                    <a:pt x="560" y="2021"/>
                    <a:pt x="583" y="2021"/>
                  </a:cubicBezTo>
                  <a:lnTo>
                    <a:pt x="595" y="2021"/>
                  </a:lnTo>
                  <a:cubicBezTo>
                    <a:pt x="619" y="2009"/>
                    <a:pt x="631" y="1985"/>
                    <a:pt x="619" y="1961"/>
                  </a:cubicBezTo>
                  <a:cubicBezTo>
                    <a:pt x="619" y="1949"/>
                    <a:pt x="119" y="830"/>
                    <a:pt x="905" y="306"/>
                  </a:cubicBezTo>
                  <a:cubicBezTo>
                    <a:pt x="1115" y="169"/>
                    <a:pt x="1318" y="95"/>
                    <a:pt x="1520" y="95"/>
                  </a:cubicBezTo>
                  <a:cubicBezTo>
                    <a:pt x="1581" y="95"/>
                    <a:pt x="1642" y="102"/>
                    <a:pt x="1703" y="116"/>
                  </a:cubicBezTo>
                  <a:cubicBezTo>
                    <a:pt x="2155" y="211"/>
                    <a:pt x="2429" y="640"/>
                    <a:pt x="2429" y="640"/>
                  </a:cubicBezTo>
                  <a:cubicBezTo>
                    <a:pt x="2438" y="657"/>
                    <a:pt x="2453" y="668"/>
                    <a:pt x="2469" y="668"/>
                  </a:cubicBezTo>
                  <a:cubicBezTo>
                    <a:pt x="2476" y="668"/>
                    <a:pt x="2482" y="667"/>
                    <a:pt x="2488" y="664"/>
                  </a:cubicBezTo>
                  <a:cubicBezTo>
                    <a:pt x="2512" y="652"/>
                    <a:pt x="2524" y="616"/>
                    <a:pt x="2500" y="592"/>
                  </a:cubicBezTo>
                  <a:cubicBezTo>
                    <a:pt x="2488" y="580"/>
                    <a:pt x="2215" y="128"/>
                    <a:pt x="1726" y="21"/>
                  </a:cubicBezTo>
                  <a:cubicBezTo>
                    <a:pt x="1661" y="7"/>
                    <a:pt x="1595" y="0"/>
                    <a:pt x="1528" y="0"/>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58"/>
            <p:cNvSpPr/>
            <p:nvPr/>
          </p:nvSpPr>
          <p:spPr>
            <a:xfrm>
              <a:off x="-228900" y="4627775"/>
              <a:ext cx="35150" cy="8675"/>
            </a:xfrm>
            <a:custGeom>
              <a:avLst/>
              <a:gdLst/>
              <a:ahLst/>
              <a:cxnLst/>
              <a:rect l="l" t="t" r="r" b="b"/>
              <a:pathLst>
                <a:path w="1406" h="347" extrusionOk="0">
                  <a:moveTo>
                    <a:pt x="635" y="0"/>
                  </a:moveTo>
                  <a:cubicBezTo>
                    <a:pt x="429" y="0"/>
                    <a:pt x="209" y="66"/>
                    <a:pt x="12" y="263"/>
                  </a:cubicBezTo>
                  <a:cubicBezTo>
                    <a:pt x="0" y="275"/>
                    <a:pt x="0" y="310"/>
                    <a:pt x="12" y="322"/>
                  </a:cubicBezTo>
                  <a:cubicBezTo>
                    <a:pt x="24" y="334"/>
                    <a:pt x="36" y="340"/>
                    <a:pt x="48" y="340"/>
                  </a:cubicBezTo>
                  <a:cubicBezTo>
                    <a:pt x="60" y="340"/>
                    <a:pt x="72" y="334"/>
                    <a:pt x="83" y="322"/>
                  </a:cubicBezTo>
                  <a:cubicBezTo>
                    <a:pt x="257" y="148"/>
                    <a:pt x="452" y="90"/>
                    <a:pt x="636" y="90"/>
                  </a:cubicBezTo>
                  <a:cubicBezTo>
                    <a:pt x="1004" y="90"/>
                    <a:pt x="1326" y="326"/>
                    <a:pt x="1334" y="334"/>
                  </a:cubicBezTo>
                  <a:cubicBezTo>
                    <a:pt x="1334" y="334"/>
                    <a:pt x="1346" y="346"/>
                    <a:pt x="1357" y="346"/>
                  </a:cubicBezTo>
                  <a:cubicBezTo>
                    <a:pt x="1369" y="346"/>
                    <a:pt x="1381" y="334"/>
                    <a:pt x="1393" y="322"/>
                  </a:cubicBezTo>
                  <a:cubicBezTo>
                    <a:pt x="1405" y="298"/>
                    <a:pt x="1405" y="275"/>
                    <a:pt x="1381" y="251"/>
                  </a:cubicBezTo>
                  <a:cubicBezTo>
                    <a:pt x="1381" y="251"/>
                    <a:pt x="1037" y="0"/>
                    <a:pt x="635" y="0"/>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58"/>
            <p:cNvSpPr/>
            <p:nvPr/>
          </p:nvSpPr>
          <p:spPr>
            <a:xfrm>
              <a:off x="-500975" y="4584625"/>
              <a:ext cx="344725" cy="201225"/>
            </a:xfrm>
            <a:custGeom>
              <a:avLst/>
              <a:gdLst/>
              <a:ahLst/>
              <a:cxnLst/>
              <a:rect l="l" t="t" r="r" b="b"/>
              <a:pathLst>
                <a:path w="13789" h="8049" extrusionOk="0">
                  <a:moveTo>
                    <a:pt x="11800" y="0"/>
                  </a:moveTo>
                  <a:cubicBezTo>
                    <a:pt x="11800" y="0"/>
                    <a:pt x="11681" y="453"/>
                    <a:pt x="10038" y="2274"/>
                  </a:cubicBezTo>
                  <a:cubicBezTo>
                    <a:pt x="9741" y="2603"/>
                    <a:pt x="9429" y="2711"/>
                    <a:pt x="9103" y="2711"/>
                  </a:cubicBezTo>
                  <a:cubicBezTo>
                    <a:pt x="8489" y="2711"/>
                    <a:pt x="7823" y="2331"/>
                    <a:pt x="7104" y="2331"/>
                  </a:cubicBezTo>
                  <a:cubicBezTo>
                    <a:pt x="7070" y="2331"/>
                    <a:pt x="7036" y="2332"/>
                    <a:pt x="7002" y="2334"/>
                  </a:cubicBezTo>
                  <a:cubicBezTo>
                    <a:pt x="5847" y="2394"/>
                    <a:pt x="5347" y="2620"/>
                    <a:pt x="4085" y="2655"/>
                  </a:cubicBezTo>
                  <a:cubicBezTo>
                    <a:pt x="4078" y="2656"/>
                    <a:pt x="4072" y="2656"/>
                    <a:pt x="4065" y="2656"/>
                  </a:cubicBezTo>
                  <a:cubicBezTo>
                    <a:pt x="2817" y="2656"/>
                    <a:pt x="2462" y="405"/>
                    <a:pt x="709" y="405"/>
                  </a:cubicBezTo>
                  <a:cubicBezTo>
                    <a:pt x="695" y="405"/>
                    <a:pt x="681" y="405"/>
                    <a:pt x="668" y="405"/>
                  </a:cubicBezTo>
                  <a:cubicBezTo>
                    <a:pt x="668" y="405"/>
                    <a:pt x="1" y="8049"/>
                    <a:pt x="6764" y="8049"/>
                  </a:cubicBezTo>
                  <a:cubicBezTo>
                    <a:pt x="13788" y="8049"/>
                    <a:pt x="11800" y="1"/>
                    <a:pt x="118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58"/>
            <p:cNvSpPr/>
            <p:nvPr/>
          </p:nvSpPr>
          <p:spPr>
            <a:xfrm>
              <a:off x="-333675" y="4666100"/>
              <a:ext cx="24425" cy="16175"/>
            </a:xfrm>
            <a:custGeom>
              <a:avLst/>
              <a:gdLst/>
              <a:ahLst/>
              <a:cxnLst/>
              <a:rect l="l" t="t" r="r" b="b"/>
              <a:pathLst>
                <a:path w="977" h="647" extrusionOk="0">
                  <a:moveTo>
                    <a:pt x="50" y="1"/>
                  </a:moveTo>
                  <a:cubicBezTo>
                    <a:pt x="45" y="1"/>
                    <a:pt x="40" y="1"/>
                    <a:pt x="36" y="4"/>
                  </a:cubicBezTo>
                  <a:cubicBezTo>
                    <a:pt x="12" y="4"/>
                    <a:pt x="0" y="27"/>
                    <a:pt x="0" y="51"/>
                  </a:cubicBezTo>
                  <a:cubicBezTo>
                    <a:pt x="0" y="63"/>
                    <a:pt x="83" y="647"/>
                    <a:pt x="798" y="647"/>
                  </a:cubicBezTo>
                  <a:lnTo>
                    <a:pt x="929" y="647"/>
                  </a:lnTo>
                  <a:cubicBezTo>
                    <a:pt x="965" y="635"/>
                    <a:pt x="976" y="611"/>
                    <a:pt x="976" y="587"/>
                  </a:cubicBezTo>
                  <a:cubicBezTo>
                    <a:pt x="976" y="563"/>
                    <a:pt x="953" y="551"/>
                    <a:pt x="929" y="551"/>
                  </a:cubicBezTo>
                  <a:cubicBezTo>
                    <a:pt x="884" y="556"/>
                    <a:pt x="841" y="558"/>
                    <a:pt x="801" y="558"/>
                  </a:cubicBezTo>
                  <a:cubicBezTo>
                    <a:pt x="169" y="558"/>
                    <a:pt x="95" y="62"/>
                    <a:pt x="95" y="39"/>
                  </a:cubicBezTo>
                  <a:cubicBezTo>
                    <a:pt x="95" y="20"/>
                    <a:pt x="72" y="1"/>
                    <a:pt x="50"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58"/>
            <p:cNvSpPr/>
            <p:nvPr/>
          </p:nvSpPr>
          <p:spPr>
            <a:xfrm>
              <a:off x="-432200" y="4543125"/>
              <a:ext cx="65500" cy="35500"/>
            </a:xfrm>
            <a:custGeom>
              <a:avLst/>
              <a:gdLst/>
              <a:ahLst/>
              <a:cxnLst/>
              <a:rect l="l" t="t" r="r" b="b"/>
              <a:pathLst>
                <a:path w="2620" h="1420" extrusionOk="0">
                  <a:moveTo>
                    <a:pt x="2050" y="1"/>
                  </a:moveTo>
                  <a:cubicBezTo>
                    <a:pt x="1822" y="1"/>
                    <a:pt x="1488" y="101"/>
                    <a:pt x="988" y="363"/>
                  </a:cubicBezTo>
                  <a:cubicBezTo>
                    <a:pt x="0" y="875"/>
                    <a:pt x="464" y="1291"/>
                    <a:pt x="464" y="1291"/>
                  </a:cubicBezTo>
                  <a:cubicBezTo>
                    <a:pt x="557" y="1379"/>
                    <a:pt x="676" y="1420"/>
                    <a:pt x="824" y="1420"/>
                  </a:cubicBezTo>
                  <a:cubicBezTo>
                    <a:pt x="1077" y="1420"/>
                    <a:pt x="1412" y="1300"/>
                    <a:pt x="1834" y="1089"/>
                  </a:cubicBezTo>
                  <a:cubicBezTo>
                    <a:pt x="2393" y="803"/>
                    <a:pt x="2620" y="458"/>
                    <a:pt x="2465" y="220"/>
                  </a:cubicBezTo>
                  <a:cubicBezTo>
                    <a:pt x="2389" y="92"/>
                    <a:pt x="2268" y="1"/>
                    <a:pt x="20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58"/>
            <p:cNvSpPr/>
            <p:nvPr/>
          </p:nvSpPr>
          <p:spPr>
            <a:xfrm>
              <a:off x="-389050" y="4598325"/>
              <a:ext cx="23850" cy="28600"/>
            </a:xfrm>
            <a:custGeom>
              <a:avLst/>
              <a:gdLst/>
              <a:ahLst/>
              <a:cxnLst/>
              <a:rect l="l" t="t" r="r" b="b"/>
              <a:pathLst>
                <a:path w="954" h="1144" extrusionOk="0">
                  <a:moveTo>
                    <a:pt x="477" y="0"/>
                  </a:moveTo>
                  <a:cubicBezTo>
                    <a:pt x="215" y="0"/>
                    <a:pt x="1" y="250"/>
                    <a:pt x="1" y="572"/>
                  </a:cubicBezTo>
                  <a:cubicBezTo>
                    <a:pt x="1" y="893"/>
                    <a:pt x="215" y="1143"/>
                    <a:pt x="477" y="1143"/>
                  </a:cubicBezTo>
                  <a:cubicBezTo>
                    <a:pt x="739" y="1143"/>
                    <a:pt x="953" y="893"/>
                    <a:pt x="953" y="572"/>
                  </a:cubicBezTo>
                  <a:cubicBezTo>
                    <a:pt x="953" y="250"/>
                    <a:pt x="739" y="0"/>
                    <a:pt x="4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58"/>
            <p:cNvSpPr/>
            <p:nvPr/>
          </p:nvSpPr>
          <p:spPr>
            <a:xfrm>
              <a:off x="-273850" y="4543125"/>
              <a:ext cx="65500" cy="35500"/>
            </a:xfrm>
            <a:custGeom>
              <a:avLst/>
              <a:gdLst/>
              <a:ahLst/>
              <a:cxnLst/>
              <a:rect l="l" t="t" r="r" b="b"/>
              <a:pathLst>
                <a:path w="2620" h="1420" extrusionOk="0">
                  <a:moveTo>
                    <a:pt x="568" y="1"/>
                  </a:moveTo>
                  <a:cubicBezTo>
                    <a:pt x="349" y="1"/>
                    <a:pt x="225" y="92"/>
                    <a:pt x="143" y="220"/>
                  </a:cubicBezTo>
                  <a:cubicBezTo>
                    <a:pt x="0" y="458"/>
                    <a:pt x="226" y="803"/>
                    <a:pt x="786" y="1089"/>
                  </a:cubicBezTo>
                  <a:cubicBezTo>
                    <a:pt x="1207" y="1300"/>
                    <a:pt x="1538" y="1420"/>
                    <a:pt x="1791" y="1420"/>
                  </a:cubicBezTo>
                  <a:cubicBezTo>
                    <a:pt x="1938" y="1420"/>
                    <a:pt x="2059" y="1379"/>
                    <a:pt x="2155" y="1291"/>
                  </a:cubicBezTo>
                  <a:cubicBezTo>
                    <a:pt x="2155" y="1291"/>
                    <a:pt x="2620" y="875"/>
                    <a:pt x="1631" y="363"/>
                  </a:cubicBezTo>
                  <a:cubicBezTo>
                    <a:pt x="1132" y="101"/>
                    <a:pt x="798" y="1"/>
                    <a:pt x="56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58"/>
            <p:cNvSpPr/>
            <p:nvPr/>
          </p:nvSpPr>
          <p:spPr>
            <a:xfrm>
              <a:off x="-272675" y="4602475"/>
              <a:ext cx="23550" cy="28600"/>
            </a:xfrm>
            <a:custGeom>
              <a:avLst/>
              <a:gdLst/>
              <a:ahLst/>
              <a:cxnLst/>
              <a:rect l="l" t="t" r="r" b="b"/>
              <a:pathLst>
                <a:path w="942" h="1144" extrusionOk="0">
                  <a:moveTo>
                    <a:pt x="465" y="1"/>
                  </a:moveTo>
                  <a:cubicBezTo>
                    <a:pt x="203" y="1"/>
                    <a:pt x="1" y="251"/>
                    <a:pt x="1" y="572"/>
                  </a:cubicBezTo>
                  <a:cubicBezTo>
                    <a:pt x="1" y="894"/>
                    <a:pt x="203" y="1144"/>
                    <a:pt x="465" y="1144"/>
                  </a:cubicBezTo>
                  <a:cubicBezTo>
                    <a:pt x="727" y="1144"/>
                    <a:pt x="941" y="894"/>
                    <a:pt x="941" y="572"/>
                  </a:cubicBezTo>
                  <a:cubicBezTo>
                    <a:pt x="941" y="251"/>
                    <a:pt x="727"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58"/>
            <p:cNvSpPr/>
            <p:nvPr/>
          </p:nvSpPr>
          <p:spPr>
            <a:xfrm>
              <a:off x="-521150" y="4602725"/>
              <a:ext cx="80925" cy="91700"/>
            </a:xfrm>
            <a:custGeom>
              <a:avLst/>
              <a:gdLst/>
              <a:ahLst/>
              <a:cxnLst/>
              <a:rect l="l" t="t" r="r" b="b"/>
              <a:pathLst>
                <a:path w="3237" h="3668" extrusionOk="0">
                  <a:moveTo>
                    <a:pt x="1599" y="1"/>
                  </a:moveTo>
                  <a:cubicBezTo>
                    <a:pt x="942" y="1"/>
                    <a:pt x="139" y="284"/>
                    <a:pt x="70" y="1646"/>
                  </a:cubicBezTo>
                  <a:cubicBezTo>
                    <a:pt x="1" y="2999"/>
                    <a:pt x="997" y="3668"/>
                    <a:pt x="1878" y="3668"/>
                  </a:cubicBezTo>
                  <a:cubicBezTo>
                    <a:pt x="2517" y="3668"/>
                    <a:pt x="3095" y="3317"/>
                    <a:pt x="3165" y="2622"/>
                  </a:cubicBezTo>
                  <a:cubicBezTo>
                    <a:pt x="3237" y="1979"/>
                    <a:pt x="2463" y="146"/>
                    <a:pt x="2463" y="146"/>
                  </a:cubicBezTo>
                  <a:cubicBezTo>
                    <a:pt x="2463" y="146"/>
                    <a:pt x="2068" y="1"/>
                    <a:pt x="1599" y="1"/>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58"/>
            <p:cNvSpPr/>
            <p:nvPr/>
          </p:nvSpPr>
          <p:spPr>
            <a:xfrm>
              <a:off x="-510500" y="4620975"/>
              <a:ext cx="63125" cy="50575"/>
            </a:xfrm>
            <a:custGeom>
              <a:avLst/>
              <a:gdLst/>
              <a:ahLst/>
              <a:cxnLst/>
              <a:rect l="l" t="t" r="r" b="b"/>
              <a:pathLst>
                <a:path w="2525" h="2023" extrusionOk="0">
                  <a:moveTo>
                    <a:pt x="1010" y="1"/>
                  </a:moveTo>
                  <a:cubicBezTo>
                    <a:pt x="939" y="1"/>
                    <a:pt x="868" y="8"/>
                    <a:pt x="799" y="23"/>
                  </a:cubicBezTo>
                  <a:cubicBezTo>
                    <a:pt x="310" y="130"/>
                    <a:pt x="37" y="570"/>
                    <a:pt x="25" y="594"/>
                  </a:cubicBezTo>
                  <a:cubicBezTo>
                    <a:pt x="1" y="618"/>
                    <a:pt x="13" y="642"/>
                    <a:pt x="37" y="654"/>
                  </a:cubicBezTo>
                  <a:cubicBezTo>
                    <a:pt x="46" y="663"/>
                    <a:pt x="55" y="667"/>
                    <a:pt x="63" y="667"/>
                  </a:cubicBezTo>
                  <a:cubicBezTo>
                    <a:pt x="77" y="667"/>
                    <a:pt x="89" y="657"/>
                    <a:pt x="96" y="642"/>
                  </a:cubicBezTo>
                  <a:cubicBezTo>
                    <a:pt x="96" y="642"/>
                    <a:pt x="370" y="213"/>
                    <a:pt x="822" y="118"/>
                  </a:cubicBezTo>
                  <a:cubicBezTo>
                    <a:pt x="887" y="103"/>
                    <a:pt x="952" y="96"/>
                    <a:pt x="1017" y="96"/>
                  </a:cubicBezTo>
                  <a:cubicBezTo>
                    <a:pt x="1214" y="96"/>
                    <a:pt x="1414" y="165"/>
                    <a:pt x="1620" y="308"/>
                  </a:cubicBezTo>
                  <a:cubicBezTo>
                    <a:pt x="2406" y="820"/>
                    <a:pt x="1906" y="1940"/>
                    <a:pt x="1906" y="1952"/>
                  </a:cubicBezTo>
                  <a:cubicBezTo>
                    <a:pt x="1894" y="1975"/>
                    <a:pt x="1906" y="2011"/>
                    <a:pt x="1930" y="2023"/>
                  </a:cubicBezTo>
                  <a:lnTo>
                    <a:pt x="1942" y="2023"/>
                  </a:lnTo>
                  <a:cubicBezTo>
                    <a:pt x="1965" y="2023"/>
                    <a:pt x="1977" y="2011"/>
                    <a:pt x="1989" y="1999"/>
                  </a:cubicBezTo>
                  <a:cubicBezTo>
                    <a:pt x="1989" y="1987"/>
                    <a:pt x="2525" y="797"/>
                    <a:pt x="1680" y="225"/>
                  </a:cubicBezTo>
                  <a:cubicBezTo>
                    <a:pt x="1455" y="72"/>
                    <a:pt x="1230" y="1"/>
                    <a:pt x="1010"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58"/>
            <p:cNvSpPr/>
            <p:nvPr/>
          </p:nvSpPr>
          <p:spPr>
            <a:xfrm>
              <a:off x="-491750" y="4640275"/>
              <a:ext cx="35150" cy="8525"/>
            </a:xfrm>
            <a:custGeom>
              <a:avLst/>
              <a:gdLst/>
              <a:ahLst/>
              <a:cxnLst/>
              <a:rect l="l" t="t" r="r" b="b"/>
              <a:pathLst>
                <a:path w="1406" h="341" extrusionOk="0">
                  <a:moveTo>
                    <a:pt x="771" y="0"/>
                  </a:moveTo>
                  <a:cubicBezTo>
                    <a:pt x="369" y="0"/>
                    <a:pt x="25" y="251"/>
                    <a:pt x="25" y="251"/>
                  </a:cubicBezTo>
                  <a:cubicBezTo>
                    <a:pt x="1" y="275"/>
                    <a:pt x="1" y="298"/>
                    <a:pt x="13" y="322"/>
                  </a:cubicBezTo>
                  <a:cubicBezTo>
                    <a:pt x="25" y="334"/>
                    <a:pt x="37" y="334"/>
                    <a:pt x="49" y="334"/>
                  </a:cubicBezTo>
                  <a:lnTo>
                    <a:pt x="72" y="334"/>
                  </a:lnTo>
                  <a:cubicBezTo>
                    <a:pt x="80" y="326"/>
                    <a:pt x="402" y="90"/>
                    <a:pt x="770" y="90"/>
                  </a:cubicBezTo>
                  <a:cubicBezTo>
                    <a:pt x="954" y="90"/>
                    <a:pt x="1149" y="148"/>
                    <a:pt x="1322" y="322"/>
                  </a:cubicBezTo>
                  <a:cubicBezTo>
                    <a:pt x="1334" y="334"/>
                    <a:pt x="1346" y="340"/>
                    <a:pt x="1358" y="340"/>
                  </a:cubicBezTo>
                  <a:cubicBezTo>
                    <a:pt x="1370" y="340"/>
                    <a:pt x="1382" y="334"/>
                    <a:pt x="1394" y="322"/>
                  </a:cubicBezTo>
                  <a:cubicBezTo>
                    <a:pt x="1406" y="310"/>
                    <a:pt x="1406" y="275"/>
                    <a:pt x="1394" y="263"/>
                  </a:cubicBezTo>
                  <a:cubicBezTo>
                    <a:pt x="1197" y="66"/>
                    <a:pt x="976" y="0"/>
                    <a:pt x="771" y="0"/>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58"/>
            <p:cNvSpPr/>
            <p:nvPr/>
          </p:nvSpPr>
          <p:spPr>
            <a:xfrm>
              <a:off x="-338750" y="4523600"/>
              <a:ext cx="47950" cy="119975"/>
            </a:xfrm>
            <a:custGeom>
              <a:avLst/>
              <a:gdLst/>
              <a:ahLst/>
              <a:cxnLst/>
              <a:rect l="l" t="t" r="r" b="b"/>
              <a:pathLst>
                <a:path w="1918" h="4799" extrusionOk="0">
                  <a:moveTo>
                    <a:pt x="263" y="1"/>
                  </a:moveTo>
                  <a:cubicBezTo>
                    <a:pt x="227" y="1"/>
                    <a:pt x="203" y="13"/>
                    <a:pt x="203" y="48"/>
                  </a:cubicBezTo>
                  <a:cubicBezTo>
                    <a:pt x="191" y="346"/>
                    <a:pt x="1" y="3025"/>
                    <a:pt x="215" y="3358"/>
                  </a:cubicBezTo>
                  <a:cubicBezTo>
                    <a:pt x="282" y="3466"/>
                    <a:pt x="391" y="3558"/>
                    <a:pt x="578" y="3558"/>
                  </a:cubicBezTo>
                  <a:cubicBezTo>
                    <a:pt x="723" y="3558"/>
                    <a:pt x="914" y="3503"/>
                    <a:pt x="1168" y="3358"/>
                  </a:cubicBezTo>
                  <a:cubicBezTo>
                    <a:pt x="1179" y="3358"/>
                    <a:pt x="1179" y="3346"/>
                    <a:pt x="1191" y="3346"/>
                  </a:cubicBezTo>
                  <a:cubicBezTo>
                    <a:pt x="1261" y="3309"/>
                    <a:pt x="1328" y="3291"/>
                    <a:pt x="1391" y="3291"/>
                  </a:cubicBezTo>
                  <a:cubicBezTo>
                    <a:pt x="1467" y="3291"/>
                    <a:pt x="1537" y="3318"/>
                    <a:pt x="1596" y="3370"/>
                  </a:cubicBezTo>
                  <a:cubicBezTo>
                    <a:pt x="1775" y="3549"/>
                    <a:pt x="1810" y="3942"/>
                    <a:pt x="1679" y="4203"/>
                  </a:cubicBezTo>
                  <a:cubicBezTo>
                    <a:pt x="1513" y="4537"/>
                    <a:pt x="1144" y="4704"/>
                    <a:pt x="1144" y="4715"/>
                  </a:cubicBezTo>
                  <a:cubicBezTo>
                    <a:pt x="1120" y="4727"/>
                    <a:pt x="1108" y="4751"/>
                    <a:pt x="1120" y="4775"/>
                  </a:cubicBezTo>
                  <a:cubicBezTo>
                    <a:pt x="1120" y="4787"/>
                    <a:pt x="1144" y="4799"/>
                    <a:pt x="1156" y="4799"/>
                  </a:cubicBezTo>
                  <a:lnTo>
                    <a:pt x="1179" y="4799"/>
                  </a:lnTo>
                  <a:cubicBezTo>
                    <a:pt x="1191" y="4787"/>
                    <a:pt x="1584" y="4608"/>
                    <a:pt x="1763" y="4239"/>
                  </a:cubicBezTo>
                  <a:cubicBezTo>
                    <a:pt x="1918" y="3942"/>
                    <a:pt x="1870" y="3501"/>
                    <a:pt x="1668" y="3311"/>
                  </a:cubicBezTo>
                  <a:cubicBezTo>
                    <a:pt x="1585" y="3235"/>
                    <a:pt x="1492" y="3195"/>
                    <a:pt x="1388" y="3195"/>
                  </a:cubicBezTo>
                  <a:cubicBezTo>
                    <a:pt x="1312" y="3195"/>
                    <a:pt x="1230" y="3217"/>
                    <a:pt x="1144" y="3263"/>
                  </a:cubicBezTo>
                  <a:cubicBezTo>
                    <a:pt x="1144" y="3263"/>
                    <a:pt x="1132" y="3275"/>
                    <a:pt x="1120" y="3287"/>
                  </a:cubicBezTo>
                  <a:cubicBezTo>
                    <a:pt x="906" y="3409"/>
                    <a:pt x="730" y="3468"/>
                    <a:pt x="591" y="3468"/>
                  </a:cubicBezTo>
                  <a:cubicBezTo>
                    <a:pt x="460" y="3468"/>
                    <a:pt x="362" y="3415"/>
                    <a:pt x="298" y="3311"/>
                  </a:cubicBezTo>
                  <a:cubicBezTo>
                    <a:pt x="132" y="3049"/>
                    <a:pt x="239" y="870"/>
                    <a:pt x="298" y="48"/>
                  </a:cubicBezTo>
                  <a:cubicBezTo>
                    <a:pt x="298" y="24"/>
                    <a:pt x="286" y="1"/>
                    <a:pt x="263"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58"/>
            <p:cNvSpPr/>
            <p:nvPr/>
          </p:nvSpPr>
          <p:spPr>
            <a:xfrm>
              <a:off x="-522400" y="4554825"/>
              <a:ext cx="339650" cy="112875"/>
            </a:xfrm>
            <a:custGeom>
              <a:avLst/>
              <a:gdLst/>
              <a:ahLst/>
              <a:cxnLst/>
              <a:rect l="l" t="t" r="r" b="b"/>
              <a:pathLst>
                <a:path w="13586" h="4515" extrusionOk="0">
                  <a:moveTo>
                    <a:pt x="5422" y="108"/>
                  </a:moveTo>
                  <a:cubicBezTo>
                    <a:pt x="5436" y="108"/>
                    <a:pt x="5451" y="109"/>
                    <a:pt x="5466" y="109"/>
                  </a:cubicBezTo>
                  <a:cubicBezTo>
                    <a:pt x="6609" y="145"/>
                    <a:pt x="7513" y="1097"/>
                    <a:pt x="7478" y="2228"/>
                  </a:cubicBezTo>
                  <a:cubicBezTo>
                    <a:pt x="7454" y="3349"/>
                    <a:pt x="6537" y="4241"/>
                    <a:pt x="5424" y="4241"/>
                  </a:cubicBezTo>
                  <a:cubicBezTo>
                    <a:pt x="5402" y="4241"/>
                    <a:pt x="5380" y="4241"/>
                    <a:pt x="5358" y="4240"/>
                  </a:cubicBezTo>
                  <a:cubicBezTo>
                    <a:pt x="4227" y="4205"/>
                    <a:pt x="3322" y="3264"/>
                    <a:pt x="3358" y="2121"/>
                  </a:cubicBezTo>
                  <a:cubicBezTo>
                    <a:pt x="3382" y="1005"/>
                    <a:pt x="4310" y="108"/>
                    <a:pt x="5422" y="108"/>
                  </a:cubicBezTo>
                  <a:close/>
                  <a:moveTo>
                    <a:pt x="11365" y="275"/>
                  </a:moveTo>
                  <a:cubicBezTo>
                    <a:pt x="11387" y="275"/>
                    <a:pt x="11409" y="275"/>
                    <a:pt x="11431" y="276"/>
                  </a:cubicBezTo>
                  <a:cubicBezTo>
                    <a:pt x="12562" y="299"/>
                    <a:pt x="13467" y="1252"/>
                    <a:pt x="13431" y="2383"/>
                  </a:cubicBezTo>
                  <a:cubicBezTo>
                    <a:pt x="13407" y="3511"/>
                    <a:pt x="12479" y="4396"/>
                    <a:pt x="11368" y="4396"/>
                  </a:cubicBezTo>
                  <a:cubicBezTo>
                    <a:pt x="11353" y="4396"/>
                    <a:pt x="11338" y="4395"/>
                    <a:pt x="11323" y="4395"/>
                  </a:cubicBezTo>
                  <a:cubicBezTo>
                    <a:pt x="10180" y="4371"/>
                    <a:pt x="9276" y="3419"/>
                    <a:pt x="9311" y="2276"/>
                  </a:cubicBezTo>
                  <a:cubicBezTo>
                    <a:pt x="9335" y="1166"/>
                    <a:pt x="10251" y="275"/>
                    <a:pt x="11365" y="275"/>
                  </a:cubicBezTo>
                  <a:close/>
                  <a:moveTo>
                    <a:pt x="5411" y="1"/>
                  </a:moveTo>
                  <a:cubicBezTo>
                    <a:pt x="4250" y="1"/>
                    <a:pt x="3297" y="916"/>
                    <a:pt x="3239" y="2062"/>
                  </a:cubicBezTo>
                  <a:lnTo>
                    <a:pt x="632" y="2002"/>
                  </a:lnTo>
                  <a:cubicBezTo>
                    <a:pt x="620" y="2002"/>
                    <a:pt x="620" y="2002"/>
                    <a:pt x="608" y="2014"/>
                  </a:cubicBezTo>
                  <a:cubicBezTo>
                    <a:pt x="584" y="2014"/>
                    <a:pt x="36" y="2216"/>
                    <a:pt x="1" y="2740"/>
                  </a:cubicBezTo>
                  <a:cubicBezTo>
                    <a:pt x="1" y="2764"/>
                    <a:pt x="24" y="2800"/>
                    <a:pt x="48" y="2800"/>
                  </a:cubicBezTo>
                  <a:lnTo>
                    <a:pt x="60" y="2800"/>
                  </a:lnTo>
                  <a:cubicBezTo>
                    <a:pt x="84" y="2800"/>
                    <a:pt x="108" y="2776"/>
                    <a:pt x="120" y="2740"/>
                  </a:cubicBezTo>
                  <a:cubicBezTo>
                    <a:pt x="143" y="2335"/>
                    <a:pt x="572" y="2145"/>
                    <a:pt x="632" y="2121"/>
                  </a:cubicBezTo>
                  <a:lnTo>
                    <a:pt x="3239" y="2181"/>
                  </a:lnTo>
                  <a:cubicBezTo>
                    <a:pt x="3239" y="3359"/>
                    <a:pt x="4180" y="4324"/>
                    <a:pt x="5358" y="4359"/>
                  </a:cubicBezTo>
                  <a:cubicBezTo>
                    <a:pt x="5373" y="4360"/>
                    <a:pt x="5388" y="4360"/>
                    <a:pt x="5402" y="4360"/>
                  </a:cubicBezTo>
                  <a:cubicBezTo>
                    <a:pt x="6585" y="4360"/>
                    <a:pt x="7561" y="3416"/>
                    <a:pt x="7597" y="2228"/>
                  </a:cubicBezTo>
                  <a:cubicBezTo>
                    <a:pt x="7597" y="2145"/>
                    <a:pt x="7597" y="2050"/>
                    <a:pt x="7585" y="1966"/>
                  </a:cubicBezTo>
                  <a:cubicBezTo>
                    <a:pt x="7678" y="1916"/>
                    <a:pt x="7990" y="1783"/>
                    <a:pt x="8382" y="1783"/>
                  </a:cubicBezTo>
                  <a:cubicBezTo>
                    <a:pt x="8638" y="1783"/>
                    <a:pt x="8929" y="1840"/>
                    <a:pt x="9216" y="2014"/>
                  </a:cubicBezTo>
                  <a:cubicBezTo>
                    <a:pt x="9204" y="2097"/>
                    <a:pt x="9192" y="2192"/>
                    <a:pt x="9192" y="2276"/>
                  </a:cubicBezTo>
                  <a:cubicBezTo>
                    <a:pt x="9156" y="3478"/>
                    <a:pt x="10109" y="4478"/>
                    <a:pt x="11311" y="4514"/>
                  </a:cubicBezTo>
                  <a:cubicBezTo>
                    <a:pt x="11326" y="4515"/>
                    <a:pt x="11341" y="4515"/>
                    <a:pt x="11356" y="4515"/>
                  </a:cubicBezTo>
                  <a:cubicBezTo>
                    <a:pt x="12538" y="4515"/>
                    <a:pt x="13515" y="3571"/>
                    <a:pt x="13550" y="2383"/>
                  </a:cubicBezTo>
                  <a:cubicBezTo>
                    <a:pt x="13586" y="1192"/>
                    <a:pt x="12633" y="180"/>
                    <a:pt x="11431" y="157"/>
                  </a:cubicBezTo>
                  <a:cubicBezTo>
                    <a:pt x="11406" y="156"/>
                    <a:pt x="11382" y="155"/>
                    <a:pt x="11358" y="155"/>
                  </a:cubicBezTo>
                  <a:cubicBezTo>
                    <a:pt x="10318" y="155"/>
                    <a:pt x="9449" y="906"/>
                    <a:pt x="9240" y="1895"/>
                  </a:cubicBezTo>
                  <a:cubicBezTo>
                    <a:pt x="8945" y="1728"/>
                    <a:pt x="8648" y="1672"/>
                    <a:pt x="8385" y="1672"/>
                  </a:cubicBezTo>
                  <a:cubicBezTo>
                    <a:pt x="8011" y="1672"/>
                    <a:pt x="7706" y="1784"/>
                    <a:pt x="7573" y="1847"/>
                  </a:cubicBezTo>
                  <a:cubicBezTo>
                    <a:pt x="7406" y="823"/>
                    <a:pt x="6537" y="26"/>
                    <a:pt x="5477" y="2"/>
                  </a:cubicBezTo>
                  <a:cubicBezTo>
                    <a:pt x="5455" y="1"/>
                    <a:pt x="5433" y="1"/>
                    <a:pt x="54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58"/>
            <p:cNvSpPr/>
            <p:nvPr/>
          </p:nvSpPr>
          <p:spPr>
            <a:xfrm>
              <a:off x="-397975" y="4485525"/>
              <a:ext cx="155400" cy="11325"/>
            </a:xfrm>
            <a:custGeom>
              <a:avLst/>
              <a:gdLst/>
              <a:ahLst/>
              <a:cxnLst/>
              <a:rect l="l" t="t" r="r" b="b"/>
              <a:pathLst>
                <a:path w="6216" h="453" extrusionOk="0">
                  <a:moveTo>
                    <a:pt x="2978" y="0"/>
                  </a:moveTo>
                  <a:cubicBezTo>
                    <a:pt x="1985" y="0"/>
                    <a:pt x="992" y="111"/>
                    <a:pt x="24" y="333"/>
                  </a:cubicBezTo>
                  <a:cubicBezTo>
                    <a:pt x="0" y="333"/>
                    <a:pt x="0" y="345"/>
                    <a:pt x="0" y="369"/>
                  </a:cubicBezTo>
                  <a:cubicBezTo>
                    <a:pt x="0" y="381"/>
                    <a:pt x="12" y="393"/>
                    <a:pt x="36" y="393"/>
                  </a:cubicBezTo>
                  <a:cubicBezTo>
                    <a:pt x="999" y="170"/>
                    <a:pt x="1986" y="60"/>
                    <a:pt x="2973" y="60"/>
                  </a:cubicBezTo>
                  <a:cubicBezTo>
                    <a:pt x="4049" y="60"/>
                    <a:pt x="5124" y="191"/>
                    <a:pt x="6168" y="452"/>
                  </a:cubicBezTo>
                  <a:lnTo>
                    <a:pt x="6180" y="452"/>
                  </a:lnTo>
                  <a:cubicBezTo>
                    <a:pt x="6192" y="452"/>
                    <a:pt x="6204" y="440"/>
                    <a:pt x="6204" y="428"/>
                  </a:cubicBezTo>
                  <a:cubicBezTo>
                    <a:pt x="6215" y="416"/>
                    <a:pt x="6204" y="393"/>
                    <a:pt x="6192" y="393"/>
                  </a:cubicBezTo>
                  <a:cubicBezTo>
                    <a:pt x="5142" y="132"/>
                    <a:pt x="4060" y="0"/>
                    <a:pt x="2978" y="0"/>
                  </a:cubicBezTo>
                  <a:close/>
                </a:path>
              </a:pathLst>
            </a:custGeom>
            <a:solidFill>
              <a:srgbClr val="EAA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58"/>
            <p:cNvSpPr/>
            <p:nvPr/>
          </p:nvSpPr>
          <p:spPr>
            <a:xfrm>
              <a:off x="-384275" y="4447650"/>
              <a:ext cx="127700" cy="16750"/>
            </a:xfrm>
            <a:custGeom>
              <a:avLst/>
              <a:gdLst/>
              <a:ahLst/>
              <a:cxnLst/>
              <a:rect l="l" t="t" r="r" b="b"/>
              <a:pathLst>
                <a:path w="5108" h="670" extrusionOk="0">
                  <a:moveTo>
                    <a:pt x="2029" y="1"/>
                  </a:moveTo>
                  <a:cubicBezTo>
                    <a:pt x="1356" y="1"/>
                    <a:pt x="681" y="85"/>
                    <a:pt x="24" y="253"/>
                  </a:cubicBezTo>
                  <a:cubicBezTo>
                    <a:pt x="12" y="253"/>
                    <a:pt x="0" y="276"/>
                    <a:pt x="0" y="288"/>
                  </a:cubicBezTo>
                  <a:cubicBezTo>
                    <a:pt x="12" y="300"/>
                    <a:pt x="24" y="312"/>
                    <a:pt x="36" y="312"/>
                  </a:cubicBezTo>
                  <a:cubicBezTo>
                    <a:pt x="691" y="144"/>
                    <a:pt x="1364" y="60"/>
                    <a:pt x="2037" y="60"/>
                  </a:cubicBezTo>
                  <a:cubicBezTo>
                    <a:pt x="3075" y="60"/>
                    <a:pt x="4111" y="260"/>
                    <a:pt x="5072" y="657"/>
                  </a:cubicBezTo>
                  <a:cubicBezTo>
                    <a:pt x="5072" y="669"/>
                    <a:pt x="5072" y="669"/>
                    <a:pt x="5084" y="669"/>
                  </a:cubicBezTo>
                  <a:cubicBezTo>
                    <a:pt x="5084" y="669"/>
                    <a:pt x="5096" y="657"/>
                    <a:pt x="5108" y="645"/>
                  </a:cubicBezTo>
                  <a:cubicBezTo>
                    <a:pt x="5108" y="634"/>
                    <a:pt x="5108" y="610"/>
                    <a:pt x="5084" y="610"/>
                  </a:cubicBezTo>
                  <a:cubicBezTo>
                    <a:pt x="4120" y="204"/>
                    <a:pt x="3077" y="1"/>
                    <a:pt x="2029" y="1"/>
                  </a:cubicBezTo>
                  <a:close/>
                </a:path>
              </a:pathLst>
            </a:custGeom>
            <a:solidFill>
              <a:srgbClr val="EAA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35" name="Google Shape;1835;p58"/>
          <p:cNvGrpSpPr/>
          <p:nvPr/>
        </p:nvGrpSpPr>
        <p:grpSpPr>
          <a:xfrm>
            <a:off x="4562456" y="2945698"/>
            <a:ext cx="1103087" cy="1040624"/>
            <a:chOff x="-145875" y="4434125"/>
            <a:chExt cx="379250" cy="357775"/>
          </a:xfrm>
        </p:grpSpPr>
        <p:sp>
          <p:nvSpPr>
            <p:cNvPr id="1836" name="Google Shape;1836;p58"/>
            <p:cNvSpPr/>
            <p:nvPr/>
          </p:nvSpPr>
          <p:spPr>
            <a:xfrm>
              <a:off x="83325" y="4691625"/>
              <a:ext cx="131625" cy="100275"/>
            </a:xfrm>
            <a:custGeom>
              <a:avLst/>
              <a:gdLst/>
              <a:ahLst/>
              <a:cxnLst/>
              <a:rect l="l" t="t" r="r" b="b"/>
              <a:pathLst>
                <a:path w="5265" h="4011" extrusionOk="0">
                  <a:moveTo>
                    <a:pt x="4270" y="1"/>
                  </a:moveTo>
                  <a:cubicBezTo>
                    <a:pt x="4244" y="1"/>
                    <a:pt x="4218" y="3"/>
                    <a:pt x="4192" y="7"/>
                  </a:cubicBezTo>
                  <a:cubicBezTo>
                    <a:pt x="3454" y="102"/>
                    <a:pt x="787" y="1197"/>
                    <a:pt x="858" y="1733"/>
                  </a:cubicBezTo>
                  <a:cubicBezTo>
                    <a:pt x="858" y="1733"/>
                    <a:pt x="1" y="3174"/>
                    <a:pt x="1346" y="3781"/>
                  </a:cubicBezTo>
                  <a:cubicBezTo>
                    <a:pt x="1692" y="3939"/>
                    <a:pt x="2078" y="4011"/>
                    <a:pt x="2467" y="4011"/>
                  </a:cubicBezTo>
                  <a:cubicBezTo>
                    <a:pt x="3606" y="4011"/>
                    <a:pt x="4765" y="3394"/>
                    <a:pt x="4978" y="2507"/>
                  </a:cubicBezTo>
                  <a:cubicBezTo>
                    <a:pt x="5265" y="1359"/>
                    <a:pt x="4954" y="1"/>
                    <a:pt x="4270"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58"/>
            <p:cNvSpPr/>
            <p:nvPr/>
          </p:nvSpPr>
          <p:spPr>
            <a:xfrm>
              <a:off x="-145875" y="4504425"/>
              <a:ext cx="379250" cy="273575"/>
            </a:xfrm>
            <a:custGeom>
              <a:avLst/>
              <a:gdLst/>
              <a:ahLst/>
              <a:cxnLst/>
              <a:rect l="l" t="t" r="r" b="b"/>
              <a:pathLst>
                <a:path w="15170" h="10943" extrusionOk="0">
                  <a:moveTo>
                    <a:pt x="6714" y="0"/>
                  </a:moveTo>
                  <a:cubicBezTo>
                    <a:pt x="4561" y="0"/>
                    <a:pt x="2535" y="260"/>
                    <a:pt x="1465" y="863"/>
                  </a:cubicBezTo>
                  <a:cubicBezTo>
                    <a:pt x="1465" y="863"/>
                    <a:pt x="775" y="2863"/>
                    <a:pt x="394" y="4268"/>
                  </a:cubicBezTo>
                  <a:cubicBezTo>
                    <a:pt x="1" y="5673"/>
                    <a:pt x="2085" y="8685"/>
                    <a:pt x="2811" y="9245"/>
                  </a:cubicBezTo>
                  <a:cubicBezTo>
                    <a:pt x="3362" y="9667"/>
                    <a:pt x="6113" y="10943"/>
                    <a:pt x="8853" y="10943"/>
                  </a:cubicBezTo>
                  <a:cubicBezTo>
                    <a:pt x="11440" y="10943"/>
                    <a:pt x="14017" y="9804"/>
                    <a:pt x="14717" y="5732"/>
                  </a:cubicBezTo>
                  <a:cubicBezTo>
                    <a:pt x="14967" y="4268"/>
                    <a:pt x="15170" y="3470"/>
                    <a:pt x="14729" y="1851"/>
                  </a:cubicBezTo>
                  <a:cubicBezTo>
                    <a:pt x="14429" y="755"/>
                    <a:pt x="10386" y="0"/>
                    <a:pt x="6714"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58"/>
            <p:cNvSpPr/>
            <p:nvPr/>
          </p:nvSpPr>
          <p:spPr>
            <a:xfrm>
              <a:off x="130950" y="4660900"/>
              <a:ext cx="69650" cy="78925"/>
            </a:xfrm>
            <a:custGeom>
              <a:avLst/>
              <a:gdLst/>
              <a:ahLst/>
              <a:cxnLst/>
              <a:rect l="l" t="t" r="r" b="b"/>
              <a:pathLst>
                <a:path w="2786" h="3157" extrusionOk="0">
                  <a:moveTo>
                    <a:pt x="1384" y="0"/>
                  </a:moveTo>
                  <a:cubicBezTo>
                    <a:pt x="1038" y="0"/>
                    <a:pt x="763" y="81"/>
                    <a:pt x="763" y="81"/>
                  </a:cubicBezTo>
                  <a:lnTo>
                    <a:pt x="1" y="2212"/>
                  </a:lnTo>
                  <a:cubicBezTo>
                    <a:pt x="265" y="2816"/>
                    <a:pt x="852" y="3156"/>
                    <a:pt x="1417" y="3156"/>
                  </a:cubicBezTo>
                  <a:cubicBezTo>
                    <a:pt x="2099" y="3156"/>
                    <a:pt x="2750" y="2660"/>
                    <a:pt x="2763" y="1533"/>
                  </a:cubicBezTo>
                  <a:cubicBezTo>
                    <a:pt x="2786" y="238"/>
                    <a:pt x="1980" y="0"/>
                    <a:pt x="1384" y="0"/>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58"/>
            <p:cNvSpPr/>
            <p:nvPr/>
          </p:nvSpPr>
          <p:spPr>
            <a:xfrm>
              <a:off x="-112525" y="4466925"/>
              <a:ext cx="303025" cy="319125"/>
            </a:xfrm>
            <a:custGeom>
              <a:avLst/>
              <a:gdLst/>
              <a:ahLst/>
              <a:cxnLst/>
              <a:rect l="l" t="t" r="r" b="b"/>
              <a:pathLst>
                <a:path w="12121" h="12765" extrusionOk="0">
                  <a:moveTo>
                    <a:pt x="4638" y="1"/>
                  </a:moveTo>
                  <a:cubicBezTo>
                    <a:pt x="2803" y="1"/>
                    <a:pt x="1287" y="639"/>
                    <a:pt x="620" y="2351"/>
                  </a:cubicBezTo>
                  <a:cubicBezTo>
                    <a:pt x="620" y="2351"/>
                    <a:pt x="346" y="4756"/>
                    <a:pt x="155" y="7602"/>
                  </a:cubicBezTo>
                  <a:cubicBezTo>
                    <a:pt x="0" y="9923"/>
                    <a:pt x="1060" y="12257"/>
                    <a:pt x="4513" y="12674"/>
                  </a:cubicBezTo>
                  <a:cubicBezTo>
                    <a:pt x="5016" y="12733"/>
                    <a:pt x="5486" y="12764"/>
                    <a:pt x="5926" y="12764"/>
                  </a:cubicBezTo>
                  <a:cubicBezTo>
                    <a:pt x="8580" y="12764"/>
                    <a:pt x="10130" y="11616"/>
                    <a:pt x="11049" y="8471"/>
                  </a:cubicBezTo>
                  <a:cubicBezTo>
                    <a:pt x="12121" y="4804"/>
                    <a:pt x="11740" y="1720"/>
                    <a:pt x="8418" y="672"/>
                  </a:cubicBezTo>
                  <a:cubicBezTo>
                    <a:pt x="7121" y="263"/>
                    <a:pt x="5814" y="1"/>
                    <a:pt x="4638"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58"/>
            <p:cNvSpPr/>
            <p:nvPr/>
          </p:nvSpPr>
          <p:spPr>
            <a:xfrm>
              <a:off x="-2700" y="4686900"/>
              <a:ext cx="32775" cy="14725"/>
            </a:xfrm>
            <a:custGeom>
              <a:avLst/>
              <a:gdLst/>
              <a:ahLst/>
              <a:cxnLst/>
              <a:rect l="l" t="t" r="r" b="b"/>
              <a:pathLst>
                <a:path w="1311" h="589" extrusionOk="0">
                  <a:moveTo>
                    <a:pt x="1266" y="0"/>
                  </a:moveTo>
                  <a:cubicBezTo>
                    <a:pt x="1250" y="0"/>
                    <a:pt x="1236" y="9"/>
                    <a:pt x="1227" y="17"/>
                  </a:cubicBezTo>
                  <a:cubicBezTo>
                    <a:pt x="1007" y="408"/>
                    <a:pt x="703" y="502"/>
                    <a:pt x="460" y="502"/>
                  </a:cubicBezTo>
                  <a:cubicBezTo>
                    <a:pt x="244" y="502"/>
                    <a:pt x="77" y="427"/>
                    <a:pt x="60" y="422"/>
                  </a:cubicBezTo>
                  <a:cubicBezTo>
                    <a:pt x="54" y="419"/>
                    <a:pt x="48" y="417"/>
                    <a:pt x="41" y="417"/>
                  </a:cubicBezTo>
                  <a:cubicBezTo>
                    <a:pt x="25" y="417"/>
                    <a:pt x="10" y="428"/>
                    <a:pt x="1" y="446"/>
                  </a:cubicBezTo>
                  <a:cubicBezTo>
                    <a:pt x="1" y="458"/>
                    <a:pt x="1" y="493"/>
                    <a:pt x="25" y="493"/>
                  </a:cubicBezTo>
                  <a:cubicBezTo>
                    <a:pt x="25" y="505"/>
                    <a:pt x="227" y="589"/>
                    <a:pt x="465" y="589"/>
                  </a:cubicBezTo>
                  <a:cubicBezTo>
                    <a:pt x="739" y="589"/>
                    <a:pt x="1072" y="481"/>
                    <a:pt x="1299" y="65"/>
                  </a:cubicBezTo>
                  <a:cubicBezTo>
                    <a:pt x="1311" y="41"/>
                    <a:pt x="1299" y="17"/>
                    <a:pt x="1287" y="5"/>
                  </a:cubicBezTo>
                  <a:cubicBezTo>
                    <a:pt x="1280" y="2"/>
                    <a:pt x="1273" y="0"/>
                    <a:pt x="126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58"/>
            <p:cNvSpPr/>
            <p:nvPr/>
          </p:nvSpPr>
          <p:spPr>
            <a:xfrm>
              <a:off x="2075" y="4511700"/>
              <a:ext cx="625" cy="625"/>
            </a:xfrm>
            <a:custGeom>
              <a:avLst/>
              <a:gdLst/>
              <a:ahLst/>
              <a:cxnLst/>
              <a:rect l="l" t="t" r="r" b="b"/>
              <a:pathLst>
                <a:path w="25" h="25" extrusionOk="0">
                  <a:moveTo>
                    <a:pt x="0" y="24"/>
                  </a:moveTo>
                  <a:cubicBezTo>
                    <a:pt x="12" y="12"/>
                    <a:pt x="24" y="0"/>
                    <a:pt x="24" y="0"/>
                  </a:cubicBezTo>
                  <a:cubicBezTo>
                    <a:pt x="24" y="0"/>
                    <a:pt x="12" y="12"/>
                    <a:pt x="0" y="24"/>
                  </a:cubicBez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58"/>
            <p:cNvSpPr/>
            <p:nvPr/>
          </p:nvSpPr>
          <p:spPr>
            <a:xfrm>
              <a:off x="67850" y="4584450"/>
              <a:ext cx="62525" cy="46450"/>
            </a:xfrm>
            <a:custGeom>
              <a:avLst/>
              <a:gdLst/>
              <a:ahLst/>
              <a:cxnLst/>
              <a:rect l="l" t="t" r="r" b="b"/>
              <a:pathLst>
                <a:path w="2501" h="1858" extrusionOk="0">
                  <a:moveTo>
                    <a:pt x="548" y="1"/>
                  </a:moveTo>
                  <a:cubicBezTo>
                    <a:pt x="355" y="1"/>
                    <a:pt x="238" y="103"/>
                    <a:pt x="155" y="246"/>
                  </a:cubicBezTo>
                  <a:cubicBezTo>
                    <a:pt x="1" y="531"/>
                    <a:pt x="191" y="984"/>
                    <a:pt x="703" y="1377"/>
                  </a:cubicBezTo>
                  <a:cubicBezTo>
                    <a:pt x="1123" y="1685"/>
                    <a:pt x="1448" y="1857"/>
                    <a:pt x="1699" y="1857"/>
                  </a:cubicBezTo>
                  <a:cubicBezTo>
                    <a:pt x="1825" y="1857"/>
                    <a:pt x="1933" y="1814"/>
                    <a:pt x="2025" y="1722"/>
                  </a:cubicBezTo>
                  <a:cubicBezTo>
                    <a:pt x="2025" y="1722"/>
                    <a:pt x="2501" y="1234"/>
                    <a:pt x="1596" y="519"/>
                  </a:cubicBezTo>
                  <a:cubicBezTo>
                    <a:pt x="1102" y="141"/>
                    <a:pt x="774" y="1"/>
                    <a:pt x="548"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58"/>
            <p:cNvSpPr/>
            <p:nvPr/>
          </p:nvSpPr>
          <p:spPr>
            <a:xfrm>
              <a:off x="-84850" y="4569250"/>
              <a:ext cx="65225" cy="36500"/>
            </a:xfrm>
            <a:custGeom>
              <a:avLst/>
              <a:gdLst/>
              <a:ahLst/>
              <a:cxnLst/>
              <a:rect l="l" t="t" r="r" b="b"/>
              <a:pathLst>
                <a:path w="2609" h="1460" extrusionOk="0">
                  <a:moveTo>
                    <a:pt x="2003" y="1"/>
                  </a:moveTo>
                  <a:cubicBezTo>
                    <a:pt x="1790" y="1"/>
                    <a:pt x="1497" y="59"/>
                    <a:pt x="1096" y="199"/>
                  </a:cubicBezTo>
                  <a:cubicBezTo>
                    <a:pt x="1" y="580"/>
                    <a:pt x="310" y="1199"/>
                    <a:pt x="310" y="1199"/>
                  </a:cubicBezTo>
                  <a:cubicBezTo>
                    <a:pt x="392" y="1380"/>
                    <a:pt x="559" y="1460"/>
                    <a:pt x="806" y="1460"/>
                  </a:cubicBezTo>
                  <a:cubicBezTo>
                    <a:pt x="1029" y="1460"/>
                    <a:pt x="1317" y="1395"/>
                    <a:pt x="1668" y="1282"/>
                  </a:cubicBezTo>
                  <a:cubicBezTo>
                    <a:pt x="2275" y="1092"/>
                    <a:pt x="2608" y="723"/>
                    <a:pt x="2549" y="401"/>
                  </a:cubicBezTo>
                  <a:cubicBezTo>
                    <a:pt x="2503" y="175"/>
                    <a:pt x="2372" y="1"/>
                    <a:pt x="2003" y="1"/>
                  </a:cubicBezTo>
                  <a:close/>
                </a:path>
              </a:pathLst>
            </a:custGeom>
            <a:solidFill>
              <a:srgbClr val="EED9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58"/>
            <p:cNvSpPr/>
            <p:nvPr/>
          </p:nvSpPr>
          <p:spPr>
            <a:xfrm>
              <a:off x="137200" y="4675775"/>
              <a:ext cx="55700" cy="43125"/>
            </a:xfrm>
            <a:custGeom>
              <a:avLst/>
              <a:gdLst/>
              <a:ahLst/>
              <a:cxnLst/>
              <a:rect l="l" t="t" r="r" b="b"/>
              <a:pathLst>
                <a:path w="2228" h="1725" extrusionOk="0">
                  <a:moveTo>
                    <a:pt x="1329" y="1"/>
                  </a:moveTo>
                  <a:cubicBezTo>
                    <a:pt x="1150" y="1"/>
                    <a:pt x="965" y="57"/>
                    <a:pt x="775" y="164"/>
                  </a:cubicBezTo>
                  <a:cubicBezTo>
                    <a:pt x="1" y="617"/>
                    <a:pt x="406" y="1688"/>
                    <a:pt x="406" y="1700"/>
                  </a:cubicBezTo>
                  <a:cubicBezTo>
                    <a:pt x="418" y="1712"/>
                    <a:pt x="429" y="1724"/>
                    <a:pt x="441" y="1724"/>
                  </a:cubicBezTo>
                  <a:lnTo>
                    <a:pt x="465" y="1724"/>
                  </a:lnTo>
                  <a:cubicBezTo>
                    <a:pt x="477" y="1712"/>
                    <a:pt x="489" y="1688"/>
                    <a:pt x="489" y="1665"/>
                  </a:cubicBezTo>
                  <a:cubicBezTo>
                    <a:pt x="477" y="1653"/>
                    <a:pt x="108" y="653"/>
                    <a:pt x="822" y="236"/>
                  </a:cubicBezTo>
                  <a:cubicBezTo>
                    <a:pt x="996" y="137"/>
                    <a:pt x="1169" y="89"/>
                    <a:pt x="1331" y="89"/>
                  </a:cubicBezTo>
                  <a:cubicBezTo>
                    <a:pt x="1402" y="89"/>
                    <a:pt x="1471" y="98"/>
                    <a:pt x="1537" y="117"/>
                  </a:cubicBezTo>
                  <a:cubicBezTo>
                    <a:pt x="1930" y="224"/>
                    <a:pt x="2144" y="617"/>
                    <a:pt x="2144" y="617"/>
                  </a:cubicBezTo>
                  <a:cubicBezTo>
                    <a:pt x="2153" y="634"/>
                    <a:pt x="2168" y="645"/>
                    <a:pt x="2180" y="645"/>
                  </a:cubicBezTo>
                  <a:cubicBezTo>
                    <a:pt x="2184" y="645"/>
                    <a:pt x="2188" y="644"/>
                    <a:pt x="2192" y="641"/>
                  </a:cubicBezTo>
                  <a:cubicBezTo>
                    <a:pt x="2215" y="629"/>
                    <a:pt x="2227" y="605"/>
                    <a:pt x="2215" y="581"/>
                  </a:cubicBezTo>
                  <a:cubicBezTo>
                    <a:pt x="2203" y="569"/>
                    <a:pt x="1977" y="152"/>
                    <a:pt x="1561" y="33"/>
                  </a:cubicBezTo>
                  <a:cubicBezTo>
                    <a:pt x="1484" y="12"/>
                    <a:pt x="1407" y="1"/>
                    <a:pt x="132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58"/>
            <p:cNvSpPr/>
            <p:nvPr/>
          </p:nvSpPr>
          <p:spPr>
            <a:xfrm>
              <a:off x="144950" y="4691975"/>
              <a:ext cx="30975" cy="8450"/>
            </a:xfrm>
            <a:custGeom>
              <a:avLst/>
              <a:gdLst/>
              <a:ahLst/>
              <a:cxnLst/>
              <a:rect l="l" t="t" r="r" b="b"/>
              <a:pathLst>
                <a:path w="1239" h="338" extrusionOk="0">
                  <a:moveTo>
                    <a:pt x="523" y="0"/>
                  </a:moveTo>
                  <a:cubicBezTo>
                    <a:pt x="360" y="0"/>
                    <a:pt x="187" y="51"/>
                    <a:pt x="24" y="195"/>
                  </a:cubicBezTo>
                  <a:cubicBezTo>
                    <a:pt x="0" y="207"/>
                    <a:pt x="0" y="231"/>
                    <a:pt x="12" y="255"/>
                  </a:cubicBezTo>
                  <a:cubicBezTo>
                    <a:pt x="24" y="261"/>
                    <a:pt x="36" y="263"/>
                    <a:pt x="46" y="263"/>
                  </a:cubicBezTo>
                  <a:cubicBezTo>
                    <a:pt x="57" y="263"/>
                    <a:pt x="66" y="261"/>
                    <a:pt x="72" y="255"/>
                  </a:cubicBezTo>
                  <a:cubicBezTo>
                    <a:pt x="218" y="126"/>
                    <a:pt x="375" y="81"/>
                    <a:pt x="524" y="81"/>
                  </a:cubicBezTo>
                  <a:cubicBezTo>
                    <a:pt x="870" y="81"/>
                    <a:pt x="1167" y="326"/>
                    <a:pt x="1167" y="326"/>
                  </a:cubicBezTo>
                  <a:cubicBezTo>
                    <a:pt x="1179" y="338"/>
                    <a:pt x="1191" y="338"/>
                    <a:pt x="1191" y="338"/>
                  </a:cubicBezTo>
                  <a:cubicBezTo>
                    <a:pt x="1203" y="338"/>
                    <a:pt x="1215" y="338"/>
                    <a:pt x="1227" y="326"/>
                  </a:cubicBezTo>
                  <a:cubicBezTo>
                    <a:pt x="1239" y="314"/>
                    <a:pt x="1239" y="278"/>
                    <a:pt x="1227" y="266"/>
                  </a:cubicBezTo>
                  <a:cubicBezTo>
                    <a:pt x="1218" y="266"/>
                    <a:pt x="898" y="0"/>
                    <a:pt x="52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58"/>
            <p:cNvSpPr/>
            <p:nvPr/>
          </p:nvSpPr>
          <p:spPr>
            <a:xfrm>
              <a:off x="-12225" y="4572125"/>
              <a:ext cx="43500" cy="103725"/>
            </a:xfrm>
            <a:custGeom>
              <a:avLst/>
              <a:gdLst/>
              <a:ahLst/>
              <a:cxnLst/>
              <a:rect l="l" t="t" r="r" b="b"/>
              <a:pathLst>
                <a:path w="1740" h="4149" extrusionOk="0">
                  <a:moveTo>
                    <a:pt x="1692" y="0"/>
                  </a:moveTo>
                  <a:cubicBezTo>
                    <a:pt x="1668" y="0"/>
                    <a:pt x="1644" y="12"/>
                    <a:pt x="1644" y="36"/>
                  </a:cubicBezTo>
                  <a:cubicBezTo>
                    <a:pt x="1656" y="762"/>
                    <a:pt x="1632" y="2679"/>
                    <a:pt x="1465" y="2894"/>
                  </a:cubicBezTo>
                  <a:cubicBezTo>
                    <a:pt x="1408" y="2977"/>
                    <a:pt x="1328" y="3017"/>
                    <a:pt x="1228" y="3017"/>
                  </a:cubicBezTo>
                  <a:cubicBezTo>
                    <a:pt x="1098" y="3017"/>
                    <a:pt x="934" y="2950"/>
                    <a:pt x="739" y="2822"/>
                  </a:cubicBezTo>
                  <a:cubicBezTo>
                    <a:pt x="739" y="2810"/>
                    <a:pt x="727" y="2810"/>
                    <a:pt x="715" y="2810"/>
                  </a:cubicBezTo>
                  <a:cubicBezTo>
                    <a:pt x="632" y="2757"/>
                    <a:pt x="552" y="2730"/>
                    <a:pt x="476" y="2730"/>
                  </a:cubicBezTo>
                  <a:cubicBezTo>
                    <a:pt x="400" y="2730"/>
                    <a:pt x="328" y="2757"/>
                    <a:pt x="263" y="2810"/>
                  </a:cubicBezTo>
                  <a:cubicBezTo>
                    <a:pt x="72" y="2977"/>
                    <a:pt x="1" y="3358"/>
                    <a:pt x="120" y="3632"/>
                  </a:cubicBezTo>
                  <a:cubicBezTo>
                    <a:pt x="251" y="3953"/>
                    <a:pt x="584" y="4132"/>
                    <a:pt x="608" y="4144"/>
                  </a:cubicBezTo>
                  <a:lnTo>
                    <a:pt x="620" y="4144"/>
                  </a:lnTo>
                  <a:cubicBezTo>
                    <a:pt x="623" y="4147"/>
                    <a:pt x="628" y="4149"/>
                    <a:pt x="633" y="4149"/>
                  </a:cubicBezTo>
                  <a:cubicBezTo>
                    <a:pt x="644" y="4149"/>
                    <a:pt x="656" y="4140"/>
                    <a:pt x="656" y="4132"/>
                  </a:cubicBezTo>
                  <a:cubicBezTo>
                    <a:pt x="668" y="4108"/>
                    <a:pt x="656" y="4084"/>
                    <a:pt x="644" y="4072"/>
                  </a:cubicBezTo>
                  <a:cubicBezTo>
                    <a:pt x="644" y="4072"/>
                    <a:pt x="322" y="3894"/>
                    <a:pt x="191" y="3596"/>
                  </a:cubicBezTo>
                  <a:cubicBezTo>
                    <a:pt x="96" y="3358"/>
                    <a:pt x="156" y="3013"/>
                    <a:pt x="322" y="2870"/>
                  </a:cubicBezTo>
                  <a:cubicBezTo>
                    <a:pt x="368" y="2829"/>
                    <a:pt x="420" y="2809"/>
                    <a:pt x="477" y="2809"/>
                  </a:cubicBezTo>
                  <a:cubicBezTo>
                    <a:pt x="538" y="2809"/>
                    <a:pt x="606" y="2832"/>
                    <a:pt x="680" y="2882"/>
                  </a:cubicBezTo>
                  <a:cubicBezTo>
                    <a:pt x="680" y="2882"/>
                    <a:pt x="691" y="2882"/>
                    <a:pt x="703" y="2894"/>
                  </a:cubicBezTo>
                  <a:cubicBezTo>
                    <a:pt x="924" y="3043"/>
                    <a:pt x="1094" y="3097"/>
                    <a:pt x="1224" y="3097"/>
                  </a:cubicBezTo>
                  <a:cubicBezTo>
                    <a:pt x="1375" y="3097"/>
                    <a:pt x="1473" y="3024"/>
                    <a:pt x="1537" y="2941"/>
                  </a:cubicBezTo>
                  <a:cubicBezTo>
                    <a:pt x="1739" y="2655"/>
                    <a:pt x="1727" y="310"/>
                    <a:pt x="1727" y="36"/>
                  </a:cubicBezTo>
                  <a:cubicBezTo>
                    <a:pt x="1727" y="12"/>
                    <a:pt x="1715" y="0"/>
                    <a:pt x="169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58"/>
            <p:cNvSpPr/>
            <p:nvPr/>
          </p:nvSpPr>
          <p:spPr>
            <a:xfrm>
              <a:off x="55650" y="4684700"/>
              <a:ext cx="69075" cy="36800"/>
            </a:xfrm>
            <a:custGeom>
              <a:avLst/>
              <a:gdLst/>
              <a:ahLst/>
              <a:cxnLst/>
              <a:rect l="l" t="t" r="r" b="b"/>
              <a:pathLst>
                <a:path w="2763" h="1472" extrusionOk="0">
                  <a:moveTo>
                    <a:pt x="1608" y="1"/>
                  </a:moveTo>
                  <a:cubicBezTo>
                    <a:pt x="1504" y="1"/>
                    <a:pt x="1396" y="8"/>
                    <a:pt x="1286" y="22"/>
                  </a:cubicBezTo>
                  <a:cubicBezTo>
                    <a:pt x="548" y="117"/>
                    <a:pt x="0" y="522"/>
                    <a:pt x="48" y="915"/>
                  </a:cubicBezTo>
                  <a:cubicBezTo>
                    <a:pt x="89" y="1249"/>
                    <a:pt x="561" y="1471"/>
                    <a:pt x="1155" y="1471"/>
                  </a:cubicBezTo>
                  <a:cubicBezTo>
                    <a:pt x="1259" y="1471"/>
                    <a:pt x="1367" y="1465"/>
                    <a:pt x="1477" y="1450"/>
                  </a:cubicBezTo>
                  <a:cubicBezTo>
                    <a:pt x="2215" y="1355"/>
                    <a:pt x="2763" y="962"/>
                    <a:pt x="2715" y="557"/>
                  </a:cubicBezTo>
                  <a:cubicBezTo>
                    <a:pt x="2675" y="223"/>
                    <a:pt x="2203" y="1"/>
                    <a:pt x="1608" y="1"/>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58"/>
            <p:cNvSpPr/>
            <p:nvPr/>
          </p:nvSpPr>
          <p:spPr>
            <a:xfrm>
              <a:off x="-93775" y="4670075"/>
              <a:ext cx="70275" cy="39775"/>
            </a:xfrm>
            <a:custGeom>
              <a:avLst/>
              <a:gdLst/>
              <a:ahLst/>
              <a:cxnLst/>
              <a:rect l="l" t="t" r="r" b="b"/>
              <a:pathLst>
                <a:path w="2811" h="1591" extrusionOk="0">
                  <a:moveTo>
                    <a:pt x="945" y="1"/>
                  </a:moveTo>
                  <a:cubicBezTo>
                    <a:pt x="527" y="1"/>
                    <a:pt x="199" y="138"/>
                    <a:pt x="120" y="392"/>
                  </a:cubicBezTo>
                  <a:cubicBezTo>
                    <a:pt x="1" y="773"/>
                    <a:pt x="477" y="1262"/>
                    <a:pt x="1191" y="1476"/>
                  </a:cubicBezTo>
                  <a:cubicBezTo>
                    <a:pt x="1431" y="1553"/>
                    <a:pt x="1668" y="1590"/>
                    <a:pt x="1881" y="1590"/>
                  </a:cubicBezTo>
                  <a:cubicBezTo>
                    <a:pt x="2292" y="1590"/>
                    <a:pt x="2613" y="1453"/>
                    <a:pt x="2691" y="1202"/>
                  </a:cubicBezTo>
                  <a:cubicBezTo>
                    <a:pt x="2810" y="821"/>
                    <a:pt x="2334" y="333"/>
                    <a:pt x="1620" y="107"/>
                  </a:cubicBezTo>
                  <a:cubicBezTo>
                    <a:pt x="1386" y="35"/>
                    <a:pt x="1154" y="1"/>
                    <a:pt x="945" y="1"/>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58"/>
            <p:cNvSpPr/>
            <p:nvPr/>
          </p:nvSpPr>
          <p:spPr>
            <a:xfrm>
              <a:off x="-136925" y="4450325"/>
              <a:ext cx="363150" cy="212150"/>
            </a:xfrm>
            <a:custGeom>
              <a:avLst/>
              <a:gdLst/>
              <a:ahLst/>
              <a:cxnLst/>
              <a:rect l="l" t="t" r="r" b="b"/>
              <a:pathLst>
                <a:path w="14526" h="8486" extrusionOk="0">
                  <a:moveTo>
                    <a:pt x="6730" y="0"/>
                  </a:moveTo>
                  <a:cubicBezTo>
                    <a:pt x="4573" y="0"/>
                    <a:pt x="2694" y="869"/>
                    <a:pt x="1822" y="1765"/>
                  </a:cubicBezTo>
                  <a:cubicBezTo>
                    <a:pt x="512" y="3122"/>
                    <a:pt x="0" y="7373"/>
                    <a:pt x="619" y="7754"/>
                  </a:cubicBezTo>
                  <a:cubicBezTo>
                    <a:pt x="643" y="7768"/>
                    <a:pt x="677" y="7775"/>
                    <a:pt x="722" y="7775"/>
                  </a:cubicBezTo>
                  <a:cubicBezTo>
                    <a:pt x="1620" y="7775"/>
                    <a:pt x="6619" y="4904"/>
                    <a:pt x="8775" y="3860"/>
                  </a:cubicBezTo>
                  <a:cubicBezTo>
                    <a:pt x="8886" y="3806"/>
                    <a:pt x="9003" y="3781"/>
                    <a:pt x="9118" y="3781"/>
                  </a:cubicBezTo>
                  <a:cubicBezTo>
                    <a:pt x="9457" y="3781"/>
                    <a:pt x="9779" y="4001"/>
                    <a:pt x="9894" y="4348"/>
                  </a:cubicBezTo>
                  <a:cubicBezTo>
                    <a:pt x="10561" y="6468"/>
                    <a:pt x="11513" y="7658"/>
                    <a:pt x="12192" y="8277"/>
                  </a:cubicBezTo>
                  <a:cubicBezTo>
                    <a:pt x="12348" y="8419"/>
                    <a:pt x="12537" y="8486"/>
                    <a:pt x="12724" y="8486"/>
                  </a:cubicBezTo>
                  <a:cubicBezTo>
                    <a:pt x="13022" y="8486"/>
                    <a:pt x="13315" y="8316"/>
                    <a:pt x="13454" y="8016"/>
                  </a:cubicBezTo>
                  <a:cubicBezTo>
                    <a:pt x="13919" y="7039"/>
                    <a:pt x="14526" y="5396"/>
                    <a:pt x="14311" y="3908"/>
                  </a:cubicBezTo>
                  <a:cubicBezTo>
                    <a:pt x="14026" y="1801"/>
                    <a:pt x="10787" y="943"/>
                    <a:pt x="10251" y="824"/>
                  </a:cubicBezTo>
                  <a:cubicBezTo>
                    <a:pt x="10192" y="800"/>
                    <a:pt x="10144" y="788"/>
                    <a:pt x="10097" y="765"/>
                  </a:cubicBezTo>
                  <a:cubicBezTo>
                    <a:pt x="8966" y="219"/>
                    <a:pt x="7813" y="0"/>
                    <a:pt x="6730"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58"/>
            <p:cNvSpPr/>
            <p:nvPr/>
          </p:nvSpPr>
          <p:spPr>
            <a:xfrm>
              <a:off x="106250" y="4434125"/>
              <a:ext cx="61050" cy="57350"/>
            </a:xfrm>
            <a:custGeom>
              <a:avLst/>
              <a:gdLst/>
              <a:ahLst/>
              <a:cxnLst/>
              <a:rect l="l" t="t" r="r" b="b"/>
              <a:pathLst>
                <a:path w="2442" h="2294" extrusionOk="0">
                  <a:moveTo>
                    <a:pt x="819" y="1"/>
                  </a:moveTo>
                  <a:cubicBezTo>
                    <a:pt x="787" y="1"/>
                    <a:pt x="753" y="7"/>
                    <a:pt x="715" y="20"/>
                  </a:cubicBezTo>
                  <a:cubicBezTo>
                    <a:pt x="1" y="270"/>
                    <a:pt x="48" y="1829"/>
                    <a:pt x="560" y="2187"/>
                  </a:cubicBezTo>
                  <a:lnTo>
                    <a:pt x="1167" y="2294"/>
                  </a:lnTo>
                  <a:cubicBezTo>
                    <a:pt x="1167" y="2294"/>
                    <a:pt x="2441" y="1163"/>
                    <a:pt x="1941" y="948"/>
                  </a:cubicBezTo>
                  <a:cubicBezTo>
                    <a:pt x="1899" y="930"/>
                    <a:pt x="1857" y="921"/>
                    <a:pt x="1815" y="921"/>
                  </a:cubicBezTo>
                  <a:cubicBezTo>
                    <a:pt x="1370" y="921"/>
                    <a:pt x="953" y="1865"/>
                    <a:pt x="953" y="1865"/>
                  </a:cubicBezTo>
                  <a:cubicBezTo>
                    <a:pt x="953" y="1865"/>
                    <a:pt x="1369" y="1"/>
                    <a:pt x="819"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58"/>
            <p:cNvSpPr/>
            <p:nvPr/>
          </p:nvSpPr>
          <p:spPr>
            <a:xfrm>
              <a:off x="-53000" y="4642650"/>
              <a:ext cx="18775" cy="22375"/>
            </a:xfrm>
            <a:custGeom>
              <a:avLst/>
              <a:gdLst/>
              <a:ahLst/>
              <a:cxnLst/>
              <a:rect l="l" t="t" r="r" b="b"/>
              <a:pathLst>
                <a:path w="751" h="895" extrusionOk="0">
                  <a:moveTo>
                    <a:pt x="365" y="1"/>
                  </a:moveTo>
                  <a:cubicBezTo>
                    <a:pt x="170" y="1"/>
                    <a:pt x="12" y="198"/>
                    <a:pt x="1" y="430"/>
                  </a:cubicBezTo>
                  <a:cubicBezTo>
                    <a:pt x="1" y="680"/>
                    <a:pt x="155" y="882"/>
                    <a:pt x="358" y="894"/>
                  </a:cubicBezTo>
                  <a:cubicBezTo>
                    <a:pt x="364" y="894"/>
                    <a:pt x="369" y="895"/>
                    <a:pt x="375" y="895"/>
                  </a:cubicBezTo>
                  <a:cubicBezTo>
                    <a:pt x="570" y="895"/>
                    <a:pt x="727" y="697"/>
                    <a:pt x="739" y="465"/>
                  </a:cubicBezTo>
                  <a:cubicBezTo>
                    <a:pt x="751" y="215"/>
                    <a:pt x="584" y="13"/>
                    <a:pt x="382" y="1"/>
                  </a:cubicBezTo>
                  <a:cubicBezTo>
                    <a:pt x="376" y="1"/>
                    <a:pt x="370" y="1"/>
                    <a:pt x="3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58"/>
            <p:cNvSpPr/>
            <p:nvPr/>
          </p:nvSpPr>
          <p:spPr>
            <a:xfrm>
              <a:off x="59525" y="4653075"/>
              <a:ext cx="18775" cy="22375"/>
            </a:xfrm>
            <a:custGeom>
              <a:avLst/>
              <a:gdLst/>
              <a:ahLst/>
              <a:cxnLst/>
              <a:rect l="l" t="t" r="r" b="b"/>
              <a:pathLst>
                <a:path w="751" h="895" extrusionOk="0">
                  <a:moveTo>
                    <a:pt x="364" y="0"/>
                  </a:moveTo>
                  <a:cubicBezTo>
                    <a:pt x="170" y="0"/>
                    <a:pt x="12" y="198"/>
                    <a:pt x="0" y="429"/>
                  </a:cubicBezTo>
                  <a:cubicBezTo>
                    <a:pt x="0" y="679"/>
                    <a:pt x="155" y="882"/>
                    <a:pt x="357" y="894"/>
                  </a:cubicBezTo>
                  <a:cubicBezTo>
                    <a:pt x="363" y="894"/>
                    <a:pt x="369" y="894"/>
                    <a:pt x="374" y="894"/>
                  </a:cubicBezTo>
                  <a:cubicBezTo>
                    <a:pt x="569" y="894"/>
                    <a:pt x="727" y="697"/>
                    <a:pt x="738" y="465"/>
                  </a:cubicBezTo>
                  <a:cubicBezTo>
                    <a:pt x="750" y="215"/>
                    <a:pt x="584" y="13"/>
                    <a:pt x="381" y="1"/>
                  </a:cubicBezTo>
                  <a:cubicBezTo>
                    <a:pt x="376" y="0"/>
                    <a:pt x="370" y="0"/>
                    <a:pt x="3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58"/>
            <p:cNvSpPr/>
            <p:nvPr/>
          </p:nvSpPr>
          <p:spPr>
            <a:xfrm>
              <a:off x="-126825" y="4593975"/>
              <a:ext cx="339075" cy="121225"/>
            </a:xfrm>
            <a:custGeom>
              <a:avLst/>
              <a:gdLst/>
              <a:ahLst/>
              <a:cxnLst/>
              <a:rect l="l" t="t" r="r" b="b"/>
              <a:pathLst>
                <a:path w="13563" h="4849" extrusionOk="0">
                  <a:moveTo>
                    <a:pt x="2268" y="119"/>
                  </a:moveTo>
                  <a:cubicBezTo>
                    <a:pt x="2325" y="119"/>
                    <a:pt x="2383" y="122"/>
                    <a:pt x="2442" y="126"/>
                  </a:cubicBezTo>
                  <a:cubicBezTo>
                    <a:pt x="3573" y="222"/>
                    <a:pt x="4418" y="1222"/>
                    <a:pt x="4323" y="2353"/>
                  </a:cubicBezTo>
                  <a:cubicBezTo>
                    <a:pt x="4244" y="3426"/>
                    <a:pt x="3340" y="4241"/>
                    <a:pt x="2272" y="4241"/>
                  </a:cubicBezTo>
                  <a:cubicBezTo>
                    <a:pt x="2214" y="4241"/>
                    <a:pt x="2155" y="4239"/>
                    <a:pt x="2096" y="4234"/>
                  </a:cubicBezTo>
                  <a:cubicBezTo>
                    <a:pt x="965" y="4139"/>
                    <a:pt x="120" y="3151"/>
                    <a:pt x="215" y="2008"/>
                  </a:cubicBezTo>
                  <a:cubicBezTo>
                    <a:pt x="306" y="935"/>
                    <a:pt x="1210" y="119"/>
                    <a:pt x="2268" y="119"/>
                  </a:cubicBezTo>
                  <a:close/>
                  <a:moveTo>
                    <a:pt x="8209" y="607"/>
                  </a:moveTo>
                  <a:cubicBezTo>
                    <a:pt x="8267" y="607"/>
                    <a:pt x="8325" y="610"/>
                    <a:pt x="8383" y="615"/>
                  </a:cubicBezTo>
                  <a:cubicBezTo>
                    <a:pt x="9514" y="710"/>
                    <a:pt x="10359" y="1710"/>
                    <a:pt x="10264" y="2841"/>
                  </a:cubicBezTo>
                  <a:cubicBezTo>
                    <a:pt x="10174" y="3915"/>
                    <a:pt x="9268" y="4741"/>
                    <a:pt x="8209" y="4741"/>
                  </a:cubicBezTo>
                  <a:cubicBezTo>
                    <a:pt x="8153" y="4741"/>
                    <a:pt x="8095" y="4739"/>
                    <a:pt x="8038" y="4734"/>
                  </a:cubicBezTo>
                  <a:cubicBezTo>
                    <a:pt x="6907" y="4639"/>
                    <a:pt x="6061" y="3639"/>
                    <a:pt x="6156" y="2508"/>
                  </a:cubicBezTo>
                  <a:cubicBezTo>
                    <a:pt x="6247" y="1424"/>
                    <a:pt x="7151" y="607"/>
                    <a:pt x="8209" y="607"/>
                  </a:cubicBezTo>
                  <a:close/>
                  <a:moveTo>
                    <a:pt x="2278" y="0"/>
                  </a:moveTo>
                  <a:cubicBezTo>
                    <a:pt x="1151" y="0"/>
                    <a:pt x="198" y="864"/>
                    <a:pt x="96" y="2008"/>
                  </a:cubicBezTo>
                  <a:cubicBezTo>
                    <a:pt x="1" y="3198"/>
                    <a:pt x="894" y="4258"/>
                    <a:pt x="2096" y="4353"/>
                  </a:cubicBezTo>
                  <a:cubicBezTo>
                    <a:pt x="2155" y="4358"/>
                    <a:pt x="2213" y="4360"/>
                    <a:pt x="2271" y="4360"/>
                  </a:cubicBezTo>
                  <a:cubicBezTo>
                    <a:pt x="3389" y="4360"/>
                    <a:pt x="4351" y="3497"/>
                    <a:pt x="4442" y="2365"/>
                  </a:cubicBezTo>
                  <a:cubicBezTo>
                    <a:pt x="4454" y="2270"/>
                    <a:pt x="4454" y="2186"/>
                    <a:pt x="4454" y="2103"/>
                  </a:cubicBezTo>
                  <a:cubicBezTo>
                    <a:pt x="4689" y="1989"/>
                    <a:pt x="4919" y="1948"/>
                    <a:pt x="5130" y="1948"/>
                  </a:cubicBezTo>
                  <a:cubicBezTo>
                    <a:pt x="5603" y="1948"/>
                    <a:pt x="5978" y="2156"/>
                    <a:pt x="6085" y="2222"/>
                  </a:cubicBezTo>
                  <a:cubicBezTo>
                    <a:pt x="6061" y="2317"/>
                    <a:pt x="6049" y="2401"/>
                    <a:pt x="6037" y="2496"/>
                  </a:cubicBezTo>
                  <a:cubicBezTo>
                    <a:pt x="5942" y="3686"/>
                    <a:pt x="6835" y="4746"/>
                    <a:pt x="8026" y="4841"/>
                  </a:cubicBezTo>
                  <a:cubicBezTo>
                    <a:pt x="8086" y="4846"/>
                    <a:pt x="8146" y="4849"/>
                    <a:pt x="8206" y="4849"/>
                  </a:cubicBezTo>
                  <a:cubicBezTo>
                    <a:pt x="9319" y="4849"/>
                    <a:pt x="10258" y="4020"/>
                    <a:pt x="10371" y="2912"/>
                  </a:cubicBezTo>
                  <a:lnTo>
                    <a:pt x="12967" y="3127"/>
                  </a:lnTo>
                  <a:cubicBezTo>
                    <a:pt x="13038" y="3163"/>
                    <a:pt x="13443" y="3401"/>
                    <a:pt x="13419" y="3805"/>
                  </a:cubicBezTo>
                  <a:cubicBezTo>
                    <a:pt x="13419" y="3841"/>
                    <a:pt x="13443" y="3865"/>
                    <a:pt x="13479" y="3865"/>
                  </a:cubicBezTo>
                  <a:cubicBezTo>
                    <a:pt x="13503" y="3865"/>
                    <a:pt x="13538" y="3841"/>
                    <a:pt x="13538" y="3817"/>
                  </a:cubicBezTo>
                  <a:cubicBezTo>
                    <a:pt x="13562" y="3293"/>
                    <a:pt x="13026" y="3032"/>
                    <a:pt x="13003" y="3032"/>
                  </a:cubicBezTo>
                  <a:cubicBezTo>
                    <a:pt x="13003" y="3020"/>
                    <a:pt x="12991" y="3020"/>
                    <a:pt x="12991" y="3020"/>
                  </a:cubicBezTo>
                  <a:lnTo>
                    <a:pt x="10383" y="2793"/>
                  </a:lnTo>
                  <a:cubicBezTo>
                    <a:pt x="10455" y="1627"/>
                    <a:pt x="9574" y="603"/>
                    <a:pt x="8395" y="507"/>
                  </a:cubicBezTo>
                  <a:cubicBezTo>
                    <a:pt x="8330" y="502"/>
                    <a:pt x="8265" y="499"/>
                    <a:pt x="8201" y="499"/>
                  </a:cubicBezTo>
                  <a:cubicBezTo>
                    <a:pt x="7210" y="499"/>
                    <a:pt x="6355" y="1175"/>
                    <a:pt x="6109" y="2103"/>
                  </a:cubicBezTo>
                  <a:cubicBezTo>
                    <a:pt x="5962" y="2021"/>
                    <a:pt x="5587" y="1840"/>
                    <a:pt x="5125" y="1840"/>
                  </a:cubicBezTo>
                  <a:cubicBezTo>
                    <a:pt x="4911" y="1840"/>
                    <a:pt x="4679" y="1878"/>
                    <a:pt x="4442" y="1984"/>
                  </a:cubicBezTo>
                  <a:cubicBezTo>
                    <a:pt x="4347" y="948"/>
                    <a:pt x="3525" y="103"/>
                    <a:pt x="2454" y="7"/>
                  </a:cubicBezTo>
                  <a:cubicBezTo>
                    <a:pt x="2395" y="3"/>
                    <a:pt x="2336" y="0"/>
                    <a:pt x="22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58"/>
            <p:cNvSpPr/>
            <p:nvPr/>
          </p:nvSpPr>
          <p:spPr>
            <a:xfrm>
              <a:off x="144650" y="4722425"/>
              <a:ext cx="20850" cy="28600"/>
            </a:xfrm>
            <a:custGeom>
              <a:avLst/>
              <a:gdLst/>
              <a:ahLst/>
              <a:cxnLst/>
              <a:rect l="l" t="t" r="r" b="b"/>
              <a:pathLst>
                <a:path w="834" h="1144" extrusionOk="0">
                  <a:moveTo>
                    <a:pt x="417" y="1"/>
                  </a:moveTo>
                  <a:cubicBezTo>
                    <a:pt x="191" y="1"/>
                    <a:pt x="0" y="251"/>
                    <a:pt x="0" y="572"/>
                  </a:cubicBezTo>
                  <a:cubicBezTo>
                    <a:pt x="0" y="882"/>
                    <a:pt x="191" y="1144"/>
                    <a:pt x="417" y="1144"/>
                  </a:cubicBezTo>
                  <a:cubicBezTo>
                    <a:pt x="643" y="1144"/>
                    <a:pt x="834" y="882"/>
                    <a:pt x="834" y="572"/>
                  </a:cubicBezTo>
                  <a:cubicBezTo>
                    <a:pt x="834" y="251"/>
                    <a:pt x="643" y="1"/>
                    <a:pt x="417" y="1"/>
                  </a:cubicBezTo>
                  <a:close/>
                </a:path>
              </a:pathLst>
            </a:custGeom>
            <a:solidFill>
              <a:srgbClr val="F3BD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55" name="Google Shape;1855;p58"/>
          <p:cNvGrpSpPr/>
          <p:nvPr/>
        </p:nvGrpSpPr>
        <p:grpSpPr>
          <a:xfrm>
            <a:off x="6433204" y="2575543"/>
            <a:ext cx="1858467" cy="1858467"/>
            <a:chOff x="-817669" y="1662846"/>
            <a:chExt cx="1664100" cy="1664100"/>
          </a:xfrm>
        </p:grpSpPr>
        <p:sp>
          <p:nvSpPr>
            <p:cNvPr id="1856" name="Google Shape;1856;p58"/>
            <p:cNvSpPr/>
            <p:nvPr/>
          </p:nvSpPr>
          <p:spPr>
            <a:xfrm>
              <a:off x="-817669" y="1662846"/>
              <a:ext cx="1664100" cy="16641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57" name="Google Shape;1857;p58"/>
            <p:cNvSpPr/>
            <p:nvPr/>
          </p:nvSpPr>
          <p:spPr>
            <a:xfrm>
              <a:off x="-813962" y="1666545"/>
              <a:ext cx="1656600" cy="1656600"/>
            </a:xfrm>
            <a:prstGeom prst="pie">
              <a:avLst>
                <a:gd name="adj1" fmla="val 16232411"/>
                <a:gd name="adj2" fmla="val 2738606"/>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58" name="Google Shape;1858;p58"/>
            <p:cNvSpPr/>
            <p:nvPr/>
          </p:nvSpPr>
          <p:spPr>
            <a:xfrm>
              <a:off x="-583264" y="1897362"/>
              <a:ext cx="1194900" cy="1194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grpSp>
      <p:sp>
        <p:nvSpPr>
          <p:cNvPr id="1859" name="Google Shape;1859;p58"/>
          <p:cNvSpPr txBox="1"/>
          <p:nvPr/>
        </p:nvSpPr>
        <p:spPr>
          <a:xfrm>
            <a:off x="6634338" y="3120450"/>
            <a:ext cx="1456200" cy="768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600">
                <a:solidFill>
                  <a:schemeClr val="accent2"/>
                </a:solidFill>
                <a:latin typeface="Nunito ExtraBold"/>
                <a:ea typeface="Nunito ExtraBold"/>
                <a:cs typeface="Nunito ExtraBold"/>
                <a:sym typeface="Nunito ExtraBold"/>
              </a:rPr>
              <a:t>40%</a:t>
            </a:r>
            <a:endParaRPr sz="3600">
              <a:solidFill>
                <a:schemeClr val="accent2"/>
              </a:solidFill>
              <a:latin typeface="Nunito ExtraBold"/>
              <a:ea typeface="Nunito ExtraBold"/>
              <a:cs typeface="Nunito ExtraBold"/>
              <a:sym typeface="Nunito ExtraBold"/>
            </a:endParaRPr>
          </a:p>
        </p:txBody>
      </p:sp>
      <p:sp>
        <p:nvSpPr>
          <p:cNvPr id="1860" name="Google Shape;1860;p58"/>
          <p:cNvSpPr txBox="1"/>
          <p:nvPr/>
        </p:nvSpPr>
        <p:spPr>
          <a:xfrm>
            <a:off x="6356238" y="1353693"/>
            <a:ext cx="2012400" cy="52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a:solidFill>
                  <a:schemeClr val="dk1"/>
                </a:solidFill>
                <a:latin typeface="Nunito ExtraBold"/>
                <a:ea typeface="Nunito ExtraBold"/>
                <a:cs typeface="Nunito ExtraBold"/>
                <a:sym typeface="Nunito ExtraBold"/>
              </a:rPr>
              <a:t>Neptune</a:t>
            </a:r>
            <a:endParaRPr sz="2400">
              <a:solidFill>
                <a:schemeClr val="dk1"/>
              </a:solidFill>
              <a:latin typeface="Nunito ExtraBold"/>
              <a:ea typeface="Nunito ExtraBold"/>
              <a:cs typeface="Nunito ExtraBold"/>
              <a:sym typeface="Nunito ExtraBold"/>
            </a:endParaRPr>
          </a:p>
        </p:txBody>
      </p:sp>
      <p:sp>
        <p:nvSpPr>
          <p:cNvPr id="1861" name="Google Shape;1861;p58"/>
          <p:cNvSpPr txBox="1"/>
          <p:nvPr/>
        </p:nvSpPr>
        <p:spPr>
          <a:xfrm>
            <a:off x="6356238" y="1814635"/>
            <a:ext cx="2012400" cy="615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Quicksand SemiBold"/>
                <a:ea typeface="Quicksand SemiBold"/>
                <a:cs typeface="Quicksand SemiBold"/>
                <a:sym typeface="Quicksand SemiBold"/>
              </a:rPr>
              <a:t>It’s the farthest planet from the Sun</a:t>
            </a:r>
            <a:endParaRPr>
              <a:solidFill>
                <a:schemeClr val="dk1"/>
              </a:solidFill>
              <a:latin typeface="Quicksand SemiBold"/>
              <a:ea typeface="Quicksand SemiBold"/>
              <a:cs typeface="Quicksand SemiBold"/>
              <a:sym typeface="Quicksand SemiBold"/>
            </a:endParaRPr>
          </a:p>
        </p:txBody>
      </p:sp>
      <p:cxnSp>
        <p:nvCxnSpPr>
          <p:cNvPr id="1862" name="Google Shape;1862;p58"/>
          <p:cNvCxnSpPr>
            <a:stCxn id="1812" idx="0"/>
            <a:endCxn id="1806" idx="2"/>
          </p:cNvCxnSpPr>
          <p:nvPr/>
        </p:nvCxnSpPr>
        <p:spPr>
          <a:xfrm>
            <a:off x="2706560" y="2397944"/>
            <a:ext cx="411000" cy="0"/>
          </a:xfrm>
          <a:prstGeom prst="straightConnector1">
            <a:avLst/>
          </a:prstGeom>
          <a:noFill/>
          <a:ln w="9525" cap="flat" cmpd="sng">
            <a:solidFill>
              <a:schemeClr val="dk1"/>
            </a:solidFill>
            <a:prstDash val="solid"/>
            <a:round/>
            <a:headEnd type="oval" w="med" len="med"/>
            <a:tailEnd type="oval" w="med" len="med"/>
          </a:ln>
        </p:spPr>
      </p:cxnSp>
      <p:cxnSp>
        <p:nvCxnSpPr>
          <p:cNvPr id="1863" name="Google Shape;1863;p58"/>
          <p:cNvCxnSpPr>
            <a:stCxn id="1805" idx="6"/>
            <a:endCxn id="1856" idx="2"/>
          </p:cNvCxnSpPr>
          <p:nvPr/>
        </p:nvCxnSpPr>
        <p:spPr>
          <a:xfrm>
            <a:off x="6026306" y="3504900"/>
            <a:ext cx="406800" cy="0"/>
          </a:xfrm>
          <a:prstGeom prst="straightConnector1">
            <a:avLst/>
          </a:prstGeom>
          <a:noFill/>
          <a:ln w="9525" cap="flat" cmpd="sng">
            <a:solidFill>
              <a:schemeClr val="dk1"/>
            </a:solidFill>
            <a:prstDash val="solid"/>
            <a:round/>
            <a:headEnd type="oval" w="med" len="med"/>
            <a:tailEnd type="oval" w="med" len="med"/>
          </a:ln>
        </p:spPr>
      </p:cxnSp>
      <p:sp>
        <p:nvSpPr>
          <p:cNvPr id="1864" name="Google Shape;1864;p58"/>
          <p:cNvSpPr/>
          <p:nvPr/>
        </p:nvSpPr>
        <p:spPr>
          <a:xfrm flipH="1">
            <a:off x="4680149" y="1619764"/>
            <a:ext cx="669270" cy="681905"/>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58"/>
          <p:cNvSpPr/>
          <p:nvPr/>
        </p:nvSpPr>
        <p:spPr>
          <a:xfrm>
            <a:off x="3261999" y="3418914"/>
            <a:ext cx="669270" cy="681905"/>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58"/>
          <p:cNvSpPr/>
          <p:nvPr/>
        </p:nvSpPr>
        <p:spPr>
          <a:xfrm>
            <a:off x="5243800" y="2203335"/>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58"/>
          <p:cNvSpPr/>
          <p:nvPr/>
        </p:nvSpPr>
        <p:spPr>
          <a:xfrm>
            <a:off x="2936625" y="3113510"/>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58"/>
          <p:cNvSpPr/>
          <p:nvPr/>
        </p:nvSpPr>
        <p:spPr>
          <a:xfrm>
            <a:off x="2886350" y="1434035"/>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58"/>
          <p:cNvSpPr/>
          <p:nvPr/>
        </p:nvSpPr>
        <p:spPr>
          <a:xfrm>
            <a:off x="5757950" y="3811760"/>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873"/>
        <p:cNvGrpSpPr/>
        <p:nvPr/>
      </p:nvGrpSpPr>
      <p:grpSpPr>
        <a:xfrm>
          <a:off x="0" y="0"/>
          <a:ext cx="0" cy="0"/>
          <a:chOff x="0" y="0"/>
          <a:chExt cx="0" cy="0"/>
        </a:xfrm>
      </p:grpSpPr>
      <p:sp>
        <p:nvSpPr>
          <p:cNvPr id="1874" name="Google Shape;1874;p59"/>
          <p:cNvSpPr txBox="1">
            <a:spLocks noGrp="1"/>
          </p:cNvSpPr>
          <p:nvPr>
            <p:ph type="title"/>
          </p:nvPr>
        </p:nvSpPr>
        <p:spPr>
          <a:xfrm>
            <a:off x="720000" y="445025"/>
            <a:ext cx="7704000" cy="73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Use a table!</a:t>
            </a:r>
            <a:endParaRPr/>
          </a:p>
        </p:txBody>
      </p:sp>
      <p:graphicFrame>
        <p:nvGraphicFramePr>
          <p:cNvPr id="1875" name="Google Shape;1875;p59"/>
          <p:cNvGraphicFramePr/>
          <p:nvPr/>
        </p:nvGraphicFramePr>
        <p:xfrm>
          <a:off x="720325" y="1596375"/>
          <a:ext cx="3000000" cy="3000000"/>
        </p:xfrm>
        <a:graphic>
          <a:graphicData uri="http://schemas.openxmlformats.org/drawingml/2006/table">
            <a:tbl>
              <a:tblPr>
                <a:noFill/>
                <a:tableStyleId>{F9779FFF-2B44-4CEC-934F-009F7C064462}</a:tableStyleId>
              </a:tblPr>
              <a:tblGrid>
                <a:gridCol w="1797950">
                  <a:extLst>
                    <a:ext uri="{9D8B030D-6E8A-4147-A177-3AD203B41FA5}">
                      <a16:colId xmlns:a16="http://schemas.microsoft.com/office/drawing/2014/main" val="20000"/>
                    </a:ext>
                  </a:extLst>
                </a:gridCol>
                <a:gridCol w="1968475">
                  <a:extLst>
                    <a:ext uri="{9D8B030D-6E8A-4147-A177-3AD203B41FA5}">
                      <a16:colId xmlns:a16="http://schemas.microsoft.com/office/drawing/2014/main" val="20001"/>
                    </a:ext>
                  </a:extLst>
                </a:gridCol>
                <a:gridCol w="1968475">
                  <a:extLst>
                    <a:ext uri="{9D8B030D-6E8A-4147-A177-3AD203B41FA5}">
                      <a16:colId xmlns:a16="http://schemas.microsoft.com/office/drawing/2014/main" val="20002"/>
                    </a:ext>
                  </a:extLst>
                </a:gridCol>
                <a:gridCol w="1968475">
                  <a:extLst>
                    <a:ext uri="{9D8B030D-6E8A-4147-A177-3AD203B41FA5}">
                      <a16:colId xmlns:a16="http://schemas.microsoft.com/office/drawing/2014/main" val="20003"/>
                    </a:ext>
                  </a:extLst>
                </a:gridCol>
              </a:tblGrid>
              <a:tr h="662025">
                <a:tc>
                  <a:txBody>
                    <a:bodyPr/>
                    <a:lstStyle/>
                    <a:p>
                      <a:pPr marL="0" lvl="0" indent="0" algn="ctr" rtl="0">
                        <a:spcBef>
                          <a:spcPts val="0"/>
                        </a:spcBef>
                        <a:spcAft>
                          <a:spcPts val="0"/>
                        </a:spcAft>
                        <a:buNone/>
                      </a:pPr>
                      <a:endParaRPr sz="2200">
                        <a:solidFill>
                          <a:schemeClr val="lt1"/>
                        </a:solidFill>
                        <a:latin typeface="Nunito ExtraBold"/>
                        <a:ea typeface="Nunito ExtraBold"/>
                        <a:cs typeface="Nunito ExtraBold"/>
                        <a:sym typeface="Nunito ExtraBold"/>
                      </a:endParaRPr>
                    </a:p>
                  </a:txBody>
                  <a:tcPr marL="91425" marR="91425" marT="91425" marB="91425">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2200">
                          <a:solidFill>
                            <a:schemeClr val="lt1"/>
                          </a:solidFill>
                          <a:latin typeface="Nunito ExtraBold"/>
                          <a:ea typeface="Nunito ExtraBold"/>
                          <a:cs typeface="Nunito ExtraBold"/>
                          <a:sym typeface="Nunito ExtraBold"/>
                        </a:rPr>
                        <a:t>Group 1</a:t>
                      </a:r>
                      <a:endParaRPr sz="2200">
                        <a:solidFill>
                          <a:schemeClr val="lt1"/>
                        </a:solidFill>
                        <a:latin typeface="Nunito ExtraBold"/>
                        <a:ea typeface="Nunito ExtraBold"/>
                        <a:cs typeface="Nunito ExtraBold"/>
                        <a:sym typeface="Nunito ExtraBold"/>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2200">
                          <a:solidFill>
                            <a:schemeClr val="lt1"/>
                          </a:solidFill>
                          <a:latin typeface="Nunito ExtraBold"/>
                          <a:ea typeface="Nunito ExtraBold"/>
                          <a:cs typeface="Nunito ExtraBold"/>
                          <a:sym typeface="Nunito ExtraBold"/>
                        </a:rPr>
                        <a:t>Group 2</a:t>
                      </a:r>
                      <a:endParaRPr sz="2200">
                        <a:solidFill>
                          <a:schemeClr val="lt1"/>
                        </a:solidFill>
                        <a:latin typeface="Nunito ExtraBold"/>
                        <a:ea typeface="Nunito ExtraBold"/>
                        <a:cs typeface="Nunito ExtraBold"/>
                        <a:sym typeface="Nunito ExtraBold"/>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2200">
                          <a:solidFill>
                            <a:schemeClr val="lt1"/>
                          </a:solidFill>
                          <a:latin typeface="Nunito ExtraBold"/>
                          <a:ea typeface="Nunito ExtraBold"/>
                          <a:cs typeface="Nunito ExtraBold"/>
                          <a:sym typeface="Nunito ExtraBold"/>
                        </a:rPr>
                        <a:t>Group 3</a:t>
                      </a:r>
                      <a:endParaRPr sz="2200">
                        <a:solidFill>
                          <a:schemeClr val="lt1"/>
                        </a:solidFill>
                        <a:latin typeface="Nunito ExtraBold"/>
                        <a:ea typeface="Nunito ExtraBold"/>
                        <a:cs typeface="Nunito ExtraBold"/>
                        <a:sym typeface="Nunito ExtraBold"/>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accent3"/>
                    </a:solidFill>
                  </a:tcPr>
                </a:tc>
                <a:extLst>
                  <a:ext uri="{0D108BD9-81ED-4DB2-BD59-A6C34878D82A}">
                    <a16:rowId xmlns:a16="http://schemas.microsoft.com/office/drawing/2014/main" val="10000"/>
                  </a:ext>
                </a:extLst>
              </a:tr>
              <a:tr h="635275">
                <a:tc>
                  <a:txBody>
                    <a:bodyPr/>
                    <a:lstStyle/>
                    <a:p>
                      <a:pPr marL="0" lvl="0" indent="0" algn="ctr" rtl="0">
                        <a:spcBef>
                          <a:spcPts val="0"/>
                        </a:spcBef>
                        <a:spcAft>
                          <a:spcPts val="0"/>
                        </a:spcAft>
                        <a:buClr>
                          <a:srgbClr val="000000"/>
                        </a:buClr>
                        <a:buSzPts val="1100"/>
                        <a:buFont typeface="Arial"/>
                        <a:buNone/>
                      </a:pPr>
                      <a:r>
                        <a:rPr lang="en" sz="1800">
                          <a:solidFill>
                            <a:schemeClr val="dk1"/>
                          </a:solidFill>
                          <a:latin typeface="Nunito ExtraBold"/>
                          <a:ea typeface="Nunito ExtraBold"/>
                          <a:cs typeface="Nunito ExtraBold"/>
                          <a:sym typeface="Nunito ExtraBold"/>
                        </a:rPr>
                        <a:t>Family 1</a:t>
                      </a:r>
                      <a:endParaRPr sz="1800">
                        <a:solidFill>
                          <a:schemeClr val="dk1"/>
                        </a:solidFill>
                        <a:latin typeface="Nunito ExtraBold"/>
                        <a:ea typeface="Nunito ExtraBold"/>
                        <a:cs typeface="Nunito ExtraBold"/>
                        <a:sym typeface="Nunito ExtraBold"/>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1500">
                          <a:solidFill>
                            <a:schemeClr val="dk1"/>
                          </a:solidFill>
                          <a:latin typeface="Quicksand SemiBold"/>
                          <a:ea typeface="Quicksand SemiBold"/>
                          <a:cs typeface="Quicksand SemiBold"/>
                          <a:sym typeface="Quicksand SemiBold"/>
                        </a:rPr>
                        <a:t>3</a:t>
                      </a:r>
                      <a:endParaRPr sz="1500">
                        <a:solidFill>
                          <a:schemeClr val="dk1"/>
                        </a:solidFill>
                        <a:latin typeface="Quicksand SemiBold"/>
                        <a:ea typeface="Quicksand SemiBold"/>
                        <a:cs typeface="Quicksand SemiBold"/>
                        <a:sym typeface="Quicksand SemiBold"/>
                      </a:endParaRPr>
                    </a:p>
                  </a:txBody>
                  <a:tcPr marL="91425" marR="91425" marT="68575" marB="6857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a:solidFill>
                            <a:schemeClr val="dk1"/>
                          </a:solidFill>
                          <a:latin typeface="Quicksand SemiBold"/>
                          <a:ea typeface="Quicksand SemiBold"/>
                          <a:cs typeface="Quicksand SemiBold"/>
                          <a:sym typeface="Quicksand SemiBold"/>
                        </a:rPr>
                        <a:t>2</a:t>
                      </a:r>
                      <a:endParaRPr sz="1500">
                        <a:solidFill>
                          <a:schemeClr val="dk1"/>
                        </a:solidFill>
                        <a:latin typeface="Quicksand SemiBold"/>
                        <a:ea typeface="Quicksand SemiBold"/>
                        <a:cs typeface="Quicksand SemiBold"/>
                        <a:sym typeface="Quicksand SemiBold"/>
                      </a:endParaRPr>
                    </a:p>
                  </a:txBody>
                  <a:tcPr marL="91425" marR="91425" marT="68575" marB="6857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a:solidFill>
                            <a:schemeClr val="dk1"/>
                          </a:solidFill>
                          <a:latin typeface="Quicksand SemiBold"/>
                          <a:ea typeface="Quicksand SemiBold"/>
                          <a:cs typeface="Quicksand SemiBold"/>
                          <a:sym typeface="Quicksand SemiBold"/>
                        </a:rPr>
                        <a:t>5</a:t>
                      </a:r>
                      <a:endParaRPr sz="1500">
                        <a:solidFill>
                          <a:schemeClr val="dk1"/>
                        </a:solidFill>
                        <a:latin typeface="Quicksand SemiBold"/>
                        <a:ea typeface="Quicksand SemiBold"/>
                        <a:cs typeface="Quicksand SemiBold"/>
                        <a:sym typeface="Quicksand SemiBold"/>
                      </a:endParaRPr>
                    </a:p>
                  </a:txBody>
                  <a:tcPr marL="91425" marR="91425" marT="68575" marB="6857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635275">
                <a:tc>
                  <a:txBody>
                    <a:bodyPr/>
                    <a:lstStyle/>
                    <a:p>
                      <a:pPr marL="0" lvl="0" indent="0" algn="ctr" rtl="0">
                        <a:spcBef>
                          <a:spcPts val="0"/>
                        </a:spcBef>
                        <a:spcAft>
                          <a:spcPts val="0"/>
                        </a:spcAft>
                        <a:buClr>
                          <a:srgbClr val="000000"/>
                        </a:buClr>
                        <a:buSzPts val="1100"/>
                        <a:buFont typeface="Arial"/>
                        <a:buNone/>
                      </a:pPr>
                      <a:r>
                        <a:rPr lang="en" sz="1800">
                          <a:solidFill>
                            <a:schemeClr val="dk1"/>
                          </a:solidFill>
                          <a:latin typeface="Nunito ExtraBold"/>
                          <a:ea typeface="Nunito ExtraBold"/>
                          <a:cs typeface="Nunito ExtraBold"/>
                          <a:sym typeface="Nunito ExtraBold"/>
                        </a:rPr>
                        <a:t>Family 2</a:t>
                      </a:r>
                      <a:endParaRPr sz="1800">
                        <a:solidFill>
                          <a:schemeClr val="dk1"/>
                        </a:solidFill>
                        <a:latin typeface="Nunito ExtraBold"/>
                        <a:ea typeface="Nunito ExtraBold"/>
                        <a:cs typeface="Nunito ExtraBold"/>
                        <a:sym typeface="Nunito ExtraBold"/>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1500">
                          <a:solidFill>
                            <a:schemeClr val="dk1"/>
                          </a:solidFill>
                          <a:latin typeface="Quicksand SemiBold"/>
                          <a:ea typeface="Quicksand SemiBold"/>
                          <a:cs typeface="Quicksand SemiBold"/>
                          <a:sym typeface="Quicksand SemiBold"/>
                        </a:rPr>
                        <a:t>6</a:t>
                      </a:r>
                      <a:endParaRPr sz="1500">
                        <a:solidFill>
                          <a:schemeClr val="dk1"/>
                        </a:solidFill>
                        <a:latin typeface="Quicksand SemiBold"/>
                        <a:ea typeface="Quicksand SemiBold"/>
                        <a:cs typeface="Quicksand SemiBold"/>
                        <a:sym typeface="Quicksand SemiBold"/>
                      </a:endParaRPr>
                    </a:p>
                  </a:txBody>
                  <a:tcPr marL="91425" marR="91425" marT="68575" marB="6857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a:solidFill>
                            <a:schemeClr val="dk1"/>
                          </a:solidFill>
                          <a:latin typeface="Quicksand SemiBold"/>
                          <a:ea typeface="Quicksand SemiBold"/>
                          <a:cs typeface="Quicksand SemiBold"/>
                          <a:sym typeface="Quicksand SemiBold"/>
                        </a:rPr>
                        <a:t>4</a:t>
                      </a:r>
                      <a:endParaRPr sz="1500">
                        <a:solidFill>
                          <a:schemeClr val="dk1"/>
                        </a:solidFill>
                        <a:latin typeface="Quicksand SemiBold"/>
                        <a:ea typeface="Quicksand SemiBold"/>
                        <a:cs typeface="Quicksand SemiBold"/>
                        <a:sym typeface="Quicksand SemiBold"/>
                      </a:endParaRPr>
                    </a:p>
                  </a:txBody>
                  <a:tcPr marL="91425" marR="91425" marT="68575" marB="6857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a:solidFill>
                            <a:schemeClr val="dk1"/>
                          </a:solidFill>
                          <a:latin typeface="Quicksand SemiBold"/>
                          <a:ea typeface="Quicksand SemiBold"/>
                          <a:cs typeface="Quicksand SemiBold"/>
                          <a:sym typeface="Quicksand SemiBold"/>
                        </a:rPr>
                        <a:t>2</a:t>
                      </a:r>
                      <a:endParaRPr sz="1500">
                        <a:solidFill>
                          <a:schemeClr val="dk1"/>
                        </a:solidFill>
                        <a:latin typeface="Quicksand SemiBold"/>
                        <a:ea typeface="Quicksand SemiBold"/>
                        <a:cs typeface="Quicksand SemiBold"/>
                        <a:sym typeface="Quicksand SemiBold"/>
                      </a:endParaRPr>
                    </a:p>
                  </a:txBody>
                  <a:tcPr marL="91425" marR="91425" marT="68575" marB="6857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35275">
                <a:tc>
                  <a:txBody>
                    <a:bodyPr/>
                    <a:lstStyle/>
                    <a:p>
                      <a:pPr marL="0" lvl="0" indent="0" algn="ctr" rtl="0">
                        <a:spcBef>
                          <a:spcPts val="0"/>
                        </a:spcBef>
                        <a:spcAft>
                          <a:spcPts val="0"/>
                        </a:spcAft>
                        <a:buClr>
                          <a:srgbClr val="000000"/>
                        </a:buClr>
                        <a:buSzPts val="1100"/>
                        <a:buFont typeface="Arial"/>
                        <a:buNone/>
                      </a:pPr>
                      <a:r>
                        <a:rPr lang="en" sz="1800">
                          <a:solidFill>
                            <a:schemeClr val="dk1"/>
                          </a:solidFill>
                          <a:latin typeface="Nunito ExtraBold"/>
                          <a:ea typeface="Nunito ExtraBold"/>
                          <a:cs typeface="Nunito ExtraBold"/>
                          <a:sym typeface="Nunito ExtraBold"/>
                        </a:rPr>
                        <a:t>Family 3</a:t>
                      </a:r>
                      <a:endParaRPr sz="1800">
                        <a:solidFill>
                          <a:schemeClr val="dk1"/>
                        </a:solidFill>
                        <a:latin typeface="Nunito ExtraBold"/>
                        <a:ea typeface="Nunito ExtraBold"/>
                        <a:cs typeface="Nunito ExtraBold"/>
                        <a:sym typeface="Nunito ExtraBold"/>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1500">
                          <a:solidFill>
                            <a:schemeClr val="dk1"/>
                          </a:solidFill>
                          <a:latin typeface="Quicksand SemiBold"/>
                          <a:ea typeface="Quicksand SemiBold"/>
                          <a:cs typeface="Quicksand SemiBold"/>
                          <a:sym typeface="Quicksand SemiBold"/>
                        </a:rPr>
                        <a:t>8</a:t>
                      </a:r>
                      <a:endParaRPr sz="1500">
                        <a:solidFill>
                          <a:schemeClr val="dk1"/>
                        </a:solidFill>
                        <a:latin typeface="Quicksand SemiBold"/>
                        <a:ea typeface="Quicksand SemiBold"/>
                        <a:cs typeface="Quicksand SemiBold"/>
                        <a:sym typeface="Quicksand SemiBold"/>
                      </a:endParaRPr>
                    </a:p>
                  </a:txBody>
                  <a:tcPr marL="91425" marR="91425" marT="68575" marB="6857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a:solidFill>
                            <a:schemeClr val="dk1"/>
                          </a:solidFill>
                          <a:latin typeface="Quicksand SemiBold"/>
                          <a:ea typeface="Quicksand SemiBold"/>
                          <a:cs typeface="Quicksand SemiBold"/>
                          <a:sym typeface="Quicksand SemiBold"/>
                        </a:rPr>
                        <a:t>2</a:t>
                      </a:r>
                      <a:endParaRPr sz="1500">
                        <a:solidFill>
                          <a:schemeClr val="dk1"/>
                        </a:solidFill>
                        <a:latin typeface="Quicksand SemiBold"/>
                        <a:ea typeface="Quicksand SemiBold"/>
                        <a:cs typeface="Quicksand SemiBold"/>
                        <a:sym typeface="Quicksand SemiBold"/>
                      </a:endParaRPr>
                    </a:p>
                  </a:txBody>
                  <a:tcPr marL="91425" marR="91425" marT="68575" marB="6857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a:solidFill>
                            <a:schemeClr val="dk1"/>
                          </a:solidFill>
                          <a:latin typeface="Quicksand SemiBold"/>
                          <a:ea typeface="Quicksand SemiBold"/>
                          <a:cs typeface="Quicksand SemiBold"/>
                          <a:sym typeface="Quicksand SemiBold"/>
                        </a:rPr>
                        <a:t>10</a:t>
                      </a:r>
                      <a:endParaRPr sz="1500">
                        <a:solidFill>
                          <a:schemeClr val="dk1"/>
                        </a:solidFill>
                        <a:latin typeface="Quicksand SemiBold"/>
                        <a:ea typeface="Quicksand SemiBold"/>
                        <a:cs typeface="Quicksand SemiBold"/>
                        <a:sym typeface="Quicksand SemiBold"/>
                      </a:endParaRPr>
                    </a:p>
                  </a:txBody>
                  <a:tcPr marL="91425" marR="91425" marT="68575" marB="6857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879"/>
        <p:cNvGrpSpPr/>
        <p:nvPr/>
      </p:nvGrpSpPr>
      <p:grpSpPr>
        <a:xfrm>
          <a:off x="0" y="0"/>
          <a:ext cx="0" cy="0"/>
          <a:chOff x="0" y="0"/>
          <a:chExt cx="0" cy="0"/>
        </a:xfrm>
      </p:grpSpPr>
      <p:grpSp>
        <p:nvGrpSpPr>
          <p:cNvPr id="1880" name="Google Shape;1880;p60"/>
          <p:cNvGrpSpPr/>
          <p:nvPr/>
        </p:nvGrpSpPr>
        <p:grpSpPr>
          <a:xfrm>
            <a:off x="3346917" y="3287654"/>
            <a:ext cx="1034519" cy="1021941"/>
            <a:chOff x="5624415" y="3404280"/>
            <a:chExt cx="656087" cy="648111"/>
          </a:xfrm>
        </p:grpSpPr>
        <p:grpSp>
          <p:nvGrpSpPr>
            <p:cNvPr id="1881" name="Google Shape;1881;p60"/>
            <p:cNvGrpSpPr/>
            <p:nvPr/>
          </p:nvGrpSpPr>
          <p:grpSpPr>
            <a:xfrm flipH="1">
              <a:off x="5624415" y="3404280"/>
              <a:ext cx="656087" cy="648111"/>
              <a:chOff x="-2708900" y="3174350"/>
              <a:chExt cx="350100" cy="345825"/>
            </a:xfrm>
          </p:grpSpPr>
          <p:sp>
            <p:nvSpPr>
              <p:cNvPr id="1882" name="Google Shape;1882;p60"/>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60"/>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60"/>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60"/>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60"/>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60"/>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888" name="Google Shape;1888;p60"/>
            <p:cNvCxnSpPr/>
            <p:nvPr/>
          </p:nvCxnSpPr>
          <p:spPr>
            <a:xfrm>
              <a:off x="5679725" y="4047784"/>
              <a:ext cx="507900" cy="0"/>
            </a:xfrm>
            <a:prstGeom prst="straightConnector1">
              <a:avLst/>
            </a:prstGeom>
            <a:noFill/>
            <a:ln w="9525" cap="flat" cmpd="sng">
              <a:solidFill>
                <a:schemeClr val="dk1"/>
              </a:solidFill>
              <a:prstDash val="solid"/>
              <a:round/>
              <a:headEnd type="none" w="med" len="med"/>
              <a:tailEnd type="none" w="med" len="med"/>
            </a:ln>
          </p:spPr>
        </p:cxnSp>
      </p:grpSp>
      <p:grpSp>
        <p:nvGrpSpPr>
          <p:cNvPr id="1889" name="Google Shape;1889;p60"/>
          <p:cNvGrpSpPr/>
          <p:nvPr/>
        </p:nvGrpSpPr>
        <p:grpSpPr>
          <a:xfrm>
            <a:off x="94393" y="-624729"/>
            <a:ext cx="4741387" cy="4310243"/>
            <a:chOff x="6494019" y="-137261"/>
            <a:chExt cx="2116596" cy="1924130"/>
          </a:xfrm>
        </p:grpSpPr>
        <p:sp>
          <p:nvSpPr>
            <p:cNvPr id="1890" name="Google Shape;1890;p60"/>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60"/>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92" name="Google Shape;1892;p60"/>
          <p:cNvSpPr/>
          <p:nvPr/>
        </p:nvSpPr>
        <p:spPr>
          <a:xfrm>
            <a:off x="4504240" y="487332"/>
            <a:ext cx="1260906" cy="1231727"/>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93" name="Google Shape;1893;p60"/>
          <p:cNvSpPr txBox="1">
            <a:spLocks noGrp="1"/>
          </p:cNvSpPr>
          <p:nvPr>
            <p:ph type="title"/>
          </p:nvPr>
        </p:nvSpPr>
        <p:spPr>
          <a:xfrm>
            <a:off x="4758850" y="1754225"/>
            <a:ext cx="3926400" cy="212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story</a:t>
            </a:r>
            <a:endParaRPr/>
          </a:p>
          <a:p>
            <a:pPr marL="0" lvl="0" indent="0" algn="l" rtl="0">
              <a:spcBef>
                <a:spcPts val="0"/>
              </a:spcBef>
              <a:spcAft>
                <a:spcPts val="0"/>
              </a:spcAft>
              <a:buNone/>
            </a:pPr>
            <a:r>
              <a:rPr lang="en"/>
              <a:t>of getting older together</a:t>
            </a:r>
            <a:endParaRPr/>
          </a:p>
        </p:txBody>
      </p:sp>
      <p:sp>
        <p:nvSpPr>
          <p:cNvPr id="1894" name="Google Shape;1894;p60"/>
          <p:cNvSpPr txBox="1">
            <a:spLocks noGrp="1"/>
          </p:cNvSpPr>
          <p:nvPr>
            <p:ph type="title" idx="2"/>
          </p:nvPr>
        </p:nvSpPr>
        <p:spPr>
          <a:xfrm>
            <a:off x="4510543" y="644495"/>
            <a:ext cx="1248300" cy="91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1895" name="Google Shape;1895;p60"/>
          <p:cNvSpPr txBox="1">
            <a:spLocks noGrp="1"/>
          </p:cNvSpPr>
          <p:nvPr>
            <p:ph type="subTitle" idx="1"/>
          </p:nvPr>
        </p:nvSpPr>
        <p:spPr>
          <a:xfrm>
            <a:off x="4758850" y="3862475"/>
            <a:ext cx="3043800" cy="71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enter a subtitle here if you need it</a:t>
            </a:r>
            <a:endParaRPr/>
          </a:p>
        </p:txBody>
      </p:sp>
      <p:grpSp>
        <p:nvGrpSpPr>
          <p:cNvPr id="1896" name="Google Shape;1896;p60"/>
          <p:cNvGrpSpPr/>
          <p:nvPr/>
        </p:nvGrpSpPr>
        <p:grpSpPr>
          <a:xfrm>
            <a:off x="1047031" y="539450"/>
            <a:ext cx="2596265" cy="4036531"/>
            <a:chOff x="1188131" y="539450"/>
            <a:chExt cx="2596265" cy="4036531"/>
          </a:xfrm>
        </p:grpSpPr>
        <p:sp>
          <p:nvSpPr>
            <p:cNvPr id="1897" name="Google Shape;1897;p60"/>
            <p:cNvSpPr/>
            <p:nvPr/>
          </p:nvSpPr>
          <p:spPr>
            <a:xfrm>
              <a:off x="1749384" y="4434345"/>
              <a:ext cx="109599" cy="82237"/>
            </a:xfrm>
            <a:custGeom>
              <a:avLst/>
              <a:gdLst/>
              <a:ahLst/>
              <a:cxnLst/>
              <a:rect l="l" t="t" r="r" b="b"/>
              <a:pathLst>
                <a:path w="1430" h="1073" extrusionOk="0">
                  <a:moveTo>
                    <a:pt x="1262" y="1"/>
                  </a:moveTo>
                  <a:lnTo>
                    <a:pt x="143" y="13"/>
                  </a:lnTo>
                  <a:cubicBezTo>
                    <a:pt x="60" y="13"/>
                    <a:pt x="0" y="84"/>
                    <a:pt x="0" y="156"/>
                  </a:cubicBezTo>
                  <a:lnTo>
                    <a:pt x="12" y="930"/>
                  </a:lnTo>
                  <a:cubicBezTo>
                    <a:pt x="12" y="1001"/>
                    <a:pt x="84" y="1072"/>
                    <a:pt x="155" y="1072"/>
                  </a:cubicBezTo>
                  <a:lnTo>
                    <a:pt x="1274" y="1049"/>
                  </a:lnTo>
                  <a:cubicBezTo>
                    <a:pt x="1358" y="1049"/>
                    <a:pt x="1429" y="989"/>
                    <a:pt x="1417" y="906"/>
                  </a:cubicBezTo>
                  <a:lnTo>
                    <a:pt x="1405" y="144"/>
                  </a:lnTo>
                  <a:cubicBezTo>
                    <a:pt x="1405" y="60"/>
                    <a:pt x="1346" y="1"/>
                    <a:pt x="12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60"/>
            <p:cNvSpPr/>
            <p:nvPr/>
          </p:nvSpPr>
          <p:spPr>
            <a:xfrm>
              <a:off x="1712979" y="4036494"/>
              <a:ext cx="539257" cy="472424"/>
            </a:xfrm>
            <a:custGeom>
              <a:avLst/>
              <a:gdLst/>
              <a:ahLst/>
              <a:cxnLst/>
              <a:rect l="l" t="t" r="r" b="b"/>
              <a:pathLst>
                <a:path w="7036" h="6164" extrusionOk="0">
                  <a:moveTo>
                    <a:pt x="261" y="1"/>
                  </a:moveTo>
                  <a:cubicBezTo>
                    <a:pt x="499" y="2215"/>
                    <a:pt x="702" y="3787"/>
                    <a:pt x="702" y="3787"/>
                  </a:cubicBezTo>
                  <a:cubicBezTo>
                    <a:pt x="1" y="5704"/>
                    <a:pt x="1750" y="5879"/>
                    <a:pt x="2413" y="5879"/>
                  </a:cubicBezTo>
                  <a:cubicBezTo>
                    <a:pt x="2560" y="5879"/>
                    <a:pt x="2654" y="5870"/>
                    <a:pt x="2654" y="5870"/>
                  </a:cubicBezTo>
                  <a:cubicBezTo>
                    <a:pt x="2654" y="5870"/>
                    <a:pt x="4756" y="6164"/>
                    <a:pt x="5992" y="6164"/>
                  </a:cubicBezTo>
                  <a:cubicBezTo>
                    <a:pt x="6482" y="6164"/>
                    <a:pt x="6835" y="6118"/>
                    <a:pt x="6869" y="5990"/>
                  </a:cubicBezTo>
                  <a:cubicBezTo>
                    <a:pt x="7036" y="5287"/>
                    <a:pt x="3523" y="3858"/>
                    <a:pt x="3523" y="3858"/>
                  </a:cubicBezTo>
                  <a:cubicBezTo>
                    <a:pt x="3773" y="3049"/>
                    <a:pt x="4083" y="1810"/>
                    <a:pt x="4392" y="346"/>
                  </a:cubicBezTo>
                  <a:lnTo>
                    <a:pt x="4392" y="346"/>
                  </a:lnTo>
                  <a:cubicBezTo>
                    <a:pt x="4210" y="351"/>
                    <a:pt x="4027" y="353"/>
                    <a:pt x="3844" y="353"/>
                  </a:cubicBezTo>
                  <a:cubicBezTo>
                    <a:pt x="2646" y="353"/>
                    <a:pt x="1449" y="249"/>
                    <a:pt x="261"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60"/>
            <p:cNvSpPr/>
            <p:nvPr/>
          </p:nvSpPr>
          <p:spPr>
            <a:xfrm>
              <a:off x="1644461" y="2877659"/>
              <a:ext cx="625096" cy="1185966"/>
            </a:xfrm>
            <a:custGeom>
              <a:avLst/>
              <a:gdLst/>
              <a:ahLst/>
              <a:cxnLst/>
              <a:rect l="l" t="t" r="r" b="b"/>
              <a:pathLst>
                <a:path w="8156" h="15474" extrusionOk="0">
                  <a:moveTo>
                    <a:pt x="5289" y="1"/>
                  </a:moveTo>
                  <a:cubicBezTo>
                    <a:pt x="3540" y="1"/>
                    <a:pt x="1549" y="140"/>
                    <a:pt x="1060" y="738"/>
                  </a:cubicBezTo>
                  <a:cubicBezTo>
                    <a:pt x="0" y="2048"/>
                    <a:pt x="655" y="10192"/>
                    <a:pt x="1155" y="15121"/>
                  </a:cubicBezTo>
                  <a:cubicBezTo>
                    <a:pt x="2343" y="15369"/>
                    <a:pt x="3540" y="15473"/>
                    <a:pt x="4738" y="15473"/>
                  </a:cubicBezTo>
                  <a:cubicBezTo>
                    <a:pt x="4921" y="15473"/>
                    <a:pt x="5104" y="15471"/>
                    <a:pt x="5286" y="15466"/>
                  </a:cubicBezTo>
                  <a:cubicBezTo>
                    <a:pt x="6572" y="9608"/>
                    <a:pt x="8156" y="107"/>
                    <a:pt x="8156" y="107"/>
                  </a:cubicBezTo>
                  <a:cubicBezTo>
                    <a:pt x="8156" y="107"/>
                    <a:pt x="6815" y="1"/>
                    <a:pt x="5289" y="1"/>
                  </a:cubicBez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60"/>
            <p:cNvSpPr/>
            <p:nvPr/>
          </p:nvSpPr>
          <p:spPr>
            <a:xfrm>
              <a:off x="1748465" y="4422542"/>
              <a:ext cx="497410" cy="95956"/>
            </a:xfrm>
            <a:custGeom>
              <a:avLst/>
              <a:gdLst/>
              <a:ahLst/>
              <a:cxnLst/>
              <a:rect l="l" t="t" r="r" b="b"/>
              <a:pathLst>
                <a:path w="6490" h="1252" extrusionOk="0">
                  <a:moveTo>
                    <a:pt x="24" y="0"/>
                  </a:moveTo>
                  <a:lnTo>
                    <a:pt x="24" y="0"/>
                  </a:lnTo>
                  <a:cubicBezTo>
                    <a:pt x="36" y="167"/>
                    <a:pt x="0" y="322"/>
                    <a:pt x="36" y="500"/>
                  </a:cubicBezTo>
                  <a:cubicBezTo>
                    <a:pt x="36" y="500"/>
                    <a:pt x="858" y="762"/>
                    <a:pt x="3346" y="1203"/>
                  </a:cubicBezTo>
                  <a:cubicBezTo>
                    <a:pt x="3382" y="1203"/>
                    <a:pt x="3429" y="1203"/>
                    <a:pt x="3465" y="1214"/>
                  </a:cubicBezTo>
                  <a:cubicBezTo>
                    <a:pt x="3996" y="1242"/>
                    <a:pt x="4469" y="1251"/>
                    <a:pt x="4875" y="1251"/>
                  </a:cubicBezTo>
                  <a:cubicBezTo>
                    <a:pt x="5888" y="1251"/>
                    <a:pt x="6477" y="1191"/>
                    <a:pt x="6477" y="1191"/>
                  </a:cubicBezTo>
                  <a:cubicBezTo>
                    <a:pt x="6477" y="1191"/>
                    <a:pt x="6489" y="1048"/>
                    <a:pt x="6442" y="845"/>
                  </a:cubicBezTo>
                  <a:cubicBezTo>
                    <a:pt x="5955" y="895"/>
                    <a:pt x="5487" y="917"/>
                    <a:pt x="5039" y="917"/>
                  </a:cubicBezTo>
                  <a:cubicBezTo>
                    <a:pt x="2792" y="917"/>
                    <a:pt x="1057" y="367"/>
                    <a:pt x="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60"/>
            <p:cNvSpPr/>
            <p:nvPr/>
          </p:nvSpPr>
          <p:spPr>
            <a:xfrm>
              <a:off x="2008513" y="4362301"/>
              <a:ext cx="141559" cy="137880"/>
            </a:xfrm>
            <a:custGeom>
              <a:avLst/>
              <a:gdLst/>
              <a:ahLst/>
              <a:cxnLst/>
              <a:rect l="l" t="t" r="r" b="b"/>
              <a:pathLst>
                <a:path w="1847" h="1799" extrusionOk="0">
                  <a:moveTo>
                    <a:pt x="667" y="0"/>
                  </a:moveTo>
                  <a:cubicBezTo>
                    <a:pt x="417" y="500"/>
                    <a:pt x="215" y="1143"/>
                    <a:pt x="1" y="1667"/>
                  </a:cubicBezTo>
                  <a:cubicBezTo>
                    <a:pt x="310" y="1703"/>
                    <a:pt x="1203" y="1786"/>
                    <a:pt x="1441" y="1798"/>
                  </a:cubicBezTo>
                  <a:cubicBezTo>
                    <a:pt x="1572" y="1381"/>
                    <a:pt x="1644" y="988"/>
                    <a:pt x="1846" y="607"/>
                  </a:cubicBezTo>
                  <a:cubicBezTo>
                    <a:pt x="1620" y="465"/>
                    <a:pt x="989" y="143"/>
                    <a:pt x="66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60"/>
            <p:cNvSpPr/>
            <p:nvPr/>
          </p:nvSpPr>
          <p:spPr>
            <a:xfrm>
              <a:off x="1739344" y="4313020"/>
              <a:ext cx="186241" cy="161562"/>
            </a:xfrm>
            <a:custGeom>
              <a:avLst/>
              <a:gdLst/>
              <a:ahLst/>
              <a:cxnLst/>
              <a:rect l="l" t="t" r="r" b="b"/>
              <a:pathLst>
                <a:path w="2430" h="2108" extrusionOk="0">
                  <a:moveTo>
                    <a:pt x="346" y="0"/>
                  </a:moveTo>
                  <a:cubicBezTo>
                    <a:pt x="0" y="667"/>
                    <a:pt x="143" y="1429"/>
                    <a:pt x="143" y="1429"/>
                  </a:cubicBezTo>
                  <a:cubicBezTo>
                    <a:pt x="715" y="1917"/>
                    <a:pt x="2429" y="2108"/>
                    <a:pt x="2429" y="2108"/>
                  </a:cubicBezTo>
                  <a:cubicBezTo>
                    <a:pt x="2072" y="1036"/>
                    <a:pt x="346" y="0"/>
                    <a:pt x="34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60"/>
            <p:cNvSpPr/>
            <p:nvPr/>
          </p:nvSpPr>
          <p:spPr>
            <a:xfrm>
              <a:off x="1932790" y="4491827"/>
              <a:ext cx="108679" cy="82237"/>
            </a:xfrm>
            <a:custGeom>
              <a:avLst/>
              <a:gdLst/>
              <a:ahLst/>
              <a:cxnLst/>
              <a:rect l="l" t="t" r="r" b="b"/>
              <a:pathLst>
                <a:path w="1418" h="1073" extrusionOk="0">
                  <a:moveTo>
                    <a:pt x="1263" y="1"/>
                  </a:moveTo>
                  <a:lnTo>
                    <a:pt x="143" y="25"/>
                  </a:lnTo>
                  <a:cubicBezTo>
                    <a:pt x="60" y="25"/>
                    <a:pt x="0" y="84"/>
                    <a:pt x="0" y="168"/>
                  </a:cubicBezTo>
                  <a:lnTo>
                    <a:pt x="12" y="930"/>
                  </a:lnTo>
                  <a:cubicBezTo>
                    <a:pt x="12" y="1013"/>
                    <a:pt x="72" y="1072"/>
                    <a:pt x="155" y="1072"/>
                  </a:cubicBezTo>
                  <a:lnTo>
                    <a:pt x="1274" y="1061"/>
                  </a:lnTo>
                  <a:cubicBezTo>
                    <a:pt x="1358" y="1061"/>
                    <a:pt x="1417" y="989"/>
                    <a:pt x="1417" y="906"/>
                  </a:cubicBezTo>
                  <a:lnTo>
                    <a:pt x="1405" y="144"/>
                  </a:lnTo>
                  <a:cubicBezTo>
                    <a:pt x="1405" y="60"/>
                    <a:pt x="1334" y="1"/>
                    <a:pt x="12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60"/>
            <p:cNvSpPr/>
            <p:nvPr/>
          </p:nvSpPr>
          <p:spPr>
            <a:xfrm>
              <a:off x="1829706" y="2935218"/>
              <a:ext cx="622414" cy="1123579"/>
            </a:xfrm>
            <a:custGeom>
              <a:avLst/>
              <a:gdLst/>
              <a:ahLst/>
              <a:cxnLst/>
              <a:rect l="l" t="t" r="r" b="b"/>
              <a:pathLst>
                <a:path w="8121" h="14660" extrusionOk="0">
                  <a:moveTo>
                    <a:pt x="5254" y="0"/>
                  </a:moveTo>
                  <a:cubicBezTo>
                    <a:pt x="3507" y="0"/>
                    <a:pt x="1519" y="139"/>
                    <a:pt x="1036" y="737"/>
                  </a:cubicBezTo>
                  <a:cubicBezTo>
                    <a:pt x="0" y="1999"/>
                    <a:pt x="572" y="9607"/>
                    <a:pt x="1072" y="14572"/>
                  </a:cubicBezTo>
                  <a:cubicBezTo>
                    <a:pt x="1637" y="14632"/>
                    <a:pt x="2204" y="14660"/>
                    <a:pt x="2771" y="14660"/>
                  </a:cubicBezTo>
                  <a:cubicBezTo>
                    <a:pt x="3674" y="14660"/>
                    <a:pt x="4578" y="14589"/>
                    <a:pt x="5477" y="14465"/>
                  </a:cubicBezTo>
                  <a:cubicBezTo>
                    <a:pt x="6703" y="8595"/>
                    <a:pt x="8120" y="106"/>
                    <a:pt x="8120" y="106"/>
                  </a:cubicBezTo>
                  <a:cubicBezTo>
                    <a:pt x="8120" y="106"/>
                    <a:pt x="6779" y="0"/>
                    <a:pt x="5254" y="0"/>
                  </a:cubicBez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60"/>
            <p:cNvSpPr/>
            <p:nvPr/>
          </p:nvSpPr>
          <p:spPr>
            <a:xfrm>
              <a:off x="1895542" y="4043775"/>
              <a:ext cx="540100" cy="522625"/>
            </a:xfrm>
            <a:custGeom>
              <a:avLst/>
              <a:gdLst/>
              <a:ahLst/>
              <a:cxnLst/>
              <a:rect l="l" t="t" r="r" b="b"/>
              <a:pathLst>
                <a:path w="7047" h="6819" extrusionOk="0">
                  <a:moveTo>
                    <a:pt x="4618" y="1"/>
                  </a:moveTo>
                  <a:lnTo>
                    <a:pt x="4618" y="1"/>
                  </a:lnTo>
                  <a:cubicBezTo>
                    <a:pt x="3726" y="125"/>
                    <a:pt x="2821" y="196"/>
                    <a:pt x="1915" y="196"/>
                  </a:cubicBezTo>
                  <a:cubicBezTo>
                    <a:pt x="1347" y="196"/>
                    <a:pt x="778" y="168"/>
                    <a:pt x="213" y="108"/>
                  </a:cubicBezTo>
                  <a:lnTo>
                    <a:pt x="213" y="108"/>
                  </a:lnTo>
                  <a:cubicBezTo>
                    <a:pt x="463" y="2620"/>
                    <a:pt x="701" y="4454"/>
                    <a:pt x="701" y="4454"/>
                  </a:cubicBezTo>
                  <a:cubicBezTo>
                    <a:pt x="1" y="6360"/>
                    <a:pt x="1754" y="6534"/>
                    <a:pt x="2421" y="6534"/>
                  </a:cubicBezTo>
                  <a:cubicBezTo>
                    <a:pt x="2570" y="6534"/>
                    <a:pt x="2665" y="6526"/>
                    <a:pt x="2665" y="6526"/>
                  </a:cubicBezTo>
                  <a:cubicBezTo>
                    <a:pt x="2665" y="6526"/>
                    <a:pt x="4767" y="6819"/>
                    <a:pt x="5999" y="6819"/>
                  </a:cubicBezTo>
                  <a:cubicBezTo>
                    <a:pt x="6487" y="6819"/>
                    <a:pt x="6838" y="6773"/>
                    <a:pt x="6868" y="6645"/>
                  </a:cubicBezTo>
                  <a:cubicBezTo>
                    <a:pt x="7047" y="5954"/>
                    <a:pt x="3534" y="4513"/>
                    <a:pt x="3534" y="4513"/>
                  </a:cubicBezTo>
                  <a:cubicBezTo>
                    <a:pt x="3832" y="3537"/>
                    <a:pt x="4213" y="1906"/>
                    <a:pt x="4618"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60"/>
            <p:cNvSpPr/>
            <p:nvPr/>
          </p:nvSpPr>
          <p:spPr>
            <a:xfrm>
              <a:off x="1930950" y="4480944"/>
              <a:ext cx="498330" cy="95037"/>
            </a:xfrm>
            <a:custGeom>
              <a:avLst/>
              <a:gdLst/>
              <a:ahLst/>
              <a:cxnLst/>
              <a:rect l="l" t="t" r="r" b="b"/>
              <a:pathLst>
                <a:path w="6502" h="1240" extrusionOk="0">
                  <a:moveTo>
                    <a:pt x="24" y="0"/>
                  </a:moveTo>
                  <a:cubicBezTo>
                    <a:pt x="36" y="155"/>
                    <a:pt x="1" y="310"/>
                    <a:pt x="36" y="488"/>
                  </a:cubicBezTo>
                  <a:cubicBezTo>
                    <a:pt x="36" y="488"/>
                    <a:pt x="858" y="762"/>
                    <a:pt x="3358" y="1191"/>
                  </a:cubicBezTo>
                  <a:cubicBezTo>
                    <a:pt x="3394" y="1203"/>
                    <a:pt x="3430" y="1203"/>
                    <a:pt x="3465" y="1203"/>
                  </a:cubicBezTo>
                  <a:cubicBezTo>
                    <a:pt x="3996" y="1230"/>
                    <a:pt x="4469" y="1240"/>
                    <a:pt x="4875" y="1240"/>
                  </a:cubicBezTo>
                  <a:cubicBezTo>
                    <a:pt x="5888" y="1240"/>
                    <a:pt x="6478" y="1179"/>
                    <a:pt x="6478" y="1179"/>
                  </a:cubicBezTo>
                  <a:cubicBezTo>
                    <a:pt x="6478" y="1179"/>
                    <a:pt x="6501" y="1048"/>
                    <a:pt x="6442" y="833"/>
                  </a:cubicBezTo>
                  <a:cubicBezTo>
                    <a:pt x="5949" y="884"/>
                    <a:pt x="5475" y="906"/>
                    <a:pt x="5023" y="906"/>
                  </a:cubicBezTo>
                  <a:cubicBezTo>
                    <a:pt x="2787" y="906"/>
                    <a:pt x="1064" y="366"/>
                    <a:pt x="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60"/>
            <p:cNvSpPr/>
            <p:nvPr/>
          </p:nvSpPr>
          <p:spPr>
            <a:xfrm>
              <a:off x="2190999" y="4420703"/>
              <a:ext cx="141559" cy="136960"/>
            </a:xfrm>
            <a:custGeom>
              <a:avLst/>
              <a:gdLst/>
              <a:ahLst/>
              <a:cxnLst/>
              <a:rect l="l" t="t" r="r" b="b"/>
              <a:pathLst>
                <a:path w="1847" h="1787" extrusionOk="0">
                  <a:moveTo>
                    <a:pt x="668" y="0"/>
                  </a:moveTo>
                  <a:cubicBezTo>
                    <a:pt x="418" y="500"/>
                    <a:pt x="215" y="1131"/>
                    <a:pt x="1" y="1667"/>
                  </a:cubicBezTo>
                  <a:cubicBezTo>
                    <a:pt x="322" y="1691"/>
                    <a:pt x="1203" y="1786"/>
                    <a:pt x="1442" y="1786"/>
                  </a:cubicBezTo>
                  <a:cubicBezTo>
                    <a:pt x="1584" y="1369"/>
                    <a:pt x="1656" y="988"/>
                    <a:pt x="1846" y="596"/>
                  </a:cubicBezTo>
                  <a:cubicBezTo>
                    <a:pt x="1620" y="465"/>
                    <a:pt x="1001" y="143"/>
                    <a:pt x="6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60"/>
            <p:cNvSpPr/>
            <p:nvPr/>
          </p:nvSpPr>
          <p:spPr>
            <a:xfrm>
              <a:off x="1921830" y="4371422"/>
              <a:ext cx="186241" cy="160643"/>
            </a:xfrm>
            <a:custGeom>
              <a:avLst/>
              <a:gdLst/>
              <a:ahLst/>
              <a:cxnLst/>
              <a:rect l="l" t="t" r="r" b="b"/>
              <a:pathLst>
                <a:path w="2430" h="2096" extrusionOk="0">
                  <a:moveTo>
                    <a:pt x="346" y="0"/>
                  </a:moveTo>
                  <a:cubicBezTo>
                    <a:pt x="1" y="655"/>
                    <a:pt x="143" y="1429"/>
                    <a:pt x="143" y="1429"/>
                  </a:cubicBezTo>
                  <a:cubicBezTo>
                    <a:pt x="715" y="1905"/>
                    <a:pt x="2429" y="2096"/>
                    <a:pt x="2429" y="2096"/>
                  </a:cubicBezTo>
                  <a:cubicBezTo>
                    <a:pt x="2084" y="1024"/>
                    <a:pt x="346" y="0"/>
                    <a:pt x="34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60"/>
            <p:cNvSpPr/>
            <p:nvPr/>
          </p:nvSpPr>
          <p:spPr>
            <a:xfrm>
              <a:off x="2759533" y="4358622"/>
              <a:ext cx="157040" cy="121478"/>
            </a:xfrm>
            <a:custGeom>
              <a:avLst/>
              <a:gdLst/>
              <a:ahLst/>
              <a:cxnLst/>
              <a:rect l="l" t="t" r="r" b="b"/>
              <a:pathLst>
                <a:path w="2049" h="1585" extrusionOk="0">
                  <a:moveTo>
                    <a:pt x="1715" y="1"/>
                  </a:moveTo>
                  <a:cubicBezTo>
                    <a:pt x="393" y="655"/>
                    <a:pt x="1" y="1263"/>
                    <a:pt x="1" y="1263"/>
                  </a:cubicBezTo>
                  <a:cubicBezTo>
                    <a:pt x="1" y="1263"/>
                    <a:pt x="72" y="1453"/>
                    <a:pt x="1953" y="1584"/>
                  </a:cubicBezTo>
                  <a:cubicBezTo>
                    <a:pt x="2048" y="1025"/>
                    <a:pt x="1965" y="465"/>
                    <a:pt x="17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60"/>
            <p:cNvSpPr/>
            <p:nvPr/>
          </p:nvSpPr>
          <p:spPr>
            <a:xfrm>
              <a:off x="2890974" y="4304819"/>
              <a:ext cx="450811" cy="183329"/>
            </a:xfrm>
            <a:custGeom>
              <a:avLst/>
              <a:gdLst/>
              <a:ahLst/>
              <a:cxnLst/>
              <a:rect l="l" t="t" r="r" b="b"/>
              <a:pathLst>
                <a:path w="5882" h="2392" extrusionOk="0">
                  <a:moveTo>
                    <a:pt x="1774" y="0"/>
                  </a:moveTo>
                  <a:cubicBezTo>
                    <a:pt x="1048" y="226"/>
                    <a:pt x="464" y="464"/>
                    <a:pt x="0" y="703"/>
                  </a:cubicBezTo>
                  <a:cubicBezTo>
                    <a:pt x="250" y="1167"/>
                    <a:pt x="333" y="1727"/>
                    <a:pt x="238" y="2286"/>
                  </a:cubicBezTo>
                  <a:cubicBezTo>
                    <a:pt x="726" y="2322"/>
                    <a:pt x="1322" y="2358"/>
                    <a:pt x="2084" y="2381"/>
                  </a:cubicBezTo>
                  <a:cubicBezTo>
                    <a:pt x="2298" y="2388"/>
                    <a:pt x="2499" y="2392"/>
                    <a:pt x="2690" y="2392"/>
                  </a:cubicBezTo>
                  <a:cubicBezTo>
                    <a:pt x="5776" y="2392"/>
                    <a:pt x="5882" y="1536"/>
                    <a:pt x="5882" y="1536"/>
                  </a:cubicBezTo>
                  <a:cubicBezTo>
                    <a:pt x="5870" y="607"/>
                    <a:pt x="5620" y="72"/>
                    <a:pt x="5632" y="12"/>
                  </a:cubicBezTo>
                  <a:lnTo>
                    <a:pt x="5632" y="12"/>
                  </a:lnTo>
                  <a:cubicBezTo>
                    <a:pt x="5061" y="347"/>
                    <a:pt x="4445" y="459"/>
                    <a:pt x="3878" y="459"/>
                  </a:cubicBezTo>
                  <a:cubicBezTo>
                    <a:pt x="2729" y="459"/>
                    <a:pt x="1774" y="0"/>
                    <a:pt x="17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60"/>
            <p:cNvSpPr/>
            <p:nvPr/>
          </p:nvSpPr>
          <p:spPr>
            <a:xfrm>
              <a:off x="2754934" y="4423385"/>
              <a:ext cx="586852" cy="84843"/>
            </a:xfrm>
            <a:custGeom>
              <a:avLst/>
              <a:gdLst/>
              <a:ahLst/>
              <a:cxnLst/>
              <a:rect l="l" t="t" r="r" b="b"/>
              <a:pathLst>
                <a:path w="7657" h="1107" extrusionOk="0">
                  <a:moveTo>
                    <a:pt x="7657" y="1"/>
                  </a:moveTo>
                  <a:lnTo>
                    <a:pt x="7657" y="1"/>
                  </a:lnTo>
                  <a:cubicBezTo>
                    <a:pt x="6647" y="293"/>
                    <a:pt x="5013" y="637"/>
                    <a:pt x="2941" y="637"/>
                  </a:cubicBezTo>
                  <a:cubicBezTo>
                    <a:pt x="2056" y="637"/>
                    <a:pt x="1091" y="575"/>
                    <a:pt x="61" y="418"/>
                  </a:cubicBezTo>
                  <a:cubicBezTo>
                    <a:pt x="1" y="644"/>
                    <a:pt x="25" y="799"/>
                    <a:pt x="25" y="799"/>
                  </a:cubicBezTo>
                  <a:cubicBezTo>
                    <a:pt x="25" y="799"/>
                    <a:pt x="351" y="1106"/>
                    <a:pt x="2564" y="1106"/>
                  </a:cubicBezTo>
                  <a:cubicBezTo>
                    <a:pt x="2890" y="1106"/>
                    <a:pt x="3256" y="1100"/>
                    <a:pt x="3668" y="1084"/>
                  </a:cubicBezTo>
                  <a:cubicBezTo>
                    <a:pt x="6561" y="977"/>
                    <a:pt x="7597" y="572"/>
                    <a:pt x="7597" y="572"/>
                  </a:cubicBezTo>
                  <a:cubicBezTo>
                    <a:pt x="7633" y="370"/>
                    <a:pt x="7645" y="180"/>
                    <a:pt x="76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60"/>
            <p:cNvSpPr/>
            <p:nvPr/>
          </p:nvSpPr>
          <p:spPr>
            <a:xfrm>
              <a:off x="2990380" y="4256458"/>
              <a:ext cx="50277" cy="79402"/>
            </a:xfrm>
            <a:custGeom>
              <a:avLst/>
              <a:gdLst/>
              <a:ahLst/>
              <a:cxnLst/>
              <a:rect l="l" t="t" r="r" b="b"/>
              <a:pathLst>
                <a:path w="656" h="1036" extrusionOk="0">
                  <a:moveTo>
                    <a:pt x="352" y="92"/>
                  </a:moveTo>
                  <a:cubicBezTo>
                    <a:pt x="390" y="92"/>
                    <a:pt x="408" y="112"/>
                    <a:pt x="418" y="131"/>
                  </a:cubicBezTo>
                  <a:cubicBezTo>
                    <a:pt x="513" y="262"/>
                    <a:pt x="418" y="643"/>
                    <a:pt x="346" y="869"/>
                  </a:cubicBezTo>
                  <a:cubicBezTo>
                    <a:pt x="263" y="655"/>
                    <a:pt x="132" y="286"/>
                    <a:pt x="215" y="143"/>
                  </a:cubicBezTo>
                  <a:cubicBezTo>
                    <a:pt x="239" y="119"/>
                    <a:pt x="275" y="95"/>
                    <a:pt x="322" y="95"/>
                  </a:cubicBezTo>
                  <a:cubicBezTo>
                    <a:pt x="333" y="93"/>
                    <a:pt x="343" y="92"/>
                    <a:pt x="352" y="92"/>
                  </a:cubicBezTo>
                  <a:close/>
                  <a:moveTo>
                    <a:pt x="310" y="0"/>
                  </a:moveTo>
                  <a:cubicBezTo>
                    <a:pt x="239" y="12"/>
                    <a:pt x="179" y="48"/>
                    <a:pt x="144" y="107"/>
                  </a:cubicBezTo>
                  <a:cubicBezTo>
                    <a:pt x="1" y="345"/>
                    <a:pt x="275" y="941"/>
                    <a:pt x="310" y="1012"/>
                  </a:cubicBezTo>
                  <a:cubicBezTo>
                    <a:pt x="322" y="1024"/>
                    <a:pt x="334" y="1036"/>
                    <a:pt x="358" y="1036"/>
                  </a:cubicBezTo>
                  <a:cubicBezTo>
                    <a:pt x="370" y="1036"/>
                    <a:pt x="394" y="1024"/>
                    <a:pt x="394" y="1012"/>
                  </a:cubicBezTo>
                  <a:cubicBezTo>
                    <a:pt x="418" y="941"/>
                    <a:pt x="656" y="298"/>
                    <a:pt x="489" y="83"/>
                  </a:cubicBezTo>
                  <a:cubicBezTo>
                    <a:pt x="465" y="36"/>
                    <a:pt x="418" y="0"/>
                    <a:pt x="310" y="0"/>
                  </a:cubicBezTo>
                  <a:close/>
                </a:path>
              </a:pathLst>
            </a:custGeom>
            <a:solidFill>
              <a:srgbClr val="4442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60"/>
            <p:cNvSpPr/>
            <p:nvPr/>
          </p:nvSpPr>
          <p:spPr>
            <a:xfrm>
              <a:off x="3014139" y="4288341"/>
              <a:ext cx="73040" cy="48438"/>
            </a:xfrm>
            <a:custGeom>
              <a:avLst/>
              <a:gdLst/>
              <a:ahLst/>
              <a:cxnLst/>
              <a:rect l="l" t="t" r="r" b="b"/>
              <a:pathLst>
                <a:path w="953" h="632" extrusionOk="0">
                  <a:moveTo>
                    <a:pt x="739" y="96"/>
                  </a:moveTo>
                  <a:cubicBezTo>
                    <a:pt x="774" y="96"/>
                    <a:pt x="810" y="120"/>
                    <a:pt x="834" y="156"/>
                  </a:cubicBezTo>
                  <a:cubicBezTo>
                    <a:pt x="870" y="203"/>
                    <a:pt x="858" y="239"/>
                    <a:pt x="846" y="263"/>
                  </a:cubicBezTo>
                  <a:cubicBezTo>
                    <a:pt x="774" y="406"/>
                    <a:pt x="381" y="489"/>
                    <a:pt x="143" y="525"/>
                  </a:cubicBezTo>
                  <a:cubicBezTo>
                    <a:pt x="298" y="358"/>
                    <a:pt x="560" y="96"/>
                    <a:pt x="727" y="96"/>
                  </a:cubicBezTo>
                  <a:close/>
                  <a:moveTo>
                    <a:pt x="729" y="1"/>
                  </a:moveTo>
                  <a:cubicBezTo>
                    <a:pt x="455" y="1"/>
                    <a:pt x="59" y="502"/>
                    <a:pt x="12" y="560"/>
                  </a:cubicBezTo>
                  <a:cubicBezTo>
                    <a:pt x="0" y="572"/>
                    <a:pt x="0" y="596"/>
                    <a:pt x="0" y="608"/>
                  </a:cubicBezTo>
                  <a:cubicBezTo>
                    <a:pt x="12" y="620"/>
                    <a:pt x="24" y="632"/>
                    <a:pt x="48" y="632"/>
                  </a:cubicBezTo>
                  <a:cubicBezTo>
                    <a:pt x="119" y="620"/>
                    <a:pt x="798" y="549"/>
                    <a:pt x="917" y="298"/>
                  </a:cubicBezTo>
                  <a:cubicBezTo>
                    <a:pt x="941" y="263"/>
                    <a:pt x="953" y="191"/>
                    <a:pt x="905" y="108"/>
                  </a:cubicBezTo>
                  <a:cubicBezTo>
                    <a:pt x="870" y="48"/>
                    <a:pt x="810" y="1"/>
                    <a:pt x="739" y="1"/>
                  </a:cubicBezTo>
                  <a:cubicBezTo>
                    <a:pt x="735" y="1"/>
                    <a:pt x="732" y="1"/>
                    <a:pt x="729" y="1"/>
                  </a:cubicBezTo>
                  <a:close/>
                </a:path>
              </a:pathLst>
            </a:custGeom>
            <a:solidFill>
              <a:srgbClr val="4442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60"/>
            <p:cNvSpPr/>
            <p:nvPr/>
          </p:nvSpPr>
          <p:spPr>
            <a:xfrm>
              <a:off x="2912818" y="4408823"/>
              <a:ext cx="157960" cy="122321"/>
            </a:xfrm>
            <a:custGeom>
              <a:avLst/>
              <a:gdLst/>
              <a:ahLst/>
              <a:cxnLst/>
              <a:rect l="l" t="t" r="r" b="b"/>
              <a:pathLst>
                <a:path w="2061" h="1596" extrusionOk="0">
                  <a:moveTo>
                    <a:pt x="1751" y="0"/>
                  </a:moveTo>
                  <a:cubicBezTo>
                    <a:pt x="406" y="620"/>
                    <a:pt x="1" y="1215"/>
                    <a:pt x="1" y="1215"/>
                  </a:cubicBezTo>
                  <a:cubicBezTo>
                    <a:pt x="1" y="1215"/>
                    <a:pt x="72" y="1405"/>
                    <a:pt x="1941" y="1596"/>
                  </a:cubicBezTo>
                  <a:cubicBezTo>
                    <a:pt x="2061" y="1036"/>
                    <a:pt x="1989" y="465"/>
                    <a:pt x="17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60"/>
            <p:cNvSpPr/>
            <p:nvPr/>
          </p:nvSpPr>
          <p:spPr>
            <a:xfrm>
              <a:off x="3046942" y="4358622"/>
              <a:ext cx="449968" cy="185245"/>
            </a:xfrm>
            <a:custGeom>
              <a:avLst/>
              <a:gdLst/>
              <a:ahLst/>
              <a:cxnLst/>
              <a:rect l="l" t="t" r="r" b="b"/>
              <a:pathLst>
                <a:path w="5871" h="2417" extrusionOk="0">
                  <a:moveTo>
                    <a:pt x="1799" y="1"/>
                  </a:moveTo>
                  <a:cubicBezTo>
                    <a:pt x="1061" y="203"/>
                    <a:pt x="465" y="429"/>
                    <a:pt x="1" y="655"/>
                  </a:cubicBezTo>
                  <a:cubicBezTo>
                    <a:pt x="239" y="1120"/>
                    <a:pt x="311" y="1691"/>
                    <a:pt x="191" y="2251"/>
                  </a:cubicBezTo>
                  <a:cubicBezTo>
                    <a:pt x="680" y="2299"/>
                    <a:pt x="1275" y="2346"/>
                    <a:pt x="2037" y="2382"/>
                  </a:cubicBezTo>
                  <a:cubicBezTo>
                    <a:pt x="2423" y="2406"/>
                    <a:pt x="2770" y="2416"/>
                    <a:pt x="3083" y="2416"/>
                  </a:cubicBezTo>
                  <a:cubicBezTo>
                    <a:pt x="5744" y="2416"/>
                    <a:pt x="5859" y="1644"/>
                    <a:pt x="5859" y="1644"/>
                  </a:cubicBezTo>
                  <a:cubicBezTo>
                    <a:pt x="5871" y="715"/>
                    <a:pt x="5633" y="167"/>
                    <a:pt x="5645" y="120"/>
                  </a:cubicBezTo>
                  <a:lnTo>
                    <a:pt x="5645" y="120"/>
                  </a:lnTo>
                  <a:cubicBezTo>
                    <a:pt x="5106" y="413"/>
                    <a:pt x="4535" y="514"/>
                    <a:pt x="4002" y="514"/>
                  </a:cubicBezTo>
                  <a:cubicBezTo>
                    <a:pt x="2803" y="514"/>
                    <a:pt x="1799" y="1"/>
                    <a:pt x="17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60"/>
            <p:cNvSpPr/>
            <p:nvPr/>
          </p:nvSpPr>
          <p:spPr>
            <a:xfrm>
              <a:off x="2907376" y="4484546"/>
              <a:ext cx="588614" cy="76029"/>
            </a:xfrm>
            <a:custGeom>
              <a:avLst/>
              <a:gdLst/>
              <a:ahLst/>
              <a:cxnLst/>
              <a:rect l="l" t="t" r="r" b="b"/>
              <a:pathLst>
                <a:path w="7680" h="992" extrusionOk="0">
                  <a:moveTo>
                    <a:pt x="7680" y="1"/>
                  </a:moveTo>
                  <a:lnTo>
                    <a:pt x="7680" y="1"/>
                  </a:lnTo>
                  <a:cubicBezTo>
                    <a:pt x="6740" y="247"/>
                    <a:pt x="5266" y="529"/>
                    <a:pt x="3413" y="529"/>
                  </a:cubicBezTo>
                  <a:cubicBezTo>
                    <a:pt x="2403" y="529"/>
                    <a:pt x="1281" y="445"/>
                    <a:pt x="72" y="227"/>
                  </a:cubicBezTo>
                  <a:cubicBezTo>
                    <a:pt x="0" y="465"/>
                    <a:pt x="24" y="620"/>
                    <a:pt x="24" y="620"/>
                  </a:cubicBezTo>
                  <a:cubicBezTo>
                    <a:pt x="24" y="620"/>
                    <a:pt x="406" y="991"/>
                    <a:pt x="3273" y="991"/>
                  </a:cubicBezTo>
                  <a:cubicBezTo>
                    <a:pt x="3400" y="991"/>
                    <a:pt x="3531" y="990"/>
                    <a:pt x="3667" y="989"/>
                  </a:cubicBezTo>
                  <a:cubicBezTo>
                    <a:pt x="6549" y="953"/>
                    <a:pt x="7608" y="572"/>
                    <a:pt x="7608" y="572"/>
                  </a:cubicBezTo>
                  <a:cubicBezTo>
                    <a:pt x="7644" y="370"/>
                    <a:pt x="7668" y="179"/>
                    <a:pt x="76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60"/>
            <p:cNvSpPr/>
            <p:nvPr/>
          </p:nvSpPr>
          <p:spPr>
            <a:xfrm>
              <a:off x="3151022" y="4363757"/>
              <a:ext cx="45679" cy="91664"/>
            </a:xfrm>
            <a:custGeom>
              <a:avLst/>
              <a:gdLst/>
              <a:ahLst/>
              <a:cxnLst/>
              <a:rect l="l" t="t" r="r" b="b"/>
              <a:pathLst>
                <a:path w="596" h="1196" extrusionOk="0">
                  <a:moveTo>
                    <a:pt x="51" y="0"/>
                  </a:moveTo>
                  <a:cubicBezTo>
                    <a:pt x="35" y="0"/>
                    <a:pt x="21" y="9"/>
                    <a:pt x="12" y="17"/>
                  </a:cubicBezTo>
                  <a:cubicBezTo>
                    <a:pt x="0" y="41"/>
                    <a:pt x="12" y="65"/>
                    <a:pt x="24" y="88"/>
                  </a:cubicBezTo>
                  <a:cubicBezTo>
                    <a:pt x="36" y="88"/>
                    <a:pt x="500" y="374"/>
                    <a:pt x="512" y="1148"/>
                  </a:cubicBezTo>
                  <a:cubicBezTo>
                    <a:pt x="512" y="1172"/>
                    <a:pt x="524" y="1196"/>
                    <a:pt x="548" y="1196"/>
                  </a:cubicBezTo>
                  <a:cubicBezTo>
                    <a:pt x="572" y="1196"/>
                    <a:pt x="596" y="1172"/>
                    <a:pt x="596" y="1148"/>
                  </a:cubicBezTo>
                  <a:cubicBezTo>
                    <a:pt x="584" y="315"/>
                    <a:pt x="96" y="17"/>
                    <a:pt x="72" y="5"/>
                  </a:cubicBezTo>
                  <a:cubicBezTo>
                    <a:pt x="65" y="2"/>
                    <a:pt x="58" y="0"/>
                    <a:pt x="51" y="0"/>
                  </a:cubicBezTo>
                  <a:close/>
                </a:path>
              </a:pathLst>
            </a:custGeom>
            <a:solidFill>
              <a:srgbClr val="4F4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60"/>
            <p:cNvSpPr/>
            <p:nvPr/>
          </p:nvSpPr>
          <p:spPr>
            <a:xfrm>
              <a:off x="3148263" y="4310108"/>
              <a:ext cx="50277" cy="79632"/>
            </a:xfrm>
            <a:custGeom>
              <a:avLst/>
              <a:gdLst/>
              <a:ahLst/>
              <a:cxnLst/>
              <a:rect l="l" t="t" r="r" b="b"/>
              <a:pathLst>
                <a:path w="656" h="1039" extrusionOk="0">
                  <a:moveTo>
                    <a:pt x="334" y="86"/>
                  </a:moveTo>
                  <a:cubicBezTo>
                    <a:pt x="393" y="86"/>
                    <a:pt x="417" y="110"/>
                    <a:pt x="429" y="134"/>
                  </a:cubicBezTo>
                  <a:cubicBezTo>
                    <a:pt x="513" y="265"/>
                    <a:pt x="405" y="646"/>
                    <a:pt x="334" y="872"/>
                  </a:cubicBezTo>
                  <a:cubicBezTo>
                    <a:pt x="251" y="657"/>
                    <a:pt x="132" y="288"/>
                    <a:pt x="227" y="145"/>
                  </a:cubicBezTo>
                  <a:cubicBezTo>
                    <a:pt x="239" y="110"/>
                    <a:pt x="274" y="98"/>
                    <a:pt x="322" y="86"/>
                  </a:cubicBezTo>
                  <a:close/>
                  <a:moveTo>
                    <a:pt x="351" y="1"/>
                  </a:moveTo>
                  <a:cubicBezTo>
                    <a:pt x="342" y="1"/>
                    <a:pt x="332" y="1"/>
                    <a:pt x="322" y="3"/>
                  </a:cubicBezTo>
                  <a:cubicBezTo>
                    <a:pt x="239" y="3"/>
                    <a:pt x="179" y="38"/>
                    <a:pt x="143" y="98"/>
                  </a:cubicBezTo>
                  <a:cubicBezTo>
                    <a:pt x="1" y="336"/>
                    <a:pt x="263" y="943"/>
                    <a:pt x="298" y="1003"/>
                  </a:cubicBezTo>
                  <a:cubicBezTo>
                    <a:pt x="298" y="1027"/>
                    <a:pt x="322" y="1038"/>
                    <a:pt x="334" y="1038"/>
                  </a:cubicBezTo>
                  <a:cubicBezTo>
                    <a:pt x="358" y="1038"/>
                    <a:pt x="370" y="1027"/>
                    <a:pt x="370" y="1003"/>
                  </a:cubicBezTo>
                  <a:cubicBezTo>
                    <a:pt x="405" y="931"/>
                    <a:pt x="655" y="300"/>
                    <a:pt x="501" y="86"/>
                  </a:cubicBezTo>
                  <a:cubicBezTo>
                    <a:pt x="469" y="43"/>
                    <a:pt x="427" y="1"/>
                    <a:pt x="351" y="1"/>
                  </a:cubicBezTo>
                  <a:close/>
                </a:path>
              </a:pathLst>
            </a:custGeom>
            <a:solidFill>
              <a:srgbClr val="4F4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60"/>
            <p:cNvSpPr/>
            <p:nvPr/>
          </p:nvSpPr>
          <p:spPr>
            <a:xfrm>
              <a:off x="3170183" y="4343064"/>
              <a:ext cx="74880" cy="46675"/>
            </a:xfrm>
            <a:custGeom>
              <a:avLst/>
              <a:gdLst/>
              <a:ahLst/>
              <a:cxnLst/>
              <a:rect l="l" t="t" r="r" b="b"/>
              <a:pathLst>
                <a:path w="977" h="609" extrusionOk="0">
                  <a:moveTo>
                    <a:pt x="750" y="96"/>
                  </a:moveTo>
                  <a:cubicBezTo>
                    <a:pt x="798" y="96"/>
                    <a:pt x="822" y="120"/>
                    <a:pt x="846" y="156"/>
                  </a:cubicBezTo>
                  <a:cubicBezTo>
                    <a:pt x="881" y="216"/>
                    <a:pt x="869" y="251"/>
                    <a:pt x="858" y="263"/>
                  </a:cubicBezTo>
                  <a:cubicBezTo>
                    <a:pt x="786" y="406"/>
                    <a:pt x="393" y="489"/>
                    <a:pt x="155" y="513"/>
                  </a:cubicBezTo>
                  <a:cubicBezTo>
                    <a:pt x="310" y="346"/>
                    <a:pt x="572" y="96"/>
                    <a:pt x="739" y="96"/>
                  </a:cubicBezTo>
                  <a:close/>
                  <a:moveTo>
                    <a:pt x="742" y="0"/>
                  </a:moveTo>
                  <a:cubicBezTo>
                    <a:pt x="457" y="0"/>
                    <a:pt x="59" y="479"/>
                    <a:pt x="12" y="537"/>
                  </a:cubicBezTo>
                  <a:cubicBezTo>
                    <a:pt x="0" y="561"/>
                    <a:pt x="0" y="573"/>
                    <a:pt x="12" y="585"/>
                  </a:cubicBezTo>
                  <a:cubicBezTo>
                    <a:pt x="12" y="608"/>
                    <a:pt x="36" y="608"/>
                    <a:pt x="48" y="608"/>
                  </a:cubicBezTo>
                  <a:cubicBezTo>
                    <a:pt x="131" y="608"/>
                    <a:pt x="810" y="549"/>
                    <a:pt x="929" y="311"/>
                  </a:cubicBezTo>
                  <a:cubicBezTo>
                    <a:pt x="953" y="263"/>
                    <a:pt x="977" y="204"/>
                    <a:pt x="929" y="120"/>
                  </a:cubicBezTo>
                  <a:cubicBezTo>
                    <a:pt x="893" y="49"/>
                    <a:pt x="834" y="13"/>
                    <a:pt x="762" y="1"/>
                  </a:cubicBezTo>
                  <a:cubicBezTo>
                    <a:pt x="756" y="1"/>
                    <a:pt x="749" y="0"/>
                    <a:pt x="742" y="0"/>
                  </a:cubicBezTo>
                  <a:close/>
                </a:path>
              </a:pathLst>
            </a:custGeom>
            <a:solidFill>
              <a:srgbClr val="4F4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60"/>
            <p:cNvSpPr/>
            <p:nvPr/>
          </p:nvSpPr>
          <p:spPr>
            <a:xfrm>
              <a:off x="2775014" y="3167751"/>
              <a:ext cx="839619" cy="1239463"/>
            </a:xfrm>
            <a:custGeom>
              <a:avLst/>
              <a:gdLst/>
              <a:ahLst/>
              <a:cxnLst/>
              <a:rect l="l" t="t" r="r" b="b"/>
              <a:pathLst>
                <a:path w="10955" h="16172" extrusionOk="0">
                  <a:moveTo>
                    <a:pt x="1" y="1"/>
                  </a:moveTo>
                  <a:lnTo>
                    <a:pt x="1" y="1"/>
                  </a:lnTo>
                  <a:cubicBezTo>
                    <a:pt x="1025" y="4585"/>
                    <a:pt x="2454" y="11383"/>
                    <a:pt x="2835" y="15217"/>
                  </a:cubicBezTo>
                  <a:cubicBezTo>
                    <a:pt x="2835" y="15217"/>
                    <a:pt x="3376" y="16172"/>
                    <a:pt x="5004" y="16172"/>
                  </a:cubicBezTo>
                  <a:cubicBezTo>
                    <a:pt x="5848" y="16172"/>
                    <a:pt x="6985" y="15915"/>
                    <a:pt x="8490" y="15134"/>
                  </a:cubicBezTo>
                  <a:cubicBezTo>
                    <a:pt x="8704" y="15015"/>
                    <a:pt x="9716" y="4561"/>
                    <a:pt x="10728" y="1346"/>
                  </a:cubicBezTo>
                  <a:cubicBezTo>
                    <a:pt x="10812" y="1061"/>
                    <a:pt x="10895" y="763"/>
                    <a:pt x="10955" y="442"/>
                  </a:cubicBezTo>
                  <a:lnTo>
                    <a:pt x="10955" y="442"/>
                  </a:lnTo>
                  <a:cubicBezTo>
                    <a:pt x="9312" y="662"/>
                    <a:pt x="7522" y="839"/>
                    <a:pt x="5735" y="839"/>
                  </a:cubicBezTo>
                  <a:cubicBezTo>
                    <a:pt x="3752" y="839"/>
                    <a:pt x="1773" y="621"/>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60"/>
            <p:cNvSpPr/>
            <p:nvPr/>
          </p:nvSpPr>
          <p:spPr>
            <a:xfrm>
              <a:off x="2691091" y="2755338"/>
              <a:ext cx="962783" cy="476410"/>
            </a:xfrm>
            <a:custGeom>
              <a:avLst/>
              <a:gdLst/>
              <a:ahLst/>
              <a:cxnLst/>
              <a:rect l="l" t="t" r="r" b="b"/>
              <a:pathLst>
                <a:path w="12562" h="6216" extrusionOk="0">
                  <a:moveTo>
                    <a:pt x="12359" y="0"/>
                  </a:moveTo>
                  <a:lnTo>
                    <a:pt x="1" y="608"/>
                  </a:lnTo>
                  <a:cubicBezTo>
                    <a:pt x="1" y="608"/>
                    <a:pt x="477" y="2584"/>
                    <a:pt x="1096" y="5382"/>
                  </a:cubicBezTo>
                  <a:cubicBezTo>
                    <a:pt x="2875" y="5998"/>
                    <a:pt x="4863" y="6216"/>
                    <a:pt x="6853" y="6216"/>
                  </a:cubicBezTo>
                  <a:cubicBezTo>
                    <a:pt x="8633" y="6216"/>
                    <a:pt x="10414" y="6042"/>
                    <a:pt x="12050" y="5823"/>
                  </a:cubicBezTo>
                  <a:cubicBezTo>
                    <a:pt x="12562" y="3334"/>
                    <a:pt x="12359" y="0"/>
                    <a:pt x="123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60"/>
            <p:cNvSpPr/>
            <p:nvPr/>
          </p:nvSpPr>
          <p:spPr>
            <a:xfrm>
              <a:off x="2839854" y="3219791"/>
              <a:ext cx="839542" cy="1239463"/>
            </a:xfrm>
            <a:custGeom>
              <a:avLst/>
              <a:gdLst/>
              <a:ahLst/>
              <a:cxnLst/>
              <a:rect l="l" t="t" r="r" b="b"/>
              <a:pathLst>
                <a:path w="10954" h="16172" extrusionOk="0">
                  <a:moveTo>
                    <a:pt x="0" y="1"/>
                  </a:moveTo>
                  <a:lnTo>
                    <a:pt x="0" y="1"/>
                  </a:lnTo>
                  <a:cubicBezTo>
                    <a:pt x="1024" y="4596"/>
                    <a:pt x="2453" y="11383"/>
                    <a:pt x="2834" y="15217"/>
                  </a:cubicBezTo>
                  <a:cubicBezTo>
                    <a:pt x="2834" y="15217"/>
                    <a:pt x="3381" y="16172"/>
                    <a:pt x="5008" y="16172"/>
                  </a:cubicBezTo>
                  <a:cubicBezTo>
                    <a:pt x="5853" y="16172"/>
                    <a:pt x="6988" y="15914"/>
                    <a:pt x="8489" y="15133"/>
                  </a:cubicBezTo>
                  <a:cubicBezTo>
                    <a:pt x="8704" y="15026"/>
                    <a:pt x="9716" y="4561"/>
                    <a:pt x="10728" y="1346"/>
                  </a:cubicBezTo>
                  <a:cubicBezTo>
                    <a:pt x="10823" y="1072"/>
                    <a:pt x="10894" y="763"/>
                    <a:pt x="10954" y="453"/>
                  </a:cubicBezTo>
                  <a:lnTo>
                    <a:pt x="10954" y="453"/>
                  </a:lnTo>
                  <a:cubicBezTo>
                    <a:pt x="9319" y="667"/>
                    <a:pt x="7537" y="840"/>
                    <a:pt x="5758" y="840"/>
                  </a:cubicBezTo>
                  <a:cubicBezTo>
                    <a:pt x="3767" y="840"/>
                    <a:pt x="1779" y="623"/>
                    <a:pt x="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60"/>
            <p:cNvSpPr/>
            <p:nvPr/>
          </p:nvSpPr>
          <p:spPr>
            <a:xfrm>
              <a:off x="2755854" y="2807378"/>
              <a:ext cx="962783" cy="476870"/>
            </a:xfrm>
            <a:custGeom>
              <a:avLst/>
              <a:gdLst/>
              <a:ahLst/>
              <a:cxnLst/>
              <a:rect l="l" t="t" r="r" b="b"/>
              <a:pathLst>
                <a:path w="12562" h="6222" extrusionOk="0">
                  <a:moveTo>
                    <a:pt x="12360" y="0"/>
                  </a:moveTo>
                  <a:lnTo>
                    <a:pt x="1" y="619"/>
                  </a:lnTo>
                  <a:cubicBezTo>
                    <a:pt x="1" y="619"/>
                    <a:pt x="477" y="2596"/>
                    <a:pt x="1096" y="5382"/>
                  </a:cubicBezTo>
                  <a:cubicBezTo>
                    <a:pt x="2875" y="6004"/>
                    <a:pt x="4863" y="6221"/>
                    <a:pt x="6854" y="6221"/>
                  </a:cubicBezTo>
                  <a:cubicBezTo>
                    <a:pt x="8633" y="6221"/>
                    <a:pt x="10415" y="6048"/>
                    <a:pt x="12050" y="5834"/>
                  </a:cubicBezTo>
                  <a:cubicBezTo>
                    <a:pt x="12562" y="3346"/>
                    <a:pt x="12360" y="0"/>
                    <a:pt x="123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60"/>
            <p:cNvSpPr/>
            <p:nvPr/>
          </p:nvSpPr>
          <p:spPr>
            <a:xfrm>
              <a:off x="1765786" y="1834785"/>
              <a:ext cx="972823" cy="775622"/>
            </a:xfrm>
            <a:custGeom>
              <a:avLst/>
              <a:gdLst/>
              <a:ahLst/>
              <a:cxnLst/>
              <a:rect l="l" t="t" r="r" b="b"/>
              <a:pathLst>
                <a:path w="12693" h="10120" extrusionOk="0">
                  <a:moveTo>
                    <a:pt x="2889" y="0"/>
                  </a:moveTo>
                  <a:cubicBezTo>
                    <a:pt x="2818" y="0"/>
                    <a:pt x="2748" y="7"/>
                    <a:pt x="2680" y="22"/>
                  </a:cubicBezTo>
                  <a:cubicBezTo>
                    <a:pt x="2680" y="22"/>
                    <a:pt x="1" y="1058"/>
                    <a:pt x="977" y="4308"/>
                  </a:cubicBezTo>
                  <a:cubicBezTo>
                    <a:pt x="1775" y="6999"/>
                    <a:pt x="4823" y="10011"/>
                    <a:pt x="6823" y="10118"/>
                  </a:cubicBezTo>
                  <a:cubicBezTo>
                    <a:pt x="6840" y="10119"/>
                    <a:pt x="6857" y="10120"/>
                    <a:pt x="6874" y="10120"/>
                  </a:cubicBezTo>
                  <a:cubicBezTo>
                    <a:pt x="8876" y="10120"/>
                    <a:pt x="12693" y="3915"/>
                    <a:pt x="12693" y="3915"/>
                  </a:cubicBezTo>
                  <a:lnTo>
                    <a:pt x="10180" y="2105"/>
                  </a:lnTo>
                  <a:lnTo>
                    <a:pt x="7299" y="4713"/>
                  </a:lnTo>
                  <a:lnTo>
                    <a:pt x="7299" y="4713"/>
                  </a:lnTo>
                  <a:cubicBezTo>
                    <a:pt x="7303" y="4699"/>
                    <a:pt x="4726" y="0"/>
                    <a:pt x="28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60"/>
            <p:cNvSpPr/>
            <p:nvPr/>
          </p:nvSpPr>
          <p:spPr>
            <a:xfrm>
              <a:off x="2522247" y="1755230"/>
              <a:ext cx="984703" cy="883918"/>
            </a:xfrm>
            <a:custGeom>
              <a:avLst/>
              <a:gdLst/>
              <a:ahLst/>
              <a:cxnLst/>
              <a:rect l="l" t="t" r="r" b="b"/>
              <a:pathLst>
                <a:path w="12848" h="11533" extrusionOk="0">
                  <a:moveTo>
                    <a:pt x="10840" y="1"/>
                  </a:moveTo>
                  <a:cubicBezTo>
                    <a:pt x="10126" y="1"/>
                    <a:pt x="9204" y="548"/>
                    <a:pt x="9204" y="548"/>
                  </a:cubicBezTo>
                  <a:cubicBezTo>
                    <a:pt x="7147" y="548"/>
                    <a:pt x="5992" y="5822"/>
                    <a:pt x="5990" y="5822"/>
                  </a:cubicBezTo>
                  <a:cubicBezTo>
                    <a:pt x="5990" y="5822"/>
                    <a:pt x="5990" y="5822"/>
                    <a:pt x="5990" y="5822"/>
                  </a:cubicBezTo>
                  <a:lnTo>
                    <a:pt x="2323" y="3691"/>
                  </a:lnTo>
                  <a:lnTo>
                    <a:pt x="1" y="6322"/>
                  </a:lnTo>
                  <a:cubicBezTo>
                    <a:pt x="1" y="6322"/>
                    <a:pt x="4164" y="11532"/>
                    <a:pt x="7410" y="11532"/>
                  </a:cubicBezTo>
                  <a:cubicBezTo>
                    <a:pt x="7521" y="11532"/>
                    <a:pt x="7631" y="11526"/>
                    <a:pt x="7740" y="11513"/>
                  </a:cubicBezTo>
                  <a:cubicBezTo>
                    <a:pt x="9907" y="11252"/>
                    <a:pt x="12419" y="7025"/>
                    <a:pt x="12681" y="3965"/>
                  </a:cubicBezTo>
                  <a:cubicBezTo>
                    <a:pt x="12848" y="1929"/>
                    <a:pt x="12145" y="679"/>
                    <a:pt x="11336" y="131"/>
                  </a:cubicBezTo>
                  <a:cubicBezTo>
                    <a:pt x="11198" y="38"/>
                    <a:pt x="11026" y="1"/>
                    <a:pt x="108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60"/>
            <p:cNvSpPr/>
            <p:nvPr/>
          </p:nvSpPr>
          <p:spPr>
            <a:xfrm>
              <a:off x="2522247" y="2038117"/>
              <a:ext cx="255603" cy="277446"/>
            </a:xfrm>
            <a:custGeom>
              <a:avLst/>
              <a:gdLst/>
              <a:ahLst/>
              <a:cxnLst/>
              <a:rect l="l" t="t" r="r" b="b"/>
              <a:pathLst>
                <a:path w="3335" h="3620" extrusionOk="0">
                  <a:moveTo>
                    <a:pt x="2323" y="0"/>
                  </a:moveTo>
                  <a:lnTo>
                    <a:pt x="1" y="2631"/>
                  </a:lnTo>
                  <a:lnTo>
                    <a:pt x="918" y="3620"/>
                  </a:lnTo>
                  <a:cubicBezTo>
                    <a:pt x="1668" y="3274"/>
                    <a:pt x="2596" y="1643"/>
                    <a:pt x="2596" y="1643"/>
                  </a:cubicBezTo>
                  <a:lnTo>
                    <a:pt x="1727" y="810"/>
                  </a:lnTo>
                  <a:lnTo>
                    <a:pt x="1727" y="810"/>
                  </a:lnTo>
                  <a:lnTo>
                    <a:pt x="2823" y="1357"/>
                  </a:lnTo>
                  <a:lnTo>
                    <a:pt x="3335" y="595"/>
                  </a:lnTo>
                  <a:lnTo>
                    <a:pt x="23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60"/>
            <p:cNvSpPr/>
            <p:nvPr/>
          </p:nvSpPr>
          <p:spPr>
            <a:xfrm>
              <a:off x="2827055" y="1677668"/>
              <a:ext cx="340446" cy="502851"/>
            </a:xfrm>
            <a:custGeom>
              <a:avLst/>
              <a:gdLst/>
              <a:ahLst/>
              <a:cxnLst/>
              <a:rect l="l" t="t" r="r" b="b"/>
              <a:pathLst>
                <a:path w="4442" h="6561" extrusionOk="0">
                  <a:moveTo>
                    <a:pt x="4442" y="0"/>
                  </a:moveTo>
                  <a:cubicBezTo>
                    <a:pt x="4441" y="0"/>
                    <a:pt x="3453" y="24"/>
                    <a:pt x="2703" y="834"/>
                  </a:cubicBezTo>
                  <a:cubicBezTo>
                    <a:pt x="1977" y="1631"/>
                    <a:pt x="155" y="6156"/>
                    <a:pt x="1" y="6537"/>
                  </a:cubicBezTo>
                  <a:cubicBezTo>
                    <a:pt x="1" y="6549"/>
                    <a:pt x="1" y="6560"/>
                    <a:pt x="1" y="6560"/>
                  </a:cubicBezTo>
                  <a:lnTo>
                    <a:pt x="44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60"/>
            <p:cNvSpPr/>
            <p:nvPr/>
          </p:nvSpPr>
          <p:spPr>
            <a:xfrm>
              <a:off x="3001340" y="1557186"/>
              <a:ext cx="384285" cy="272311"/>
            </a:xfrm>
            <a:custGeom>
              <a:avLst/>
              <a:gdLst/>
              <a:ahLst/>
              <a:cxnLst/>
              <a:rect l="l" t="t" r="r" b="b"/>
              <a:pathLst>
                <a:path w="5014" h="3553" extrusionOk="0">
                  <a:moveTo>
                    <a:pt x="4227" y="0"/>
                  </a:moveTo>
                  <a:cubicBezTo>
                    <a:pt x="4227" y="0"/>
                    <a:pt x="2489" y="1096"/>
                    <a:pt x="1" y="2036"/>
                  </a:cubicBezTo>
                  <a:cubicBezTo>
                    <a:pt x="1" y="2036"/>
                    <a:pt x="251" y="2787"/>
                    <a:pt x="346" y="3453"/>
                  </a:cubicBezTo>
                  <a:cubicBezTo>
                    <a:pt x="357" y="3522"/>
                    <a:pt x="429" y="3553"/>
                    <a:pt x="548" y="3553"/>
                  </a:cubicBezTo>
                  <a:cubicBezTo>
                    <a:pt x="1338" y="3553"/>
                    <a:pt x="4196" y="2190"/>
                    <a:pt x="5013" y="1394"/>
                  </a:cubicBezTo>
                  <a:cubicBezTo>
                    <a:pt x="5013" y="1394"/>
                    <a:pt x="4716" y="620"/>
                    <a:pt x="42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60"/>
            <p:cNvSpPr/>
            <p:nvPr/>
          </p:nvSpPr>
          <p:spPr>
            <a:xfrm>
              <a:off x="3060661" y="1559945"/>
              <a:ext cx="328566" cy="181643"/>
            </a:xfrm>
            <a:custGeom>
              <a:avLst/>
              <a:gdLst/>
              <a:ahLst/>
              <a:cxnLst/>
              <a:rect l="l" t="t" r="r" b="b"/>
              <a:pathLst>
                <a:path w="4287" h="2370" extrusionOk="0">
                  <a:moveTo>
                    <a:pt x="3787" y="0"/>
                  </a:moveTo>
                  <a:cubicBezTo>
                    <a:pt x="2620" y="715"/>
                    <a:pt x="1346" y="1227"/>
                    <a:pt x="1" y="1441"/>
                  </a:cubicBezTo>
                  <a:lnTo>
                    <a:pt x="1" y="2370"/>
                  </a:lnTo>
                  <a:cubicBezTo>
                    <a:pt x="917" y="2358"/>
                    <a:pt x="3025" y="2310"/>
                    <a:pt x="4287" y="1869"/>
                  </a:cubicBezTo>
                  <a:lnTo>
                    <a:pt x="3787" y="0"/>
                  </a:lnTo>
                  <a:close/>
                </a:path>
              </a:pathLst>
            </a:custGeom>
            <a:solidFill>
              <a:srgbClr val="FCA1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60"/>
            <p:cNvSpPr/>
            <p:nvPr/>
          </p:nvSpPr>
          <p:spPr>
            <a:xfrm>
              <a:off x="3060661" y="1417543"/>
              <a:ext cx="290245" cy="252844"/>
            </a:xfrm>
            <a:custGeom>
              <a:avLst/>
              <a:gdLst/>
              <a:ahLst/>
              <a:cxnLst/>
              <a:rect l="l" t="t" r="r" b="b"/>
              <a:pathLst>
                <a:path w="3787" h="3299" extrusionOk="0">
                  <a:moveTo>
                    <a:pt x="3477" y="1"/>
                  </a:moveTo>
                  <a:lnTo>
                    <a:pt x="1" y="1025"/>
                  </a:lnTo>
                  <a:lnTo>
                    <a:pt x="1" y="3299"/>
                  </a:lnTo>
                  <a:cubicBezTo>
                    <a:pt x="1346" y="3085"/>
                    <a:pt x="2620" y="2573"/>
                    <a:pt x="3787" y="1858"/>
                  </a:cubicBezTo>
                  <a:lnTo>
                    <a:pt x="3477" y="1"/>
                  </a:lnTo>
                  <a:close/>
                </a:path>
              </a:pathLst>
            </a:custGeom>
            <a:solidFill>
              <a:srgbClr val="F588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60"/>
            <p:cNvSpPr/>
            <p:nvPr/>
          </p:nvSpPr>
          <p:spPr>
            <a:xfrm>
              <a:off x="2628857" y="539450"/>
              <a:ext cx="935575" cy="1041112"/>
            </a:xfrm>
            <a:custGeom>
              <a:avLst/>
              <a:gdLst/>
              <a:ahLst/>
              <a:cxnLst/>
              <a:rect l="l" t="t" r="r" b="b"/>
              <a:pathLst>
                <a:path w="12207" h="13584" extrusionOk="0">
                  <a:moveTo>
                    <a:pt x="6780" y="1"/>
                  </a:moveTo>
                  <a:cubicBezTo>
                    <a:pt x="3713" y="1"/>
                    <a:pt x="0" y="1833"/>
                    <a:pt x="955" y="5731"/>
                  </a:cubicBezTo>
                  <a:cubicBezTo>
                    <a:pt x="1555" y="8166"/>
                    <a:pt x="1530" y="8595"/>
                    <a:pt x="1274" y="8595"/>
                  </a:cubicBezTo>
                  <a:cubicBezTo>
                    <a:pt x="1134" y="8595"/>
                    <a:pt x="926" y="8469"/>
                    <a:pt x="712" y="8469"/>
                  </a:cubicBezTo>
                  <a:cubicBezTo>
                    <a:pt x="702" y="8469"/>
                    <a:pt x="692" y="8469"/>
                    <a:pt x="682" y="8469"/>
                  </a:cubicBezTo>
                  <a:cubicBezTo>
                    <a:pt x="396" y="8493"/>
                    <a:pt x="705" y="9005"/>
                    <a:pt x="741" y="9196"/>
                  </a:cubicBezTo>
                  <a:cubicBezTo>
                    <a:pt x="1069" y="11545"/>
                    <a:pt x="2457" y="13583"/>
                    <a:pt x="5170" y="13583"/>
                  </a:cubicBezTo>
                  <a:cubicBezTo>
                    <a:pt x="5317" y="13583"/>
                    <a:pt x="5468" y="13577"/>
                    <a:pt x="5623" y="13565"/>
                  </a:cubicBezTo>
                  <a:cubicBezTo>
                    <a:pt x="8028" y="13387"/>
                    <a:pt x="9445" y="10672"/>
                    <a:pt x="10671" y="7636"/>
                  </a:cubicBezTo>
                  <a:cubicBezTo>
                    <a:pt x="12207" y="3862"/>
                    <a:pt x="10719" y="373"/>
                    <a:pt x="7540" y="40"/>
                  </a:cubicBezTo>
                  <a:cubicBezTo>
                    <a:pt x="7293" y="14"/>
                    <a:pt x="7039" y="1"/>
                    <a:pt x="6780" y="1"/>
                  </a:cubicBezTo>
                  <a:close/>
                </a:path>
              </a:pathLst>
            </a:custGeom>
            <a:solidFill>
              <a:srgbClr val="FCA1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60"/>
            <p:cNvSpPr/>
            <p:nvPr/>
          </p:nvSpPr>
          <p:spPr>
            <a:xfrm>
              <a:off x="2659131" y="1113962"/>
              <a:ext cx="703655" cy="543319"/>
            </a:xfrm>
            <a:custGeom>
              <a:avLst/>
              <a:gdLst/>
              <a:ahLst/>
              <a:cxnLst/>
              <a:rect l="l" t="t" r="r" b="b"/>
              <a:pathLst>
                <a:path w="9181" h="7089" extrusionOk="0">
                  <a:moveTo>
                    <a:pt x="6536" y="1"/>
                  </a:moveTo>
                  <a:cubicBezTo>
                    <a:pt x="6478" y="1"/>
                    <a:pt x="6427" y="15"/>
                    <a:pt x="6383" y="45"/>
                  </a:cubicBezTo>
                  <a:cubicBezTo>
                    <a:pt x="5811" y="438"/>
                    <a:pt x="4537" y="3557"/>
                    <a:pt x="3954" y="3628"/>
                  </a:cubicBezTo>
                  <a:cubicBezTo>
                    <a:pt x="3937" y="3630"/>
                    <a:pt x="3921" y="3631"/>
                    <a:pt x="3905" y="3631"/>
                  </a:cubicBezTo>
                  <a:cubicBezTo>
                    <a:pt x="3321" y="3631"/>
                    <a:pt x="2651" y="2421"/>
                    <a:pt x="2049" y="2259"/>
                  </a:cubicBezTo>
                  <a:cubicBezTo>
                    <a:pt x="1954" y="2234"/>
                    <a:pt x="1853" y="2223"/>
                    <a:pt x="1750" y="2223"/>
                  </a:cubicBezTo>
                  <a:cubicBezTo>
                    <a:pt x="1172" y="2223"/>
                    <a:pt x="513" y="2557"/>
                    <a:pt x="513" y="2557"/>
                  </a:cubicBezTo>
                  <a:cubicBezTo>
                    <a:pt x="513" y="2557"/>
                    <a:pt x="1" y="3438"/>
                    <a:pt x="906" y="5117"/>
                  </a:cubicBezTo>
                  <a:cubicBezTo>
                    <a:pt x="1698" y="6606"/>
                    <a:pt x="2968" y="7088"/>
                    <a:pt x="4230" y="7088"/>
                  </a:cubicBezTo>
                  <a:cubicBezTo>
                    <a:pt x="4562" y="7088"/>
                    <a:pt x="4894" y="7055"/>
                    <a:pt x="5216" y="6998"/>
                  </a:cubicBezTo>
                  <a:cubicBezTo>
                    <a:pt x="8764" y="6355"/>
                    <a:pt x="9181" y="3605"/>
                    <a:pt x="8942" y="2736"/>
                  </a:cubicBezTo>
                  <a:cubicBezTo>
                    <a:pt x="8723" y="1924"/>
                    <a:pt x="7210" y="1"/>
                    <a:pt x="65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60"/>
            <p:cNvSpPr/>
            <p:nvPr/>
          </p:nvSpPr>
          <p:spPr>
            <a:xfrm>
              <a:off x="3183825" y="668056"/>
              <a:ext cx="509289" cy="709403"/>
            </a:xfrm>
            <a:custGeom>
              <a:avLst/>
              <a:gdLst/>
              <a:ahLst/>
              <a:cxnLst/>
              <a:rect l="l" t="t" r="r" b="b"/>
              <a:pathLst>
                <a:path w="6645" h="9256" extrusionOk="0">
                  <a:moveTo>
                    <a:pt x="3135" y="0"/>
                  </a:moveTo>
                  <a:cubicBezTo>
                    <a:pt x="2054" y="0"/>
                    <a:pt x="1014" y="758"/>
                    <a:pt x="727" y="1922"/>
                  </a:cubicBezTo>
                  <a:cubicBezTo>
                    <a:pt x="632" y="2338"/>
                    <a:pt x="25" y="3565"/>
                    <a:pt x="13" y="4708"/>
                  </a:cubicBezTo>
                  <a:cubicBezTo>
                    <a:pt x="1" y="5863"/>
                    <a:pt x="811" y="6684"/>
                    <a:pt x="811" y="6684"/>
                  </a:cubicBezTo>
                  <a:cubicBezTo>
                    <a:pt x="811" y="6684"/>
                    <a:pt x="489" y="7280"/>
                    <a:pt x="680" y="7958"/>
                  </a:cubicBezTo>
                  <a:cubicBezTo>
                    <a:pt x="810" y="8454"/>
                    <a:pt x="1462" y="9256"/>
                    <a:pt x="2371" y="9256"/>
                  </a:cubicBezTo>
                  <a:cubicBezTo>
                    <a:pt x="2706" y="9256"/>
                    <a:pt x="3075" y="9147"/>
                    <a:pt x="3466" y="8875"/>
                  </a:cubicBezTo>
                  <a:cubicBezTo>
                    <a:pt x="4918" y="7863"/>
                    <a:pt x="4942" y="7018"/>
                    <a:pt x="4942" y="7018"/>
                  </a:cubicBezTo>
                  <a:cubicBezTo>
                    <a:pt x="4942" y="7018"/>
                    <a:pt x="5942" y="6506"/>
                    <a:pt x="6121" y="5470"/>
                  </a:cubicBezTo>
                  <a:cubicBezTo>
                    <a:pt x="6645" y="2386"/>
                    <a:pt x="5216" y="1267"/>
                    <a:pt x="5216" y="1267"/>
                  </a:cubicBezTo>
                  <a:cubicBezTo>
                    <a:pt x="5025" y="898"/>
                    <a:pt x="4752" y="612"/>
                    <a:pt x="4442" y="410"/>
                  </a:cubicBezTo>
                  <a:cubicBezTo>
                    <a:pt x="4032" y="128"/>
                    <a:pt x="3580" y="0"/>
                    <a:pt x="31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60"/>
            <p:cNvSpPr/>
            <p:nvPr/>
          </p:nvSpPr>
          <p:spPr>
            <a:xfrm>
              <a:off x="2788733" y="905035"/>
              <a:ext cx="215442" cy="128683"/>
            </a:xfrm>
            <a:custGeom>
              <a:avLst/>
              <a:gdLst/>
              <a:ahLst/>
              <a:cxnLst/>
              <a:rect l="l" t="t" r="r" b="b"/>
              <a:pathLst>
                <a:path w="2811" h="1679" extrusionOk="0">
                  <a:moveTo>
                    <a:pt x="624" y="1"/>
                  </a:moveTo>
                  <a:cubicBezTo>
                    <a:pt x="297" y="1"/>
                    <a:pt x="158" y="163"/>
                    <a:pt x="96" y="378"/>
                  </a:cubicBezTo>
                  <a:cubicBezTo>
                    <a:pt x="1" y="723"/>
                    <a:pt x="322" y="1140"/>
                    <a:pt x="965" y="1413"/>
                  </a:cubicBezTo>
                  <a:cubicBezTo>
                    <a:pt x="1372" y="1582"/>
                    <a:pt x="1700" y="1679"/>
                    <a:pt x="1949" y="1679"/>
                  </a:cubicBezTo>
                  <a:cubicBezTo>
                    <a:pt x="2173" y="1679"/>
                    <a:pt x="2333" y="1600"/>
                    <a:pt x="2429" y="1425"/>
                  </a:cubicBezTo>
                  <a:cubicBezTo>
                    <a:pt x="2429" y="1425"/>
                    <a:pt x="2810" y="794"/>
                    <a:pt x="1667" y="294"/>
                  </a:cubicBezTo>
                  <a:cubicBezTo>
                    <a:pt x="1194" y="85"/>
                    <a:pt x="860" y="1"/>
                    <a:pt x="6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60"/>
            <p:cNvSpPr/>
            <p:nvPr/>
          </p:nvSpPr>
          <p:spPr>
            <a:xfrm>
              <a:off x="2620810" y="1163933"/>
              <a:ext cx="121862" cy="126537"/>
            </a:xfrm>
            <a:custGeom>
              <a:avLst/>
              <a:gdLst/>
              <a:ahLst/>
              <a:cxnLst/>
              <a:rect l="l" t="t" r="r" b="b"/>
              <a:pathLst>
                <a:path w="1590" h="1651" extrusionOk="0">
                  <a:moveTo>
                    <a:pt x="1494" y="0"/>
                  </a:moveTo>
                  <a:lnTo>
                    <a:pt x="1494" y="0"/>
                  </a:lnTo>
                  <a:cubicBezTo>
                    <a:pt x="1492" y="0"/>
                    <a:pt x="1491" y="4"/>
                    <a:pt x="1489" y="12"/>
                  </a:cubicBezTo>
                  <a:cubicBezTo>
                    <a:pt x="1444" y="192"/>
                    <a:pt x="1399" y="383"/>
                    <a:pt x="1102" y="383"/>
                  </a:cubicBezTo>
                  <a:cubicBezTo>
                    <a:pt x="1085" y="383"/>
                    <a:pt x="1067" y="382"/>
                    <a:pt x="1049" y="381"/>
                  </a:cubicBezTo>
                  <a:cubicBezTo>
                    <a:pt x="739" y="359"/>
                    <a:pt x="594" y="224"/>
                    <a:pt x="479" y="224"/>
                  </a:cubicBezTo>
                  <a:cubicBezTo>
                    <a:pt x="470" y="224"/>
                    <a:pt x="462" y="224"/>
                    <a:pt x="453" y="226"/>
                  </a:cubicBezTo>
                  <a:cubicBezTo>
                    <a:pt x="334" y="250"/>
                    <a:pt x="1" y="512"/>
                    <a:pt x="132" y="976"/>
                  </a:cubicBezTo>
                  <a:cubicBezTo>
                    <a:pt x="263" y="1441"/>
                    <a:pt x="906" y="1595"/>
                    <a:pt x="906" y="1595"/>
                  </a:cubicBezTo>
                  <a:cubicBezTo>
                    <a:pt x="970" y="1633"/>
                    <a:pt x="1028" y="1651"/>
                    <a:pt x="1080" y="1651"/>
                  </a:cubicBezTo>
                  <a:cubicBezTo>
                    <a:pt x="1589" y="1651"/>
                    <a:pt x="1529" y="0"/>
                    <a:pt x="1494" y="0"/>
                  </a:cubicBezTo>
                  <a:close/>
                </a:path>
              </a:pathLst>
            </a:custGeom>
            <a:solidFill>
              <a:srgbClr val="FCA1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60"/>
            <p:cNvSpPr/>
            <p:nvPr/>
          </p:nvSpPr>
          <p:spPr>
            <a:xfrm>
              <a:off x="2620810" y="934849"/>
              <a:ext cx="126920" cy="354165"/>
            </a:xfrm>
            <a:custGeom>
              <a:avLst/>
              <a:gdLst/>
              <a:ahLst/>
              <a:cxnLst/>
              <a:rect l="l" t="t" r="r" b="b"/>
              <a:pathLst>
                <a:path w="1656" h="4621" extrusionOk="0">
                  <a:moveTo>
                    <a:pt x="906" y="0"/>
                  </a:moveTo>
                  <a:cubicBezTo>
                    <a:pt x="882" y="12"/>
                    <a:pt x="870" y="36"/>
                    <a:pt x="870" y="60"/>
                  </a:cubicBezTo>
                  <a:cubicBezTo>
                    <a:pt x="1072" y="810"/>
                    <a:pt x="1537" y="2810"/>
                    <a:pt x="1430" y="3084"/>
                  </a:cubicBezTo>
                  <a:cubicBezTo>
                    <a:pt x="1379" y="3221"/>
                    <a:pt x="1263" y="3288"/>
                    <a:pt x="1085" y="3288"/>
                  </a:cubicBezTo>
                  <a:cubicBezTo>
                    <a:pt x="968" y="3288"/>
                    <a:pt x="825" y="3260"/>
                    <a:pt x="656" y="3203"/>
                  </a:cubicBezTo>
                  <a:cubicBezTo>
                    <a:pt x="644" y="3191"/>
                    <a:pt x="644" y="3191"/>
                    <a:pt x="632" y="3191"/>
                  </a:cubicBezTo>
                  <a:cubicBezTo>
                    <a:pt x="569" y="3169"/>
                    <a:pt x="510" y="3158"/>
                    <a:pt x="455" y="3158"/>
                  </a:cubicBezTo>
                  <a:cubicBezTo>
                    <a:pt x="332" y="3158"/>
                    <a:pt x="230" y="3212"/>
                    <a:pt x="156" y="3310"/>
                  </a:cubicBezTo>
                  <a:cubicBezTo>
                    <a:pt x="1" y="3537"/>
                    <a:pt x="25" y="3953"/>
                    <a:pt x="215" y="4203"/>
                  </a:cubicBezTo>
                  <a:cubicBezTo>
                    <a:pt x="453" y="4513"/>
                    <a:pt x="846" y="4608"/>
                    <a:pt x="858" y="4620"/>
                  </a:cubicBezTo>
                  <a:lnTo>
                    <a:pt x="870" y="4620"/>
                  </a:lnTo>
                  <a:cubicBezTo>
                    <a:pt x="894" y="4608"/>
                    <a:pt x="906" y="4596"/>
                    <a:pt x="906" y="4584"/>
                  </a:cubicBezTo>
                  <a:cubicBezTo>
                    <a:pt x="918" y="4561"/>
                    <a:pt x="906" y="4537"/>
                    <a:pt x="882" y="4525"/>
                  </a:cubicBezTo>
                  <a:cubicBezTo>
                    <a:pt x="870" y="4525"/>
                    <a:pt x="501" y="4430"/>
                    <a:pt x="287" y="4144"/>
                  </a:cubicBezTo>
                  <a:cubicBezTo>
                    <a:pt x="120" y="3930"/>
                    <a:pt x="96" y="3549"/>
                    <a:pt x="227" y="3370"/>
                  </a:cubicBezTo>
                  <a:cubicBezTo>
                    <a:pt x="284" y="3289"/>
                    <a:pt x="363" y="3252"/>
                    <a:pt x="461" y="3252"/>
                  </a:cubicBezTo>
                  <a:cubicBezTo>
                    <a:pt x="506" y="3252"/>
                    <a:pt x="555" y="3260"/>
                    <a:pt x="608" y="3275"/>
                  </a:cubicBezTo>
                  <a:cubicBezTo>
                    <a:pt x="608" y="3275"/>
                    <a:pt x="620" y="3275"/>
                    <a:pt x="632" y="3287"/>
                  </a:cubicBezTo>
                  <a:cubicBezTo>
                    <a:pt x="814" y="3350"/>
                    <a:pt x="962" y="3376"/>
                    <a:pt x="1081" y="3376"/>
                  </a:cubicBezTo>
                  <a:cubicBezTo>
                    <a:pt x="1342" y="3376"/>
                    <a:pt x="1464" y="3251"/>
                    <a:pt x="1513" y="3120"/>
                  </a:cubicBezTo>
                  <a:cubicBezTo>
                    <a:pt x="1656" y="2775"/>
                    <a:pt x="1037" y="310"/>
                    <a:pt x="965" y="36"/>
                  </a:cubicBezTo>
                  <a:cubicBezTo>
                    <a:pt x="953" y="12"/>
                    <a:pt x="929" y="0"/>
                    <a:pt x="906" y="0"/>
                  </a:cubicBezTo>
                  <a:close/>
                </a:path>
              </a:pathLst>
            </a:custGeom>
            <a:solidFill>
              <a:srgbClr val="BC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60"/>
            <p:cNvSpPr/>
            <p:nvPr/>
          </p:nvSpPr>
          <p:spPr>
            <a:xfrm>
              <a:off x="2741292" y="1340901"/>
              <a:ext cx="112281" cy="70358"/>
            </a:xfrm>
            <a:custGeom>
              <a:avLst/>
              <a:gdLst/>
              <a:ahLst/>
              <a:cxnLst/>
              <a:rect l="l" t="t" r="r" b="b"/>
              <a:pathLst>
                <a:path w="1465" h="918" extrusionOk="0">
                  <a:moveTo>
                    <a:pt x="1405" y="1"/>
                  </a:moveTo>
                  <a:cubicBezTo>
                    <a:pt x="1405" y="1"/>
                    <a:pt x="620" y="144"/>
                    <a:pt x="0" y="572"/>
                  </a:cubicBezTo>
                  <a:cubicBezTo>
                    <a:pt x="0" y="572"/>
                    <a:pt x="36" y="739"/>
                    <a:pt x="143" y="917"/>
                  </a:cubicBezTo>
                  <a:cubicBezTo>
                    <a:pt x="631" y="584"/>
                    <a:pt x="1131" y="453"/>
                    <a:pt x="1465" y="406"/>
                  </a:cubicBezTo>
                  <a:cubicBezTo>
                    <a:pt x="1453" y="179"/>
                    <a:pt x="1405" y="1"/>
                    <a:pt x="140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60"/>
            <p:cNvSpPr/>
            <p:nvPr/>
          </p:nvSpPr>
          <p:spPr>
            <a:xfrm>
              <a:off x="2752252" y="1371941"/>
              <a:ext cx="101321" cy="68135"/>
            </a:xfrm>
            <a:custGeom>
              <a:avLst/>
              <a:gdLst/>
              <a:ahLst/>
              <a:cxnLst/>
              <a:rect l="l" t="t" r="r" b="b"/>
              <a:pathLst>
                <a:path w="1322" h="889" extrusionOk="0">
                  <a:moveTo>
                    <a:pt x="1322" y="1"/>
                  </a:moveTo>
                  <a:cubicBezTo>
                    <a:pt x="988" y="48"/>
                    <a:pt x="488" y="179"/>
                    <a:pt x="0" y="512"/>
                  </a:cubicBezTo>
                  <a:cubicBezTo>
                    <a:pt x="111" y="697"/>
                    <a:pt x="300" y="888"/>
                    <a:pt x="595" y="888"/>
                  </a:cubicBezTo>
                  <a:cubicBezTo>
                    <a:pt x="681" y="888"/>
                    <a:pt x="776" y="872"/>
                    <a:pt x="881" y="834"/>
                  </a:cubicBezTo>
                  <a:cubicBezTo>
                    <a:pt x="1250" y="703"/>
                    <a:pt x="1322" y="310"/>
                    <a:pt x="1322" y="1"/>
                  </a:cubicBezTo>
                  <a:close/>
                </a:path>
              </a:pathLst>
            </a:custGeom>
            <a:solidFill>
              <a:srgbClr val="B147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60"/>
            <p:cNvSpPr/>
            <p:nvPr/>
          </p:nvSpPr>
          <p:spPr>
            <a:xfrm>
              <a:off x="3168344" y="1058856"/>
              <a:ext cx="232763" cy="260278"/>
            </a:xfrm>
            <a:custGeom>
              <a:avLst/>
              <a:gdLst/>
              <a:ahLst/>
              <a:cxnLst/>
              <a:rect l="l" t="t" r="r" b="b"/>
              <a:pathLst>
                <a:path w="3037" h="3396" extrusionOk="0">
                  <a:moveTo>
                    <a:pt x="1352" y="1"/>
                  </a:moveTo>
                  <a:cubicBezTo>
                    <a:pt x="770" y="1"/>
                    <a:pt x="239" y="311"/>
                    <a:pt x="239" y="311"/>
                  </a:cubicBezTo>
                  <a:lnTo>
                    <a:pt x="1" y="2728"/>
                  </a:lnTo>
                  <a:cubicBezTo>
                    <a:pt x="345" y="3175"/>
                    <a:pt x="854" y="3395"/>
                    <a:pt x="1343" y="3395"/>
                  </a:cubicBezTo>
                  <a:cubicBezTo>
                    <a:pt x="2222" y="3395"/>
                    <a:pt x="3036" y="2684"/>
                    <a:pt x="2715" y="1299"/>
                  </a:cubicBezTo>
                  <a:cubicBezTo>
                    <a:pt x="2474" y="268"/>
                    <a:pt x="1892" y="1"/>
                    <a:pt x="1352" y="1"/>
                  </a:cubicBezTo>
                  <a:close/>
                </a:path>
              </a:pathLst>
            </a:custGeom>
            <a:solidFill>
              <a:srgbClr val="FCA1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60"/>
            <p:cNvSpPr/>
            <p:nvPr/>
          </p:nvSpPr>
          <p:spPr>
            <a:xfrm>
              <a:off x="3160143" y="1106375"/>
              <a:ext cx="177121" cy="157960"/>
            </a:xfrm>
            <a:custGeom>
              <a:avLst/>
              <a:gdLst/>
              <a:ahLst/>
              <a:cxnLst/>
              <a:rect l="l" t="t" r="r" b="b"/>
              <a:pathLst>
                <a:path w="2311" h="2061" extrusionOk="0">
                  <a:moveTo>
                    <a:pt x="1477" y="1"/>
                  </a:moveTo>
                  <a:cubicBezTo>
                    <a:pt x="1191" y="1"/>
                    <a:pt x="929" y="108"/>
                    <a:pt x="691" y="346"/>
                  </a:cubicBezTo>
                  <a:cubicBezTo>
                    <a:pt x="0" y="1013"/>
                    <a:pt x="691" y="2025"/>
                    <a:pt x="703" y="2037"/>
                  </a:cubicBezTo>
                  <a:cubicBezTo>
                    <a:pt x="703" y="2061"/>
                    <a:pt x="727" y="2061"/>
                    <a:pt x="739" y="2061"/>
                  </a:cubicBezTo>
                  <a:cubicBezTo>
                    <a:pt x="750" y="2061"/>
                    <a:pt x="750" y="2061"/>
                    <a:pt x="762" y="2049"/>
                  </a:cubicBezTo>
                  <a:cubicBezTo>
                    <a:pt x="774" y="2037"/>
                    <a:pt x="786" y="2013"/>
                    <a:pt x="774" y="1989"/>
                  </a:cubicBezTo>
                  <a:cubicBezTo>
                    <a:pt x="762" y="1989"/>
                    <a:pt x="108" y="1025"/>
                    <a:pt x="750" y="406"/>
                  </a:cubicBezTo>
                  <a:cubicBezTo>
                    <a:pt x="965" y="202"/>
                    <a:pt x="1191" y="95"/>
                    <a:pt x="1427" y="95"/>
                  </a:cubicBezTo>
                  <a:cubicBezTo>
                    <a:pt x="1440" y="95"/>
                    <a:pt x="1452" y="95"/>
                    <a:pt x="1465" y="96"/>
                  </a:cubicBezTo>
                  <a:cubicBezTo>
                    <a:pt x="1905" y="108"/>
                    <a:pt x="2227" y="465"/>
                    <a:pt x="2227" y="465"/>
                  </a:cubicBezTo>
                  <a:cubicBezTo>
                    <a:pt x="2233" y="477"/>
                    <a:pt x="2245" y="483"/>
                    <a:pt x="2257" y="483"/>
                  </a:cubicBezTo>
                  <a:cubicBezTo>
                    <a:pt x="2269" y="483"/>
                    <a:pt x="2280" y="477"/>
                    <a:pt x="2286" y="465"/>
                  </a:cubicBezTo>
                  <a:cubicBezTo>
                    <a:pt x="2310" y="453"/>
                    <a:pt x="2310" y="429"/>
                    <a:pt x="2298" y="406"/>
                  </a:cubicBezTo>
                  <a:cubicBezTo>
                    <a:pt x="2274" y="394"/>
                    <a:pt x="1941" y="25"/>
                    <a:pt x="1477" y="1"/>
                  </a:cubicBezTo>
                  <a:close/>
                </a:path>
              </a:pathLst>
            </a:custGeom>
            <a:solidFill>
              <a:srgbClr val="BC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60"/>
            <p:cNvSpPr/>
            <p:nvPr/>
          </p:nvSpPr>
          <p:spPr>
            <a:xfrm>
              <a:off x="3189344" y="1168302"/>
              <a:ext cx="101321" cy="32726"/>
            </a:xfrm>
            <a:custGeom>
              <a:avLst/>
              <a:gdLst/>
              <a:ahLst/>
              <a:cxnLst/>
              <a:rect l="l" t="t" r="r" b="b"/>
              <a:pathLst>
                <a:path w="1322" h="427" extrusionOk="0">
                  <a:moveTo>
                    <a:pt x="722" y="1"/>
                  </a:moveTo>
                  <a:cubicBezTo>
                    <a:pt x="480" y="1"/>
                    <a:pt x="208" y="79"/>
                    <a:pt x="12" y="360"/>
                  </a:cubicBezTo>
                  <a:cubicBezTo>
                    <a:pt x="0" y="383"/>
                    <a:pt x="0" y="407"/>
                    <a:pt x="24" y="419"/>
                  </a:cubicBezTo>
                  <a:cubicBezTo>
                    <a:pt x="34" y="424"/>
                    <a:pt x="44" y="427"/>
                    <a:pt x="53" y="427"/>
                  </a:cubicBezTo>
                  <a:cubicBezTo>
                    <a:pt x="66" y="427"/>
                    <a:pt x="77" y="421"/>
                    <a:pt x="84" y="407"/>
                  </a:cubicBezTo>
                  <a:cubicBezTo>
                    <a:pt x="260" y="158"/>
                    <a:pt x="503" y="88"/>
                    <a:pt x="721" y="88"/>
                  </a:cubicBezTo>
                  <a:cubicBezTo>
                    <a:pt x="1003" y="88"/>
                    <a:pt x="1244" y="205"/>
                    <a:pt x="1251" y="205"/>
                  </a:cubicBezTo>
                  <a:cubicBezTo>
                    <a:pt x="1258" y="205"/>
                    <a:pt x="1261" y="210"/>
                    <a:pt x="1266" y="210"/>
                  </a:cubicBezTo>
                  <a:cubicBezTo>
                    <a:pt x="1268" y="210"/>
                    <a:pt x="1270" y="209"/>
                    <a:pt x="1274" y="205"/>
                  </a:cubicBezTo>
                  <a:cubicBezTo>
                    <a:pt x="1286" y="205"/>
                    <a:pt x="1298" y="205"/>
                    <a:pt x="1310" y="181"/>
                  </a:cubicBezTo>
                  <a:cubicBezTo>
                    <a:pt x="1322" y="169"/>
                    <a:pt x="1310" y="133"/>
                    <a:pt x="1286" y="122"/>
                  </a:cubicBezTo>
                  <a:cubicBezTo>
                    <a:pt x="1280" y="122"/>
                    <a:pt x="1024" y="1"/>
                    <a:pt x="722" y="1"/>
                  </a:cubicBezTo>
                  <a:close/>
                </a:path>
              </a:pathLst>
            </a:custGeom>
            <a:solidFill>
              <a:srgbClr val="BC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60"/>
            <p:cNvSpPr/>
            <p:nvPr/>
          </p:nvSpPr>
          <p:spPr>
            <a:xfrm>
              <a:off x="2708412" y="962287"/>
              <a:ext cx="376085" cy="344815"/>
            </a:xfrm>
            <a:custGeom>
              <a:avLst/>
              <a:gdLst/>
              <a:ahLst/>
              <a:cxnLst/>
              <a:rect l="l" t="t" r="r" b="b"/>
              <a:pathLst>
                <a:path w="4907" h="4499" extrusionOk="0">
                  <a:moveTo>
                    <a:pt x="2445" y="122"/>
                  </a:moveTo>
                  <a:cubicBezTo>
                    <a:pt x="3428" y="122"/>
                    <a:pt x="4317" y="811"/>
                    <a:pt x="4525" y="1809"/>
                  </a:cubicBezTo>
                  <a:cubicBezTo>
                    <a:pt x="4775" y="2964"/>
                    <a:pt x="4037" y="4083"/>
                    <a:pt x="2882" y="4334"/>
                  </a:cubicBezTo>
                  <a:cubicBezTo>
                    <a:pt x="2737" y="4364"/>
                    <a:pt x="2593" y="4378"/>
                    <a:pt x="2450" y="4378"/>
                  </a:cubicBezTo>
                  <a:cubicBezTo>
                    <a:pt x="1467" y="4378"/>
                    <a:pt x="578" y="3689"/>
                    <a:pt x="370" y="2690"/>
                  </a:cubicBezTo>
                  <a:cubicBezTo>
                    <a:pt x="120" y="1536"/>
                    <a:pt x="858" y="404"/>
                    <a:pt x="2013" y="166"/>
                  </a:cubicBezTo>
                  <a:cubicBezTo>
                    <a:pt x="2158" y="136"/>
                    <a:pt x="2302" y="122"/>
                    <a:pt x="2445" y="122"/>
                  </a:cubicBezTo>
                  <a:close/>
                  <a:moveTo>
                    <a:pt x="2448" y="0"/>
                  </a:moveTo>
                  <a:cubicBezTo>
                    <a:pt x="2296" y="0"/>
                    <a:pt x="2143" y="16"/>
                    <a:pt x="1989" y="47"/>
                  </a:cubicBezTo>
                  <a:cubicBezTo>
                    <a:pt x="775" y="309"/>
                    <a:pt x="1" y="1500"/>
                    <a:pt x="251" y="2714"/>
                  </a:cubicBezTo>
                  <a:cubicBezTo>
                    <a:pt x="469" y="3766"/>
                    <a:pt x="1408" y="4499"/>
                    <a:pt x="2452" y="4499"/>
                  </a:cubicBezTo>
                  <a:cubicBezTo>
                    <a:pt x="2602" y="4499"/>
                    <a:pt x="2754" y="4484"/>
                    <a:pt x="2906" y="4453"/>
                  </a:cubicBezTo>
                  <a:cubicBezTo>
                    <a:pt x="4120" y="4191"/>
                    <a:pt x="4906" y="3000"/>
                    <a:pt x="4644" y="1786"/>
                  </a:cubicBezTo>
                  <a:cubicBezTo>
                    <a:pt x="4426" y="725"/>
                    <a:pt x="3490" y="0"/>
                    <a:pt x="24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60"/>
            <p:cNvSpPr/>
            <p:nvPr/>
          </p:nvSpPr>
          <p:spPr>
            <a:xfrm>
              <a:off x="3056139" y="1040692"/>
              <a:ext cx="267406" cy="85303"/>
            </a:xfrm>
            <a:custGeom>
              <a:avLst/>
              <a:gdLst/>
              <a:ahLst/>
              <a:cxnLst/>
              <a:rect l="l" t="t" r="r" b="b"/>
              <a:pathLst>
                <a:path w="3489" h="1113" extrusionOk="0">
                  <a:moveTo>
                    <a:pt x="2631" y="1"/>
                  </a:moveTo>
                  <a:cubicBezTo>
                    <a:pt x="2631" y="1"/>
                    <a:pt x="2619" y="1"/>
                    <a:pt x="2608" y="12"/>
                  </a:cubicBezTo>
                  <a:lnTo>
                    <a:pt x="48" y="1001"/>
                  </a:lnTo>
                  <a:cubicBezTo>
                    <a:pt x="12" y="1013"/>
                    <a:pt x="0" y="1048"/>
                    <a:pt x="12" y="1072"/>
                  </a:cubicBezTo>
                  <a:cubicBezTo>
                    <a:pt x="21" y="1099"/>
                    <a:pt x="43" y="1112"/>
                    <a:pt x="69" y="1112"/>
                  </a:cubicBezTo>
                  <a:cubicBezTo>
                    <a:pt x="77" y="1112"/>
                    <a:pt x="86" y="1111"/>
                    <a:pt x="95" y="1108"/>
                  </a:cubicBezTo>
                  <a:lnTo>
                    <a:pt x="2643" y="120"/>
                  </a:lnTo>
                  <a:cubicBezTo>
                    <a:pt x="2727" y="132"/>
                    <a:pt x="3203" y="155"/>
                    <a:pt x="3370" y="548"/>
                  </a:cubicBezTo>
                  <a:cubicBezTo>
                    <a:pt x="3378" y="566"/>
                    <a:pt x="3400" y="577"/>
                    <a:pt x="3420" y="577"/>
                  </a:cubicBezTo>
                  <a:cubicBezTo>
                    <a:pt x="3427" y="577"/>
                    <a:pt x="3435" y="575"/>
                    <a:pt x="3441" y="572"/>
                  </a:cubicBezTo>
                  <a:lnTo>
                    <a:pt x="3453" y="572"/>
                  </a:lnTo>
                  <a:cubicBezTo>
                    <a:pt x="3477" y="560"/>
                    <a:pt x="3489" y="524"/>
                    <a:pt x="3477" y="501"/>
                  </a:cubicBezTo>
                  <a:cubicBezTo>
                    <a:pt x="3262" y="12"/>
                    <a:pt x="2655" y="1"/>
                    <a:pt x="26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60"/>
            <p:cNvSpPr/>
            <p:nvPr/>
          </p:nvSpPr>
          <p:spPr>
            <a:xfrm>
              <a:off x="2818854" y="1135499"/>
              <a:ext cx="114121" cy="71354"/>
            </a:xfrm>
            <a:custGeom>
              <a:avLst/>
              <a:gdLst/>
              <a:ahLst/>
              <a:cxnLst/>
              <a:rect l="l" t="t" r="r" b="b"/>
              <a:pathLst>
                <a:path w="1489" h="931" extrusionOk="0">
                  <a:moveTo>
                    <a:pt x="753" y="0"/>
                  </a:moveTo>
                  <a:cubicBezTo>
                    <a:pt x="711" y="0"/>
                    <a:pt x="666" y="5"/>
                    <a:pt x="620" y="14"/>
                  </a:cubicBezTo>
                  <a:cubicBezTo>
                    <a:pt x="0" y="133"/>
                    <a:pt x="60" y="883"/>
                    <a:pt x="60" y="895"/>
                  </a:cubicBezTo>
                  <a:cubicBezTo>
                    <a:pt x="72" y="919"/>
                    <a:pt x="84" y="931"/>
                    <a:pt x="108" y="931"/>
                  </a:cubicBezTo>
                  <a:cubicBezTo>
                    <a:pt x="131" y="919"/>
                    <a:pt x="143" y="907"/>
                    <a:pt x="143" y="883"/>
                  </a:cubicBezTo>
                  <a:cubicBezTo>
                    <a:pt x="143" y="883"/>
                    <a:pt x="84" y="192"/>
                    <a:pt x="631" y="85"/>
                  </a:cubicBezTo>
                  <a:cubicBezTo>
                    <a:pt x="674" y="77"/>
                    <a:pt x="714" y="73"/>
                    <a:pt x="752" y="73"/>
                  </a:cubicBezTo>
                  <a:cubicBezTo>
                    <a:pt x="1211" y="73"/>
                    <a:pt x="1394" y="623"/>
                    <a:pt x="1405" y="645"/>
                  </a:cubicBezTo>
                  <a:cubicBezTo>
                    <a:pt x="1417" y="669"/>
                    <a:pt x="1429" y="669"/>
                    <a:pt x="1453" y="669"/>
                  </a:cubicBezTo>
                  <a:cubicBezTo>
                    <a:pt x="1477" y="657"/>
                    <a:pt x="1489" y="645"/>
                    <a:pt x="1477" y="621"/>
                  </a:cubicBezTo>
                  <a:cubicBezTo>
                    <a:pt x="1477" y="610"/>
                    <a:pt x="1264" y="0"/>
                    <a:pt x="7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60"/>
            <p:cNvSpPr/>
            <p:nvPr/>
          </p:nvSpPr>
          <p:spPr>
            <a:xfrm>
              <a:off x="1626143" y="1717752"/>
              <a:ext cx="964623" cy="908060"/>
            </a:xfrm>
            <a:custGeom>
              <a:avLst/>
              <a:gdLst/>
              <a:ahLst/>
              <a:cxnLst/>
              <a:rect l="l" t="t" r="r" b="b"/>
              <a:pathLst>
                <a:path w="12586" h="11848" extrusionOk="0">
                  <a:moveTo>
                    <a:pt x="8050" y="1"/>
                  </a:moveTo>
                  <a:cubicBezTo>
                    <a:pt x="8050" y="1"/>
                    <a:pt x="7081" y="338"/>
                    <a:pt x="5790" y="338"/>
                  </a:cubicBezTo>
                  <a:cubicBezTo>
                    <a:pt x="5382" y="338"/>
                    <a:pt x="4942" y="304"/>
                    <a:pt x="4490" y="215"/>
                  </a:cubicBezTo>
                  <a:cubicBezTo>
                    <a:pt x="4490" y="215"/>
                    <a:pt x="1" y="1168"/>
                    <a:pt x="1715" y="11514"/>
                  </a:cubicBezTo>
                  <a:cubicBezTo>
                    <a:pt x="1715" y="11514"/>
                    <a:pt x="4005" y="11848"/>
                    <a:pt x="7145" y="11848"/>
                  </a:cubicBezTo>
                  <a:cubicBezTo>
                    <a:pt x="8366" y="11848"/>
                    <a:pt x="9716" y="11797"/>
                    <a:pt x="11109" y="11657"/>
                  </a:cubicBezTo>
                  <a:cubicBezTo>
                    <a:pt x="11109" y="11657"/>
                    <a:pt x="10312" y="10848"/>
                    <a:pt x="11752" y="7204"/>
                  </a:cubicBezTo>
                  <a:cubicBezTo>
                    <a:pt x="12586" y="5073"/>
                    <a:pt x="11133" y="3835"/>
                    <a:pt x="10228" y="2477"/>
                  </a:cubicBezTo>
                  <a:cubicBezTo>
                    <a:pt x="8097" y="846"/>
                    <a:pt x="8050" y="1"/>
                    <a:pt x="80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60"/>
            <p:cNvSpPr/>
            <p:nvPr/>
          </p:nvSpPr>
          <p:spPr>
            <a:xfrm>
              <a:off x="1970191" y="1717752"/>
              <a:ext cx="441767" cy="193446"/>
            </a:xfrm>
            <a:custGeom>
              <a:avLst/>
              <a:gdLst/>
              <a:ahLst/>
              <a:cxnLst/>
              <a:rect l="l" t="t" r="r" b="b"/>
              <a:pathLst>
                <a:path w="5764" h="2524" extrusionOk="0">
                  <a:moveTo>
                    <a:pt x="3561" y="1"/>
                  </a:moveTo>
                  <a:lnTo>
                    <a:pt x="1" y="215"/>
                  </a:lnTo>
                  <a:cubicBezTo>
                    <a:pt x="1" y="215"/>
                    <a:pt x="717" y="2523"/>
                    <a:pt x="5013" y="2523"/>
                  </a:cubicBezTo>
                  <a:cubicBezTo>
                    <a:pt x="5252" y="2523"/>
                    <a:pt x="5502" y="2516"/>
                    <a:pt x="5763" y="2501"/>
                  </a:cubicBezTo>
                  <a:cubicBezTo>
                    <a:pt x="5763" y="2501"/>
                    <a:pt x="3894" y="680"/>
                    <a:pt x="3561"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60"/>
            <p:cNvSpPr/>
            <p:nvPr/>
          </p:nvSpPr>
          <p:spPr>
            <a:xfrm>
              <a:off x="1485658" y="2367527"/>
              <a:ext cx="1071386" cy="1640993"/>
            </a:xfrm>
            <a:custGeom>
              <a:avLst/>
              <a:gdLst/>
              <a:ahLst/>
              <a:cxnLst/>
              <a:rect l="l" t="t" r="r" b="b"/>
              <a:pathLst>
                <a:path w="13979" h="21411" extrusionOk="0">
                  <a:moveTo>
                    <a:pt x="13490" y="0"/>
                  </a:moveTo>
                  <a:lnTo>
                    <a:pt x="3465" y="1691"/>
                  </a:lnTo>
                  <a:cubicBezTo>
                    <a:pt x="3465" y="1691"/>
                    <a:pt x="0" y="2774"/>
                    <a:pt x="1191" y="20300"/>
                  </a:cubicBezTo>
                  <a:cubicBezTo>
                    <a:pt x="1191" y="20300"/>
                    <a:pt x="3723" y="21410"/>
                    <a:pt x="7464" y="21410"/>
                  </a:cubicBezTo>
                  <a:cubicBezTo>
                    <a:pt x="9378" y="21410"/>
                    <a:pt x="11608" y="21119"/>
                    <a:pt x="13978" y="20241"/>
                  </a:cubicBezTo>
                  <a:lnTo>
                    <a:pt x="1349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60"/>
            <p:cNvSpPr/>
            <p:nvPr/>
          </p:nvSpPr>
          <p:spPr>
            <a:xfrm>
              <a:off x="1798666" y="2208724"/>
              <a:ext cx="720056" cy="507220"/>
            </a:xfrm>
            <a:custGeom>
              <a:avLst/>
              <a:gdLst/>
              <a:ahLst/>
              <a:cxnLst/>
              <a:rect l="l" t="t" r="r" b="b"/>
              <a:pathLst>
                <a:path w="9395" h="6618" extrusionOk="0">
                  <a:moveTo>
                    <a:pt x="0" y="1"/>
                  </a:moveTo>
                  <a:cubicBezTo>
                    <a:pt x="0" y="1"/>
                    <a:pt x="381" y="5287"/>
                    <a:pt x="3501" y="6394"/>
                  </a:cubicBezTo>
                  <a:cubicBezTo>
                    <a:pt x="3938" y="6548"/>
                    <a:pt x="4348" y="6617"/>
                    <a:pt x="4734" y="6617"/>
                  </a:cubicBezTo>
                  <a:cubicBezTo>
                    <a:pt x="7951" y="6617"/>
                    <a:pt x="9394" y="1822"/>
                    <a:pt x="9394" y="1822"/>
                  </a:cubicBez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60"/>
            <p:cNvSpPr/>
            <p:nvPr/>
          </p:nvSpPr>
          <p:spPr>
            <a:xfrm>
              <a:off x="1759425" y="2488852"/>
              <a:ext cx="749257" cy="106840"/>
            </a:xfrm>
            <a:custGeom>
              <a:avLst/>
              <a:gdLst/>
              <a:ahLst/>
              <a:cxnLst/>
              <a:rect l="l" t="t" r="r" b="b"/>
              <a:pathLst>
                <a:path w="9776" h="1394" extrusionOk="0">
                  <a:moveTo>
                    <a:pt x="48" y="1"/>
                  </a:moveTo>
                  <a:lnTo>
                    <a:pt x="0" y="108"/>
                  </a:lnTo>
                  <a:cubicBezTo>
                    <a:pt x="36" y="132"/>
                    <a:pt x="2858" y="1394"/>
                    <a:pt x="6037" y="1394"/>
                  </a:cubicBezTo>
                  <a:cubicBezTo>
                    <a:pt x="7275" y="1394"/>
                    <a:pt x="8573" y="1191"/>
                    <a:pt x="9775" y="667"/>
                  </a:cubicBezTo>
                  <a:lnTo>
                    <a:pt x="9728" y="560"/>
                  </a:lnTo>
                  <a:cubicBezTo>
                    <a:pt x="8539" y="1087"/>
                    <a:pt x="7261" y="1277"/>
                    <a:pt x="6036" y="1277"/>
                  </a:cubicBezTo>
                  <a:cubicBezTo>
                    <a:pt x="2884" y="1277"/>
                    <a:pt x="82" y="18"/>
                    <a:pt x="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60"/>
            <p:cNvSpPr/>
            <p:nvPr/>
          </p:nvSpPr>
          <p:spPr>
            <a:xfrm>
              <a:off x="1941910" y="1454945"/>
              <a:ext cx="317607" cy="243876"/>
            </a:xfrm>
            <a:custGeom>
              <a:avLst/>
              <a:gdLst/>
              <a:ahLst/>
              <a:cxnLst/>
              <a:rect l="l" t="t" r="r" b="b"/>
              <a:pathLst>
                <a:path w="4144" h="3182" extrusionOk="0">
                  <a:moveTo>
                    <a:pt x="1" y="1"/>
                  </a:moveTo>
                  <a:lnTo>
                    <a:pt x="262" y="2644"/>
                  </a:lnTo>
                  <a:cubicBezTo>
                    <a:pt x="1409" y="2993"/>
                    <a:pt x="2577" y="3182"/>
                    <a:pt x="3756" y="3182"/>
                  </a:cubicBezTo>
                  <a:cubicBezTo>
                    <a:pt x="3826" y="3182"/>
                    <a:pt x="3896" y="3181"/>
                    <a:pt x="3965" y="3180"/>
                  </a:cubicBezTo>
                  <a:lnTo>
                    <a:pt x="4144" y="1477"/>
                  </a:lnTo>
                  <a:lnTo>
                    <a:pt x="1" y="1"/>
                  </a:ln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60"/>
            <p:cNvSpPr/>
            <p:nvPr/>
          </p:nvSpPr>
          <p:spPr>
            <a:xfrm>
              <a:off x="1961991" y="1657587"/>
              <a:ext cx="282964" cy="87372"/>
            </a:xfrm>
            <a:custGeom>
              <a:avLst/>
              <a:gdLst/>
              <a:ahLst/>
              <a:cxnLst/>
              <a:rect l="l" t="t" r="r" b="b"/>
              <a:pathLst>
                <a:path w="3692" h="1140" extrusionOk="0">
                  <a:moveTo>
                    <a:pt x="0" y="0"/>
                  </a:moveTo>
                  <a:lnTo>
                    <a:pt x="108" y="1000"/>
                  </a:lnTo>
                  <a:cubicBezTo>
                    <a:pt x="569" y="1091"/>
                    <a:pt x="1037" y="1139"/>
                    <a:pt x="1511" y="1139"/>
                  </a:cubicBezTo>
                  <a:cubicBezTo>
                    <a:pt x="2223" y="1139"/>
                    <a:pt x="2945" y="1029"/>
                    <a:pt x="3668" y="786"/>
                  </a:cubicBezTo>
                  <a:lnTo>
                    <a:pt x="3691" y="536"/>
                  </a:lnTo>
                  <a:lnTo>
                    <a:pt x="3691" y="536"/>
                  </a:lnTo>
                  <a:cubicBezTo>
                    <a:pt x="3626" y="537"/>
                    <a:pt x="3560" y="538"/>
                    <a:pt x="3494" y="538"/>
                  </a:cubicBezTo>
                  <a:cubicBezTo>
                    <a:pt x="2321" y="538"/>
                    <a:pt x="1139" y="338"/>
                    <a:pt x="0" y="0"/>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60"/>
            <p:cNvSpPr/>
            <p:nvPr/>
          </p:nvSpPr>
          <p:spPr>
            <a:xfrm>
              <a:off x="1897228" y="655717"/>
              <a:ext cx="617815" cy="551749"/>
            </a:xfrm>
            <a:custGeom>
              <a:avLst/>
              <a:gdLst/>
              <a:ahLst/>
              <a:cxnLst/>
              <a:rect l="l" t="t" r="r" b="b"/>
              <a:pathLst>
                <a:path w="8061" h="7199" extrusionOk="0">
                  <a:moveTo>
                    <a:pt x="5201" y="0"/>
                  </a:moveTo>
                  <a:cubicBezTo>
                    <a:pt x="4458" y="0"/>
                    <a:pt x="3616" y="389"/>
                    <a:pt x="2833" y="389"/>
                  </a:cubicBezTo>
                  <a:cubicBezTo>
                    <a:pt x="2630" y="389"/>
                    <a:pt x="2431" y="363"/>
                    <a:pt x="2238" y="297"/>
                  </a:cubicBezTo>
                  <a:lnTo>
                    <a:pt x="0" y="3416"/>
                  </a:lnTo>
                  <a:cubicBezTo>
                    <a:pt x="250" y="4726"/>
                    <a:pt x="1048" y="5940"/>
                    <a:pt x="2203" y="6619"/>
                  </a:cubicBezTo>
                  <a:cubicBezTo>
                    <a:pt x="2841" y="6998"/>
                    <a:pt x="3590" y="7198"/>
                    <a:pt x="4334" y="7198"/>
                  </a:cubicBezTo>
                  <a:cubicBezTo>
                    <a:pt x="4924" y="7198"/>
                    <a:pt x="5510" y="7073"/>
                    <a:pt x="6037" y="6810"/>
                  </a:cubicBezTo>
                  <a:cubicBezTo>
                    <a:pt x="7227" y="6214"/>
                    <a:pt x="8061" y="4916"/>
                    <a:pt x="8025" y="3583"/>
                  </a:cubicBezTo>
                  <a:cubicBezTo>
                    <a:pt x="7989" y="2261"/>
                    <a:pt x="7144" y="1059"/>
                    <a:pt x="6084" y="273"/>
                  </a:cubicBezTo>
                  <a:cubicBezTo>
                    <a:pt x="5816" y="71"/>
                    <a:pt x="5517" y="0"/>
                    <a:pt x="5201" y="0"/>
                  </a:cubicBezTo>
                  <a:close/>
                </a:path>
              </a:pathLst>
            </a:custGeom>
            <a:solidFill>
              <a:srgbClr val="F2E6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60"/>
            <p:cNvSpPr/>
            <p:nvPr/>
          </p:nvSpPr>
          <p:spPr>
            <a:xfrm>
              <a:off x="1561380" y="632954"/>
              <a:ext cx="1038506" cy="1033371"/>
            </a:xfrm>
            <a:custGeom>
              <a:avLst/>
              <a:gdLst/>
              <a:ahLst/>
              <a:cxnLst/>
              <a:rect l="l" t="t" r="r" b="b"/>
              <a:pathLst>
                <a:path w="13550" h="13483" extrusionOk="0">
                  <a:moveTo>
                    <a:pt x="7588" y="1"/>
                  </a:moveTo>
                  <a:cubicBezTo>
                    <a:pt x="6638" y="1"/>
                    <a:pt x="5578" y="297"/>
                    <a:pt x="4442" y="820"/>
                  </a:cubicBezTo>
                  <a:cubicBezTo>
                    <a:pt x="1429" y="2213"/>
                    <a:pt x="1" y="6464"/>
                    <a:pt x="2775" y="9666"/>
                  </a:cubicBezTo>
                  <a:cubicBezTo>
                    <a:pt x="4695" y="11885"/>
                    <a:pt x="6421" y="13483"/>
                    <a:pt x="8418" y="13483"/>
                  </a:cubicBezTo>
                  <a:cubicBezTo>
                    <a:pt x="8736" y="13483"/>
                    <a:pt x="9061" y="13442"/>
                    <a:pt x="9395" y="13357"/>
                  </a:cubicBezTo>
                  <a:cubicBezTo>
                    <a:pt x="12419" y="12571"/>
                    <a:pt x="13550" y="10416"/>
                    <a:pt x="13062" y="7869"/>
                  </a:cubicBezTo>
                  <a:cubicBezTo>
                    <a:pt x="13028" y="7688"/>
                    <a:pt x="13143" y="7136"/>
                    <a:pt x="12915" y="7136"/>
                  </a:cubicBezTo>
                  <a:cubicBezTo>
                    <a:pt x="12901" y="7136"/>
                    <a:pt x="12887" y="7138"/>
                    <a:pt x="12871" y="7142"/>
                  </a:cubicBezTo>
                  <a:cubicBezTo>
                    <a:pt x="12678" y="7193"/>
                    <a:pt x="12509" y="7296"/>
                    <a:pt x="12364" y="7296"/>
                  </a:cubicBezTo>
                  <a:cubicBezTo>
                    <a:pt x="12035" y="7296"/>
                    <a:pt x="11827" y="6771"/>
                    <a:pt x="11728" y="3939"/>
                  </a:cubicBezTo>
                  <a:cubicBezTo>
                    <a:pt x="11704" y="3166"/>
                    <a:pt x="11228" y="2689"/>
                    <a:pt x="11228" y="2689"/>
                  </a:cubicBezTo>
                  <a:cubicBezTo>
                    <a:pt x="10407" y="796"/>
                    <a:pt x="9146" y="1"/>
                    <a:pt x="7588"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60"/>
            <p:cNvSpPr/>
            <p:nvPr/>
          </p:nvSpPr>
          <p:spPr>
            <a:xfrm>
              <a:off x="2295079" y="1188382"/>
              <a:ext cx="116880" cy="78712"/>
            </a:xfrm>
            <a:custGeom>
              <a:avLst/>
              <a:gdLst/>
              <a:ahLst/>
              <a:cxnLst/>
              <a:rect l="l" t="t" r="r" b="b"/>
              <a:pathLst>
                <a:path w="1525" h="1027" extrusionOk="0">
                  <a:moveTo>
                    <a:pt x="807" y="1"/>
                  </a:moveTo>
                  <a:cubicBezTo>
                    <a:pt x="740" y="1"/>
                    <a:pt x="670" y="12"/>
                    <a:pt x="596" y="38"/>
                  </a:cubicBezTo>
                  <a:cubicBezTo>
                    <a:pt x="0" y="241"/>
                    <a:pt x="143" y="991"/>
                    <a:pt x="143" y="1003"/>
                  </a:cubicBezTo>
                  <a:cubicBezTo>
                    <a:pt x="143" y="1014"/>
                    <a:pt x="167" y="1026"/>
                    <a:pt x="179" y="1026"/>
                  </a:cubicBezTo>
                  <a:lnTo>
                    <a:pt x="191" y="1026"/>
                  </a:lnTo>
                  <a:cubicBezTo>
                    <a:pt x="215" y="1026"/>
                    <a:pt x="226" y="1003"/>
                    <a:pt x="215" y="991"/>
                  </a:cubicBezTo>
                  <a:cubicBezTo>
                    <a:pt x="215" y="955"/>
                    <a:pt x="95" y="300"/>
                    <a:pt x="619" y="110"/>
                  </a:cubicBezTo>
                  <a:cubicBezTo>
                    <a:pt x="686" y="87"/>
                    <a:pt x="749" y="77"/>
                    <a:pt x="809" y="77"/>
                  </a:cubicBezTo>
                  <a:cubicBezTo>
                    <a:pt x="1212" y="77"/>
                    <a:pt x="1431" y="541"/>
                    <a:pt x="1441" y="562"/>
                  </a:cubicBezTo>
                  <a:cubicBezTo>
                    <a:pt x="1450" y="579"/>
                    <a:pt x="1465" y="590"/>
                    <a:pt x="1477" y="590"/>
                  </a:cubicBezTo>
                  <a:cubicBezTo>
                    <a:pt x="1481" y="590"/>
                    <a:pt x="1485" y="589"/>
                    <a:pt x="1489" y="586"/>
                  </a:cubicBezTo>
                  <a:cubicBezTo>
                    <a:pt x="1512" y="574"/>
                    <a:pt x="1524" y="550"/>
                    <a:pt x="1512" y="538"/>
                  </a:cubicBezTo>
                  <a:cubicBezTo>
                    <a:pt x="1512" y="528"/>
                    <a:pt x="1259" y="1"/>
                    <a:pt x="8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60"/>
            <p:cNvSpPr/>
            <p:nvPr/>
          </p:nvSpPr>
          <p:spPr>
            <a:xfrm>
              <a:off x="2273159" y="1249696"/>
              <a:ext cx="38398" cy="10960"/>
            </a:xfrm>
            <a:custGeom>
              <a:avLst/>
              <a:gdLst/>
              <a:ahLst/>
              <a:cxnLst/>
              <a:rect l="l" t="t" r="r" b="b"/>
              <a:pathLst>
                <a:path w="501" h="143" extrusionOk="0">
                  <a:moveTo>
                    <a:pt x="48" y="0"/>
                  </a:moveTo>
                  <a:cubicBezTo>
                    <a:pt x="24" y="0"/>
                    <a:pt x="12" y="24"/>
                    <a:pt x="12" y="36"/>
                  </a:cubicBezTo>
                  <a:cubicBezTo>
                    <a:pt x="0" y="60"/>
                    <a:pt x="24" y="83"/>
                    <a:pt x="36" y="83"/>
                  </a:cubicBezTo>
                  <a:lnTo>
                    <a:pt x="453" y="143"/>
                  </a:lnTo>
                  <a:cubicBezTo>
                    <a:pt x="477" y="143"/>
                    <a:pt x="489" y="119"/>
                    <a:pt x="489" y="107"/>
                  </a:cubicBezTo>
                  <a:cubicBezTo>
                    <a:pt x="501" y="83"/>
                    <a:pt x="477" y="60"/>
                    <a:pt x="453" y="60"/>
                  </a:cubicBezTo>
                  <a:lnTo>
                    <a:pt x="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60"/>
            <p:cNvSpPr/>
            <p:nvPr/>
          </p:nvSpPr>
          <p:spPr>
            <a:xfrm>
              <a:off x="2279521" y="1235977"/>
              <a:ext cx="29277" cy="11037"/>
            </a:xfrm>
            <a:custGeom>
              <a:avLst/>
              <a:gdLst/>
              <a:ahLst/>
              <a:cxnLst/>
              <a:rect l="l" t="t" r="r" b="b"/>
              <a:pathLst>
                <a:path w="382" h="144" extrusionOk="0">
                  <a:moveTo>
                    <a:pt x="60" y="1"/>
                  </a:moveTo>
                  <a:cubicBezTo>
                    <a:pt x="37" y="1"/>
                    <a:pt x="13" y="12"/>
                    <a:pt x="1" y="36"/>
                  </a:cubicBezTo>
                  <a:cubicBezTo>
                    <a:pt x="1" y="72"/>
                    <a:pt x="13" y="96"/>
                    <a:pt x="37" y="96"/>
                  </a:cubicBezTo>
                  <a:lnTo>
                    <a:pt x="322" y="143"/>
                  </a:lnTo>
                  <a:cubicBezTo>
                    <a:pt x="346" y="143"/>
                    <a:pt x="370" y="131"/>
                    <a:pt x="370" y="108"/>
                  </a:cubicBezTo>
                  <a:cubicBezTo>
                    <a:pt x="382" y="84"/>
                    <a:pt x="358" y="60"/>
                    <a:pt x="334" y="60"/>
                  </a:cubicBezTo>
                  <a:lnTo>
                    <a:pt x="6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60"/>
            <p:cNvSpPr/>
            <p:nvPr/>
          </p:nvSpPr>
          <p:spPr>
            <a:xfrm>
              <a:off x="2169155" y="991257"/>
              <a:ext cx="209004" cy="167541"/>
            </a:xfrm>
            <a:custGeom>
              <a:avLst/>
              <a:gdLst/>
              <a:ahLst/>
              <a:cxnLst/>
              <a:rect l="l" t="t" r="r" b="b"/>
              <a:pathLst>
                <a:path w="2727" h="2186" extrusionOk="0">
                  <a:moveTo>
                    <a:pt x="2116" y="0"/>
                  </a:moveTo>
                  <a:cubicBezTo>
                    <a:pt x="1863" y="0"/>
                    <a:pt x="1501" y="181"/>
                    <a:pt x="953" y="681"/>
                  </a:cubicBezTo>
                  <a:cubicBezTo>
                    <a:pt x="0" y="1562"/>
                    <a:pt x="584" y="2062"/>
                    <a:pt x="584" y="2062"/>
                  </a:cubicBezTo>
                  <a:cubicBezTo>
                    <a:pt x="678" y="2146"/>
                    <a:pt x="784" y="2186"/>
                    <a:pt x="904" y="2186"/>
                  </a:cubicBezTo>
                  <a:cubicBezTo>
                    <a:pt x="1194" y="2186"/>
                    <a:pt x="1561" y="1954"/>
                    <a:pt x="2024" y="1550"/>
                  </a:cubicBezTo>
                  <a:cubicBezTo>
                    <a:pt x="2560" y="1074"/>
                    <a:pt x="2727" y="550"/>
                    <a:pt x="2524" y="241"/>
                  </a:cubicBezTo>
                  <a:cubicBezTo>
                    <a:pt x="2428" y="99"/>
                    <a:pt x="2302" y="0"/>
                    <a:pt x="21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60"/>
            <p:cNvSpPr/>
            <p:nvPr/>
          </p:nvSpPr>
          <p:spPr>
            <a:xfrm>
              <a:off x="2483696" y="1163856"/>
              <a:ext cx="131748" cy="124774"/>
            </a:xfrm>
            <a:custGeom>
              <a:avLst/>
              <a:gdLst/>
              <a:ahLst/>
              <a:cxnLst/>
              <a:rect l="l" t="t" r="r" b="b"/>
              <a:pathLst>
                <a:path w="1719" h="1628" extrusionOk="0">
                  <a:moveTo>
                    <a:pt x="1151" y="0"/>
                  </a:moveTo>
                  <a:cubicBezTo>
                    <a:pt x="1145" y="0"/>
                    <a:pt x="1140" y="0"/>
                    <a:pt x="1135" y="1"/>
                  </a:cubicBezTo>
                  <a:cubicBezTo>
                    <a:pt x="1004" y="13"/>
                    <a:pt x="921" y="215"/>
                    <a:pt x="599" y="358"/>
                  </a:cubicBezTo>
                  <a:cubicBezTo>
                    <a:pt x="517" y="393"/>
                    <a:pt x="448" y="408"/>
                    <a:pt x="390" y="408"/>
                  </a:cubicBezTo>
                  <a:cubicBezTo>
                    <a:pt x="213" y="408"/>
                    <a:pt x="132" y="269"/>
                    <a:pt x="51" y="144"/>
                  </a:cubicBezTo>
                  <a:cubicBezTo>
                    <a:pt x="47" y="137"/>
                    <a:pt x="44" y="133"/>
                    <a:pt x="42" y="133"/>
                  </a:cubicBezTo>
                  <a:lnTo>
                    <a:pt x="42" y="133"/>
                  </a:lnTo>
                  <a:cubicBezTo>
                    <a:pt x="0" y="133"/>
                    <a:pt x="444" y="1627"/>
                    <a:pt x="919" y="1627"/>
                  </a:cubicBezTo>
                  <a:cubicBezTo>
                    <a:pt x="995" y="1627"/>
                    <a:pt x="1071" y="1589"/>
                    <a:pt x="1147" y="1501"/>
                  </a:cubicBezTo>
                  <a:cubicBezTo>
                    <a:pt x="1147" y="1501"/>
                    <a:pt x="1718" y="1132"/>
                    <a:pt x="1695" y="632"/>
                  </a:cubicBezTo>
                  <a:cubicBezTo>
                    <a:pt x="1672" y="151"/>
                    <a:pt x="1296" y="0"/>
                    <a:pt x="1151" y="0"/>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60"/>
            <p:cNvSpPr/>
            <p:nvPr/>
          </p:nvSpPr>
          <p:spPr>
            <a:xfrm>
              <a:off x="2450203" y="933929"/>
              <a:ext cx="170683" cy="346807"/>
            </a:xfrm>
            <a:custGeom>
              <a:avLst/>
              <a:gdLst/>
              <a:ahLst/>
              <a:cxnLst/>
              <a:rect l="l" t="t" r="r" b="b"/>
              <a:pathLst>
                <a:path w="2227" h="4525" extrusionOk="0">
                  <a:moveTo>
                    <a:pt x="48" y="1"/>
                  </a:moveTo>
                  <a:cubicBezTo>
                    <a:pt x="24" y="1"/>
                    <a:pt x="0" y="24"/>
                    <a:pt x="12" y="48"/>
                  </a:cubicBezTo>
                  <a:cubicBezTo>
                    <a:pt x="24" y="346"/>
                    <a:pt x="238" y="2965"/>
                    <a:pt x="500" y="3263"/>
                  </a:cubicBezTo>
                  <a:cubicBezTo>
                    <a:pt x="564" y="3344"/>
                    <a:pt x="663" y="3412"/>
                    <a:pt x="807" y="3412"/>
                  </a:cubicBezTo>
                  <a:cubicBezTo>
                    <a:pt x="956" y="3412"/>
                    <a:pt x="1156" y="3339"/>
                    <a:pt x="1417" y="3132"/>
                  </a:cubicBezTo>
                  <a:cubicBezTo>
                    <a:pt x="1429" y="3120"/>
                    <a:pt x="1441" y="3108"/>
                    <a:pt x="1441" y="3108"/>
                  </a:cubicBezTo>
                  <a:cubicBezTo>
                    <a:pt x="1521" y="3048"/>
                    <a:pt x="1602" y="3018"/>
                    <a:pt x="1678" y="3018"/>
                  </a:cubicBezTo>
                  <a:cubicBezTo>
                    <a:pt x="1737" y="3018"/>
                    <a:pt x="1794" y="3036"/>
                    <a:pt x="1846" y="3072"/>
                  </a:cubicBezTo>
                  <a:cubicBezTo>
                    <a:pt x="2036" y="3215"/>
                    <a:pt x="2132" y="3596"/>
                    <a:pt x="2048" y="3870"/>
                  </a:cubicBezTo>
                  <a:cubicBezTo>
                    <a:pt x="1929" y="4215"/>
                    <a:pt x="1596" y="4430"/>
                    <a:pt x="1596" y="4442"/>
                  </a:cubicBezTo>
                  <a:cubicBezTo>
                    <a:pt x="1572" y="4453"/>
                    <a:pt x="1560" y="4477"/>
                    <a:pt x="1584" y="4501"/>
                  </a:cubicBezTo>
                  <a:cubicBezTo>
                    <a:pt x="1584" y="4513"/>
                    <a:pt x="1608" y="4525"/>
                    <a:pt x="1620" y="4525"/>
                  </a:cubicBezTo>
                  <a:cubicBezTo>
                    <a:pt x="1631" y="4525"/>
                    <a:pt x="1631" y="4525"/>
                    <a:pt x="1643" y="4513"/>
                  </a:cubicBezTo>
                  <a:cubicBezTo>
                    <a:pt x="1655" y="4501"/>
                    <a:pt x="2012" y="4275"/>
                    <a:pt x="2132" y="3894"/>
                  </a:cubicBezTo>
                  <a:cubicBezTo>
                    <a:pt x="2227" y="3584"/>
                    <a:pt x="2120" y="3168"/>
                    <a:pt x="1893" y="3001"/>
                  </a:cubicBezTo>
                  <a:cubicBezTo>
                    <a:pt x="1829" y="2953"/>
                    <a:pt x="1755" y="2929"/>
                    <a:pt x="1677" y="2929"/>
                  </a:cubicBezTo>
                  <a:cubicBezTo>
                    <a:pt x="1581" y="2929"/>
                    <a:pt x="1480" y="2965"/>
                    <a:pt x="1381" y="3037"/>
                  </a:cubicBezTo>
                  <a:cubicBezTo>
                    <a:pt x="1381" y="3037"/>
                    <a:pt x="1370" y="3049"/>
                    <a:pt x="1358" y="3049"/>
                  </a:cubicBezTo>
                  <a:cubicBezTo>
                    <a:pt x="1142" y="3228"/>
                    <a:pt x="957" y="3317"/>
                    <a:pt x="807" y="3317"/>
                  </a:cubicBezTo>
                  <a:cubicBezTo>
                    <a:pt x="709" y="3317"/>
                    <a:pt x="626" y="3279"/>
                    <a:pt x="560" y="3203"/>
                  </a:cubicBezTo>
                  <a:cubicBezTo>
                    <a:pt x="369" y="2965"/>
                    <a:pt x="155" y="834"/>
                    <a:pt x="96" y="36"/>
                  </a:cubicBezTo>
                  <a:cubicBezTo>
                    <a:pt x="96" y="12"/>
                    <a:pt x="72" y="1"/>
                    <a:pt x="48" y="1"/>
                  </a:cubicBezTo>
                  <a:close/>
                </a:path>
              </a:pathLst>
            </a:custGeom>
            <a:solidFill>
              <a:srgbClr val="7F47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60"/>
            <p:cNvSpPr/>
            <p:nvPr/>
          </p:nvSpPr>
          <p:spPr>
            <a:xfrm>
              <a:off x="2135356" y="1346955"/>
              <a:ext cx="233683" cy="123088"/>
            </a:xfrm>
            <a:custGeom>
              <a:avLst/>
              <a:gdLst/>
              <a:ahLst/>
              <a:cxnLst/>
              <a:rect l="l" t="t" r="r" b="b"/>
              <a:pathLst>
                <a:path w="3049" h="1606" extrusionOk="0">
                  <a:moveTo>
                    <a:pt x="1402" y="1"/>
                  </a:moveTo>
                  <a:cubicBezTo>
                    <a:pt x="641" y="1"/>
                    <a:pt x="36" y="319"/>
                    <a:pt x="24" y="731"/>
                  </a:cubicBezTo>
                  <a:cubicBezTo>
                    <a:pt x="1" y="1172"/>
                    <a:pt x="655" y="1565"/>
                    <a:pt x="1489" y="1600"/>
                  </a:cubicBezTo>
                  <a:cubicBezTo>
                    <a:pt x="1541" y="1604"/>
                    <a:pt x="1593" y="1605"/>
                    <a:pt x="1645" y="1605"/>
                  </a:cubicBezTo>
                  <a:cubicBezTo>
                    <a:pt x="2396" y="1605"/>
                    <a:pt x="3003" y="1287"/>
                    <a:pt x="3025" y="874"/>
                  </a:cubicBezTo>
                  <a:cubicBezTo>
                    <a:pt x="3049" y="434"/>
                    <a:pt x="2382" y="41"/>
                    <a:pt x="1560" y="5"/>
                  </a:cubicBezTo>
                  <a:cubicBezTo>
                    <a:pt x="1507" y="2"/>
                    <a:pt x="1454" y="1"/>
                    <a:pt x="1402" y="1"/>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60"/>
            <p:cNvSpPr/>
            <p:nvPr/>
          </p:nvSpPr>
          <p:spPr>
            <a:xfrm>
              <a:off x="2462926" y="1347875"/>
              <a:ext cx="73117" cy="48745"/>
            </a:xfrm>
            <a:custGeom>
              <a:avLst/>
              <a:gdLst/>
              <a:ahLst/>
              <a:cxnLst/>
              <a:rect l="l" t="t" r="r" b="b"/>
              <a:pathLst>
                <a:path w="954" h="636" extrusionOk="0">
                  <a:moveTo>
                    <a:pt x="56" y="0"/>
                  </a:moveTo>
                  <a:cubicBezTo>
                    <a:pt x="49" y="0"/>
                    <a:pt x="43" y="2"/>
                    <a:pt x="37" y="5"/>
                  </a:cubicBezTo>
                  <a:cubicBezTo>
                    <a:pt x="13" y="17"/>
                    <a:pt x="1" y="53"/>
                    <a:pt x="13" y="76"/>
                  </a:cubicBezTo>
                  <a:cubicBezTo>
                    <a:pt x="227" y="565"/>
                    <a:pt x="608" y="636"/>
                    <a:pt x="799" y="636"/>
                  </a:cubicBezTo>
                  <a:cubicBezTo>
                    <a:pt x="870" y="636"/>
                    <a:pt x="918" y="624"/>
                    <a:pt x="918" y="624"/>
                  </a:cubicBezTo>
                  <a:cubicBezTo>
                    <a:pt x="942" y="624"/>
                    <a:pt x="953" y="600"/>
                    <a:pt x="953" y="565"/>
                  </a:cubicBezTo>
                  <a:cubicBezTo>
                    <a:pt x="942" y="541"/>
                    <a:pt x="918" y="529"/>
                    <a:pt x="894" y="529"/>
                  </a:cubicBezTo>
                  <a:cubicBezTo>
                    <a:pt x="887" y="532"/>
                    <a:pt x="842" y="543"/>
                    <a:pt x="775" y="543"/>
                  </a:cubicBezTo>
                  <a:cubicBezTo>
                    <a:pt x="605" y="543"/>
                    <a:pt x="293" y="473"/>
                    <a:pt x="96" y="29"/>
                  </a:cubicBezTo>
                  <a:cubicBezTo>
                    <a:pt x="88" y="11"/>
                    <a:pt x="72" y="0"/>
                    <a:pt x="56" y="0"/>
                  </a:cubicBez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60"/>
            <p:cNvSpPr/>
            <p:nvPr/>
          </p:nvSpPr>
          <p:spPr>
            <a:xfrm>
              <a:off x="1337201" y="563976"/>
              <a:ext cx="1291579" cy="799535"/>
            </a:xfrm>
            <a:custGeom>
              <a:avLst/>
              <a:gdLst/>
              <a:ahLst/>
              <a:cxnLst/>
              <a:rect l="l" t="t" r="r" b="b"/>
              <a:pathLst>
                <a:path w="16852" h="10432" extrusionOk="0">
                  <a:moveTo>
                    <a:pt x="9673" y="0"/>
                  </a:moveTo>
                  <a:cubicBezTo>
                    <a:pt x="6693" y="0"/>
                    <a:pt x="1" y="2767"/>
                    <a:pt x="2080" y="9316"/>
                  </a:cubicBezTo>
                  <a:cubicBezTo>
                    <a:pt x="2238" y="10152"/>
                    <a:pt x="2806" y="10432"/>
                    <a:pt x="3495" y="10432"/>
                  </a:cubicBezTo>
                  <a:cubicBezTo>
                    <a:pt x="4886" y="10432"/>
                    <a:pt x="6771" y="9292"/>
                    <a:pt x="6771" y="9292"/>
                  </a:cubicBezTo>
                  <a:cubicBezTo>
                    <a:pt x="6652" y="9269"/>
                    <a:pt x="12486" y="7864"/>
                    <a:pt x="13963" y="3851"/>
                  </a:cubicBezTo>
                  <a:cubicBezTo>
                    <a:pt x="13963" y="3851"/>
                    <a:pt x="14653" y="4839"/>
                    <a:pt x="14868" y="5947"/>
                  </a:cubicBezTo>
                  <a:cubicBezTo>
                    <a:pt x="14877" y="5993"/>
                    <a:pt x="14898" y="6016"/>
                    <a:pt x="14924" y="6016"/>
                  </a:cubicBezTo>
                  <a:cubicBezTo>
                    <a:pt x="15285" y="6016"/>
                    <a:pt x="16851" y="1974"/>
                    <a:pt x="10510" y="101"/>
                  </a:cubicBezTo>
                  <a:cubicBezTo>
                    <a:pt x="10288" y="34"/>
                    <a:pt x="10003" y="0"/>
                    <a:pt x="96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60"/>
            <p:cNvSpPr/>
            <p:nvPr/>
          </p:nvSpPr>
          <p:spPr>
            <a:xfrm>
              <a:off x="1398898" y="848549"/>
              <a:ext cx="713695" cy="820688"/>
            </a:xfrm>
            <a:custGeom>
              <a:avLst/>
              <a:gdLst/>
              <a:ahLst/>
              <a:cxnLst/>
              <a:rect l="l" t="t" r="r" b="b"/>
              <a:pathLst>
                <a:path w="9312" h="10708" extrusionOk="0">
                  <a:moveTo>
                    <a:pt x="5304" y="0"/>
                  </a:moveTo>
                  <a:cubicBezTo>
                    <a:pt x="4222" y="0"/>
                    <a:pt x="1" y="346"/>
                    <a:pt x="1323" y="5853"/>
                  </a:cubicBezTo>
                  <a:cubicBezTo>
                    <a:pt x="2188" y="9454"/>
                    <a:pt x="4514" y="10707"/>
                    <a:pt x="6533" y="10707"/>
                  </a:cubicBezTo>
                  <a:cubicBezTo>
                    <a:pt x="7292" y="10707"/>
                    <a:pt x="8007" y="10531"/>
                    <a:pt x="8586" y="10235"/>
                  </a:cubicBezTo>
                  <a:cubicBezTo>
                    <a:pt x="9312" y="9878"/>
                    <a:pt x="7943" y="7973"/>
                    <a:pt x="7502" y="7175"/>
                  </a:cubicBezTo>
                  <a:cubicBezTo>
                    <a:pt x="7062" y="6377"/>
                    <a:pt x="8586" y="3651"/>
                    <a:pt x="8586" y="3651"/>
                  </a:cubicBezTo>
                  <a:lnTo>
                    <a:pt x="5550" y="7"/>
                  </a:lnTo>
                  <a:cubicBezTo>
                    <a:pt x="5550" y="7"/>
                    <a:pt x="5459" y="0"/>
                    <a:pt x="53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60"/>
            <p:cNvSpPr/>
            <p:nvPr/>
          </p:nvSpPr>
          <p:spPr>
            <a:xfrm>
              <a:off x="1842735" y="1241955"/>
              <a:ext cx="252537" cy="270165"/>
            </a:xfrm>
            <a:custGeom>
              <a:avLst/>
              <a:gdLst/>
              <a:ahLst/>
              <a:cxnLst/>
              <a:rect l="l" t="t" r="r" b="b"/>
              <a:pathLst>
                <a:path w="3295" h="3525" extrusionOk="0">
                  <a:moveTo>
                    <a:pt x="1777" y="0"/>
                  </a:moveTo>
                  <a:cubicBezTo>
                    <a:pt x="1109" y="0"/>
                    <a:pt x="0" y="237"/>
                    <a:pt x="152" y="1839"/>
                  </a:cubicBezTo>
                  <a:cubicBezTo>
                    <a:pt x="268" y="3020"/>
                    <a:pt x="963" y="3524"/>
                    <a:pt x="1680" y="3524"/>
                  </a:cubicBezTo>
                  <a:cubicBezTo>
                    <a:pt x="2351" y="3524"/>
                    <a:pt x="3041" y="3082"/>
                    <a:pt x="3295" y="2339"/>
                  </a:cubicBezTo>
                  <a:lnTo>
                    <a:pt x="2259" y="42"/>
                  </a:lnTo>
                  <a:cubicBezTo>
                    <a:pt x="2259" y="42"/>
                    <a:pt x="2057" y="0"/>
                    <a:pt x="1777" y="0"/>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60"/>
            <p:cNvSpPr/>
            <p:nvPr/>
          </p:nvSpPr>
          <p:spPr>
            <a:xfrm>
              <a:off x="1887188" y="1292999"/>
              <a:ext cx="188924" cy="141099"/>
            </a:xfrm>
            <a:custGeom>
              <a:avLst/>
              <a:gdLst/>
              <a:ahLst/>
              <a:cxnLst/>
              <a:rect l="l" t="t" r="r" b="b"/>
              <a:pathLst>
                <a:path w="2465" h="1841" extrusionOk="0">
                  <a:moveTo>
                    <a:pt x="1022" y="0"/>
                  </a:moveTo>
                  <a:cubicBezTo>
                    <a:pt x="905" y="0"/>
                    <a:pt x="791" y="22"/>
                    <a:pt x="679" y="66"/>
                  </a:cubicBezTo>
                  <a:cubicBezTo>
                    <a:pt x="226" y="233"/>
                    <a:pt x="12" y="709"/>
                    <a:pt x="0" y="733"/>
                  </a:cubicBezTo>
                  <a:cubicBezTo>
                    <a:pt x="0" y="757"/>
                    <a:pt x="0" y="781"/>
                    <a:pt x="24" y="792"/>
                  </a:cubicBezTo>
                  <a:cubicBezTo>
                    <a:pt x="30" y="796"/>
                    <a:pt x="38" y="797"/>
                    <a:pt x="45" y="797"/>
                  </a:cubicBezTo>
                  <a:cubicBezTo>
                    <a:pt x="64" y="797"/>
                    <a:pt x="83" y="786"/>
                    <a:pt x="83" y="769"/>
                  </a:cubicBezTo>
                  <a:cubicBezTo>
                    <a:pt x="95" y="769"/>
                    <a:pt x="286" y="304"/>
                    <a:pt x="715" y="149"/>
                  </a:cubicBezTo>
                  <a:cubicBezTo>
                    <a:pt x="810" y="111"/>
                    <a:pt x="911" y="92"/>
                    <a:pt x="1017" y="92"/>
                  </a:cubicBezTo>
                  <a:cubicBezTo>
                    <a:pt x="1176" y="92"/>
                    <a:pt x="1346" y="135"/>
                    <a:pt x="1524" y="221"/>
                  </a:cubicBezTo>
                  <a:cubicBezTo>
                    <a:pt x="2358" y="614"/>
                    <a:pt x="2036" y="1769"/>
                    <a:pt x="2036" y="1781"/>
                  </a:cubicBezTo>
                  <a:cubicBezTo>
                    <a:pt x="2024" y="1804"/>
                    <a:pt x="2036" y="1828"/>
                    <a:pt x="2060" y="1840"/>
                  </a:cubicBezTo>
                  <a:lnTo>
                    <a:pt x="2084" y="1840"/>
                  </a:lnTo>
                  <a:cubicBezTo>
                    <a:pt x="2096" y="1828"/>
                    <a:pt x="2108" y="1816"/>
                    <a:pt x="2119" y="1804"/>
                  </a:cubicBezTo>
                  <a:cubicBezTo>
                    <a:pt x="2119" y="1793"/>
                    <a:pt x="2465" y="554"/>
                    <a:pt x="1560" y="138"/>
                  </a:cubicBezTo>
                  <a:cubicBezTo>
                    <a:pt x="1370" y="46"/>
                    <a:pt x="1192" y="0"/>
                    <a:pt x="1022" y="0"/>
                  </a:cubicBez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60"/>
            <p:cNvSpPr/>
            <p:nvPr/>
          </p:nvSpPr>
          <p:spPr>
            <a:xfrm>
              <a:off x="1946509" y="1344196"/>
              <a:ext cx="105920" cy="34183"/>
            </a:xfrm>
            <a:custGeom>
              <a:avLst/>
              <a:gdLst/>
              <a:ahLst/>
              <a:cxnLst/>
              <a:rect l="l" t="t" r="r" b="b"/>
              <a:pathLst>
                <a:path w="1382" h="446" extrusionOk="0">
                  <a:moveTo>
                    <a:pt x="849" y="1"/>
                  </a:moveTo>
                  <a:cubicBezTo>
                    <a:pt x="393" y="1"/>
                    <a:pt x="24" y="366"/>
                    <a:pt x="24" y="374"/>
                  </a:cubicBezTo>
                  <a:cubicBezTo>
                    <a:pt x="0" y="386"/>
                    <a:pt x="0" y="422"/>
                    <a:pt x="24" y="434"/>
                  </a:cubicBezTo>
                  <a:cubicBezTo>
                    <a:pt x="36" y="446"/>
                    <a:pt x="48" y="446"/>
                    <a:pt x="60" y="446"/>
                  </a:cubicBezTo>
                  <a:cubicBezTo>
                    <a:pt x="71" y="446"/>
                    <a:pt x="71" y="446"/>
                    <a:pt x="83" y="434"/>
                  </a:cubicBezTo>
                  <a:cubicBezTo>
                    <a:pt x="92" y="425"/>
                    <a:pt x="433" y="91"/>
                    <a:pt x="846" y="91"/>
                  </a:cubicBezTo>
                  <a:cubicBezTo>
                    <a:pt x="992" y="91"/>
                    <a:pt x="1146" y="132"/>
                    <a:pt x="1298" y="243"/>
                  </a:cubicBezTo>
                  <a:cubicBezTo>
                    <a:pt x="1308" y="254"/>
                    <a:pt x="1318" y="257"/>
                    <a:pt x="1327" y="257"/>
                  </a:cubicBezTo>
                  <a:cubicBezTo>
                    <a:pt x="1340" y="257"/>
                    <a:pt x="1350" y="250"/>
                    <a:pt x="1357" y="243"/>
                  </a:cubicBezTo>
                  <a:cubicBezTo>
                    <a:pt x="1381" y="220"/>
                    <a:pt x="1369" y="196"/>
                    <a:pt x="1357" y="172"/>
                  </a:cubicBezTo>
                  <a:cubicBezTo>
                    <a:pt x="1185" y="47"/>
                    <a:pt x="1012" y="1"/>
                    <a:pt x="849" y="1"/>
                  </a:cubicBez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60"/>
            <p:cNvSpPr/>
            <p:nvPr/>
          </p:nvSpPr>
          <p:spPr>
            <a:xfrm>
              <a:off x="1999392" y="1452185"/>
              <a:ext cx="63996" cy="63077"/>
            </a:xfrm>
            <a:custGeom>
              <a:avLst/>
              <a:gdLst/>
              <a:ahLst/>
              <a:cxnLst/>
              <a:rect l="l" t="t" r="r" b="b"/>
              <a:pathLst>
                <a:path w="835" h="823" extrusionOk="0">
                  <a:moveTo>
                    <a:pt x="426" y="1"/>
                  </a:moveTo>
                  <a:cubicBezTo>
                    <a:pt x="419" y="1"/>
                    <a:pt x="412" y="1"/>
                    <a:pt x="405" y="1"/>
                  </a:cubicBezTo>
                  <a:cubicBezTo>
                    <a:pt x="179" y="1"/>
                    <a:pt x="1" y="192"/>
                    <a:pt x="1" y="418"/>
                  </a:cubicBezTo>
                  <a:cubicBezTo>
                    <a:pt x="13" y="644"/>
                    <a:pt x="191" y="823"/>
                    <a:pt x="429" y="823"/>
                  </a:cubicBezTo>
                  <a:cubicBezTo>
                    <a:pt x="655" y="823"/>
                    <a:pt x="834" y="632"/>
                    <a:pt x="834" y="406"/>
                  </a:cubicBezTo>
                  <a:cubicBezTo>
                    <a:pt x="822" y="187"/>
                    <a:pt x="643" y="1"/>
                    <a:pt x="42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60"/>
            <p:cNvSpPr/>
            <p:nvPr/>
          </p:nvSpPr>
          <p:spPr>
            <a:xfrm>
              <a:off x="1379814" y="1299973"/>
              <a:ext cx="461771" cy="399537"/>
            </a:xfrm>
            <a:custGeom>
              <a:avLst/>
              <a:gdLst/>
              <a:ahLst/>
              <a:cxnLst/>
              <a:rect l="l" t="t" r="r" b="b"/>
              <a:pathLst>
                <a:path w="6025" h="5213" extrusionOk="0">
                  <a:moveTo>
                    <a:pt x="2406" y="0"/>
                  </a:moveTo>
                  <a:cubicBezTo>
                    <a:pt x="1570" y="0"/>
                    <a:pt x="937" y="445"/>
                    <a:pt x="560" y="1344"/>
                  </a:cubicBezTo>
                  <a:cubicBezTo>
                    <a:pt x="0" y="2678"/>
                    <a:pt x="774" y="4273"/>
                    <a:pt x="2286" y="4904"/>
                  </a:cubicBezTo>
                  <a:cubicBezTo>
                    <a:pt x="2778" y="5110"/>
                    <a:pt x="3227" y="5213"/>
                    <a:pt x="3628" y="5213"/>
                  </a:cubicBezTo>
                  <a:cubicBezTo>
                    <a:pt x="4461" y="5213"/>
                    <a:pt x="5088" y="4768"/>
                    <a:pt x="5465" y="3868"/>
                  </a:cubicBezTo>
                  <a:cubicBezTo>
                    <a:pt x="6025" y="2535"/>
                    <a:pt x="5251" y="940"/>
                    <a:pt x="3751" y="309"/>
                  </a:cubicBezTo>
                  <a:cubicBezTo>
                    <a:pt x="3259" y="103"/>
                    <a:pt x="2809" y="0"/>
                    <a:pt x="24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60"/>
            <p:cNvSpPr/>
            <p:nvPr/>
          </p:nvSpPr>
          <p:spPr>
            <a:xfrm>
              <a:off x="1188131" y="1327258"/>
              <a:ext cx="698213" cy="1877051"/>
            </a:xfrm>
            <a:custGeom>
              <a:avLst/>
              <a:gdLst/>
              <a:ahLst/>
              <a:cxnLst/>
              <a:rect l="l" t="t" r="r" b="b"/>
              <a:pathLst>
                <a:path w="9110" h="24491" extrusionOk="0">
                  <a:moveTo>
                    <a:pt x="3525" y="0"/>
                  </a:moveTo>
                  <a:cubicBezTo>
                    <a:pt x="1811" y="1334"/>
                    <a:pt x="1" y="23408"/>
                    <a:pt x="1" y="23408"/>
                  </a:cubicBezTo>
                  <a:cubicBezTo>
                    <a:pt x="1227" y="24098"/>
                    <a:pt x="2573" y="24146"/>
                    <a:pt x="2573" y="24146"/>
                  </a:cubicBezTo>
                  <a:cubicBezTo>
                    <a:pt x="3156" y="24405"/>
                    <a:pt x="3747" y="24491"/>
                    <a:pt x="4272" y="24491"/>
                  </a:cubicBezTo>
                  <a:cubicBezTo>
                    <a:pt x="5289" y="24491"/>
                    <a:pt x="6061" y="24170"/>
                    <a:pt x="6061" y="24170"/>
                  </a:cubicBezTo>
                  <a:cubicBezTo>
                    <a:pt x="6215" y="24199"/>
                    <a:pt x="6394" y="24211"/>
                    <a:pt x="6586" y="24211"/>
                  </a:cubicBezTo>
                  <a:cubicBezTo>
                    <a:pt x="7643" y="24211"/>
                    <a:pt x="9109" y="23836"/>
                    <a:pt x="9109" y="23836"/>
                  </a:cubicBezTo>
                  <a:cubicBezTo>
                    <a:pt x="8800" y="21777"/>
                    <a:pt x="6049" y="357"/>
                    <a:pt x="5883" y="357"/>
                  </a:cubicBezTo>
                  <a:lnTo>
                    <a:pt x="35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60"/>
            <p:cNvSpPr/>
            <p:nvPr/>
          </p:nvSpPr>
          <p:spPr>
            <a:xfrm>
              <a:off x="1451858" y="1266097"/>
              <a:ext cx="194442" cy="104694"/>
            </a:xfrm>
            <a:custGeom>
              <a:avLst/>
              <a:gdLst/>
              <a:ahLst/>
              <a:cxnLst/>
              <a:rect l="l" t="t" r="r" b="b"/>
              <a:pathLst>
                <a:path w="2537" h="1366" extrusionOk="0">
                  <a:moveTo>
                    <a:pt x="549" y="0"/>
                  </a:moveTo>
                  <a:cubicBezTo>
                    <a:pt x="1" y="322"/>
                    <a:pt x="84" y="798"/>
                    <a:pt x="84" y="798"/>
                  </a:cubicBezTo>
                  <a:cubicBezTo>
                    <a:pt x="84" y="798"/>
                    <a:pt x="1377" y="1366"/>
                    <a:pt x="2050" y="1366"/>
                  </a:cubicBezTo>
                  <a:cubicBezTo>
                    <a:pt x="2264" y="1366"/>
                    <a:pt x="2416" y="1308"/>
                    <a:pt x="2442" y="1155"/>
                  </a:cubicBezTo>
                  <a:cubicBezTo>
                    <a:pt x="2537" y="536"/>
                    <a:pt x="549" y="0"/>
                    <a:pt x="54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60"/>
            <p:cNvSpPr/>
            <p:nvPr/>
          </p:nvSpPr>
          <p:spPr>
            <a:xfrm>
              <a:off x="2103933" y="1842143"/>
              <a:ext cx="680279" cy="713925"/>
            </a:xfrm>
            <a:custGeom>
              <a:avLst/>
              <a:gdLst/>
              <a:ahLst/>
              <a:cxnLst/>
              <a:rect l="l" t="t" r="r" b="b"/>
              <a:pathLst>
                <a:path w="8876" h="9315" extrusionOk="0">
                  <a:moveTo>
                    <a:pt x="7012" y="1"/>
                  </a:moveTo>
                  <a:cubicBezTo>
                    <a:pt x="6670" y="1"/>
                    <a:pt x="6209" y="1045"/>
                    <a:pt x="6209" y="1045"/>
                  </a:cubicBezTo>
                  <a:cubicBezTo>
                    <a:pt x="6209" y="1045"/>
                    <a:pt x="6249" y="237"/>
                    <a:pt x="5936" y="237"/>
                  </a:cubicBezTo>
                  <a:cubicBezTo>
                    <a:pt x="5907" y="237"/>
                    <a:pt x="5875" y="244"/>
                    <a:pt x="5840" y="259"/>
                  </a:cubicBezTo>
                  <a:cubicBezTo>
                    <a:pt x="5423" y="450"/>
                    <a:pt x="5411" y="2093"/>
                    <a:pt x="5411" y="2093"/>
                  </a:cubicBezTo>
                  <a:cubicBezTo>
                    <a:pt x="5411" y="2093"/>
                    <a:pt x="2220" y="4772"/>
                    <a:pt x="327" y="7034"/>
                  </a:cubicBezTo>
                  <a:cubicBezTo>
                    <a:pt x="1" y="8191"/>
                    <a:pt x="718" y="9315"/>
                    <a:pt x="2354" y="9315"/>
                  </a:cubicBezTo>
                  <a:cubicBezTo>
                    <a:pt x="2688" y="9315"/>
                    <a:pt x="3061" y="9268"/>
                    <a:pt x="3471" y="9165"/>
                  </a:cubicBezTo>
                  <a:cubicBezTo>
                    <a:pt x="5209" y="6641"/>
                    <a:pt x="7507" y="3260"/>
                    <a:pt x="7507" y="3260"/>
                  </a:cubicBezTo>
                  <a:cubicBezTo>
                    <a:pt x="8197" y="2629"/>
                    <a:pt x="8876" y="1747"/>
                    <a:pt x="8650" y="1486"/>
                  </a:cubicBezTo>
                  <a:cubicBezTo>
                    <a:pt x="8539" y="1363"/>
                    <a:pt x="8443" y="1332"/>
                    <a:pt x="8373" y="1332"/>
                  </a:cubicBezTo>
                  <a:cubicBezTo>
                    <a:pt x="8308" y="1332"/>
                    <a:pt x="8266" y="1360"/>
                    <a:pt x="8258" y="1365"/>
                  </a:cubicBezTo>
                  <a:lnTo>
                    <a:pt x="8258" y="1365"/>
                  </a:lnTo>
                  <a:cubicBezTo>
                    <a:pt x="8280" y="1349"/>
                    <a:pt x="8545" y="1142"/>
                    <a:pt x="8316" y="914"/>
                  </a:cubicBezTo>
                  <a:cubicBezTo>
                    <a:pt x="8240" y="841"/>
                    <a:pt x="8162" y="816"/>
                    <a:pt x="8091" y="816"/>
                  </a:cubicBezTo>
                  <a:cubicBezTo>
                    <a:pt x="7977" y="816"/>
                    <a:pt x="7883" y="881"/>
                    <a:pt x="7845" y="911"/>
                  </a:cubicBezTo>
                  <a:lnTo>
                    <a:pt x="7845" y="911"/>
                  </a:lnTo>
                  <a:cubicBezTo>
                    <a:pt x="7894" y="866"/>
                    <a:pt x="8019" y="720"/>
                    <a:pt x="7852" y="533"/>
                  </a:cubicBezTo>
                  <a:cubicBezTo>
                    <a:pt x="7745" y="426"/>
                    <a:pt x="7652" y="388"/>
                    <a:pt x="7574" y="388"/>
                  </a:cubicBezTo>
                  <a:cubicBezTo>
                    <a:pt x="7373" y="388"/>
                    <a:pt x="7269" y="640"/>
                    <a:pt x="7269" y="640"/>
                  </a:cubicBezTo>
                  <a:cubicBezTo>
                    <a:pt x="7269" y="640"/>
                    <a:pt x="7423" y="223"/>
                    <a:pt x="7090" y="21"/>
                  </a:cubicBezTo>
                  <a:cubicBezTo>
                    <a:pt x="7065" y="7"/>
                    <a:pt x="7039" y="1"/>
                    <a:pt x="7012"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60"/>
            <p:cNvSpPr/>
            <p:nvPr/>
          </p:nvSpPr>
          <p:spPr>
            <a:xfrm>
              <a:off x="1704625" y="1850267"/>
              <a:ext cx="972823" cy="775699"/>
            </a:xfrm>
            <a:custGeom>
              <a:avLst/>
              <a:gdLst/>
              <a:ahLst/>
              <a:cxnLst/>
              <a:rect l="l" t="t" r="r" b="b"/>
              <a:pathLst>
                <a:path w="12693" h="10121" extrusionOk="0">
                  <a:moveTo>
                    <a:pt x="2889" y="1"/>
                  </a:moveTo>
                  <a:cubicBezTo>
                    <a:pt x="2818" y="1"/>
                    <a:pt x="2748" y="8"/>
                    <a:pt x="2680" y="22"/>
                  </a:cubicBezTo>
                  <a:cubicBezTo>
                    <a:pt x="2680" y="22"/>
                    <a:pt x="1" y="1058"/>
                    <a:pt x="965" y="4308"/>
                  </a:cubicBezTo>
                  <a:cubicBezTo>
                    <a:pt x="1775" y="6999"/>
                    <a:pt x="4823" y="10012"/>
                    <a:pt x="6811" y="10119"/>
                  </a:cubicBezTo>
                  <a:cubicBezTo>
                    <a:pt x="6828" y="10120"/>
                    <a:pt x="6845" y="10120"/>
                    <a:pt x="6862" y="10120"/>
                  </a:cubicBezTo>
                  <a:cubicBezTo>
                    <a:pt x="8877" y="10120"/>
                    <a:pt x="12693" y="3916"/>
                    <a:pt x="12693" y="3916"/>
                  </a:cubicBezTo>
                  <a:lnTo>
                    <a:pt x="10181" y="2106"/>
                  </a:lnTo>
                  <a:lnTo>
                    <a:pt x="7299" y="4713"/>
                  </a:lnTo>
                  <a:cubicBezTo>
                    <a:pt x="7299" y="4713"/>
                    <a:pt x="4728" y="1"/>
                    <a:pt x="28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60"/>
            <p:cNvSpPr/>
            <p:nvPr/>
          </p:nvSpPr>
          <p:spPr>
            <a:xfrm>
              <a:off x="1774906" y="1884756"/>
              <a:ext cx="908060" cy="745655"/>
            </a:xfrm>
            <a:custGeom>
              <a:avLst/>
              <a:gdLst/>
              <a:ahLst/>
              <a:cxnLst/>
              <a:rect l="l" t="t" r="r" b="b"/>
              <a:pathLst>
                <a:path w="11848" h="9729" extrusionOk="0">
                  <a:moveTo>
                    <a:pt x="3180" y="1"/>
                  </a:moveTo>
                  <a:lnTo>
                    <a:pt x="3120" y="96"/>
                  </a:lnTo>
                  <a:cubicBezTo>
                    <a:pt x="4680" y="1287"/>
                    <a:pt x="6323" y="4251"/>
                    <a:pt x="6335" y="4287"/>
                  </a:cubicBezTo>
                  <a:lnTo>
                    <a:pt x="6371" y="4347"/>
                  </a:lnTo>
                  <a:lnTo>
                    <a:pt x="9264" y="1727"/>
                  </a:lnTo>
                  <a:lnTo>
                    <a:pt x="11705" y="3477"/>
                  </a:lnTo>
                  <a:cubicBezTo>
                    <a:pt x="11347" y="4037"/>
                    <a:pt x="7811" y="9609"/>
                    <a:pt x="5954" y="9609"/>
                  </a:cubicBezTo>
                  <a:lnTo>
                    <a:pt x="5906" y="9609"/>
                  </a:lnTo>
                  <a:cubicBezTo>
                    <a:pt x="3930" y="9502"/>
                    <a:pt x="894" y="6478"/>
                    <a:pt x="108" y="3847"/>
                  </a:cubicBezTo>
                  <a:lnTo>
                    <a:pt x="1" y="3870"/>
                  </a:lnTo>
                  <a:cubicBezTo>
                    <a:pt x="798" y="6549"/>
                    <a:pt x="3882" y="9609"/>
                    <a:pt x="5894" y="9728"/>
                  </a:cubicBezTo>
                  <a:lnTo>
                    <a:pt x="5954" y="9728"/>
                  </a:lnTo>
                  <a:cubicBezTo>
                    <a:pt x="7966" y="9728"/>
                    <a:pt x="11669" y="3751"/>
                    <a:pt x="11824" y="3489"/>
                  </a:cubicBezTo>
                  <a:lnTo>
                    <a:pt x="11847" y="3454"/>
                  </a:lnTo>
                  <a:lnTo>
                    <a:pt x="9252" y="1584"/>
                  </a:lnTo>
                  <a:lnTo>
                    <a:pt x="6394" y="4168"/>
                  </a:lnTo>
                  <a:cubicBezTo>
                    <a:pt x="6156" y="3727"/>
                    <a:pt x="4644" y="1120"/>
                    <a:pt x="31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60"/>
            <p:cNvSpPr/>
            <p:nvPr/>
          </p:nvSpPr>
          <p:spPr>
            <a:xfrm>
              <a:off x="2653689" y="1620186"/>
              <a:ext cx="1106948" cy="1278167"/>
            </a:xfrm>
            <a:custGeom>
              <a:avLst/>
              <a:gdLst/>
              <a:ahLst/>
              <a:cxnLst/>
              <a:rect l="l" t="t" r="r" b="b"/>
              <a:pathLst>
                <a:path w="14443" h="16677" extrusionOk="0">
                  <a:moveTo>
                    <a:pt x="9299" y="0"/>
                  </a:moveTo>
                  <a:cubicBezTo>
                    <a:pt x="9299" y="0"/>
                    <a:pt x="7608" y="548"/>
                    <a:pt x="5203" y="1584"/>
                  </a:cubicBezTo>
                  <a:cubicBezTo>
                    <a:pt x="5203" y="1584"/>
                    <a:pt x="3989" y="3608"/>
                    <a:pt x="2727" y="6787"/>
                  </a:cubicBezTo>
                  <a:cubicBezTo>
                    <a:pt x="1786" y="9132"/>
                    <a:pt x="0" y="11930"/>
                    <a:pt x="560" y="15907"/>
                  </a:cubicBezTo>
                  <a:cubicBezTo>
                    <a:pt x="560" y="15907"/>
                    <a:pt x="2628" y="16677"/>
                    <a:pt x="6161" y="16677"/>
                  </a:cubicBezTo>
                  <a:cubicBezTo>
                    <a:pt x="8389" y="16677"/>
                    <a:pt x="11200" y="16370"/>
                    <a:pt x="14443" y="15371"/>
                  </a:cubicBezTo>
                  <a:cubicBezTo>
                    <a:pt x="14443" y="15371"/>
                    <a:pt x="13764" y="4060"/>
                    <a:pt x="929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60"/>
            <p:cNvSpPr/>
            <p:nvPr/>
          </p:nvSpPr>
          <p:spPr>
            <a:xfrm>
              <a:off x="3026938" y="1559945"/>
              <a:ext cx="384209" cy="272924"/>
            </a:xfrm>
            <a:custGeom>
              <a:avLst/>
              <a:gdLst/>
              <a:ahLst/>
              <a:cxnLst/>
              <a:rect l="l" t="t" r="r" b="b"/>
              <a:pathLst>
                <a:path w="5013" h="3561" extrusionOk="0">
                  <a:moveTo>
                    <a:pt x="4227" y="0"/>
                  </a:moveTo>
                  <a:cubicBezTo>
                    <a:pt x="4227" y="0"/>
                    <a:pt x="2488" y="1107"/>
                    <a:pt x="0" y="2048"/>
                  </a:cubicBezTo>
                  <a:cubicBezTo>
                    <a:pt x="0" y="2048"/>
                    <a:pt x="250" y="2798"/>
                    <a:pt x="345" y="3465"/>
                  </a:cubicBezTo>
                  <a:cubicBezTo>
                    <a:pt x="356" y="3531"/>
                    <a:pt x="426" y="3561"/>
                    <a:pt x="541" y="3561"/>
                  </a:cubicBezTo>
                  <a:cubicBezTo>
                    <a:pt x="1321" y="3561"/>
                    <a:pt x="4193" y="2192"/>
                    <a:pt x="5013" y="1393"/>
                  </a:cubicBezTo>
                  <a:cubicBezTo>
                    <a:pt x="5013" y="1393"/>
                    <a:pt x="4715" y="619"/>
                    <a:pt x="42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60"/>
            <p:cNvSpPr/>
            <p:nvPr/>
          </p:nvSpPr>
          <p:spPr>
            <a:xfrm>
              <a:off x="2674689" y="1594587"/>
              <a:ext cx="1109707" cy="1527102"/>
            </a:xfrm>
            <a:custGeom>
              <a:avLst/>
              <a:gdLst/>
              <a:ahLst/>
              <a:cxnLst/>
              <a:rect l="l" t="t" r="r" b="b"/>
              <a:pathLst>
                <a:path w="14479" h="19925" extrusionOk="0">
                  <a:moveTo>
                    <a:pt x="9168" y="1"/>
                  </a:moveTo>
                  <a:cubicBezTo>
                    <a:pt x="9168" y="1"/>
                    <a:pt x="5299" y="2549"/>
                    <a:pt x="4251" y="4346"/>
                  </a:cubicBezTo>
                  <a:cubicBezTo>
                    <a:pt x="3215" y="6132"/>
                    <a:pt x="1512" y="7847"/>
                    <a:pt x="977" y="9847"/>
                  </a:cubicBezTo>
                  <a:cubicBezTo>
                    <a:pt x="441" y="11847"/>
                    <a:pt x="0" y="16348"/>
                    <a:pt x="0" y="16348"/>
                  </a:cubicBezTo>
                  <a:cubicBezTo>
                    <a:pt x="0" y="16348"/>
                    <a:pt x="1310" y="18062"/>
                    <a:pt x="2393" y="18824"/>
                  </a:cubicBezTo>
                  <a:cubicBezTo>
                    <a:pt x="3465" y="19586"/>
                    <a:pt x="5560" y="19825"/>
                    <a:pt x="8192" y="19920"/>
                  </a:cubicBezTo>
                  <a:cubicBezTo>
                    <a:pt x="8269" y="19923"/>
                    <a:pt x="8348" y="19924"/>
                    <a:pt x="8427" y="19924"/>
                  </a:cubicBezTo>
                  <a:cubicBezTo>
                    <a:pt x="11020" y="19924"/>
                    <a:pt x="14204" y="18265"/>
                    <a:pt x="14204" y="18265"/>
                  </a:cubicBezTo>
                  <a:cubicBezTo>
                    <a:pt x="14204" y="18265"/>
                    <a:pt x="14478" y="12609"/>
                    <a:pt x="13419" y="8359"/>
                  </a:cubicBezTo>
                  <a:cubicBezTo>
                    <a:pt x="12359" y="4108"/>
                    <a:pt x="11406" y="2179"/>
                    <a:pt x="91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60"/>
            <p:cNvSpPr/>
            <p:nvPr/>
          </p:nvSpPr>
          <p:spPr>
            <a:xfrm>
              <a:off x="2715770" y="1576346"/>
              <a:ext cx="730940" cy="980104"/>
            </a:xfrm>
            <a:custGeom>
              <a:avLst/>
              <a:gdLst/>
              <a:ahLst/>
              <a:cxnLst/>
              <a:rect l="l" t="t" r="r" b="b"/>
              <a:pathLst>
                <a:path w="9537" h="12788" extrusionOk="0">
                  <a:moveTo>
                    <a:pt x="8763" y="1"/>
                  </a:moveTo>
                  <a:cubicBezTo>
                    <a:pt x="8763" y="1"/>
                    <a:pt x="7120" y="1072"/>
                    <a:pt x="5489" y="2560"/>
                  </a:cubicBezTo>
                  <a:cubicBezTo>
                    <a:pt x="3858" y="4061"/>
                    <a:pt x="4560" y="3430"/>
                    <a:pt x="2274" y="6406"/>
                  </a:cubicBezTo>
                  <a:cubicBezTo>
                    <a:pt x="0" y="9383"/>
                    <a:pt x="95" y="12788"/>
                    <a:pt x="95" y="12788"/>
                  </a:cubicBezTo>
                  <a:cubicBezTo>
                    <a:pt x="810" y="9228"/>
                    <a:pt x="5013" y="5656"/>
                    <a:pt x="5334" y="4894"/>
                  </a:cubicBezTo>
                  <a:cubicBezTo>
                    <a:pt x="5655" y="4120"/>
                    <a:pt x="5310" y="3513"/>
                    <a:pt x="5310" y="3513"/>
                  </a:cubicBezTo>
                  <a:lnTo>
                    <a:pt x="5310" y="3513"/>
                  </a:lnTo>
                  <a:cubicBezTo>
                    <a:pt x="5310" y="3513"/>
                    <a:pt x="5564" y="3818"/>
                    <a:pt x="5979" y="3818"/>
                  </a:cubicBezTo>
                  <a:cubicBezTo>
                    <a:pt x="6193" y="3818"/>
                    <a:pt x="6451" y="3737"/>
                    <a:pt x="6739" y="3489"/>
                  </a:cubicBezTo>
                  <a:cubicBezTo>
                    <a:pt x="7572" y="2775"/>
                    <a:pt x="9537" y="893"/>
                    <a:pt x="9537" y="893"/>
                  </a:cubicBezTo>
                  <a:cubicBezTo>
                    <a:pt x="9204" y="798"/>
                    <a:pt x="8763" y="1"/>
                    <a:pt x="87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60"/>
            <p:cNvSpPr/>
            <p:nvPr/>
          </p:nvSpPr>
          <p:spPr>
            <a:xfrm>
              <a:off x="2435565" y="1862223"/>
              <a:ext cx="848816" cy="690932"/>
            </a:xfrm>
            <a:custGeom>
              <a:avLst/>
              <a:gdLst/>
              <a:ahLst/>
              <a:cxnLst/>
              <a:rect l="l" t="t" r="r" b="b"/>
              <a:pathLst>
                <a:path w="11075" h="9015" extrusionOk="0">
                  <a:moveTo>
                    <a:pt x="1655" y="0"/>
                  </a:moveTo>
                  <a:cubicBezTo>
                    <a:pt x="1610" y="0"/>
                    <a:pt x="1570" y="14"/>
                    <a:pt x="1537" y="45"/>
                  </a:cubicBezTo>
                  <a:cubicBezTo>
                    <a:pt x="1215" y="342"/>
                    <a:pt x="1477" y="747"/>
                    <a:pt x="1477" y="747"/>
                  </a:cubicBezTo>
                  <a:cubicBezTo>
                    <a:pt x="1477" y="747"/>
                    <a:pt x="1331" y="539"/>
                    <a:pt x="1143" y="539"/>
                  </a:cubicBezTo>
                  <a:cubicBezTo>
                    <a:pt x="1047" y="539"/>
                    <a:pt x="939" y="594"/>
                    <a:pt x="834" y="759"/>
                  </a:cubicBezTo>
                  <a:cubicBezTo>
                    <a:pt x="695" y="992"/>
                    <a:pt x="839" y="1116"/>
                    <a:pt x="908" y="1158"/>
                  </a:cubicBezTo>
                  <a:lnTo>
                    <a:pt x="908" y="1158"/>
                  </a:lnTo>
                  <a:cubicBezTo>
                    <a:pt x="868" y="1139"/>
                    <a:pt x="795" y="1111"/>
                    <a:pt x="712" y="1111"/>
                  </a:cubicBezTo>
                  <a:cubicBezTo>
                    <a:pt x="615" y="1111"/>
                    <a:pt x="505" y="1149"/>
                    <a:pt x="418" y="1283"/>
                  </a:cubicBezTo>
                  <a:cubicBezTo>
                    <a:pt x="220" y="1574"/>
                    <a:pt x="555" y="1739"/>
                    <a:pt x="572" y="1747"/>
                  </a:cubicBezTo>
                  <a:lnTo>
                    <a:pt x="572" y="1747"/>
                  </a:lnTo>
                  <a:cubicBezTo>
                    <a:pt x="567" y="1745"/>
                    <a:pt x="542" y="1734"/>
                    <a:pt x="503" y="1734"/>
                  </a:cubicBezTo>
                  <a:cubicBezTo>
                    <a:pt x="431" y="1734"/>
                    <a:pt x="311" y="1772"/>
                    <a:pt x="191" y="1974"/>
                  </a:cubicBezTo>
                  <a:cubicBezTo>
                    <a:pt x="1" y="2295"/>
                    <a:pt x="929" y="3081"/>
                    <a:pt x="1811" y="3617"/>
                  </a:cubicBezTo>
                  <a:cubicBezTo>
                    <a:pt x="1811" y="3617"/>
                    <a:pt x="5037" y="6700"/>
                    <a:pt x="7466" y="9010"/>
                  </a:cubicBezTo>
                  <a:cubicBezTo>
                    <a:pt x="7549" y="9013"/>
                    <a:pt x="7629" y="9015"/>
                    <a:pt x="7709" y="9015"/>
                  </a:cubicBezTo>
                  <a:cubicBezTo>
                    <a:pt x="10257" y="9015"/>
                    <a:pt x="11075" y="7373"/>
                    <a:pt x="10347" y="6022"/>
                  </a:cubicBezTo>
                  <a:cubicBezTo>
                    <a:pt x="7811" y="4021"/>
                    <a:pt x="3799" y="1890"/>
                    <a:pt x="3799" y="1890"/>
                  </a:cubicBezTo>
                  <a:cubicBezTo>
                    <a:pt x="3799" y="1890"/>
                    <a:pt x="3406" y="116"/>
                    <a:pt x="2918" y="21"/>
                  </a:cubicBezTo>
                  <a:cubicBezTo>
                    <a:pt x="2896" y="17"/>
                    <a:pt x="2875" y="15"/>
                    <a:pt x="2857" y="15"/>
                  </a:cubicBezTo>
                  <a:cubicBezTo>
                    <a:pt x="2454" y="15"/>
                    <a:pt x="2704" y="938"/>
                    <a:pt x="2704" y="938"/>
                  </a:cubicBezTo>
                  <a:cubicBezTo>
                    <a:pt x="2704" y="938"/>
                    <a:pt x="2022" y="0"/>
                    <a:pt x="1655" y="0"/>
                  </a:cubicBezTo>
                  <a:close/>
                </a:path>
              </a:pathLst>
            </a:custGeom>
            <a:solidFill>
              <a:srgbClr val="FCA1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60"/>
            <p:cNvSpPr/>
            <p:nvPr/>
          </p:nvSpPr>
          <p:spPr>
            <a:xfrm>
              <a:off x="2587087" y="1725109"/>
              <a:ext cx="984703" cy="883918"/>
            </a:xfrm>
            <a:custGeom>
              <a:avLst/>
              <a:gdLst/>
              <a:ahLst/>
              <a:cxnLst/>
              <a:rect l="l" t="t" r="r" b="b"/>
              <a:pathLst>
                <a:path w="12848" h="11533" extrusionOk="0">
                  <a:moveTo>
                    <a:pt x="10840" y="1"/>
                  </a:moveTo>
                  <a:cubicBezTo>
                    <a:pt x="10126" y="1"/>
                    <a:pt x="9204" y="548"/>
                    <a:pt x="9204" y="548"/>
                  </a:cubicBezTo>
                  <a:cubicBezTo>
                    <a:pt x="7144" y="548"/>
                    <a:pt x="5989" y="5834"/>
                    <a:pt x="5989" y="5834"/>
                  </a:cubicBezTo>
                  <a:lnTo>
                    <a:pt x="2322" y="3691"/>
                  </a:lnTo>
                  <a:lnTo>
                    <a:pt x="0" y="6322"/>
                  </a:lnTo>
                  <a:cubicBezTo>
                    <a:pt x="0" y="6322"/>
                    <a:pt x="4164" y="11532"/>
                    <a:pt x="7410" y="11532"/>
                  </a:cubicBezTo>
                  <a:cubicBezTo>
                    <a:pt x="7521" y="11532"/>
                    <a:pt x="7631" y="11526"/>
                    <a:pt x="7739" y="11514"/>
                  </a:cubicBezTo>
                  <a:cubicBezTo>
                    <a:pt x="9906" y="11252"/>
                    <a:pt x="12430" y="7025"/>
                    <a:pt x="12680" y="3965"/>
                  </a:cubicBezTo>
                  <a:cubicBezTo>
                    <a:pt x="12847" y="1929"/>
                    <a:pt x="12145" y="679"/>
                    <a:pt x="11335" y="131"/>
                  </a:cubicBezTo>
                  <a:cubicBezTo>
                    <a:pt x="11197" y="38"/>
                    <a:pt x="11026" y="1"/>
                    <a:pt x="108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60"/>
            <p:cNvSpPr/>
            <p:nvPr/>
          </p:nvSpPr>
          <p:spPr>
            <a:xfrm>
              <a:off x="2581569" y="1720971"/>
              <a:ext cx="997502" cy="892042"/>
            </a:xfrm>
            <a:custGeom>
              <a:avLst/>
              <a:gdLst/>
              <a:ahLst/>
              <a:cxnLst/>
              <a:rect l="l" t="t" r="r" b="b"/>
              <a:pathLst>
                <a:path w="13015" h="11639" extrusionOk="0">
                  <a:moveTo>
                    <a:pt x="10905" y="110"/>
                  </a:moveTo>
                  <a:cubicBezTo>
                    <a:pt x="11081" y="110"/>
                    <a:pt x="11242" y="145"/>
                    <a:pt x="11371" y="233"/>
                  </a:cubicBezTo>
                  <a:cubicBezTo>
                    <a:pt x="12336" y="888"/>
                    <a:pt x="12836" y="2305"/>
                    <a:pt x="12693" y="4007"/>
                  </a:cubicBezTo>
                  <a:cubicBezTo>
                    <a:pt x="12443" y="6996"/>
                    <a:pt x="9990" y="11246"/>
                    <a:pt x="7799" y="11508"/>
                  </a:cubicBezTo>
                  <a:cubicBezTo>
                    <a:pt x="7694" y="11520"/>
                    <a:pt x="7587" y="11526"/>
                    <a:pt x="7478" y="11526"/>
                  </a:cubicBezTo>
                  <a:cubicBezTo>
                    <a:pt x="4444" y="11526"/>
                    <a:pt x="535" y="6848"/>
                    <a:pt x="156" y="6376"/>
                  </a:cubicBezTo>
                  <a:lnTo>
                    <a:pt x="2406" y="3817"/>
                  </a:lnTo>
                  <a:lnTo>
                    <a:pt x="6097" y="5972"/>
                  </a:lnTo>
                  <a:lnTo>
                    <a:pt x="6121" y="5900"/>
                  </a:lnTo>
                  <a:cubicBezTo>
                    <a:pt x="6133" y="5841"/>
                    <a:pt x="7287" y="661"/>
                    <a:pt x="9276" y="650"/>
                  </a:cubicBezTo>
                  <a:lnTo>
                    <a:pt x="9311" y="650"/>
                  </a:lnTo>
                  <a:cubicBezTo>
                    <a:pt x="9321" y="640"/>
                    <a:pt x="10220" y="110"/>
                    <a:pt x="10905" y="110"/>
                  </a:cubicBezTo>
                  <a:close/>
                  <a:moveTo>
                    <a:pt x="10907" y="0"/>
                  </a:moveTo>
                  <a:cubicBezTo>
                    <a:pt x="10229" y="0"/>
                    <a:pt x="9384" y="468"/>
                    <a:pt x="9264" y="542"/>
                  </a:cubicBezTo>
                  <a:cubicBezTo>
                    <a:pt x="7299" y="578"/>
                    <a:pt x="6180" y="5126"/>
                    <a:pt x="6025" y="5793"/>
                  </a:cubicBezTo>
                  <a:lnTo>
                    <a:pt x="2382" y="3674"/>
                  </a:lnTo>
                  <a:lnTo>
                    <a:pt x="37" y="6341"/>
                  </a:lnTo>
                  <a:lnTo>
                    <a:pt x="1" y="6376"/>
                  </a:lnTo>
                  <a:lnTo>
                    <a:pt x="37" y="6412"/>
                  </a:lnTo>
                  <a:cubicBezTo>
                    <a:pt x="203" y="6638"/>
                    <a:pt x="4239" y="11639"/>
                    <a:pt x="7466" y="11639"/>
                  </a:cubicBezTo>
                  <a:cubicBezTo>
                    <a:pt x="7585" y="11639"/>
                    <a:pt x="7704" y="11639"/>
                    <a:pt x="7811" y="11627"/>
                  </a:cubicBezTo>
                  <a:cubicBezTo>
                    <a:pt x="10038" y="11365"/>
                    <a:pt x="12550" y="7055"/>
                    <a:pt x="12800" y="4019"/>
                  </a:cubicBezTo>
                  <a:cubicBezTo>
                    <a:pt x="13014" y="1495"/>
                    <a:pt x="11919" y="471"/>
                    <a:pt x="11431" y="138"/>
                  </a:cubicBezTo>
                  <a:cubicBezTo>
                    <a:pt x="11284" y="39"/>
                    <a:pt x="11102" y="0"/>
                    <a:pt x="109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60"/>
            <p:cNvSpPr/>
            <p:nvPr/>
          </p:nvSpPr>
          <p:spPr>
            <a:xfrm>
              <a:off x="2587087" y="2007997"/>
              <a:ext cx="255526" cy="277446"/>
            </a:xfrm>
            <a:custGeom>
              <a:avLst/>
              <a:gdLst/>
              <a:ahLst/>
              <a:cxnLst/>
              <a:rect l="l" t="t" r="r" b="b"/>
              <a:pathLst>
                <a:path w="3334" h="3620" extrusionOk="0">
                  <a:moveTo>
                    <a:pt x="2322" y="0"/>
                  </a:moveTo>
                  <a:lnTo>
                    <a:pt x="0" y="2631"/>
                  </a:lnTo>
                  <a:lnTo>
                    <a:pt x="917" y="3620"/>
                  </a:lnTo>
                  <a:cubicBezTo>
                    <a:pt x="1667" y="3274"/>
                    <a:pt x="2596" y="1643"/>
                    <a:pt x="2596" y="1643"/>
                  </a:cubicBezTo>
                  <a:lnTo>
                    <a:pt x="1727" y="810"/>
                  </a:lnTo>
                  <a:lnTo>
                    <a:pt x="2834" y="1357"/>
                  </a:lnTo>
                  <a:lnTo>
                    <a:pt x="3334" y="595"/>
                  </a:lnTo>
                  <a:lnTo>
                    <a:pt x="23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60"/>
            <p:cNvSpPr/>
            <p:nvPr/>
          </p:nvSpPr>
          <p:spPr>
            <a:xfrm>
              <a:off x="2795095" y="2631254"/>
              <a:ext cx="272924" cy="137880"/>
            </a:xfrm>
            <a:custGeom>
              <a:avLst/>
              <a:gdLst/>
              <a:ahLst/>
              <a:cxnLst/>
              <a:rect l="l" t="t" r="r" b="b"/>
              <a:pathLst>
                <a:path w="3561" h="1799" extrusionOk="0">
                  <a:moveTo>
                    <a:pt x="168" y="0"/>
                  </a:moveTo>
                  <a:lnTo>
                    <a:pt x="1" y="1524"/>
                  </a:lnTo>
                  <a:cubicBezTo>
                    <a:pt x="1602" y="1781"/>
                    <a:pt x="3088" y="1798"/>
                    <a:pt x="3468" y="1798"/>
                  </a:cubicBezTo>
                  <a:cubicBezTo>
                    <a:pt x="3528" y="1798"/>
                    <a:pt x="3561" y="1798"/>
                    <a:pt x="3561" y="1798"/>
                  </a:cubicBezTo>
                  <a:lnTo>
                    <a:pt x="3489" y="381"/>
                  </a:lnTo>
                  <a:lnTo>
                    <a:pt x="1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60"/>
            <p:cNvSpPr/>
            <p:nvPr/>
          </p:nvSpPr>
          <p:spPr>
            <a:xfrm>
              <a:off x="3245906" y="2584655"/>
              <a:ext cx="32956" cy="523928"/>
            </a:xfrm>
            <a:custGeom>
              <a:avLst/>
              <a:gdLst/>
              <a:ahLst/>
              <a:cxnLst/>
              <a:rect l="l" t="t" r="r" b="b"/>
              <a:pathLst>
                <a:path w="430" h="6836" extrusionOk="0">
                  <a:moveTo>
                    <a:pt x="1" y="1"/>
                  </a:moveTo>
                  <a:cubicBezTo>
                    <a:pt x="12" y="49"/>
                    <a:pt x="310" y="4942"/>
                    <a:pt x="108" y="6811"/>
                  </a:cubicBezTo>
                  <a:lnTo>
                    <a:pt x="215" y="6835"/>
                  </a:lnTo>
                  <a:cubicBezTo>
                    <a:pt x="429" y="4954"/>
                    <a:pt x="120" y="49"/>
                    <a:pt x="1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60"/>
            <p:cNvSpPr/>
            <p:nvPr/>
          </p:nvSpPr>
          <p:spPr>
            <a:xfrm>
              <a:off x="3258705" y="3144069"/>
              <a:ext cx="16478" cy="1249349"/>
            </a:xfrm>
            <a:custGeom>
              <a:avLst/>
              <a:gdLst/>
              <a:ahLst/>
              <a:cxnLst/>
              <a:rect l="l" t="t" r="r" b="b"/>
              <a:pathLst>
                <a:path w="215" h="16301" extrusionOk="0">
                  <a:moveTo>
                    <a:pt x="0" y="0"/>
                  </a:moveTo>
                  <a:lnTo>
                    <a:pt x="107" y="16300"/>
                  </a:lnTo>
                  <a:lnTo>
                    <a:pt x="215" y="16300"/>
                  </a:lnTo>
                  <a:lnTo>
                    <a:pt x="1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60"/>
            <p:cNvSpPr/>
            <p:nvPr/>
          </p:nvSpPr>
          <p:spPr>
            <a:xfrm>
              <a:off x="1919071" y="1713996"/>
              <a:ext cx="63996" cy="56715"/>
            </a:xfrm>
            <a:custGeom>
              <a:avLst/>
              <a:gdLst/>
              <a:ahLst/>
              <a:cxnLst/>
              <a:rect l="l" t="t" r="r" b="b"/>
              <a:pathLst>
                <a:path w="835" h="740" extrusionOk="0">
                  <a:moveTo>
                    <a:pt x="454" y="1"/>
                  </a:moveTo>
                  <a:cubicBezTo>
                    <a:pt x="338" y="1"/>
                    <a:pt x="217" y="56"/>
                    <a:pt x="132" y="157"/>
                  </a:cubicBezTo>
                  <a:cubicBezTo>
                    <a:pt x="1" y="312"/>
                    <a:pt x="48" y="562"/>
                    <a:pt x="227" y="681"/>
                  </a:cubicBezTo>
                  <a:cubicBezTo>
                    <a:pt x="291" y="721"/>
                    <a:pt x="360" y="740"/>
                    <a:pt x="426" y="740"/>
                  </a:cubicBezTo>
                  <a:cubicBezTo>
                    <a:pt x="555" y="740"/>
                    <a:pt x="676" y="668"/>
                    <a:pt x="739" y="550"/>
                  </a:cubicBezTo>
                  <a:cubicBezTo>
                    <a:pt x="834" y="371"/>
                    <a:pt x="787" y="145"/>
                    <a:pt x="632" y="50"/>
                  </a:cubicBezTo>
                  <a:cubicBezTo>
                    <a:pt x="578" y="17"/>
                    <a:pt x="517" y="1"/>
                    <a:pt x="4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60"/>
            <p:cNvSpPr/>
            <p:nvPr/>
          </p:nvSpPr>
          <p:spPr>
            <a:xfrm>
              <a:off x="1968352" y="1740361"/>
              <a:ext cx="63996" cy="56869"/>
            </a:xfrm>
            <a:custGeom>
              <a:avLst/>
              <a:gdLst/>
              <a:ahLst/>
              <a:cxnLst/>
              <a:rect l="l" t="t" r="r" b="b"/>
              <a:pathLst>
                <a:path w="835" h="742" extrusionOk="0">
                  <a:moveTo>
                    <a:pt x="448" y="0"/>
                  </a:moveTo>
                  <a:cubicBezTo>
                    <a:pt x="314" y="0"/>
                    <a:pt x="176" y="74"/>
                    <a:pt x="96" y="206"/>
                  </a:cubicBezTo>
                  <a:cubicBezTo>
                    <a:pt x="1" y="385"/>
                    <a:pt x="72" y="623"/>
                    <a:pt x="275" y="706"/>
                  </a:cubicBezTo>
                  <a:cubicBezTo>
                    <a:pt x="323" y="730"/>
                    <a:pt x="374" y="741"/>
                    <a:pt x="424" y="741"/>
                  </a:cubicBezTo>
                  <a:cubicBezTo>
                    <a:pt x="570" y="741"/>
                    <a:pt x="710" y="646"/>
                    <a:pt x="763" y="504"/>
                  </a:cubicBezTo>
                  <a:cubicBezTo>
                    <a:pt x="834" y="301"/>
                    <a:pt x="751" y="99"/>
                    <a:pt x="584" y="27"/>
                  </a:cubicBezTo>
                  <a:cubicBezTo>
                    <a:pt x="541" y="9"/>
                    <a:pt x="495" y="0"/>
                    <a:pt x="44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60"/>
            <p:cNvSpPr/>
            <p:nvPr/>
          </p:nvSpPr>
          <p:spPr>
            <a:xfrm>
              <a:off x="2021312" y="1759445"/>
              <a:ext cx="60318" cy="56945"/>
            </a:xfrm>
            <a:custGeom>
              <a:avLst/>
              <a:gdLst/>
              <a:ahLst/>
              <a:cxnLst/>
              <a:rect l="l" t="t" r="r" b="b"/>
              <a:pathLst>
                <a:path w="787" h="743" extrusionOk="0">
                  <a:moveTo>
                    <a:pt x="422" y="0"/>
                  </a:moveTo>
                  <a:cubicBezTo>
                    <a:pt x="274" y="0"/>
                    <a:pt x="130" y="100"/>
                    <a:pt x="72" y="255"/>
                  </a:cubicBezTo>
                  <a:cubicBezTo>
                    <a:pt x="0" y="445"/>
                    <a:pt x="96" y="671"/>
                    <a:pt x="310" y="731"/>
                  </a:cubicBezTo>
                  <a:cubicBezTo>
                    <a:pt x="358" y="743"/>
                    <a:pt x="417" y="743"/>
                    <a:pt x="465" y="743"/>
                  </a:cubicBezTo>
                  <a:cubicBezTo>
                    <a:pt x="512" y="731"/>
                    <a:pt x="560" y="719"/>
                    <a:pt x="608" y="695"/>
                  </a:cubicBezTo>
                  <a:cubicBezTo>
                    <a:pt x="691" y="648"/>
                    <a:pt x="750" y="564"/>
                    <a:pt x="774" y="457"/>
                  </a:cubicBezTo>
                  <a:cubicBezTo>
                    <a:pt x="786" y="362"/>
                    <a:pt x="774" y="255"/>
                    <a:pt x="727" y="183"/>
                  </a:cubicBezTo>
                  <a:cubicBezTo>
                    <a:pt x="703" y="136"/>
                    <a:pt x="679" y="100"/>
                    <a:pt x="643" y="76"/>
                  </a:cubicBezTo>
                  <a:cubicBezTo>
                    <a:pt x="608" y="52"/>
                    <a:pt x="572" y="28"/>
                    <a:pt x="524" y="17"/>
                  </a:cubicBezTo>
                  <a:cubicBezTo>
                    <a:pt x="491" y="5"/>
                    <a:pt x="456" y="0"/>
                    <a:pt x="4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60"/>
            <p:cNvSpPr/>
            <p:nvPr/>
          </p:nvSpPr>
          <p:spPr>
            <a:xfrm>
              <a:off x="2076954" y="1770635"/>
              <a:ext cx="59398" cy="58018"/>
            </a:xfrm>
            <a:custGeom>
              <a:avLst/>
              <a:gdLst/>
              <a:ahLst/>
              <a:cxnLst/>
              <a:rect l="l" t="t" r="r" b="b"/>
              <a:pathLst>
                <a:path w="775" h="757" extrusionOk="0">
                  <a:moveTo>
                    <a:pt x="429" y="1"/>
                  </a:moveTo>
                  <a:cubicBezTo>
                    <a:pt x="258" y="1"/>
                    <a:pt x="94" y="118"/>
                    <a:pt x="48" y="311"/>
                  </a:cubicBezTo>
                  <a:cubicBezTo>
                    <a:pt x="1" y="514"/>
                    <a:pt x="132" y="716"/>
                    <a:pt x="346" y="752"/>
                  </a:cubicBezTo>
                  <a:cubicBezTo>
                    <a:pt x="366" y="755"/>
                    <a:pt x="385" y="756"/>
                    <a:pt x="404" y="756"/>
                  </a:cubicBezTo>
                  <a:cubicBezTo>
                    <a:pt x="594" y="756"/>
                    <a:pt x="752" y="602"/>
                    <a:pt x="763" y="418"/>
                  </a:cubicBezTo>
                  <a:cubicBezTo>
                    <a:pt x="775" y="204"/>
                    <a:pt x="632" y="37"/>
                    <a:pt x="453" y="2"/>
                  </a:cubicBezTo>
                  <a:cubicBezTo>
                    <a:pt x="445" y="1"/>
                    <a:pt x="437" y="1"/>
                    <a:pt x="42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60"/>
            <p:cNvSpPr/>
            <p:nvPr/>
          </p:nvSpPr>
          <p:spPr>
            <a:xfrm>
              <a:off x="2134436" y="1774314"/>
              <a:ext cx="58478" cy="57635"/>
            </a:xfrm>
            <a:custGeom>
              <a:avLst/>
              <a:gdLst/>
              <a:ahLst/>
              <a:cxnLst/>
              <a:rect l="l" t="t" r="r" b="b"/>
              <a:pathLst>
                <a:path w="763" h="752" extrusionOk="0">
                  <a:moveTo>
                    <a:pt x="388" y="1"/>
                  </a:moveTo>
                  <a:cubicBezTo>
                    <a:pt x="382" y="1"/>
                    <a:pt x="376" y="1"/>
                    <a:pt x="370" y="1"/>
                  </a:cubicBezTo>
                  <a:cubicBezTo>
                    <a:pt x="275" y="13"/>
                    <a:pt x="191" y="49"/>
                    <a:pt x="132" y="108"/>
                  </a:cubicBezTo>
                  <a:cubicBezTo>
                    <a:pt x="60" y="180"/>
                    <a:pt x="13" y="263"/>
                    <a:pt x="13" y="370"/>
                  </a:cubicBezTo>
                  <a:cubicBezTo>
                    <a:pt x="1" y="466"/>
                    <a:pt x="36" y="561"/>
                    <a:pt x="108" y="632"/>
                  </a:cubicBezTo>
                  <a:cubicBezTo>
                    <a:pt x="167" y="704"/>
                    <a:pt x="275" y="751"/>
                    <a:pt x="382" y="751"/>
                  </a:cubicBezTo>
                  <a:cubicBezTo>
                    <a:pt x="596" y="739"/>
                    <a:pt x="763" y="573"/>
                    <a:pt x="739" y="358"/>
                  </a:cubicBezTo>
                  <a:cubicBezTo>
                    <a:pt x="716" y="163"/>
                    <a:pt x="560" y="1"/>
                    <a:pt x="38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60"/>
            <p:cNvSpPr/>
            <p:nvPr/>
          </p:nvSpPr>
          <p:spPr>
            <a:xfrm>
              <a:off x="2189236" y="1769562"/>
              <a:ext cx="58478" cy="57099"/>
            </a:xfrm>
            <a:custGeom>
              <a:avLst/>
              <a:gdLst/>
              <a:ahLst/>
              <a:cxnLst/>
              <a:rect l="l" t="t" r="r" b="b"/>
              <a:pathLst>
                <a:path w="763" h="745" extrusionOk="0">
                  <a:moveTo>
                    <a:pt x="371" y="0"/>
                  </a:moveTo>
                  <a:cubicBezTo>
                    <a:pt x="354" y="0"/>
                    <a:pt x="338" y="1"/>
                    <a:pt x="322" y="4"/>
                  </a:cubicBezTo>
                  <a:cubicBezTo>
                    <a:pt x="143" y="27"/>
                    <a:pt x="0" y="218"/>
                    <a:pt x="24" y="420"/>
                  </a:cubicBezTo>
                  <a:cubicBezTo>
                    <a:pt x="35" y="608"/>
                    <a:pt x="199" y="744"/>
                    <a:pt x="394" y="744"/>
                  </a:cubicBezTo>
                  <a:cubicBezTo>
                    <a:pt x="409" y="744"/>
                    <a:pt x="425" y="744"/>
                    <a:pt x="441" y="742"/>
                  </a:cubicBezTo>
                  <a:cubicBezTo>
                    <a:pt x="560" y="730"/>
                    <a:pt x="643" y="647"/>
                    <a:pt x="691" y="575"/>
                  </a:cubicBezTo>
                  <a:cubicBezTo>
                    <a:pt x="750" y="492"/>
                    <a:pt x="762" y="397"/>
                    <a:pt x="738" y="289"/>
                  </a:cubicBezTo>
                  <a:cubicBezTo>
                    <a:pt x="684" y="106"/>
                    <a:pt x="532" y="0"/>
                    <a:pt x="37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60"/>
            <p:cNvSpPr/>
            <p:nvPr/>
          </p:nvSpPr>
          <p:spPr>
            <a:xfrm>
              <a:off x="2243958" y="1755690"/>
              <a:ext cx="61237" cy="57099"/>
            </a:xfrm>
            <a:custGeom>
              <a:avLst/>
              <a:gdLst/>
              <a:ahLst/>
              <a:cxnLst/>
              <a:rect l="l" t="t" r="r" b="b"/>
              <a:pathLst>
                <a:path w="799" h="745" extrusionOk="0">
                  <a:moveTo>
                    <a:pt x="355" y="0"/>
                  </a:moveTo>
                  <a:cubicBezTo>
                    <a:pt x="319" y="0"/>
                    <a:pt x="284" y="6"/>
                    <a:pt x="251" y="18"/>
                  </a:cubicBezTo>
                  <a:cubicBezTo>
                    <a:pt x="167" y="54"/>
                    <a:pt x="96" y="113"/>
                    <a:pt x="48" y="197"/>
                  </a:cubicBezTo>
                  <a:cubicBezTo>
                    <a:pt x="12" y="268"/>
                    <a:pt x="0" y="375"/>
                    <a:pt x="24" y="470"/>
                  </a:cubicBezTo>
                  <a:cubicBezTo>
                    <a:pt x="48" y="578"/>
                    <a:pt x="108" y="649"/>
                    <a:pt x="203" y="697"/>
                  </a:cubicBezTo>
                  <a:cubicBezTo>
                    <a:pt x="250" y="730"/>
                    <a:pt x="304" y="745"/>
                    <a:pt x="360" y="745"/>
                  </a:cubicBezTo>
                  <a:cubicBezTo>
                    <a:pt x="403" y="745"/>
                    <a:pt x="447" y="736"/>
                    <a:pt x="489" y="720"/>
                  </a:cubicBezTo>
                  <a:cubicBezTo>
                    <a:pt x="703" y="649"/>
                    <a:pt x="798" y="435"/>
                    <a:pt x="715" y="244"/>
                  </a:cubicBezTo>
                  <a:cubicBezTo>
                    <a:pt x="648" y="92"/>
                    <a:pt x="498" y="0"/>
                    <a:pt x="35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60"/>
            <p:cNvSpPr/>
            <p:nvPr/>
          </p:nvSpPr>
          <p:spPr>
            <a:xfrm>
              <a:off x="2043232" y="2633016"/>
              <a:ext cx="84920" cy="1304992"/>
            </a:xfrm>
            <a:custGeom>
              <a:avLst/>
              <a:gdLst/>
              <a:ahLst/>
              <a:cxnLst/>
              <a:rect l="l" t="t" r="r" b="b"/>
              <a:pathLst>
                <a:path w="1108" h="17027" extrusionOk="0">
                  <a:moveTo>
                    <a:pt x="1000" y="1"/>
                  </a:moveTo>
                  <a:cubicBezTo>
                    <a:pt x="988" y="120"/>
                    <a:pt x="0" y="11574"/>
                    <a:pt x="500" y="17027"/>
                  </a:cubicBezTo>
                  <a:lnTo>
                    <a:pt x="607" y="17015"/>
                  </a:lnTo>
                  <a:cubicBezTo>
                    <a:pt x="119" y="11574"/>
                    <a:pt x="1095" y="132"/>
                    <a:pt x="1107" y="13"/>
                  </a:cubicBezTo>
                  <a:lnTo>
                    <a:pt x="100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93" name="Google Shape;1993;p60"/>
          <p:cNvSpPr/>
          <p:nvPr/>
        </p:nvSpPr>
        <p:spPr>
          <a:xfrm flipH="1">
            <a:off x="4052049" y="2307151"/>
            <a:ext cx="235426" cy="239879"/>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60"/>
          <p:cNvSpPr/>
          <p:nvPr/>
        </p:nvSpPr>
        <p:spPr>
          <a:xfrm>
            <a:off x="764149" y="644501"/>
            <a:ext cx="235426" cy="239879"/>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60"/>
          <p:cNvSpPr/>
          <p:nvPr/>
        </p:nvSpPr>
        <p:spPr>
          <a:xfrm rot="-1644320">
            <a:off x="4267451" y="2960421"/>
            <a:ext cx="204099" cy="219186"/>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60"/>
          <p:cNvSpPr/>
          <p:nvPr/>
        </p:nvSpPr>
        <p:spPr>
          <a:xfrm rot="1644320" flipH="1">
            <a:off x="3258501" y="159371"/>
            <a:ext cx="204099" cy="219186"/>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60"/>
          <p:cNvSpPr/>
          <p:nvPr/>
        </p:nvSpPr>
        <p:spPr>
          <a:xfrm rot="-1644320">
            <a:off x="288126" y="993608"/>
            <a:ext cx="204099" cy="219186"/>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001"/>
        <p:cNvGrpSpPr/>
        <p:nvPr/>
      </p:nvGrpSpPr>
      <p:grpSpPr>
        <a:xfrm>
          <a:off x="0" y="0"/>
          <a:ext cx="0" cy="0"/>
          <a:chOff x="0" y="0"/>
          <a:chExt cx="0" cy="0"/>
        </a:xfrm>
      </p:grpSpPr>
      <p:sp>
        <p:nvSpPr>
          <p:cNvPr id="2002" name="Google Shape;2002;p61"/>
          <p:cNvSpPr txBox="1">
            <a:spLocks noGrp="1"/>
          </p:cNvSpPr>
          <p:nvPr>
            <p:ph type="title"/>
          </p:nvPr>
        </p:nvSpPr>
        <p:spPr>
          <a:xfrm>
            <a:off x="602750" y="445025"/>
            <a:ext cx="7936200" cy="73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Where I’ll take my grandparents to</a:t>
            </a:r>
            <a:endParaRPr/>
          </a:p>
        </p:txBody>
      </p:sp>
      <p:grpSp>
        <p:nvGrpSpPr>
          <p:cNvPr id="2003" name="Google Shape;2003;p61"/>
          <p:cNvGrpSpPr/>
          <p:nvPr/>
        </p:nvGrpSpPr>
        <p:grpSpPr>
          <a:xfrm>
            <a:off x="3420006" y="1411900"/>
            <a:ext cx="4827661" cy="3335085"/>
            <a:chOff x="3770399" y="1150303"/>
            <a:chExt cx="4659904" cy="3219194"/>
          </a:xfrm>
        </p:grpSpPr>
        <p:sp>
          <p:nvSpPr>
            <p:cNvPr id="2004" name="Google Shape;2004;p61"/>
            <p:cNvSpPr/>
            <p:nvPr/>
          </p:nvSpPr>
          <p:spPr>
            <a:xfrm>
              <a:off x="4719950" y="1150303"/>
              <a:ext cx="273007" cy="66388"/>
            </a:xfrm>
            <a:custGeom>
              <a:avLst/>
              <a:gdLst/>
              <a:ahLst/>
              <a:cxnLst/>
              <a:rect l="l" t="t" r="r" b="b"/>
              <a:pathLst>
                <a:path w="10062" h="2197" extrusionOk="0">
                  <a:moveTo>
                    <a:pt x="63" y="1"/>
                  </a:moveTo>
                  <a:lnTo>
                    <a:pt x="63" y="1"/>
                  </a:lnTo>
                  <a:cubicBezTo>
                    <a:pt x="1" y="402"/>
                    <a:pt x="155" y="803"/>
                    <a:pt x="433" y="1081"/>
                  </a:cubicBezTo>
                  <a:cubicBezTo>
                    <a:pt x="2402" y="1527"/>
                    <a:pt x="4081" y="2197"/>
                    <a:pt x="6666" y="2197"/>
                  </a:cubicBezTo>
                  <a:cubicBezTo>
                    <a:pt x="7120" y="2197"/>
                    <a:pt x="7601" y="2176"/>
                    <a:pt x="8117" y="2130"/>
                  </a:cubicBezTo>
                  <a:cubicBezTo>
                    <a:pt x="8333" y="1389"/>
                    <a:pt x="10062" y="1729"/>
                    <a:pt x="9599" y="525"/>
                  </a:cubicBezTo>
                  <a:cubicBezTo>
                    <a:pt x="6266" y="155"/>
                    <a:pt x="3056" y="62"/>
                    <a:pt x="63" y="1"/>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61"/>
            <p:cNvSpPr/>
            <p:nvPr/>
          </p:nvSpPr>
          <p:spPr>
            <a:xfrm>
              <a:off x="4502240" y="1165109"/>
              <a:ext cx="358420" cy="210132"/>
            </a:xfrm>
            <a:custGeom>
              <a:avLst/>
              <a:gdLst/>
              <a:ahLst/>
              <a:cxnLst/>
              <a:rect l="l" t="t" r="r" b="b"/>
              <a:pathLst>
                <a:path w="13210" h="6954" extrusionOk="0">
                  <a:moveTo>
                    <a:pt x="5298" y="0"/>
                  </a:moveTo>
                  <a:cubicBezTo>
                    <a:pt x="5143" y="0"/>
                    <a:pt x="4981" y="11"/>
                    <a:pt x="4815" y="35"/>
                  </a:cubicBezTo>
                  <a:cubicBezTo>
                    <a:pt x="3735" y="467"/>
                    <a:pt x="5402" y="1393"/>
                    <a:pt x="4414" y="1609"/>
                  </a:cubicBezTo>
                  <a:cubicBezTo>
                    <a:pt x="3969" y="880"/>
                    <a:pt x="2623" y="161"/>
                    <a:pt x="1532" y="161"/>
                  </a:cubicBezTo>
                  <a:cubicBezTo>
                    <a:pt x="730" y="161"/>
                    <a:pt x="66" y="550"/>
                    <a:pt x="1" y="1609"/>
                  </a:cubicBezTo>
                  <a:cubicBezTo>
                    <a:pt x="217" y="2412"/>
                    <a:pt x="1606" y="2257"/>
                    <a:pt x="1883" y="2967"/>
                  </a:cubicBezTo>
                  <a:cubicBezTo>
                    <a:pt x="1822" y="3615"/>
                    <a:pt x="1173" y="3800"/>
                    <a:pt x="1883" y="4294"/>
                  </a:cubicBezTo>
                  <a:cubicBezTo>
                    <a:pt x="3316" y="4236"/>
                    <a:pt x="3419" y="3235"/>
                    <a:pt x="4896" y="3235"/>
                  </a:cubicBezTo>
                  <a:cubicBezTo>
                    <a:pt x="4978" y="3235"/>
                    <a:pt x="5064" y="3238"/>
                    <a:pt x="5155" y="3245"/>
                  </a:cubicBezTo>
                  <a:cubicBezTo>
                    <a:pt x="5062" y="4418"/>
                    <a:pt x="3365" y="4418"/>
                    <a:pt x="3334" y="5621"/>
                  </a:cubicBezTo>
                  <a:cubicBezTo>
                    <a:pt x="3920" y="5997"/>
                    <a:pt x="4596" y="6211"/>
                    <a:pt x="5280" y="6211"/>
                  </a:cubicBezTo>
                  <a:cubicBezTo>
                    <a:pt x="5496" y="6211"/>
                    <a:pt x="5712" y="6190"/>
                    <a:pt x="5926" y="6146"/>
                  </a:cubicBezTo>
                  <a:lnTo>
                    <a:pt x="5926" y="6146"/>
                  </a:lnTo>
                  <a:cubicBezTo>
                    <a:pt x="5784" y="6788"/>
                    <a:pt x="6318" y="6953"/>
                    <a:pt x="7051" y="6953"/>
                  </a:cubicBezTo>
                  <a:cubicBezTo>
                    <a:pt x="7270" y="6953"/>
                    <a:pt x="7506" y="6939"/>
                    <a:pt x="7747" y="6917"/>
                  </a:cubicBezTo>
                  <a:cubicBezTo>
                    <a:pt x="8025" y="5930"/>
                    <a:pt x="8395" y="4942"/>
                    <a:pt x="8827" y="4016"/>
                  </a:cubicBezTo>
                  <a:cubicBezTo>
                    <a:pt x="9661" y="4615"/>
                    <a:pt x="10186" y="5434"/>
                    <a:pt x="11832" y="5434"/>
                  </a:cubicBezTo>
                  <a:cubicBezTo>
                    <a:pt x="12137" y="5434"/>
                    <a:pt x="12480" y="5406"/>
                    <a:pt x="12870" y="5343"/>
                  </a:cubicBezTo>
                  <a:cubicBezTo>
                    <a:pt x="13210" y="3307"/>
                    <a:pt x="10957" y="3183"/>
                    <a:pt x="9938" y="2165"/>
                  </a:cubicBezTo>
                  <a:cubicBezTo>
                    <a:pt x="9907" y="2320"/>
                    <a:pt x="9830" y="2377"/>
                    <a:pt x="9723" y="2377"/>
                  </a:cubicBezTo>
                  <a:cubicBezTo>
                    <a:pt x="9411" y="2377"/>
                    <a:pt x="8852" y="1886"/>
                    <a:pt x="8482" y="1886"/>
                  </a:cubicBezTo>
                  <a:cubicBezTo>
                    <a:pt x="8473" y="1886"/>
                    <a:pt x="8465" y="1886"/>
                    <a:pt x="8457" y="1887"/>
                  </a:cubicBezTo>
                  <a:cubicBezTo>
                    <a:pt x="8383" y="1889"/>
                    <a:pt x="8312" y="1891"/>
                    <a:pt x="8242" y="1891"/>
                  </a:cubicBezTo>
                  <a:cubicBezTo>
                    <a:pt x="7463" y="1891"/>
                    <a:pt x="6922" y="1730"/>
                    <a:pt x="6667" y="1362"/>
                  </a:cubicBezTo>
                  <a:cubicBezTo>
                    <a:pt x="7409" y="730"/>
                    <a:pt x="6560" y="0"/>
                    <a:pt x="5298" y="0"/>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61"/>
            <p:cNvSpPr/>
            <p:nvPr/>
          </p:nvSpPr>
          <p:spPr>
            <a:xfrm>
              <a:off x="5465819" y="1167678"/>
              <a:ext cx="91518" cy="47683"/>
            </a:xfrm>
            <a:custGeom>
              <a:avLst/>
              <a:gdLst/>
              <a:ahLst/>
              <a:cxnLst/>
              <a:rect l="l" t="t" r="r" b="b"/>
              <a:pathLst>
                <a:path w="3373" h="1578" extrusionOk="0">
                  <a:moveTo>
                    <a:pt x="1973" y="0"/>
                  </a:moveTo>
                  <a:cubicBezTo>
                    <a:pt x="1042" y="0"/>
                    <a:pt x="1" y="511"/>
                    <a:pt x="70" y="1277"/>
                  </a:cubicBezTo>
                  <a:cubicBezTo>
                    <a:pt x="406" y="1498"/>
                    <a:pt x="700" y="1578"/>
                    <a:pt x="976" y="1578"/>
                  </a:cubicBezTo>
                  <a:cubicBezTo>
                    <a:pt x="1703" y="1578"/>
                    <a:pt x="2308" y="1025"/>
                    <a:pt x="3219" y="1025"/>
                  </a:cubicBezTo>
                  <a:cubicBezTo>
                    <a:pt x="3269" y="1025"/>
                    <a:pt x="3320" y="1027"/>
                    <a:pt x="3373" y="1030"/>
                  </a:cubicBezTo>
                  <a:cubicBezTo>
                    <a:pt x="3346" y="304"/>
                    <a:pt x="2692" y="0"/>
                    <a:pt x="1973" y="0"/>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61"/>
            <p:cNvSpPr/>
            <p:nvPr/>
          </p:nvSpPr>
          <p:spPr>
            <a:xfrm>
              <a:off x="6101585" y="1188890"/>
              <a:ext cx="190959" cy="61493"/>
            </a:xfrm>
            <a:custGeom>
              <a:avLst/>
              <a:gdLst/>
              <a:ahLst/>
              <a:cxnLst/>
              <a:rect l="l" t="t" r="r" b="b"/>
              <a:pathLst>
                <a:path w="7038" h="2035" extrusionOk="0">
                  <a:moveTo>
                    <a:pt x="3128" y="0"/>
                  </a:moveTo>
                  <a:cubicBezTo>
                    <a:pt x="2310" y="0"/>
                    <a:pt x="1499" y="103"/>
                    <a:pt x="834" y="328"/>
                  </a:cubicBezTo>
                  <a:cubicBezTo>
                    <a:pt x="1" y="359"/>
                    <a:pt x="649" y="1439"/>
                    <a:pt x="464" y="1902"/>
                  </a:cubicBezTo>
                  <a:cubicBezTo>
                    <a:pt x="837" y="1858"/>
                    <a:pt x="1212" y="1841"/>
                    <a:pt x="1585" y="1841"/>
                  </a:cubicBezTo>
                  <a:cubicBezTo>
                    <a:pt x="2842" y="1841"/>
                    <a:pt x="4065" y="2034"/>
                    <a:pt x="5046" y="2034"/>
                  </a:cubicBezTo>
                  <a:cubicBezTo>
                    <a:pt x="6013" y="2034"/>
                    <a:pt x="6744" y="1846"/>
                    <a:pt x="7037" y="1100"/>
                  </a:cubicBezTo>
                  <a:cubicBezTo>
                    <a:pt x="6460" y="419"/>
                    <a:pt x="4779" y="0"/>
                    <a:pt x="3128" y="0"/>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61"/>
            <p:cNvSpPr/>
            <p:nvPr/>
          </p:nvSpPr>
          <p:spPr>
            <a:xfrm>
              <a:off x="5389008" y="1319095"/>
              <a:ext cx="327435" cy="240622"/>
            </a:xfrm>
            <a:custGeom>
              <a:avLst/>
              <a:gdLst/>
              <a:ahLst/>
              <a:cxnLst/>
              <a:rect l="l" t="t" r="r" b="b"/>
              <a:pathLst>
                <a:path w="12068" h="7963" extrusionOk="0">
                  <a:moveTo>
                    <a:pt x="10247" y="0"/>
                  </a:moveTo>
                  <a:cubicBezTo>
                    <a:pt x="10154" y="186"/>
                    <a:pt x="10247" y="525"/>
                    <a:pt x="9876" y="525"/>
                  </a:cubicBezTo>
                  <a:cubicBezTo>
                    <a:pt x="7130" y="741"/>
                    <a:pt x="5062" y="1482"/>
                    <a:pt x="2932" y="2099"/>
                  </a:cubicBezTo>
                  <a:cubicBezTo>
                    <a:pt x="3087" y="3488"/>
                    <a:pt x="1142" y="3303"/>
                    <a:pt x="1451" y="4753"/>
                  </a:cubicBezTo>
                  <a:cubicBezTo>
                    <a:pt x="988" y="5340"/>
                    <a:pt x="93" y="5525"/>
                    <a:pt x="0" y="6358"/>
                  </a:cubicBezTo>
                  <a:cubicBezTo>
                    <a:pt x="1173" y="6975"/>
                    <a:pt x="2377" y="7500"/>
                    <a:pt x="3642" y="7963"/>
                  </a:cubicBezTo>
                  <a:cubicBezTo>
                    <a:pt x="3796" y="7623"/>
                    <a:pt x="4105" y="7438"/>
                    <a:pt x="4753" y="7438"/>
                  </a:cubicBezTo>
                  <a:cubicBezTo>
                    <a:pt x="4198" y="6204"/>
                    <a:pt x="2500" y="5895"/>
                    <a:pt x="2901" y="3982"/>
                  </a:cubicBezTo>
                  <a:cubicBezTo>
                    <a:pt x="5494" y="3796"/>
                    <a:pt x="6451" y="2469"/>
                    <a:pt x="8395" y="1852"/>
                  </a:cubicBezTo>
                  <a:cubicBezTo>
                    <a:pt x="8619" y="1867"/>
                    <a:pt x="8831" y="1875"/>
                    <a:pt x="9034" y="1875"/>
                  </a:cubicBezTo>
                  <a:cubicBezTo>
                    <a:pt x="10922" y="1875"/>
                    <a:pt x="11872" y="1227"/>
                    <a:pt x="12067" y="0"/>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61"/>
            <p:cNvSpPr/>
            <p:nvPr/>
          </p:nvSpPr>
          <p:spPr>
            <a:xfrm>
              <a:off x="7065381" y="1318642"/>
              <a:ext cx="172536" cy="80681"/>
            </a:xfrm>
            <a:custGeom>
              <a:avLst/>
              <a:gdLst/>
              <a:ahLst/>
              <a:cxnLst/>
              <a:rect l="l" t="t" r="r" b="b"/>
              <a:pathLst>
                <a:path w="6359" h="2670" extrusionOk="0">
                  <a:moveTo>
                    <a:pt x="3635" y="0"/>
                  </a:moveTo>
                  <a:cubicBezTo>
                    <a:pt x="3559" y="0"/>
                    <a:pt x="3480" y="5"/>
                    <a:pt x="3396" y="15"/>
                  </a:cubicBezTo>
                  <a:cubicBezTo>
                    <a:pt x="3252" y="15"/>
                    <a:pt x="3082" y="550"/>
                    <a:pt x="2761" y="550"/>
                  </a:cubicBezTo>
                  <a:cubicBezTo>
                    <a:pt x="2737" y="550"/>
                    <a:pt x="2712" y="547"/>
                    <a:pt x="2686" y="540"/>
                  </a:cubicBezTo>
                  <a:lnTo>
                    <a:pt x="495" y="540"/>
                  </a:lnTo>
                  <a:cubicBezTo>
                    <a:pt x="1" y="2484"/>
                    <a:pt x="3087" y="1836"/>
                    <a:pt x="4136" y="2670"/>
                  </a:cubicBezTo>
                  <a:cubicBezTo>
                    <a:pt x="5031" y="2238"/>
                    <a:pt x="5463" y="1528"/>
                    <a:pt x="6358" y="1065"/>
                  </a:cubicBezTo>
                  <a:cubicBezTo>
                    <a:pt x="5033" y="950"/>
                    <a:pt x="4703" y="0"/>
                    <a:pt x="3635" y="0"/>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61"/>
            <p:cNvSpPr/>
            <p:nvPr/>
          </p:nvSpPr>
          <p:spPr>
            <a:xfrm>
              <a:off x="3837389" y="1632354"/>
              <a:ext cx="229460" cy="127880"/>
            </a:xfrm>
            <a:custGeom>
              <a:avLst/>
              <a:gdLst/>
              <a:ahLst/>
              <a:cxnLst/>
              <a:rect l="l" t="t" r="r" b="b"/>
              <a:pathLst>
                <a:path w="8457" h="4232" extrusionOk="0">
                  <a:moveTo>
                    <a:pt x="1568" y="0"/>
                  </a:moveTo>
                  <a:cubicBezTo>
                    <a:pt x="1530" y="0"/>
                    <a:pt x="1491" y="1"/>
                    <a:pt x="1451" y="3"/>
                  </a:cubicBezTo>
                  <a:cubicBezTo>
                    <a:pt x="1914" y="1268"/>
                    <a:pt x="0" y="898"/>
                    <a:pt x="0" y="1855"/>
                  </a:cubicBezTo>
                  <a:cubicBezTo>
                    <a:pt x="154" y="1887"/>
                    <a:pt x="284" y="1901"/>
                    <a:pt x="395" y="1901"/>
                  </a:cubicBezTo>
                  <a:cubicBezTo>
                    <a:pt x="953" y="1901"/>
                    <a:pt x="1067" y="1560"/>
                    <a:pt x="1604" y="1560"/>
                  </a:cubicBezTo>
                  <a:cubicBezTo>
                    <a:pt x="1669" y="1560"/>
                    <a:pt x="1741" y="1566"/>
                    <a:pt x="1821" y="1577"/>
                  </a:cubicBezTo>
                  <a:cubicBezTo>
                    <a:pt x="1636" y="2225"/>
                    <a:pt x="402" y="2163"/>
                    <a:pt x="741" y="3182"/>
                  </a:cubicBezTo>
                  <a:cubicBezTo>
                    <a:pt x="955" y="3142"/>
                    <a:pt x="1139" y="3124"/>
                    <a:pt x="1297" y="3124"/>
                  </a:cubicBezTo>
                  <a:cubicBezTo>
                    <a:pt x="2489" y="3124"/>
                    <a:pt x="2295" y="4122"/>
                    <a:pt x="3303" y="4231"/>
                  </a:cubicBezTo>
                  <a:cubicBezTo>
                    <a:pt x="3431" y="4012"/>
                    <a:pt x="3894" y="3933"/>
                    <a:pt x="4417" y="3933"/>
                  </a:cubicBezTo>
                  <a:cubicBezTo>
                    <a:pt x="5149" y="3933"/>
                    <a:pt x="6001" y="4087"/>
                    <a:pt x="6234" y="4231"/>
                  </a:cubicBezTo>
                  <a:cubicBezTo>
                    <a:pt x="6265" y="3552"/>
                    <a:pt x="7592" y="3830"/>
                    <a:pt x="8055" y="3460"/>
                  </a:cubicBezTo>
                  <a:cubicBezTo>
                    <a:pt x="8457" y="2102"/>
                    <a:pt x="7222" y="1916"/>
                    <a:pt x="7315" y="805"/>
                  </a:cubicBezTo>
                  <a:lnTo>
                    <a:pt x="7315" y="805"/>
                  </a:lnTo>
                  <a:cubicBezTo>
                    <a:pt x="6878" y="900"/>
                    <a:pt x="6517" y="927"/>
                    <a:pt x="6192" y="927"/>
                  </a:cubicBezTo>
                  <a:cubicBezTo>
                    <a:pt x="5731" y="927"/>
                    <a:pt x="5342" y="872"/>
                    <a:pt x="4910" y="872"/>
                  </a:cubicBezTo>
                  <a:cubicBezTo>
                    <a:pt x="4550" y="872"/>
                    <a:pt x="4160" y="910"/>
                    <a:pt x="3673" y="1052"/>
                  </a:cubicBezTo>
                  <a:cubicBezTo>
                    <a:pt x="2686" y="903"/>
                    <a:pt x="2742" y="0"/>
                    <a:pt x="1568" y="0"/>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61"/>
            <p:cNvSpPr/>
            <p:nvPr/>
          </p:nvSpPr>
          <p:spPr>
            <a:xfrm>
              <a:off x="4192416" y="1872608"/>
              <a:ext cx="201839" cy="265310"/>
            </a:xfrm>
            <a:custGeom>
              <a:avLst/>
              <a:gdLst/>
              <a:ahLst/>
              <a:cxnLst/>
              <a:rect l="l" t="t" r="r" b="b"/>
              <a:pathLst>
                <a:path w="7439" h="8780" extrusionOk="0">
                  <a:moveTo>
                    <a:pt x="4115" y="1"/>
                  </a:moveTo>
                  <a:cubicBezTo>
                    <a:pt x="3004" y="1"/>
                    <a:pt x="2352" y="345"/>
                    <a:pt x="1575" y="539"/>
                  </a:cubicBezTo>
                  <a:cubicBezTo>
                    <a:pt x="1853" y="1990"/>
                    <a:pt x="988" y="2607"/>
                    <a:pt x="1204" y="4026"/>
                  </a:cubicBezTo>
                  <a:cubicBezTo>
                    <a:pt x="1791" y="4242"/>
                    <a:pt x="2408" y="4428"/>
                    <a:pt x="3056" y="4520"/>
                  </a:cubicBezTo>
                  <a:cubicBezTo>
                    <a:pt x="3175" y="5256"/>
                    <a:pt x="2381" y="5736"/>
                    <a:pt x="1741" y="5736"/>
                  </a:cubicBezTo>
                  <a:cubicBezTo>
                    <a:pt x="1549" y="5736"/>
                    <a:pt x="1371" y="5693"/>
                    <a:pt x="1235" y="5600"/>
                  </a:cubicBezTo>
                  <a:lnTo>
                    <a:pt x="1235" y="5600"/>
                  </a:lnTo>
                  <a:cubicBezTo>
                    <a:pt x="927" y="6773"/>
                    <a:pt x="1482" y="7359"/>
                    <a:pt x="1945" y="7977"/>
                  </a:cubicBezTo>
                  <a:cubicBezTo>
                    <a:pt x="1328" y="8224"/>
                    <a:pt x="1" y="7977"/>
                    <a:pt x="124" y="8779"/>
                  </a:cubicBezTo>
                  <a:cubicBezTo>
                    <a:pt x="1680" y="8582"/>
                    <a:pt x="3235" y="8483"/>
                    <a:pt x="4806" y="8483"/>
                  </a:cubicBezTo>
                  <a:cubicBezTo>
                    <a:pt x="5199" y="8483"/>
                    <a:pt x="5593" y="8489"/>
                    <a:pt x="5988" y="8501"/>
                  </a:cubicBezTo>
                  <a:cubicBezTo>
                    <a:pt x="6266" y="7359"/>
                    <a:pt x="6050" y="6619"/>
                    <a:pt x="7439" y="5878"/>
                  </a:cubicBezTo>
                  <a:cubicBezTo>
                    <a:pt x="6945" y="5600"/>
                    <a:pt x="6327" y="5415"/>
                    <a:pt x="5957" y="5076"/>
                  </a:cubicBezTo>
                  <a:cubicBezTo>
                    <a:pt x="6420" y="3502"/>
                    <a:pt x="3519" y="3255"/>
                    <a:pt x="4877" y="1866"/>
                  </a:cubicBezTo>
                  <a:cubicBezTo>
                    <a:pt x="4383" y="1619"/>
                    <a:pt x="3766" y="1434"/>
                    <a:pt x="3396" y="1064"/>
                  </a:cubicBezTo>
                  <a:cubicBezTo>
                    <a:pt x="3920" y="848"/>
                    <a:pt x="4538" y="693"/>
                    <a:pt x="4507" y="14"/>
                  </a:cubicBezTo>
                  <a:cubicBezTo>
                    <a:pt x="4370" y="5"/>
                    <a:pt x="4240" y="1"/>
                    <a:pt x="4115" y="1"/>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61"/>
            <p:cNvSpPr/>
            <p:nvPr/>
          </p:nvSpPr>
          <p:spPr>
            <a:xfrm>
              <a:off x="4110368" y="1993325"/>
              <a:ext cx="94638" cy="88628"/>
            </a:xfrm>
            <a:custGeom>
              <a:avLst/>
              <a:gdLst/>
              <a:ahLst/>
              <a:cxnLst/>
              <a:rect l="l" t="t" r="r" b="b"/>
              <a:pathLst>
                <a:path w="3488" h="2933" extrusionOk="0">
                  <a:moveTo>
                    <a:pt x="1667" y="1"/>
                  </a:moveTo>
                  <a:cubicBezTo>
                    <a:pt x="1652" y="579"/>
                    <a:pt x="1459" y="680"/>
                    <a:pt x="1190" y="680"/>
                  </a:cubicBezTo>
                  <a:cubicBezTo>
                    <a:pt x="1047" y="680"/>
                    <a:pt x="882" y="651"/>
                    <a:pt x="711" y="651"/>
                  </a:cubicBezTo>
                  <a:cubicBezTo>
                    <a:pt x="537" y="651"/>
                    <a:pt x="356" y="681"/>
                    <a:pt x="186" y="803"/>
                  </a:cubicBezTo>
                  <a:cubicBezTo>
                    <a:pt x="247" y="1574"/>
                    <a:pt x="0" y="2531"/>
                    <a:pt x="556" y="2932"/>
                  </a:cubicBezTo>
                  <a:cubicBezTo>
                    <a:pt x="1389" y="2655"/>
                    <a:pt x="2778" y="2747"/>
                    <a:pt x="3488" y="2408"/>
                  </a:cubicBezTo>
                  <a:cubicBezTo>
                    <a:pt x="3087" y="1297"/>
                    <a:pt x="3395" y="1235"/>
                    <a:pt x="3488" y="1"/>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61"/>
            <p:cNvSpPr/>
            <p:nvPr/>
          </p:nvSpPr>
          <p:spPr>
            <a:xfrm>
              <a:off x="7474863" y="2242313"/>
              <a:ext cx="149907" cy="96303"/>
            </a:xfrm>
            <a:custGeom>
              <a:avLst/>
              <a:gdLst/>
              <a:ahLst/>
              <a:cxnLst/>
              <a:rect l="l" t="t" r="r" b="b"/>
              <a:pathLst>
                <a:path w="5525" h="3187" extrusionOk="0">
                  <a:moveTo>
                    <a:pt x="402" y="1"/>
                  </a:moveTo>
                  <a:cubicBezTo>
                    <a:pt x="679" y="1266"/>
                    <a:pt x="0" y="1821"/>
                    <a:pt x="31" y="2932"/>
                  </a:cubicBezTo>
                  <a:cubicBezTo>
                    <a:pt x="241" y="3079"/>
                    <a:pt x="403" y="3136"/>
                    <a:pt x="541" y="3136"/>
                  </a:cubicBezTo>
                  <a:cubicBezTo>
                    <a:pt x="1034" y="3136"/>
                    <a:pt x="1196" y="2396"/>
                    <a:pt x="2031" y="2396"/>
                  </a:cubicBezTo>
                  <a:cubicBezTo>
                    <a:pt x="2091" y="2396"/>
                    <a:pt x="2155" y="2400"/>
                    <a:pt x="2222" y="2408"/>
                  </a:cubicBezTo>
                  <a:cubicBezTo>
                    <a:pt x="2895" y="2437"/>
                    <a:pt x="2542" y="3187"/>
                    <a:pt x="3212" y="3187"/>
                  </a:cubicBezTo>
                  <a:cubicBezTo>
                    <a:pt x="3249" y="3187"/>
                    <a:pt x="3290" y="3184"/>
                    <a:pt x="3333" y="3179"/>
                  </a:cubicBezTo>
                  <a:cubicBezTo>
                    <a:pt x="4136" y="2531"/>
                    <a:pt x="4012" y="1204"/>
                    <a:pt x="5525" y="1081"/>
                  </a:cubicBezTo>
                  <a:cubicBezTo>
                    <a:pt x="3611" y="865"/>
                    <a:pt x="2408" y="155"/>
                    <a:pt x="402" y="1"/>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61"/>
            <p:cNvSpPr/>
            <p:nvPr/>
          </p:nvSpPr>
          <p:spPr>
            <a:xfrm>
              <a:off x="7304879" y="2338372"/>
              <a:ext cx="260445" cy="273257"/>
            </a:xfrm>
            <a:custGeom>
              <a:avLst/>
              <a:gdLst/>
              <a:ahLst/>
              <a:cxnLst/>
              <a:rect l="l" t="t" r="r" b="b"/>
              <a:pathLst>
                <a:path w="9599" h="9043" extrusionOk="0">
                  <a:moveTo>
                    <a:pt x="7407" y="0"/>
                  </a:moveTo>
                  <a:cubicBezTo>
                    <a:pt x="7839" y="1266"/>
                    <a:pt x="7222" y="1852"/>
                    <a:pt x="7778" y="3210"/>
                  </a:cubicBezTo>
                  <a:cubicBezTo>
                    <a:pt x="7500" y="3210"/>
                    <a:pt x="7315" y="3488"/>
                    <a:pt x="7407" y="3735"/>
                  </a:cubicBezTo>
                  <a:cubicBezTo>
                    <a:pt x="6204" y="4074"/>
                    <a:pt x="5093" y="4599"/>
                    <a:pt x="4105" y="5339"/>
                  </a:cubicBezTo>
                  <a:cubicBezTo>
                    <a:pt x="2809" y="5802"/>
                    <a:pt x="494" y="5525"/>
                    <a:pt x="432" y="6913"/>
                  </a:cubicBezTo>
                  <a:cubicBezTo>
                    <a:pt x="381" y="7160"/>
                    <a:pt x="587" y="7222"/>
                    <a:pt x="878" y="7222"/>
                  </a:cubicBezTo>
                  <a:cubicBezTo>
                    <a:pt x="1170" y="7222"/>
                    <a:pt x="1547" y="7160"/>
                    <a:pt x="1838" y="7160"/>
                  </a:cubicBezTo>
                  <a:cubicBezTo>
                    <a:pt x="2130" y="7160"/>
                    <a:pt x="2336" y="7222"/>
                    <a:pt x="2284" y="7469"/>
                  </a:cubicBezTo>
                  <a:lnTo>
                    <a:pt x="62" y="7438"/>
                  </a:lnTo>
                  <a:lnTo>
                    <a:pt x="62" y="7438"/>
                  </a:lnTo>
                  <a:cubicBezTo>
                    <a:pt x="0" y="8395"/>
                    <a:pt x="926" y="8611"/>
                    <a:pt x="1543" y="9043"/>
                  </a:cubicBezTo>
                  <a:cubicBezTo>
                    <a:pt x="1790" y="8086"/>
                    <a:pt x="2685" y="7561"/>
                    <a:pt x="3735" y="7191"/>
                  </a:cubicBezTo>
                  <a:cubicBezTo>
                    <a:pt x="4136" y="7191"/>
                    <a:pt x="4506" y="7284"/>
                    <a:pt x="4846" y="7469"/>
                  </a:cubicBezTo>
                  <a:cubicBezTo>
                    <a:pt x="5988" y="6420"/>
                    <a:pt x="8426" y="6327"/>
                    <a:pt x="9598" y="5339"/>
                  </a:cubicBezTo>
                  <a:cubicBezTo>
                    <a:pt x="9537" y="3426"/>
                    <a:pt x="8796" y="2006"/>
                    <a:pt x="8889" y="0"/>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61"/>
            <p:cNvSpPr/>
            <p:nvPr/>
          </p:nvSpPr>
          <p:spPr>
            <a:xfrm>
              <a:off x="4881578" y="2490303"/>
              <a:ext cx="64847" cy="33662"/>
            </a:xfrm>
            <a:custGeom>
              <a:avLst/>
              <a:gdLst/>
              <a:ahLst/>
              <a:cxnLst/>
              <a:rect l="l" t="t" r="r" b="b"/>
              <a:pathLst>
                <a:path w="2390" h="1114" extrusionOk="0">
                  <a:moveTo>
                    <a:pt x="975" y="0"/>
                  </a:moveTo>
                  <a:cubicBezTo>
                    <a:pt x="788" y="0"/>
                    <a:pt x="586" y="12"/>
                    <a:pt x="370" y="34"/>
                  </a:cubicBezTo>
                  <a:cubicBezTo>
                    <a:pt x="401" y="250"/>
                    <a:pt x="216" y="281"/>
                    <a:pt x="0" y="311"/>
                  </a:cubicBezTo>
                  <a:cubicBezTo>
                    <a:pt x="93" y="1052"/>
                    <a:pt x="1204" y="497"/>
                    <a:pt x="2160" y="1114"/>
                  </a:cubicBezTo>
                  <a:cubicBezTo>
                    <a:pt x="2390" y="273"/>
                    <a:pt x="1862" y="0"/>
                    <a:pt x="975" y="0"/>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61"/>
            <p:cNvSpPr/>
            <p:nvPr/>
          </p:nvSpPr>
          <p:spPr>
            <a:xfrm>
              <a:off x="7098048" y="2741980"/>
              <a:ext cx="71196" cy="78535"/>
            </a:xfrm>
            <a:custGeom>
              <a:avLst/>
              <a:gdLst/>
              <a:ahLst/>
              <a:cxnLst/>
              <a:rect l="l" t="t" r="r" b="b"/>
              <a:pathLst>
                <a:path w="2624" h="2599" extrusionOk="0">
                  <a:moveTo>
                    <a:pt x="1826" y="0"/>
                  </a:moveTo>
                  <a:cubicBezTo>
                    <a:pt x="1078" y="0"/>
                    <a:pt x="299" y="557"/>
                    <a:pt x="0" y="994"/>
                  </a:cubicBezTo>
                  <a:cubicBezTo>
                    <a:pt x="556" y="1364"/>
                    <a:pt x="957" y="1951"/>
                    <a:pt x="1081" y="2599"/>
                  </a:cubicBezTo>
                  <a:cubicBezTo>
                    <a:pt x="2624" y="2537"/>
                    <a:pt x="2500" y="1303"/>
                    <a:pt x="2562" y="223"/>
                  </a:cubicBezTo>
                  <a:cubicBezTo>
                    <a:pt x="2334" y="65"/>
                    <a:pt x="2082" y="0"/>
                    <a:pt x="1826" y="0"/>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61"/>
            <p:cNvSpPr/>
            <p:nvPr/>
          </p:nvSpPr>
          <p:spPr>
            <a:xfrm>
              <a:off x="7137173" y="2869223"/>
              <a:ext cx="106604" cy="87449"/>
            </a:xfrm>
            <a:custGeom>
              <a:avLst/>
              <a:gdLst/>
              <a:ahLst/>
              <a:cxnLst/>
              <a:rect l="l" t="t" r="r" b="b"/>
              <a:pathLst>
                <a:path w="3929" h="2894" extrusionOk="0">
                  <a:moveTo>
                    <a:pt x="2118" y="1"/>
                  </a:moveTo>
                  <a:cubicBezTo>
                    <a:pt x="1069" y="1"/>
                    <a:pt x="1" y="482"/>
                    <a:pt x="40" y="1320"/>
                  </a:cubicBezTo>
                  <a:cubicBezTo>
                    <a:pt x="657" y="1999"/>
                    <a:pt x="1398" y="2523"/>
                    <a:pt x="2231" y="2894"/>
                  </a:cubicBezTo>
                  <a:cubicBezTo>
                    <a:pt x="2694" y="2091"/>
                    <a:pt x="3928" y="1844"/>
                    <a:pt x="3712" y="517"/>
                  </a:cubicBezTo>
                  <a:cubicBezTo>
                    <a:pt x="3337" y="165"/>
                    <a:pt x="2731" y="1"/>
                    <a:pt x="2118" y="1"/>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61"/>
            <p:cNvSpPr/>
            <p:nvPr/>
          </p:nvSpPr>
          <p:spPr>
            <a:xfrm>
              <a:off x="6881179" y="2875901"/>
              <a:ext cx="57792" cy="57474"/>
            </a:xfrm>
            <a:custGeom>
              <a:avLst/>
              <a:gdLst/>
              <a:ahLst/>
              <a:cxnLst/>
              <a:rect l="l" t="t" r="r" b="b"/>
              <a:pathLst>
                <a:path w="2130" h="1902" extrusionOk="0">
                  <a:moveTo>
                    <a:pt x="959" y="0"/>
                  </a:moveTo>
                  <a:cubicBezTo>
                    <a:pt x="857" y="0"/>
                    <a:pt x="753" y="6"/>
                    <a:pt x="648" y="19"/>
                  </a:cubicBezTo>
                  <a:cubicBezTo>
                    <a:pt x="0" y="1068"/>
                    <a:pt x="185" y="235"/>
                    <a:pt x="648" y="1901"/>
                  </a:cubicBezTo>
                  <a:cubicBezTo>
                    <a:pt x="1698" y="1716"/>
                    <a:pt x="1698" y="852"/>
                    <a:pt x="2130" y="296"/>
                  </a:cubicBezTo>
                  <a:cubicBezTo>
                    <a:pt x="1759" y="99"/>
                    <a:pt x="1369" y="0"/>
                    <a:pt x="959" y="0"/>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61"/>
            <p:cNvSpPr/>
            <p:nvPr/>
          </p:nvSpPr>
          <p:spPr>
            <a:xfrm>
              <a:off x="3770399" y="2924943"/>
              <a:ext cx="50277" cy="31728"/>
            </a:xfrm>
            <a:custGeom>
              <a:avLst/>
              <a:gdLst/>
              <a:ahLst/>
              <a:cxnLst/>
              <a:rect l="l" t="t" r="r" b="b"/>
              <a:pathLst>
                <a:path w="1853" h="1050" extrusionOk="0">
                  <a:moveTo>
                    <a:pt x="988" y="0"/>
                  </a:moveTo>
                  <a:cubicBezTo>
                    <a:pt x="988" y="525"/>
                    <a:pt x="0" y="340"/>
                    <a:pt x="278" y="1050"/>
                  </a:cubicBezTo>
                  <a:lnTo>
                    <a:pt x="1729" y="1050"/>
                  </a:lnTo>
                  <a:cubicBezTo>
                    <a:pt x="1852" y="463"/>
                    <a:pt x="1636" y="62"/>
                    <a:pt x="988" y="0"/>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61"/>
            <p:cNvSpPr/>
            <p:nvPr/>
          </p:nvSpPr>
          <p:spPr>
            <a:xfrm>
              <a:off x="7217784" y="2973441"/>
              <a:ext cx="168330" cy="120326"/>
            </a:xfrm>
            <a:custGeom>
              <a:avLst/>
              <a:gdLst/>
              <a:ahLst/>
              <a:cxnLst/>
              <a:rect l="l" t="t" r="r" b="b"/>
              <a:pathLst>
                <a:path w="6204" h="3982" extrusionOk="0">
                  <a:moveTo>
                    <a:pt x="2562" y="0"/>
                  </a:moveTo>
                  <a:cubicBezTo>
                    <a:pt x="2038" y="340"/>
                    <a:pt x="2192" y="1142"/>
                    <a:pt x="2192" y="1852"/>
                  </a:cubicBezTo>
                  <a:cubicBezTo>
                    <a:pt x="1897" y="1749"/>
                    <a:pt x="1651" y="1704"/>
                    <a:pt x="1440" y="1704"/>
                  </a:cubicBezTo>
                  <a:cubicBezTo>
                    <a:pt x="768" y="1704"/>
                    <a:pt x="447" y="2161"/>
                    <a:pt x="1" y="2654"/>
                  </a:cubicBezTo>
                  <a:cubicBezTo>
                    <a:pt x="225" y="2816"/>
                    <a:pt x="405" y="2870"/>
                    <a:pt x="576" y="2870"/>
                  </a:cubicBezTo>
                  <a:cubicBezTo>
                    <a:pt x="934" y="2870"/>
                    <a:pt x="1253" y="2632"/>
                    <a:pt x="1860" y="2632"/>
                  </a:cubicBezTo>
                  <a:cubicBezTo>
                    <a:pt x="1962" y="2632"/>
                    <a:pt x="2072" y="2639"/>
                    <a:pt x="2192" y="2654"/>
                  </a:cubicBezTo>
                  <a:cubicBezTo>
                    <a:pt x="2068" y="3272"/>
                    <a:pt x="1420" y="3796"/>
                    <a:pt x="2562" y="3981"/>
                  </a:cubicBezTo>
                  <a:cubicBezTo>
                    <a:pt x="3027" y="3297"/>
                    <a:pt x="3880" y="2880"/>
                    <a:pt x="5293" y="2880"/>
                  </a:cubicBezTo>
                  <a:cubicBezTo>
                    <a:pt x="5474" y="2880"/>
                    <a:pt x="5665" y="2887"/>
                    <a:pt x="5864" y="2901"/>
                  </a:cubicBezTo>
                  <a:cubicBezTo>
                    <a:pt x="6204" y="1698"/>
                    <a:pt x="4692" y="1821"/>
                    <a:pt x="4013" y="1327"/>
                  </a:cubicBezTo>
                  <a:cubicBezTo>
                    <a:pt x="4105" y="432"/>
                    <a:pt x="3612" y="31"/>
                    <a:pt x="2562" y="0"/>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61"/>
            <p:cNvSpPr/>
            <p:nvPr/>
          </p:nvSpPr>
          <p:spPr>
            <a:xfrm>
              <a:off x="6195382" y="3076934"/>
              <a:ext cx="87936" cy="80802"/>
            </a:xfrm>
            <a:custGeom>
              <a:avLst/>
              <a:gdLst/>
              <a:ahLst/>
              <a:cxnLst/>
              <a:rect l="l" t="t" r="r" b="b"/>
              <a:pathLst>
                <a:path w="3241" h="2674" extrusionOk="0">
                  <a:moveTo>
                    <a:pt x="1389" y="1"/>
                  </a:moveTo>
                  <a:lnTo>
                    <a:pt x="1389" y="1"/>
                  </a:lnTo>
                  <a:cubicBezTo>
                    <a:pt x="1914" y="1575"/>
                    <a:pt x="0" y="1914"/>
                    <a:pt x="1389" y="2655"/>
                  </a:cubicBezTo>
                  <a:cubicBezTo>
                    <a:pt x="1485" y="2668"/>
                    <a:pt x="1572" y="2673"/>
                    <a:pt x="1651" y="2673"/>
                  </a:cubicBezTo>
                  <a:cubicBezTo>
                    <a:pt x="2539" y="2673"/>
                    <a:pt x="2447" y="1940"/>
                    <a:pt x="3241" y="1883"/>
                  </a:cubicBezTo>
                  <a:cubicBezTo>
                    <a:pt x="2932" y="1019"/>
                    <a:pt x="2161" y="526"/>
                    <a:pt x="1389" y="1"/>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61"/>
            <p:cNvSpPr/>
            <p:nvPr/>
          </p:nvSpPr>
          <p:spPr>
            <a:xfrm>
              <a:off x="6889536" y="3149425"/>
              <a:ext cx="252929" cy="251259"/>
            </a:xfrm>
            <a:custGeom>
              <a:avLst/>
              <a:gdLst/>
              <a:ahLst/>
              <a:cxnLst/>
              <a:rect l="l" t="t" r="r" b="b"/>
              <a:pathLst>
                <a:path w="9322" h="8315" extrusionOk="0">
                  <a:moveTo>
                    <a:pt x="6183" y="0"/>
                  </a:moveTo>
                  <a:cubicBezTo>
                    <a:pt x="6081" y="0"/>
                    <a:pt x="5975" y="3"/>
                    <a:pt x="5865" y="9"/>
                  </a:cubicBezTo>
                  <a:cubicBezTo>
                    <a:pt x="5525" y="2787"/>
                    <a:pt x="649" y="2231"/>
                    <a:pt x="1" y="4793"/>
                  </a:cubicBezTo>
                  <a:cubicBezTo>
                    <a:pt x="340" y="5873"/>
                    <a:pt x="1945" y="6027"/>
                    <a:pt x="1822" y="7447"/>
                  </a:cubicBezTo>
                  <a:cubicBezTo>
                    <a:pt x="2090" y="7402"/>
                    <a:pt x="2322" y="7382"/>
                    <a:pt x="2528" y="7382"/>
                  </a:cubicBezTo>
                  <a:cubicBezTo>
                    <a:pt x="3944" y="7382"/>
                    <a:pt x="4082" y="8314"/>
                    <a:pt x="5497" y="8314"/>
                  </a:cubicBezTo>
                  <a:cubicBezTo>
                    <a:pt x="5703" y="8314"/>
                    <a:pt x="5936" y="8294"/>
                    <a:pt x="6204" y="8249"/>
                  </a:cubicBezTo>
                  <a:cubicBezTo>
                    <a:pt x="6112" y="7632"/>
                    <a:pt x="7284" y="7941"/>
                    <a:pt x="7315" y="7447"/>
                  </a:cubicBezTo>
                  <a:cubicBezTo>
                    <a:pt x="7037" y="7385"/>
                    <a:pt x="6605" y="7447"/>
                    <a:pt x="6605" y="7169"/>
                  </a:cubicBezTo>
                  <a:cubicBezTo>
                    <a:pt x="7809" y="6799"/>
                    <a:pt x="7192" y="5163"/>
                    <a:pt x="8426" y="4793"/>
                  </a:cubicBezTo>
                  <a:cubicBezTo>
                    <a:pt x="7593" y="3929"/>
                    <a:pt x="8735" y="3034"/>
                    <a:pt x="8056" y="2385"/>
                  </a:cubicBezTo>
                  <a:cubicBezTo>
                    <a:pt x="8704" y="2169"/>
                    <a:pt x="9321" y="1892"/>
                    <a:pt x="9167" y="1089"/>
                  </a:cubicBezTo>
                  <a:cubicBezTo>
                    <a:pt x="8330" y="599"/>
                    <a:pt x="7655" y="0"/>
                    <a:pt x="6183" y="0"/>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61"/>
            <p:cNvSpPr/>
            <p:nvPr/>
          </p:nvSpPr>
          <p:spPr>
            <a:xfrm>
              <a:off x="6571355" y="3165530"/>
              <a:ext cx="251220" cy="235848"/>
            </a:xfrm>
            <a:custGeom>
              <a:avLst/>
              <a:gdLst/>
              <a:ahLst/>
              <a:cxnLst/>
              <a:rect l="l" t="t" r="r" b="b"/>
              <a:pathLst>
                <a:path w="9259" h="7805" extrusionOk="0">
                  <a:moveTo>
                    <a:pt x="1821" y="1"/>
                  </a:moveTo>
                  <a:cubicBezTo>
                    <a:pt x="1842" y="391"/>
                    <a:pt x="1745" y="511"/>
                    <a:pt x="1570" y="511"/>
                  </a:cubicBezTo>
                  <a:cubicBezTo>
                    <a:pt x="1290" y="511"/>
                    <a:pt x="814" y="204"/>
                    <a:pt x="311" y="204"/>
                  </a:cubicBezTo>
                  <a:cubicBezTo>
                    <a:pt x="208" y="204"/>
                    <a:pt x="104" y="217"/>
                    <a:pt x="0" y="248"/>
                  </a:cubicBezTo>
                  <a:cubicBezTo>
                    <a:pt x="0" y="3365"/>
                    <a:pt x="5154" y="2717"/>
                    <a:pt x="4414" y="6358"/>
                  </a:cubicBezTo>
                  <a:cubicBezTo>
                    <a:pt x="5949" y="6491"/>
                    <a:pt x="6554" y="7805"/>
                    <a:pt x="7767" y="7805"/>
                  </a:cubicBezTo>
                  <a:cubicBezTo>
                    <a:pt x="7967" y="7805"/>
                    <a:pt x="8185" y="7769"/>
                    <a:pt x="8426" y="7685"/>
                  </a:cubicBezTo>
                  <a:cubicBezTo>
                    <a:pt x="9259" y="6667"/>
                    <a:pt x="7654" y="5525"/>
                    <a:pt x="7716" y="4260"/>
                  </a:cubicBezTo>
                  <a:cubicBezTo>
                    <a:pt x="6574" y="3704"/>
                    <a:pt x="5278" y="2963"/>
                    <a:pt x="4753" y="2377"/>
                  </a:cubicBezTo>
                  <a:cubicBezTo>
                    <a:pt x="4198" y="1760"/>
                    <a:pt x="3056" y="1328"/>
                    <a:pt x="3303" y="525"/>
                  </a:cubicBezTo>
                  <a:lnTo>
                    <a:pt x="3303" y="525"/>
                  </a:lnTo>
                  <a:cubicBezTo>
                    <a:pt x="3189" y="547"/>
                    <a:pt x="3091" y="556"/>
                    <a:pt x="3007" y="556"/>
                  </a:cubicBezTo>
                  <a:cubicBezTo>
                    <a:pt x="2359" y="556"/>
                    <a:pt x="2476" y="1"/>
                    <a:pt x="1821" y="1"/>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61"/>
            <p:cNvSpPr/>
            <p:nvPr/>
          </p:nvSpPr>
          <p:spPr>
            <a:xfrm>
              <a:off x="7091347" y="3254126"/>
              <a:ext cx="166675" cy="152054"/>
            </a:xfrm>
            <a:custGeom>
              <a:avLst/>
              <a:gdLst/>
              <a:ahLst/>
              <a:cxnLst/>
              <a:rect l="l" t="t" r="r" b="b"/>
              <a:pathLst>
                <a:path w="6143" h="5032" extrusionOk="0">
                  <a:moveTo>
                    <a:pt x="3210" y="1"/>
                  </a:moveTo>
                  <a:cubicBezTo>
                    <a:pt x="1328" y="1081"/>
                    <a:pt x="1" y="4043"/>
                    <a:pt x="2840" y="5031"/>
                  </a:cubicBezTo>
                  <a:cubicBezTo>
                    <a:pt x="2747" y="4260"/>
                    <a:pt x="2932" y="3673"/>
                    <a:pt x="3581" y="3457"/>
                  </a:cubicBezTo>
                  <a:cubicBezTo>
                    <a:pt x="4200" y="3838"/>
                    <a:pt x="4359" y="4439"/>
                    <a:pt x="5023" y="4439"/>
                  </a:cubicBezTo>
                  <a:cubicBezTo>
                    <a:pt x="5220" y="4439"/>
                    <a:pt x="5461" y="4387"/>
                    <a:pt x="5772" y="4260"/>
                  </a:cubicBezTo>
                  <a:cubicBezTo>
                    <a:pt x="5587" y="3148"/>
                    <a:pt x="4352" y="2778"/>
                    <a:pt x="4290" y="1575"/>
                  </a:cubicBezTo>
                  <a:lnTo>
                    <a:pt x="4290" y="1575"/>
                  </a:lnTo>
                  <a:cubicBezTo>
                    <a:pt x="4584" y="1760"/>
                    <a:pt x="4908" y="1852"/>
                    <a:pt x="5228" y="1852"/>
                  </a:cubicBezTo>
                  <a:cubicBezTo>
                    <a:pt x="5548" y="1852"/>
                    <a:pt x="5864" y="1760"/>
                    <a:pt x="6142" y="1575"/>
                  </a:cubicBezTo>
                  <a:cubicBezTo>
                    <a:pt x="6050" y="402"/>
                    <a:pt x="3827" y="772"/>
                    <a:pt x="3210" y="1"/>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61"/>
            <p:cNvSpPr/>
            <p:nvPr/>
          </p:nvSpPr>
          <p:spPr>
            <a:xfrm>
              <a:off x="7365248" y="3260442"/>
              <a:ext cx="110484" cy="42456"/>
            </a:xfrm>
            <a:custGeom>
              <a:avLst/>
              <a:gdLst/>
              <a:ahLst/>
              <a:cxnLst/>
              <a:rect l="l" t="t" r="r" b="b"/>
              <a:pathLst>
                <a:path w="4072" h="1405" extrusionOk="0">
                  <a:moveTo>
                    <a:pt x="2295" y="0"/>
                  </a:moveTo>
                  <a:cubicBezTo>
                    <a:pt x="1144" y="0"/>
                    <a:pt x="0" y="336"/>
                    <a:pt x="59" y="1119"/>
                  </a:cubicBezTo>
                  <a:cubicBezTo>
                    <a:pt x="481" y="1308"/>
                    <a:pt x="1072" y="1405"/>
                    <a:pt x="1671" y="1405"/>
                  </a:cubicBezTo>
                  <a:cubicBezTo>
                    <a:pt x="2826" y="1405"/>
                    <a:pt x="4010" y="1048"/>
                    <a:pt x="4071" y="316"/>
                  </a:cubicBezTo>
                  <a:cubicBezTo>
                    <a:pt x="3630" y="113"/>
                    <a:pt x="2961" y="0"/>
                    <a:pt x="2295" y="0"/>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61"/>
            <p:cNvSpPr/>
            <p:nvPr/>
          </p:nvSpPr>
          <p:spPr>
            <a:xfrm>
              <a:off x="7386927" y="3301688"/>
              <a:ext cx="466435" cy="202004"/>
            </a:xfrm>
            <a:custGeom>
              <a:avLst/>
              <a:gdLst/>
              <a:ahLst/>
              <a:cxnLst/>
              <a:rect l="l" t="t" r="r" b="b"/>
              <a:pathLst>
                <a:path w="17191" h="6685" extrusionOk="0">
                  <a:moveTo>
                    <a:pt x="4754" y="1"/>
                  </a:moveTo>
                  <a:cubicBezTo>
                    <a:pt x="4435" y="377"/>
                    <a:pt x="4225" y="809"/>
                    <a:pt x="3434" y="809"/>
                  </a:cubicBezTo>
                  <a:cubicBezTo>
                    <a:pt x="3382" y="809"/>
                    <a:pt x="3329" y="807"/>
                    <a:pt x="3272" y="803"/>
                  </a:cubicBezTo>
                  <a:cubicBezTo>
                    <a:pt x="3155" y="825"/>
                    <a:pt x="3055" y="835"/>
                    <a:pt x="2968" y="835"/>
                  </a:cubicBezTo>
                  <a:cubicBezTo>
                    <a:pt x="2295" y="835"/>
                    <a:pt x="2428" y="246"/>
                    <a:pt x="1756" y="246"/>
                  </a:cubicBezTo>
                  <a:cubicBezTo>
                    <a:pt x="1669" y="246"/>
                    <a:pt x="1569" y="256"/>
                    <a:pt x="1451" y="278"/>
                  </a:cubicBezTo>
                  <a:cubicBezTo>
                    <a:pt x="1575" y="988"/>
                    <a:pt x="1" y="494"/>
                    <a:pt x="340" y="1328"/>
                  </a:cubicBezTo>
                  <a:cubicBezTo>
                    <a:pt x="356" y="1489"/>
                    <a:pt x="427" y="1545"/>
                    <a:pt x="540" y="1545"/>
                  </a:cubicBezTo>
                  <a:cubicBezTo>
                    <a:pt x="792" y="1545"/>
                    <a:pt x="1251" y="1263"/>
                    <a:pt x="1762" y="1263"/>
                  </a:cubicBezTo>
                  <a:cubicBezTo>
                    <a:pt x="1893" y="1263"/>
                    <a:pt x="2026" y="1281"/>
                    <a:pt x="2161" y="1328"/>
                  </a:cubicBezTo>
                  <a:cubicBezTo>
                    <a:pt x="3797" y="2284"/>
                    <a:pt x="5957" y="2871"/>
                    <a:pt x="7315" y="4013"/>
                  </a:cubicBezTo>
                  <a:lnTo>
                    <a:pt x="7315" y="5587"/>
                  </a:lnTo>
                  <a:cubicBezTo>
                    <a:pt x="7767" y="5389"/>
                    <a:pt x="8146" y="5311"/>
                    <a:pt x="8480" y="5311"/>
                  </a:cubicBezTo>
                  <a:cubicBezTo>
                    <a:pt x="9605" y="5311"/>
                    <a:pt x="10216" y="6199"/>
                    <a:pt x="11358" y="6389"/>
                  </a:cubicBezTo>
                  <a:cubicBezTo>
                    <a:pt x="12513" y="6361"/>
                    <a:pt x="12279" y="5278"/>
                    <a:pt x="13522" y="5278"/>
                  </a:cubicBezTo>
                  <a:cubicBezTo>
                    <a:pt x="13640" y="5278"/>
                    <a:pt x="13772" y="5287"/>
                    <a:pt x="13920" y="5309"/>
                  </a:cubicBezTo>
                  <a:cubicBezTo>
                    <a:pt x="14569" y="5622"/>
                    <a:pt x="15313" y="6685"/>
                    <a:pt x="16296" y="6685"/>
                  </a:cubicBezTo>
                  <a:cubicBezTo>
                    <a:pt x="16574" y="6685"/>
                    <a:pt x="16871" y="6600"/>
                    <a:pt x="17191" y="6389"/>
                  </a:cubicBezTo>
                  <a:cubicBezTo>
                    <a:pt x="16481" y="6204"/>
                    <a:pt x="16018" y="5525"/>
                    <a:pt x="16111" y="4784"/>
                  </a:cubicBezTo>
                  <a:cubicBezTo>
                    <a:pt x="15154" y="4167"/>
                    <a:pt x="13796" y="3827"/>
                    <a:pt x="13179" y="2932"/>
                  </a:cubicBezTo>
                  <a:lnTo>
                    <a:pt x="13179" y="2130"/>
                  </a:lnTo>
                  <a:cubicBezTo>
                    <a:pt x="10340" y="2068"/>
                    <a:pt x="9599" y="494"/>
                    <a:pt x="7315" y="1"/>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61"/>
            <p:cNvSpPr/>
            <p:nvPr/>
          </p:nvSpPr>
          <p:spPr>
            <a:xfrm>
              <a:off x="6801627" y="3406148"/>
              <a:ext cx="262127" cy="82524"/>
            </a:xfrm>
            <a:custGeom>
              <a:avLst/>
              <a:gdLst/>
              <a:ahLst/>
              <a:cxnLst/>
              <a:rect l="l" t="t" r="r" b="b"/>
              <a:pathLst>
                <a:path w="9661" h="2731" extrusionOk="0">
                  <a:moveTo>
                    <a:pt x="1019" y="0"/>
                  </a:moveTo>
                  <a:cubicBezTo>
                    <a:pt x="710" y="494"/>
                    <a:pt x="0" y="679"/>
                    <a:pt x="309" y="1605"/>
                  </a:cubicBezTo>
                  <a:cubicBezTo>
                    <a:pt x="3441" y="1633"/>
                    <a:pt x="5104" y="2731"/>
                    <a:pt x="8295" y="2731"/>
                  </a:cubicBezTo>
                  <a:cubicBezTo>
                    <a:pt x="8657" y="2731"/>
                    <a:pt x="9038" y="2716"/>
                    <a:pt x="9444" y="2685"/>
                  </a:cubicBezTo>
                  <a:cubicBezTo>
                    <a:pt x="9660" y="1728"/>
                    <a:pt x="8179" y="2006"/>
                    <a:pt x="8364" y="1080"/>
                  </a:cubicBezTo>
                  <a:lnTo>
                    <a:pt x="8364" y="1080"/>
                  </a:lnTo>
                  <a:cubicBezTo>
                    <a:pt x="8224" y="1083"/>
                    <a:pt x="8086" y="1085"/>
                    <a:pt x="7950" y="1085"/>
                  </a:cubicBezTo>
                  <a:cubicBezTo>
                    <a:pt x="5171" y="1085"/>
                    <a:pt x="3137" y="500"/>
                    <a:pt x="1019" y="0"/>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61"/>
            <p:cNvSpPr/>
            <p:nvPr/>
          </p:nvSpPr>
          <p:spPr>
            <a:xfrm>
              <a:off x="6938944" y="3518917"/>
              <a:ext cx="940385" cy="658470"/>
            </a:xfrm>
            <a:custGeom>
              <a:avLst/>
              <a:gdLst/>
              <a:ahLst/>
              <a:cxnLst/>
              <a:rect l="l" t="t" r="r" b="b"/>
              <a:pathLst>
                <a:path w="34659" h="21791" extrusionOk="0">
                  <a:moveTo>
                    <a:pt x="26103" y="0"/>
                  </a:moveTo>
                  <a:cubicBezTo>
                    <a:pt x="26075" y="0"/>
                    <a:pt x="26047" y="1"/>
                    <a:pt x="26017" y="2"/>
                  </a:cubicBezTo>
                  <a:cubicBezTo>
                    <a:pt x="25091" y="1082"/>
                    <a:pt x="26418" y="3860"/>
                    <a:pt x="24906" y="4508"/>
                  </a:cubicBezTo>
                  <a:cubicBezTo>
                    <a:pt x="24714" y="4557"/>
                    <a:pt x="24559" y="4578"/>
                    <a:pt x="24432" y="4578"/>
                  </a:cubicBezTo>
                  <a:cubicBezTo>
                    <a:pt x="23724" y="4578"/>
                    <a:pt x="23893" y="3924"/>
                    <a:pt x="23161" y="3924"/>
                  </a:cubicBezTo>
                  <a:cubicBezTo>
                    <a:pt x="23040" y="3924"/>
                    <a:pt x="22894" y="3942"/>
                    <a:pt x="22715" y="3983"/>
                  </a:cubicBezTo>
                  <a:cubicBezTo>
                    <a:pt x="22653" y="3243"/>
                    <a:pt x="20987" y="3644"/>
                    <a:pt x="21265" y="2656"/>
                  </a:cubicBezTo>
                  <a:cubicBezTo>
                    <a:pt x="21079" y="1823"/>
                    <a:pt x="23055" y="2564"/>
                    <a:pt x="22715" y="1607"/>
                  </a:cubicBezTo>
                  <a:cubicBezTo>
                    <a:pt x="22062" y="1065"/>
                    <a:pt x="20742" y="1009"/>
                    <a:pt x="19355" y="1009"/>
                  </a:cubicBezTo>
                  <a:cubicBezTo>
                    <a:pt x="18990" y="1009"/>
                    <a:pt x="18621" y="1013"/>
                    <a:pt x="18258" y="1013"/>
                  </a:cubicBezTo>
                  <a:cubicBezTo>
                    <a:pt x="17327" y="1013"/>
                    <a:pt x="16437" y="987"/>
                    <a:pt x="15771" y="805"/>
                  </a:cubicBezTo>
                  <a:cubicBezTo>
                    <a:pt x="15123" y="959"/>
                    <a:pt x="15771" y="2039"/>
                    <a:pt x="15030" y="2132"/>
                  </a:cubicBezTo>
                  <a:cubicBezTo>
                    <a:pt x="13796" y="2255"/>
                    <a:pt x="12562" y="2533"/>
                    <a:pt x="11358" y="2934"/>
                  </a:cubicBezTo>
                  <a:cubicBezTo>
                    <a:pt x="10926" y="3737"/>
                    <a:pt x="11234" y="5125"/>
                    <a:pt x="9907" y="5311"/>
                  </a:cubicBezTo>
                  <a:cubicBezTo>
                    <a:pt x="9626" y="5110"/>
                    <a:pt x="9336" y="5043"/>
                    <a:pt x="9033" y="5043"/>
                  </a:cubicBezTo>
                  <a:cubicBezTo>
                    <a:pt x="8427" y="5043"/>
                    <a:pt x="7773" y="5312"/>
                    <a:pt x="7054" y="5312"/>
                  </a:cubicBezTo>
                  <a:cubicBezTo>
                    <a:pt x="7028" y="5312"/>
                    <a:pt x="7002" y="5311"/>
                    <a:pt x="6976" y="5311"/>
                  </a:cubicBezTo>
                  <a:lnTo>
                    <a:pt x="6976" y="5311"/>
                  </a:lnTo>
                  <a:cubicBezTo>
                    <a:pt x="6235" y="5496"/>
                    <a:pt x="7037" y="6792"/>
                    <a:pt x="6235" y="6915"/>
                  </a:cubicBezTo>
                  <a:cubicBezTo>
                    <a:pt x="5679" y="6804"/>
                    <a:pt x="5555" y="6436"/>
                    <a:pt x="5252" y="6436"/>
                  </a:cubicBezTo>
                  <a:cubicBezTo>
                    <a:pt x="5135" y="6436"/>
                    <a:pt x="4991" y="6491"/>
                    <a:pt x="4784" y="6638"/>
                  </a:cubicBezTo>
                  <a:cubicBezTo>
                    <a:pt x="3858" y="7317"/>
                    <a:pt x="4291" y="8952"/>
                    <a:pt x="2963" y="9292"/>
                  </a:cubicBezTo>
                  <a:cubicBezTo>
                    <a:pt x="2130" y="9693"/>
                    <a:pt x="495" y="9477"/>
                    <a:pt x="1" y="10094"/>
                  </a:cubicBezTo>
                  <a:cubicBezTo>
                    <a:pt x="402" y="11267"/>
                    <a:pt x="1297" y="12748"/>
                    <a:pt x="402" y="14075"/>
                  </a:cubicBezTo>
                  <a:cubicBezTo>
                    <a:pt x="1112" y="14260"/>
                    <a:pt x="1359" y="14785"/>
                    <a:pt x="1513" y="15402"/>
                  </a:cubicBezTo>
                  <a:cubicBezTo>
                    <a:pt x="1698" y="16606"/>
                    <a:pt x="834" y="17069"/>
                    <a:pt x="1112" y="18334"/>
                  </a:cubicBezTo>
                  <a:cubicBezTo>
                    <a:pt x="1162" y="18331"/>
                    <a:pt x="1211" y="18330"/>
                    <a:pt x="1257" y="18330"/>
                  </a:cubicBezTo>
                  <a:cubicBezTo>
                    <a:pt x="2184" y="18330"/>
                    <a:pt x="2321" y="18863"/>
                    <a:pt x="3196" y="18863"/>
                  </a:cubicBezTo>
                  <a:cubicBezTo>
                    <a:pt x="3240" y="18863"/>
                    <a:pt x="3286" y="18862"/>
                    <a:pt x="3334" y="18859"/>
                  </a:cubicBezTo>
                  <a:cubicBezTo>
                    <a:pt x="4630" y="18444"/>
                    <a:pt x="5447" y="17724"/>
                    <a:pt x="7286" y="17724"/>
                  </a:cubicBezTo>
                  <a:cubicBezTo>
                    <a:pt x="7636" y="17724"/>
                    <a:pt x="8023" y="17750"/>
                    <a:pt x="8457" y="17810"/>
                  </a:cubicBezTo>
                  <a:cubicBezTo>
                    <a:pt x="9560" y="16785"/>
                    <a:pt x="11579" y="16454"/>
                    <a:pt x="14077" y="16454"/>
                  </a:cubicBezTo>
                  <a:cubicBezTo>
                    <a:pt x="14515" y="16454"/>
                    <a:pt x="14967" y="16464"/>
                    <a:pt x="15432" y="16482"/>
                  </a:cubicBezTo>
                  <a:cubicBezTo>
                    <a:pt x="16388" y="17007"/>
                    <a:pt x="17160" y="17840"/>
                    <a:pt x="17592" y="18859"/>
                  </a:cubicBezTo>
                  <a:cubicBezTo>
                    <a:pt x="17871" y="18764"/>
                    <a:pt x="18080" y="18728"/>
                    <a:pt x="18247" y="18728"/>
                  </a:cubicBezTo>
                  <a:cubicBezTo>
                    <a:pt x="18751" y="18728"/>
                    <a:pt x="18875" y="19051"/>
                    <a:pt x="19371" y="19051"/>
                  </a:cubicBezTo>
                  <a:cubicBezTo>
                    <a:pt x="19568" y="19051"/>
                    <a:pt x="19824" y="19000"/>
                    <a:pt x="20184" y="18859"/>
                  </a:cubicBezTo>
                  <a:lnTo>
                    <a:pt x="20184" y="18859"/>
                  </a:lnTo>
                  <a:cubicBezTo>
                    <a:pt x="20184" y="19569"/>
                    <a:pt x="20308" y="20371"/>
                    <a:pt x="19783" y="20711"/>
                  </a:cubicBezTo>
                  <a:cubicBezTo>
                    <a:pt x="22129" y="21698"/>
                    <a:pt x="23517" y="21760"/>
                    <a:pt x="27128" y="21791"/>
                  </a:cubicBezTo>
                  <a:cubicBezTo>
                    <a:pt x="28054" y="21297"/>
                    <a:pt x="28733" y="20618"/>
                    <a:pt x="30060" y="20433"/>
                  </a:cubicBezTo>
                  <a:cubicBezTo>
                    <a:pt x="29875" y="19075"/>
                    <a:pt x="31788" y="19260"/>
                    <a:pt x="31511" y="17810"/>
                  </a:cubicBezTo>
                  <a:cubicBezTo>
                    <a:pt x="32776" y="17748"/>
                    <a:pt x="32467" y="16544"/>
                    <a:pt x="33702" y="16482"/>
                  </a:cubicBezTo>
                  <a:cubicBezTo>
                    <a:pt x="33301" y="15526"/>
                    <a:pt x="34350" y="14970"/>
                    <a:pt x="34443" y="14075"/>
                  </a:cubicBezTo>
                  <a:cubicBezTo>
                    <a:pt x="34659" y="12470"/>
                    <a:pt x="33733" y="10804"/>
                    <a:pt x="33362" y="9292"/>
                  </a:cubicBezTo>
                  <a:cubicBezTo>
                    <a:pt x="33237" y="9246"/>
                    <a:pt x="33116" y="9227"/>
                    <a:pt x="33002" y="9227"/>
                  </a:cubicBezTo>
                  <a:cubicBezTo>
                    <a:pt x="32503" y="9227"/>
                    <a:pt x="32112" y="9584"/>
                    <a:pt x="31830" y="9584"/>
                  </a:cubicBezTo>
                  <a:cubicBezTo>
                    <a:pt x="31701" y="9584"/>
                    <a:pt x="31594" y="9509"/>
                    <a:pt x="31511" y="9292"/>
                  </a:cubicBezTo>
                  <a:cubicBezTo>
                    <a:pt x="31665" y="8057"/>
                    <a:pt x="30863" y="7471"/>
                    <a:pt x="31140" y="6113"/>
                  </a:cubicBezTo>
                  <a:cubicBezTo>
                    <a:pt x="30431" y="5928"/>
                    <a:pt x="30307" y="5311"/>
                    <a:pt x="29690" y="5033"/>
                  </a:cubicBezTo>
                  <a:cubicBezTo>
                    <a:pt x="29566" y="2996"/>
                    <a:pt x="27067" y="2687"/>
                    <a:pt x="27499" y="249"/>
                  </a:cubicBezTo>
                  <a:lnTo>
                    <a:pt x="27499" y="249"/>
                  </a:lnTo>
                  <a:cubicBezTo>
                    <a:pt x="27439" y="254"/>
                    <a:pt x="27384" y="257"/>
                    <a:pt x="27333" y="257"/>
                  </a:cubicBezTo>
                  <a:cubicBezTo>
                    <a:pt x="26796" y="257"/>
                    <a:pt x="26653" y="0"/>
                    <a:pt x="26103" y="0"/>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61"/>
            <p:cNvSpPr/>
            <p:nvPr/>
          </p:nvSpPr>
          <p:spPr>
            <a:xfrm>
              <a:off x="5321177" y="3543061"/>
              <a:ext cx="196819" cy="336986"/>
            </a:xfrm>
            <a:custGeom>
              <a:avLst/>
              <a:gdLst/>
              <a:ahLst/>
              <a:cxnLst/>
              <a:rect l="l" t="t" r="r" b="b"/>
              <a:pathLst>
                <a:path w="7254" h="11152" extrusionOk="0">
                  <a:moveTo>
                    <a:pt x="5901" y="0"/>
                  </a:moveTo>
                  <a:cubicBezTo>
                    <a:pt x="5861" y="0"/>
                    <a:pt x="5818" y="2"/>
                    <a:pt x="5772" y="6"/>
                  </a:cubicBezTo>
                  <a:cubicBezTo>
                    <a:pt x="5093" y="746"/>
                    <a:pt x="4568" y="1672"/>
                    <a:pt x="4290" y="2660"/>
                  </a:cubicBezTo>
                  <a:cubicBezTo>
                    <a:pt x="2716" y="2938"/>
                    <a:pt x="1914" y="3740"/>
                    <a:pt x="1019" y="4512"/>
                  </a:cubicBezTo>
                  <a:cubicBezTo>
                    <a:pt x="710" y="5437"/>
                    <a:pt x="1544" y="5561"/>
                    <a:pt x="1359" y="6363"/>
                  </a:cubicBezTo>
                  <a:cubicBezTo>
                    <a:pt x="1050" y="6919"/>
                    <a:pt x="803" y="7567"/>
                    <a:pt x="247" y="7968"/>
                  </a:cubicBezTo>
                  <a:cubicBezTo>
                    <a:pt x="1050" y="9172"/>
                    <a:pt x="1" y="10221"/>
                    <a:pt x="1359" y="11147"/>
                  </a:cubicBezTo>
                  <a:cubicBezTo>
                    <a:pt x="1426" y="11150"/>
                    <a:pt x="1491" y="11152"/>
                    <a:pt x="1554" y="11152"/>
                  </a:cubicBezTo>
                  <a:cubicBezTo>
                    <a:pt x="2412" y="11152"/>
                    <a:pt x="2820" y="10847"/>
                    <a:pt x="3656" y="10847"/>
                  </a:cubicBezTo>
                  <a:cubicBezTo>
                    <a:pt x="3843" y="10847"/>
                    <a:pt x="4051" y="10863"/>
                    <a:pt x="4290" y="10900"/>
                  </a:cubicBezTo>
                  <a:cubicBezTo>
                    <a:pt x="5093" y="9696"/>
                    <a:pt x="4784" y="9172"/>
                    <a:pt x="5772" y="7968"/>
                  </a:cubicBezTo>
                  <a:lnTo>
                    <a:pt x="5772" y="6641"/>
                  </a:lnTo>
                  <a:cubicBezTo>
                    <a:pt x="5864" y="6332"/>
                    <a:pt x="6142" y="6240"/>
                    <a:pt x="6512" y="6116"/>
                  </a:cubicBezTo>
                  <a:cubicBezTo>
                    <a:pt x="5833" y="4944"/>
                    <a:pt x="7161" y="3833"/>
                    <a:pt x="7253" y="1857"/>
                  </a:cubicBezTo>
                  <a:cubicBezTo>
                    <a:pt x="5906" y="1857"/>
                    <a:pt x="7201" y="0"/>
                    <a:pt x="5901" y="0"/>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61"/>
            <p:cNvSpPr/>
            <p:nvPr/>
          </p:nvSpPr>
          <p:spPr>
            <a:xfrm>
              <a:off x="8263655" y="4048227"/>
              <a:ext cx="166648" cy="169248"/>
            </a:xfrm>
            <a:custGeom>
              <a:avLst/>
              <a:gdLst/>
              <a:ahLst/>
              <a:cxnLst/>
              <a:rect l="l" t="t" r="r" b="b"/>
              <a:pathLst>
                <a:path w="6142" h="5601" extrusionOk="0">
                  <a:moveTo>
                    <a:pt x="2011" y="0"/>
                  </a:moveTo>
                  <a:cubicBezTo>
                    <a:pt x="1934" y="0"/>
                    <a:pt x="1850" y="5"/>
                    <a:pt x="1759" y="15"/>
                  </a:cubicBezTo>
                  <a:lnTo>
                    <a:pt x="1759" y="2144"/>
                  </a:lnTo>
                  <a:cubicBezTo>
                    <a:pt x="1451" y="2916"/>
                    <a:pt x="0" y="2823"/>
                    <a:pt x="278" y="3996"/>
                  </a:cubicBezTo>
                  <a:cubicBezTo>
                    <a:pt x="528" y="3971"/>
                    <a:pt x="736" y="3959"/>
                    <a:pt x="908" y="3959"/>
                  </a:cubicBezTo>
                  <a:cubicBezTo>
                    <a:pt x="2431" y="3959"/>
                    <a:pt x="1102" y="4880"/>
                    <a:pt x="1019" y="5601"/>
                  </a:cubicBezTo>
                  <a:cubicBezTo>
                    <a:pt x="3333" y="5508"/>
                    <a:pt x="3426" y="3780"/>
                    <a:pt x="4321" y="2669"/>
                  </a:cubicBezTo>
                  <a:cubicBezTo>
                    <a:pt x="4876" y="2299"/>
                    <a:pt x="5864" y="2206"/>
                    <a:pt x="6142" y="1620"/>
                  </a:cubicBezTo>
                  <a:cubicBezTo>
                    <a:pt x="5781" y="1284"/>
                    <a:pt x="5460" y="1189"/>
                    <a:pt x="5091" y="1189"/>
                  </a:cubicBezTo>
                  <a:cubicBezTo>
                    <a:pt x="4608" y="1189"/>
                    <a:pt x="4041" y="1351"/>
                    <a:pt x="3192" y="1351"/>
                  </a:cubicBezTo>
                  <a:cubicBezTo>
                    <a:pt x="3080" y="1351"/>
                    <a:pt x="2962" y="1348"/>
                    <a:pt x="2839" y="1342"/>
                  </a:cubicBezTo>
                  <a:cubicBezTo>
                    <a:pt x="2896" y="632"/>
                    <a:pt x="2901" y="0"/>
                    <a:pt x="2011" y="0"/>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61"/>
            <p:cNvSpPr/>
            <p:nvPr/>
          </p:nvSpPr>
          <p:spPr>
            <a:xfrm>
              <a:off x="8042581" y="4185744"/>
              <a:ext cx="238685" cy="183753"/>
            </a:xfrm>
            <a:custGeom>
              <a:avLst/>
              <a:gdLst/>
              <a:ahLst/>
              <a:cxnLst/>
              <a:rect l="l" t="t" r="r" b="b"/>
              <a:pathLst>
                <a:path w="8797" h="6081" extrusionOk="0">
                  <a:moveTo>
                    <a:pt x="6975" y="0"/>
                  </a:moveTo>
                  <a:cubicBezTo>
                    <a:pt x="6636" y="556"/>
                    <a:pt x="5864" y="772"/>
                    <a:pt x="5864" y="1574"/>
                  </a:cubicBezTo>
                  <a:cubicBezTo>
                    <a:pt x="5766" y="1562"/>
                    <a:pt x="5666" y="1556"/>
                    <a:pt x="5565" y="1556"/>
                  </a:cubicBezTo>
                  <a:cubicBezTo>
                    <a:pt x="5163" y="1556"/>
                    <a:pt x="4753" y="1655"/>
                    <a:pt x="4383" y="1852"/>
                  </a:cubicBezTo>
                  <a:cubicBezTo>
                    <a:pt x="3766" y="2377"/>
                    <a:pt x="3550" y="3179"/>
                    <a:pt x="2562" y="3426"/>
                  </a:cubicBezTo>
                  <a:cubicBezTo>
                    <a:pt x="1050" y="3858"/>
                    <a:pt x="618" y="5031"/>
                    <a:pt x="1" y="6080"/>
                  </a:cubicBezTo>
                  <a:cubicBezTo>
                    <a:pt x="462" y="5914"/>
                    <a:pt x="861" y="5858"/>
                    <a:pt x="1251" y="5858"/>
                  </a:cubicBezTo>
                  <a:cubicBezTo>
                    <a:pt x="1878" y="5858"/>
                    <a:pt x="2485" y="6004"/>
                    <a:pt x="3303" y="6080"/>
                  </a:cubicBezTo>
                  <a:cubicBezTo>
                    <a:pt x="3642" y="5463"/>
                    <a:pt x="4753" y="5401"/>
                    <a:pt x="4383" y="4229"/>
                  </a:cubicBezTo>
                  <a:lnTo>
                    <a:pt x="5864" y="4229"/>
                  </a:lnTo>
                  <a:cubicBezTo>
                    <a:pt x="5988" y="2716"/>
                    <a:pt x="8735" y="3148"/>
                    <a:pt x="8796" y="1574"/>
                  </a:cubicBezTo>
                  <a:cubicBezTo>
                    <a:pt x="8673" y="710"/>
                    <a:pt x="7716" y="433"/>
                    <a:pt x="6975" y="0"/>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61"/>
            <p:cNvSpPr/>
            <p:nvPr/>
          </p:nvSpPr>
          <p:spPr>
            <a:xfrm>
              <a:off x="7544349" y="4206050"/>
              <a:ext cx="130670" cy="75785"/>
            </a:xfrm>
            <a:custGeom>
              <a:avLst/>
              <a:gdLst/>
              <a:ahLst/>
              <a:cxnLst/>
              <a:rect l="l" t="t" r="r" b="b"/>
              <a:pathLst>
                <a:path w="4816" h="2508" extrusionOk="0">
                  <a:moveTo>
                    <a:pt x="1045" y="0"/>
                  </a:moveTo>
                  <a:cubicBezTo>
                    <a:pt x="778" y="0"/>
                    <a:pt x="557" y="26"/>
                    <a:pt x="402" y="100"/>
                  </a:cubicBezTo>
                  <a:cubicBezTo>
                    <a:pt x="1" y="501"/>
                    <a:pt x="1637" y="1705"/>
                    <a:pt x="1883" y="2507"/>
                  </a:cubicBezTo>
                  <a:cubicBezTo>
                    <a:pt x="3673" y="2384"/>
                    <a:pt x="4815" y="1797"/>
                    <a:pt x="4445" y="100"/>
                  </a:cubicBezTo>
                  <a:lnTo>
                    <a:pt x="4445" y="100"/>
                  </a:lnTo>
                  <a:cubicBezTo>
                    <a:pt x="4155" y="139"/>
                    <a:pt x="3860" y="154"/>
                    <a:pt x="3566" y="154"/>
                  </a:cubicBezTo>
                  <a:cubicBezTo>
                    <a:pt x="2621" y="154"/>
                    <a:pt x="1694" y="0"/>
                    <a:pt x="1045" y="0"/>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61"/>
            <p:cNvSpPr/>
            <p:nvPr/>
          </p:nvSpPr>
          <p:spPr>
            <a:xfrm>
              <a:off x="3956283" y="2466069"/>
              <a:ext cx="1601903" cy="1622740"/>
            </a:xfrm>
            <a:custGeom>
              <a:avLst/>
              <a:gdLst/>
              <a:ahLst/>
              <a:cxnLst/>
              <a:rect l="l" t="t" r="r" b="b"/>
              <a:pathLst>
                <a:path w="59040" h="53702" extrusionOk="0">
                  <a:moveTo>
                    <a:pt x="23544" y="0"/>
                  </a:moveTo>
                  <a:cubicBezTo>
                    <a:pt x="21759" y="0"/>
                    <a:pt x="20004" y="279"/>
                    <a:pt x="18333" y="836"/>
                  </a:cubicBezTo>
                  <a:cubicBezTo>
                    <a:pt x="17781" y="813"/>
                    <a:pt x="17243" y="800"/>
                    <a:pt x="16725" y="800"/>
                  </a:cubicBezTo>
                  <a:cubicBezTo>
                    <a:pt x="14433" y="800"/>
                    <a:pt x="12516" y="1060"/>
                    <a:pt x="11358" y="1916"/>
                  </a:cubicBezTo>
                  <a:cubicBezTo>
                    <a:pt x="11065" y="1388"/>
                    <a:pt x="10382" y="1111"/>
                    <a:pt x="9335" y="1111"/>
                  </a:cubicBezTo>
                  <a:cubicBezTo>
                    <a:pt x="9280" y="1111"/>
                    <a:pt x="9224" y="1112"/>
                    <a:pt x="9167" y="1113"/>
                  </a:cubicBezTo>
                  <a:cubicBezTo>
                    <a:pt x="8858" y="2039"/>
                    <a:pt x="7562" y="2224"/>
                    <a:pt x="6605" y="2687"/>
                  </a:cubicBezTo>
                  <a:cubicBezTo>
                    <a:pt x="5618" y="3953"/>
                    <a:pt x="5988" y="5558"/>
                    <a:pt x="5155" y="6669"/>
                  </a:cubicBezTo>
                  <a:cubicBezTo>
                    <a:pt x="4599" y="7378"/>
                    <a:pt x="2624" y="8088"/>
                    <a:pt x="1852" y="8798"/>
                  </a:cubicBezTo>
                  <a:cubicBezTo>
                    <a:pt x="1791" y="10341"/>
                    <a:pt x="927" y="11329"/>
                    <a:pt x="1" y="12285"/>
                  </a:cubicBezTo>
                  <a:lnTo>
                    <a:pt x="1" y="19198"/>
                  </a:lnTo>
                  <a:cubicBezTo>
                    <a:pt x="1266" y="20217"/>
                    <a:pt x="2377" y="21359"/>
                    <a:pt x="2933" y="22902"/>
                  </a:cubicBezTo>
                  <a:cubicBezTo>
                    <a:pt x="4630" y="23643"/>
                    <a:pt x="5772" y="24754"/>
                    <a:pt x="8056" y="25031"/>
                  </a:cubicBezTo>
                  <a:cubicBezTo>
                    <a:pt x="9414" y="24834"/>
                    <a:pt x="10791" y="24735"/>
                    <a:pt x="12173" y="24735"/>
                  </a:cubicBezTo>
                  <a:cubicBezTo>
                    <a:pt x="12518" y="24735"/>
                    <a:pt x="12864" y="24741"/>
                    <a:pt x="13210" y="24754"/>
                  </a:cubicBezTo>
                  <a:cubicBezTo>
                    <a:pt x="13947" y="24341"/>
                    <a:pt x="13923" y="23420"/>
                    <a:pt x="15213" y="23420"/>
                  </a:cubicBezTo>
                  <a:cubicBezTo>
                    <a:pt x="15272" y="23420"/>
                    <a:pt x="15335" y="23422"/>
                    <a:pt x="15401" y="23426"/>
                  </a:cubicBezTo>
                  <a:cubicBezTo>
                    <a:pt x="16080" y="23488"/>
                    <a:pt x="15617" y="24321"/>
                    <a:pt x="16142" y="24507"/>
                  </a:cubicBezTo>
                  <a:cubicBezTo>
                    <a:pt x="16370" y="24482"/>
                    <a:pt x="16579" y="24471"/>
                    <a:pt x="16774" y="24471"/>
                  </a:cubicBezTo>
                  <a:cubicBezTo>
                    <a:pt x="18025" y="24471"/>
                    <a:pt x="18665" y="24924"/>
                    <a:pt x="19814" y="25031"/>
                  </a:cubicBezTo>
                  <a:cubicBezTo>
                    <a:pt x="20325" y="24827"/>
                    <a:pt x="20625" y="24453"/>
                    <a:pt x="21430" y="24453"/>
                  </a:cubicBezTo>
                  <a:cubicBezTo>
                    <a:pt x="21598" y="24453"/>
                    <a:pt x="21787" y="24469"/>
                    <a:pt x="22005" y="24507"/>
                  </a:cubicBezTo>
                  <a:cubicBezTo>
                    <a:pt x="22376" y="26544"/>
                    <a:pt x="21234" y="27500"/>
                    <a:pt x="21265" y="29290"/>
                  </a:cubicBezTo>
                  <a:cubicBezTo>
                    <a:pt x="22314" y="30648"/>
                    <a:pt x="24104" y="31667"/>
                    <a:pt x="23456" y="33518"/>
                  </a:cubicBezTo>
                  <a:cubicBezTo>
                    <a:pt x="24443" y="34413"/>
                    <a:pt x="24505" y="35956"/>
                    <a:pt x="24937" y="37253"/>
                  </a:cubicBezTo>
                  <a:cubicBezTo>
                    <a:pt x="24011" y="38456"/>
                    <a:pt x="24227" y="40462"/>
                    <a:pt x="23456" y="41758"/>
                  </a:cubicBezTo>
                  <a:cubicBezTo>
                    <a:pt x="24999" y="42777"/>
                    <a:pt x="26172" y="44258"/>
                    <a:pt x="26789" y="46017"/>
                  </a:cubicBezTo>
                  <a:lnTo>
                    <a:pt x="26789" y="48394"/>
                  </a:lnTo>
                  <a:cubicBezTo>
                    <a:pt x="28394" y="49782"/>
                    <a:pt x="28363" y="52375"/>
                    <a:pt x="30060" y="53702"/>
                  </a:cubicBezTo>
                  <a:cubicBezTo>
                    <a:pt x="33578" y="53517"/>
                    <a:pt x="35338" y="52066"/>
                    <a:pt x="38486" y="51572"/>
                  </a:cubicBezTo>
                  <a:cubicBezTo>
                    <a:pt x="39041" y="50122"/>
                    <a:pt x="40152" y="49073"/>
                    <a:pt x="41788" y="48394"/>
                  </a:cubicBezTo>
                  <a:cubicBezTo>
                    <a:pt x="41603" y="47375"/>
                    <a:pt x="42436" y="47097"/>
                    <a:pt x="42127" y="46017"/>
                  </a:cubicBezTo>
                  <a:cubicBezTo>
                    <a:pt x="42703" y="45808"/>
                    <a:pt x="42990" y="45421"/>
                    <a:pt x="43835" y="45421"/>
                  </a:cubicBezTo>
                  <a:cubicBezTo>
                    <a:pt x="43987" y="45421"/>
                    <a:pt x="44157" y="45434"/>
                    <a:pt x="44349" y="45462"/>
                  </a:cubicBezTo>
                  <a:cubicBezTo>
                    <a:pt x="44380" y="42406"/>
                    <a:pt x="45892" y="40400"/>
                    <a:pt x="48763" y="39351"/>
                  </a:cubicBezTo>
                  <a:cubicBezTo>
                    <a:pt x="49287" y="36913"/>
                    <a:pt x="49287" y="34382"/>
                    <a:pt x="48763" y="31913"/>
                  </a:cubicBezTo>
                  <a:cubicBezTo>
                    <a:pt x="49534" y="30864"/>
                    <a:pt x="50151" y="29691"/>
                    <a:pt x="50552" y="28457"/>
                  </a:cubicBezTo>
                  <a:cubicBezTo>
                    <a:pt x="51447" y="28025"/>
                    <a:pt x="52188" y="27500"/>
                    <a:pt x="53145" y="27130"/>
                  </a:cubicBezTo>
                  <a:cubicBezTo>
                    <a:pt x="54873" y="25278"/>
                    <a:pt x="56478" y="23334"/>
                    <a:pt x="58268" y="21544"/>
                  </a:cubicBezTo>
                  <a:cubicBezTo>
                    <a:pt x="58546" y="20556"/>
                    <a:pt x="59040" y="19198"/>
                    <a:pt x="57898" y="18643"/>
                  </a:cubicBezTo>
                  <a:cubicBezTo>
                    <a:pt x="57787" y="18632"/>
                    <a:pt x="57684" y="18627"/>
                    <a:pt x="57588" y="18627"/>
                  </a:cubicBezTo>
                  <a:cubicBezTo>
                    <a:pt x="56369" y="18627"/>
                    <a:pt x="56318" y="19448"/>
                    <a:pt x="55118" y="19448"/>
                  </a:cubicBezTo>
                  <a:cubicBezTo>
                    <a:pt x="55079" y="19448"/>
                    <a:pt x="55038" y="19447"/>
                    <a:pt x="54997" y="19445"/>
                  </a:cubicBezTo>
                  <a:lnTo>
                    <a:pt x="51664" y="19445"/>
                  </a:lnTo>
                  <a:cubicBezTo>
                    <a:pt x="51509" y="17624"/>
                    <a:pt x="49688" y="16976"/>
                    <a:pt x="48361" y="15958"/>
                  </a:cubicBezTo>
                  <a:cubicBezTo>
                    <a:pt x="48701" y="14199"/>
                    <a:pt x="46201" y="14538"/>
                    <a:pt x="46911" y="12501"/>
                  </a:cubicBezTo>
                  <a:cubicBezTo>
                    <a:pt x="46294" y="11884"/>
                    <a:pt x="45152" y="11637"/>
                    <a:pt x="44720" y="10897"/>
                  </a:cubicBezTo>
                  <a:cubicBezTo>
                    <a:pt x="45028" y="10156"/>
                    <a:pt x="44288" y="8983"/>
                    <a:pt x="44627" y="8798"/>
                  </a:cubicBezTo>
                  <a:cubicBezTo>
                    <a:pt x="44534" y="8613"/>
                    <a:pt x="44411" y="8428"/>
                    <a:pt x="44288" y="8181"/>
                  </a:cubicBezTo>
                  <a:cubicBezTo>
                    <a:pt x="44220" y="8226"/>
                    <a:pt x="44119" y="8255"/>
                    <a:pt x="44046" y="8255"/>
                  </a:cubicBezTo>
                  <a:cubicBezTo>
                    <a:pt x="44019" y="8255"/>
                    <a:pt x="43995" y="8251"/>
                    <a:pt x="43979" y="8243"/>
                  </a:cubicBezTo>
                  <a:cubicBezTo>
                    <a:pt x="43855" y="8150"/>
                    <a:pt x="44041" y="8026"/>
                    <a:pt x="44195" y="7965"/>
                  </a:cubicBezTo>
                  <a:cubicBezTo>
                    <a:pt x="43516" y="6792"/>
                    <a:pt x="42590" y="5342"/>
                    <a:pt x="42220" y="4755"/>
                  </a:cubicBezTo>
                  <a:lnTo>
                    <a:pt x="42127" y="4755"/>
                  </a:lnTo>
                  <a:cubicBezTo>
                    <a:pt x="39473" y="4045"/>
                    <a:pt x="36140" y="3798"/>
                    <a:pt x="32591" y="3706"/>
                  </a:cubicBezTo>
                  <a:cubicBezTo>
                    <a:pt x="31542" y="3922"/>
                    <a:pt x="31727" y="5033"/>
                    <a:pt x="30770" y="5311"/>
                  </a:cubicBezTo>
                  <a:cubicBezTo>
                    <a:pt x="29104" y="4045"/>
                    <a:pt x="25770" y="3984"/>
                    <a:pt x="24196" y="2657"/>
                  </a:cubicBezTo>
                  <a:cubicBezTo>
                    <a:pt x="24474" y="1731"/>
                    <a:pt x="23795" y="1515"/>
                    <a:pt x="23456" y="1052"/>
                  </a:cubicBezTo>
                  <a:cubicBezTo>
                    <a:pt x="24320" y="990"/>
                    <a:pt x="24289" y="342"/>
                    <a:pt x="23826" y="2"/>
                  </a:cubicBezTo>
                  <a:cubicBezTo>
                    <a:pt x="23732" y="1"/>
                    <a:pt x="23638" y="0"/>
                    <a:pt x="23544" y="0"/>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61"/>
            <p:cNvSpPr/>
            <p:nvPr/>
          </p:nvSpPr>
          <p:spPr>
            <a:xfrm>
              <a:off x="4125426" y="1285977"/>
              <a:ext cx="4169261" cy="1976617"/>
            </a:xfrm>
            <a:custGeom>
              <a:avLst/>
              <a:gdLst/>
              <a:ahLst/>
              <a:cxnLst/>
              <a:rect l="l" t="t" r="r" b="b"/>
              <a:pathLst>
                <a:path w="153663" h="65413" extrusionOk="0">
                  <a:moveTo>
                    <a:pt x="90433" y="4284"/>
                  </a:moveTo>
                  <a:cubicBezTo>
                    <a:pt x="90468" y="4284"/>
                    <a:pt x="90498" y="4291"/>
                    <a:pt x="90519" y="4306"/>
                  </a:cubicBezTo>
                  <a:cubicBezTo>
                    <a:pt x="90679" y="4413"/>
                    <a:pt x="90355" y="4565"/>
                    <a:pt x="90204" y="4565"/>
                  </a:cubicBezTo>
                  <a:cubicBezTo>
                    <a:pt x="90181" y="4565"/>
                    <a:pt x="90161" y="4561"/>
                    <a:pt x="90148" y="4553"/>
                  </a:cubicBezTo>
                  <a:lnTo>
                    <a:pt x="90118" y="4584"/>
                  </a:lnTo>
                  <a:cubicBezTo>
                    <a:pt x="89963" y="4455"/>
                    <a:pt x="90259" y="4284"/>
                    <a:pt x="90433" y="4284"/>
                  </a:cubicBezTo>
                  <a:close/>
                  <a:moveTo>
                    <a:pt x="89323" y="4819"/>
                  </a:moveTo>
                  <a:cubicBezTo>
                    <a:pt x="89346" y="4819"/>
                    <a:pt x="89364" y="4822"/>
                    <a:pt x="89377" y="4831"/>
                  </a:cubicBezTo>
                  <a:cubicBezTo>
                    <a:pt x="89582" y="4933"/>
                    <a:pt x="89297" y="5100"/>
                    <a:pt x="89124" y="5100"/>
                  </a:cubicBezTo>
                  <a:cubicBezTo>
                    <a:pt x="89089" y="5100"/>
                    <a:pt x="89058" y="5093"/>
                    <a:pt x="89037" y="5078"/>
                  </a:cubicBezTo>
                  <a:lnTo>
                    <a:pt x="89037" y="5109"/>
                  </a:lnTo>
                  <a:cubicBezTo>
                    <a:pt x="88877" y="4975"/>
                    <a:pt x="89179" y="4819"/>
                    <a:pt x="89323" y="4819"/>
                  </a:cubicBezTo>
                  <a:close/>
                  <a:moveTo>
                    <a:pt x="88224" y="5086"/>
                  </a:moveTo>
                  <a:cubicBezTo>
                    <a:pt x="88256" y="5086"/>
                    <a:pt x="88281" y="5093"/>
                    <a:pt x="88297" y="5109"/>
                  </a:cubicBezTo>
                  <a:cubicBezTo>
                    <a:pt x="88483" y="5215"/>
                    <a:pt x="88164" y="5368"/>
                    <a:pt x="87993" y="5368"/>
                  </a:cubicBezTo>
                  <a:cubicBezTo>
                    <a:pt x="87966" y="5368"/>
                    <a:pt x="87943" y="5364"/>
                    <a:pt x="87926" y="5355"/>
                  </a:cubicBezTo>
                  <a:lnTo>
                    <a:pt x="87926" y="5386"/>
                  </a:lnTo>
                  <a:cubicBezTo>
                    <a:pt x="87772" y="5258"/>
                    <a:pt x="88068" y="5086"/>
                    <a:pt x="88224" y="5086"/>
                  </a:cubicBezTo>
                  <a:close/>
                  <a:moveTo>
                    <a:pt x="31455" y="8800"/>
                  </a:moveTo>
                  <a:cubicBezTo>
                    <a:pt x="31479" y="8800"/>
                    <a:pt x="31498" y="8804"/>
                    <a:pt x="31511" y="8812"/>
                  </a:cubicBezTo>
                  <a:cubicBezTo>
                    <a:pt x="31665" y="8915"/>
                    <a:pt x="31392" y="9081"/>
                    <a:pt x="31225" y="9081"/>
                  </a:cubicBezTo>
                  <a:cubicBezTo>
                    <a:pt x="31191" y="9081"/>
                    <a:pt x="31161" y="9074"/>
                    <a:pt x="31140" y="9059"/>
                  </a:cubicBezTo>
                  <a:lnTo>
                    <a:pt x="31140" y="9090"/>
                  </a:lnTo>
                  <a:cubicBezTo>
                    <a:pt x="30980" y="8956"/>
                    <a:pt x="31305" y="8800"/>
                    <a:pt x="31455" y="8800"/>
                  </a:cubicBezTo>
                  <a:close/>
                  <a:moveTo>
                    <a:pt x="63645" y="8860"/>
                  </a:moveTo>
                  <a:cubicBezTo>
                    <a:pt x="63771" y="8860"/>
                    <a:pt x="63858" y="8987"/>
                    <a:pt x="63731" y="9367"/>
                  </a:cubicBezTo>
                  <a:cubicBezTo>
                    <a:pt x="63021" y="9327"/>
                    <a:pt x="63404" y="8860"/>
                    <a:pt x="63645" y="8860"/>
                  </a:cubicBezTo>
                  <a:close/>
                  <a:moveTo>
                    <a:pt x="63731" y="9367"/>
                  </a:moveTo>
                  <a:cubicBezTo>
                    <a:pt x="64008" y="9769"/>
                    <a:pt x="65551" y="9275"/>
                    <a:pt x="65212" y="10139"/>
                  </a:cubicBezTo>
                  <a:cubicBezTo>
                    <a:pt x="64502" y="10046"/>
                    <a:pt x="63638" y="10077"/>
                    <a:pt x="63731" y="9367"/>
                  </a:cubicBezTo>
                  <a:close/>
                  <a:moveTo>
                    <a:pt x="38399" y="14108"/>
                  </a:moveTo>
                  <a:cubicBezTo>
                    <a:pt x="38423" y="14108"/>
                    <a:pt x="38442" y="14112"/>
                    <a:pt x="38455" y="14120"/>
                  </a:cubicBezTo>
                  <a:cubicBezTo>
                    <a:pt x="38634" y="14223"/>
                    <a:pt x="38345" y="14389"/>
                    <a:pt x="38189" y="14389"/>
                  </a:cubicBezTo>
                  <a:cubicBezTo>
                    <a:pt x="38157" y="14389"/>
                    <a:pt x="38131" y="14383"/>
                    <a:pt x="38115" y="14367"/>
                  </a:cubicBezTo>
                  <a:lnTo>
                    <a:pt x="38084" y="14398"/>
                  </a:lnTo>
                  <a:cubicBezTo>
                    <a:pt x="37924" y="14264"/>
                    <a:pt x="38249" y="14108"/>
                    <a:pt x="38399" y="14108"/>
                  </a:cubicBezTo>
                  <a:close/>
                  <a:moveTo>
                    <a:pt x="30431" y="18657"/>
                  </a:moveTo>
                  <a:cubicBezTo>
                    <a:pt x="30462" y="19459"/>
                    <a:pt x="29320" y="19428"/>
                    <a:pt x="28239" y="19459"/>
                  </a:cubicBezTo>
                  <a:cubicBezTo>
                    <a:pt x="28209" y="18657"/>
                    <a:pt x="29505" y="18780"/>
                    <a:pt x="30431" y="18657"/>
                  </a:cubicBezTo>
                  <a:close/>
                  <a:moveTo>
                    <a:pt x="26540" y="13312"/>
                  </a:moveTo>
                  <a:cubicBezTo>
                    <a:pt x="26872" y="13312"/>
                    <a:pt x="27047" y="13406"/>
                    <a:pt x="27128" y="13595"/>
                  </a:cubicBezTo>
                  <a:cubicBezTo>
                    <a:pt x="26820" y="15416"/>
                    <a:pt x="23857" y="15293"/>
                    <a:pt x="24197" y="17577"/>
                  </a:cubicBezTo>
                  <a:cubicBezTo>
                    <a:pt x="25061" y="18194"/>
                    <a:pt x="26048" y="18564"/>
                    <a:pt x="27128" y="18626"/>
                  </a:cubicBezTo>
                  <a:lnTo>
                    <a:pt x="27128" y="21280"/>
                  </a:lnTo>
                  <a:cubicBezTo>
                    <a:pt x="26416" y="21201"/>
                    <a:pt x="27058" y="20129"/>
                    <a:pt x="26216" y="20129"/>
                  </a:cubicBezTo>
                  <a:cubicBezTo>
                    <a:pt x="26073" y="20129"/>
                    <a:pt x="25888" y="20159"/>
                    <a:pt x="25647" y="20231"/>
                  </a:cubicBezTo>
                  <a:cubicBezTo>
                    <a:pt x="24845" y="21157"/>
                    <a:pt x="25369" y="23008"/>
                    <a:pt x="24197" y="23687"/>
                  </a:cubicBezTo>
                  <a:cubicBezTo>
                    <a:pt x="23972" y="23705"/>
                    <a:pt x="23757" y="23711"/>
                    <a:pt x="23551" y="23711"/>
                  </a:cubicBezTo>
                  <a:cubicBezTo>
                    <a:pt x="22911" y="23711"/>
                    <a:pt x="22354" y="23648"/>
                    <a:pt x="21851" y="23648"/>
                  </a:cubicBezTo>
                  <a:cubicBezTo>
                    <a:pt x="21647" y="23648"/>
                    <a:pt x="21453" y="23658"/>
                    <a:pt x="21265" y="23687"/>
                  </a:cubicBezTo>
                  <a:cubicBezTo>
                    <a:pt x="20246" y="23842"/>
                    <a:pt x="20030" y="24459"/>
                    <a:pt x="19073" y="24490"/>
                  </a:cubicBezTo>
                  <a:cubicBezTo>
                    <a:pt x="19136" y="24280"/>
                    <a:pt x="18628" y="23927"/>
                    <a:pt x="18277" y="23927"/>
                  </a:cubicBezTo>
                  <a:cubicBezTo>
                    <a:pt x="18112" y="23927"/>
                    <a:pt x="17982" y="24005"/>
                    <a:pt x="17962" y="24212"/>
                  </a:cubicBezTo>
                  <a:cubicBezTo>
                    <a:pt x="17098" y="24150"/>
                    <a:pt x="17098" y="23502"/>
                    <a:pt x="17962" y="23440"/>
                  </a:cubicBezTo>
                  <a:cubicBezTo>
                    <a:pt x="17098" y="22823"/>
                    <a:pt x="16543" y="21836"/>
                    <a:pt x="16512" y="20755"/>
                  </a:cubicBezTo>
                  <a:lnTo>
                    <a:pt x="16512" y="20755"/>
                  </a:lnTo>
                  <a:cubicBezTo>
                    <a:pt x="18098" y="20863"/>
                    <a:pt x="17764" y="23640"/>
                    <a:pt x="19814" y="23640"/>
                  </a:cubicBezTo>
                  <a:cubicBezTo>
                    <a:pt x="20117" y="23640"/>
                    <a:pt x="20473" y="23580"/>
                    <a:pt x="20894" y="23440"/>
                  </a:cubicBezTo>
                  <a:cubicBezTo>
                    <a:pt x="21728" y="22360"/>
                    <a:pt x="22283" y="21064"/>
                    <a:pt x="23086" y="19953"/>
                  </a:cubicBezTo>
                  <a:cubicBezTo>
                    <a:pt x="22931" y="19398"/>
                    <a:pt x="22684" y="18842"/>
                    <a:pt x="22345" y="18348"/>
                  </a:cubicBezTo>
                  <a:cubicBezTo>
                    <a:pt x="22561" y="15848"/>
                    <a:pt x="25184" y="15108"/>
                    <a:pt x="26388" y="13318"/>
                  </a:cubicBezTo>
                  <a:cubicBezTo>
                    <a:pt x="26442" y="13314"/>
                    <a:pt x="26492" y="13312"/>
                    <a:pt x="26540" y="13312"/>
                  </a:cubicBezTo>
                  <a:close/>
                  <a:moveTo>
                    <a:pt x="16851" y="34304"/>
                  </a:moveTo>
                  <a:lnTo>
                    <a:pt x="16851" y="34828"/>
                  </a:lnTo>
                  <a:cubicBezTo>
                    <a:pt x="16481" y="34828"/>
                    <a:pt x="16389" y="34365"/>
                    <a:pt x="16851" y="34304"/>
                  </a:cubicBezTo>
                  <a:close/>
                  <a:moveTo>
                    <a:pt x="108562" y="36980"/>
                  </a:moveTo>
                  <a:cubicBezTo>
                    <a:pt x="108644" y="36980"/>
                    <a:pt x="108729" y="36983"/>
                    <a:pt x="108820" y="36989"/>
                  </a:cubicBezTo>
                  <a:cubicBezTo>
                    <a:pt x="108820" y="37390"/>
                    <a:pt x="108635" y="38007"/>
                    <a:pt x="109190" y="38038"/>
                  </a:cubicBezTo>
                  <a:cubicBezTo>
                    <a:pt x="109032" y="38258"/>
                    <a:pt x="108834" y="38332"/>
                    <a:pt x="108609" y="38332"/>
                  </a:cubicBezTo>
                  <a:cubicBezTo>
                    <a:pt x="108134" y="38332"/>
                    <a:pt x="107540" y="37998"/>
                    <a:pt x="106956" y="37998"/>
                  </a:cubicBezTo>
                  <a:cubicBezTo>
                    <a:pt x="106846" y="37998"/>
                    <a:pt x="106737" y="38010"/>
                    <a:pt x="106629" y="38038"/>
                  </a:cubicBezTo>
                  <a:cubicBezTo>
                    <a:pt x="107119" y="37576"/>
                    <a:pt x="107394" y="36980"/>
                    <a:pt x="108562" y="36980"/>
                  </a:cubicBezTo>
                  <a:close/>
                  <a:moveTo>
                    <a:pt x="83463" y="0"/>
                  </a:moveTo>
                  <a:cubicBezTo>
                    <a:pt x="83374" y="0"/>
                    <a:pt x="83278" y="5"/>
                    <a:pt x="83174" y="16"/>
                  </a:cubicBezTo>
                  <a:cubicBezTo>
                    <a:pt x="82309" y="294"/>
                    <a:pt x="82032" y="942"/>
                    <a:pt x="82093" y="1868"/>
                  </a:cubicBezTo>
                  <a:cubicBezTo>
                    <a:pt x="81842" y="1808"/>
                    <a:pt x="81638" y="1783"/>
                    <a:pt x="81468" y="1783"/>
                  </a:cubicBezTo>
                  <a:cubicBezTo>
                    <a:pt x="80466" y="1783"/>
                    <a:pt x="80700" y="2678"/>
                    <a:pt x="79703" y="2678"/>
                  </a:cubicBezTo>
                  <a:cubicBezTo>
                    <a:pt x="79650" y="2678"/>
                    <a:pt x="79593" y="2676"/>
                    <a:pt x="79532" y="2670"/>
                  </a:cubicBezTo>
                  <a:cubicBezTo>
                    <a:pt x="78898" y="2560"/>
                    <a:pt x="79150" y="1835"/>
                    <a:pt x="78376" y="1835"/>
                  </a:cubicBezTo>
                  <a:cubicBezTo>
                    <a:pt x="78283" y="1835"/>
                    <a:pt x="78176" y="1845"/>
                    <a:pt x="78051" y="1868"/>
                  </a:cubicBezTo>
                  <a:cubicBezTo>
                    <a:pt x="77218" y="2513"/>
                    <a:pt x="76105" y="2947"/>
                    <a:pt x="74446" y="2947"/>
                  </a:cubicBezTo>
                  <a:cubicBezTo>
                    <a:pt x="74199" y="2947"/>
                    <a:pt x="73940" y="2937"/>
                    <a:pt x="73668" y="2917"/>
                  </a:cubicBezTo>
                  <a:cubicBezTo>
                    <a:pt x="73069" y="3260"/>
                    <a:pt x="72760" y="3761"/>
                    <a:pt x="71740" y="3761"/>
                  </a:cubicBezTo>
                  <a:cubicBezTo>
                    <a:pt x="71657" y="3761"/>
                    <a:pt x="71570" y="3758"/>
                    <a:pt x="71477" y="3751"/>
                  </a:cubicBezTo>
                  <a:cubicBezTo>
                    <a:pt x="70952" y="4059"/>
                    <a:pt x="71292" y="5047"/>
                    <a:pt x="70335" y="5047"/>
                  </a:cubicBezTo>
                  <a:cubicBezTo>
                    <a:pt x="70225" y="5074"/>
                    <a:pt x="70092" y="5084"/>
                    <a:pt x="69946" y="5084"/>
                  </a:cubicBezTo>
                  <a:cubicBezTo>
                    <a:pt x="69583" y="5084"/>
                    <a:pt x="69142" y="5023"/>
                    <a:pt x="68785" y="5023"/>
                  </a:cubicBezTo>
                  <a:cubicBezTo>
                    <a:pt x="68319" y="5023"/>
                    <a:pt x="67996" y="5127"/>
                    <a:pt x="68175" y="5602"/>
                  </a:cubicBezTo>
                  <a:cubicBezTo>
                    <a:pt x="68175" y="6559"/>
                    <a:pt x="70304" y="5973"/>
                    <a:pt x="69996" y="7176"/>
                  </a:cubicBezTo>
                  <a:cubicBezTo>
                    <a:pt x="68756" y="6923"/>
                    <a:pt x="68365" y="6103"/>
                    <a:pt x="66804" y="6103"/>
                  </a:cubicBezTo>
                  <a:cubicBezTo>
                    <a:pt x="66655" y="6103"/>
                    <a:pt x="66495" y="6111"/>
                    <a:pt x="66323" y="6127"/>
                  </a:cubicBezTo>
                  <a:cubicBezTo>
                    <a:pt x="66323" y="6837"/>
                    <a:pt x="66539" y="7670"/>
                    <a:pt x="65582" y="7732"/>
                  </a:cubicBezTo>
                  <a:cubicBezTo>
                    <a:pt x="65181" y="7392"/>
                    <a:pt x="65181" y="6775"/>
                    <a:pt x="65212" y="6127"/>
                  </a:cubicBezTo>
                  <a:cubicBezTo>
                    <a:pt x="65109" y="6111"/>
                    <a:pt x="65017" y="6104"/>
                    <a:pt x="64936" y="6104"/>
                  </a:cubicBezTo>
                  <a:cubicBezTo>
                    <a:pt x="64033" y="6104"/>
                    <a:pt x="64380" y="6993"/>
                    <a:pt x="63497" y="6993"/>
                  </a:cubicBezTo>
                  <a:cubicBezTo>
                    <a:pt x="63368" y="6993"/>
                    <a:pt x="63211" y="6973"/>
                    <a:pt x="63021" y="6929"/>
                  </a:cubicBezTo>
                  <a:cubicBezTo>
                    <a:pt x="62548" y="6509"/>
                    <a:pt x="62522" y="5776"/>
                    <a:pt x="61479" y="5776"/>
                  </a:cubicBezTo>
                  <a:cubicBezTo>
                    <a:pt x="61297" y="5776"/>
                    <a:pt x="61083" y="5799"/>
                    <a:pt x="60830" y="5849"/>
                  </a:cubicBezTo>
                  <a:cubicBezTo>
                    <a:pt x="59811" y="6960"/>
                    <a:pt x="58392" y="7824"/>
                    <a:pt x="57157" y="8781"/>
                  </a:cubicBezTo>
                  <a:cubicBezTo>
                    <a:pt x="56941" y="8792"/>
                    <a:pt x="56747" y="8797"/>
                    <a:pt x="56570" y="8797"/>
                  </a:cubicBezTo>
                  <a:cubicBezTo>
                    <a:pt x="54792" y="8797"/>
                    <a:pt x="54734" y="8284"/>
                    <a:pt x="52404" y="8256"/>
                  </a:cubicBezTo>
                  <a:lnTo>
                    <a:pt x="52404" y="8256"/>
                  </a:lnTo>
                  <a:cubicBezTo>
                    <a:pt x="51818" y="9553"/>
                    <a:pt x="54287" y="8658"/>
                    <a:pt x="53855" y="9830"/>
                  </a:cubicBezTo>
                  <a:cubicBezTo>
                    <a:pt x="53473" y="9769"/>
                    <a:pt x="53088" y="9748"/>
                    <a:pt x="52689" y="9748"/>
                  </a:cubicBezTo>
                  <a:cubicBezTo>
                    <a:pt x="51748" y="9748"/>
                    <a:pt x="50729" y="9867"/>
                    <a:pt x="49499" y="9867"/>
                  </a:cubicBezTo>
                  <a:cubicBezTo>
                    <a:pt x="49139" y="9867"/>
                    <a:pt x="48761" y="9857"/>
                    <a:pt x="48361" y="9830"/>
                  </a:cubicBezTo>
                  <a:cubicBezTo>
                    <a:pt x="46726" y="10324"/>
                    <a:pt x="45831" y="11343"/>
                    <a:pt x="43979" y="11713"/>
                  </a:cubicBezTo>
                  <a:lnTo>
                    <a:pt x="43979" y="10139"/>
                  </a:lnTo>
                  <a:cubicBezTo>
                    <a:pt x="43757" y="10146"/>
                    <a:pt x="43539" y="10152"/>
                    <a:pt x="43332" y="10152"/>
                  </a:cubicBezTo>
                  <a:cubicBezTo>
                    <a:pt x="42676" y="10152"/>
                    <a:pt x="42116" y="10096"/>
                    <a:pt x="41788" y="9861"/>
                  </a:cubicBezTo>
                  <a:lnTo>
                    <a:pt x="41788" y="9861"/>
                  </a:lnTo>
                  <a:cubicBezTo>
                    <a:pt x="41875" y="11251"/>
                    <a:pt x="41799" y="12532"/>
                    <a:pt x="39954" y="12532"/>
                  </a:cubicBezTo>
                  <a:cubicBezTo>
                    <a:pt x="39832" y="12532"/>
                    <a:pt x="39703" y="12527"/>
                    <a:pt x="39566" y="12515"/>
                  </a:cubicBezTo>
                  <a:lnTo>
                    <a:pt x="39566" y="12515"/>
                  </a:lnTo>
                  <a:cubicBezTo>
                    <a:pt x="39689" y="13503"/>
                    <a:pt x="38239" y="13318"/>
                    <a:pt x="37375" y="13595"/>
                  </a:cubicBezTo>
                  <a:cubicBezTo>
                    <a:pt x="36480" y="13935"/>
                    <a:pt x="38023" y="14367"/>
                    <a:pt x="37004" y="14645"/>
                  </a:cubicBezTo>
                  <a:cubicBezTo>
                    <a:pt x="36867" y="14664"/>
                    <a:pt x="36737" y="14674"/>
                    <a:pt x="36616" y="14674"/>
                  </a:cubicBezTo>
                  <a:cubicBezTo>
                    <a:pt x="34829" y="14674"/>
                    <a:pt x="34726" y="12673"/>
                    <a:pt x="34813" y="12268"/>
                  </a:cubicBezTo>
                  <a:cubicBezTo>
                    <a:pt x="35492" y="12268"/>
                    <a:pt x="36201" y="12249"/>
                    <a:pt x="36882" y="12249"/>
                  </a:cubicBezTo>
                  <a:cubicBezTo>
                    <a:pt x="37903" y="12249"/>
                    <a:pt x="38862" y="12293"/>
                    <a:pt x="39566" y="12515"/>
                  </a:cubicBezTo>
                  <a:cubicBezTo>
                    <a:pt x="40553" y="10849"/>
                    <a:pt x="37498" y="9985"/>
                    <a:pt x="35153" y="9861"/>
                  </a:cubicBezTo>
                  <a:cubicBezTo>
                    <a:pt x="34597" y="9213"/>
                    <a:pt x="33609" y="8874"/>
                    <a:pt x="32252" y="8812"/>
                  </a:cubicBezTo>
                  <a:cubicBezTo>
                    <a:pt x="31758" y="8133"/>
                    <a:pt x="31140" y="7608"/>
                    <a:pt x="30400" y="7207"/>
                  </a:cubicBezTo>
                  <a:lnTo>
                    <a:pt x="27128" y="7207"/>
                  </a:lnTo>
                  <a:cubicBezTo>
                    <a:pt x="26110" y="7701"/>
                    <a:pt x="25184" y="8287"/>
                    <a:pt x="24197" y="8812"/>
                  </a:cubicBezTo>
                  <a:cubicBezTo>
                    <a:pt x="24151" y="8693"/>
                    <a:pt x="24091" y="8652"/>
                    <a:pt x="24013" y="8652"/>
                  </a:cubicBezTo>
                  <a:cubicBezTo>
                    <a:pt x="23852" y="8652"/>
                    <a:pt x="23612" y="8824"/>
                    <a:pt x="23251" y="8824"/>
                  </a:cubicBezTo>
                  <a:cubicBezTo>
                    <a:pt x="23198" y="8824"/>
                    <a:pt x="23143" y="8820"/>
                    <a:pt x="23086" y="8812"/>
                  </a:cubicBezTo>
                  <a:cubicBezTo>
                    <a:pt x="21789" y="9800"/>
                    <a:pt x="20154" y="10540"/>
                    <a:pt x="18703" y="11466"/>
                  </a:cubicBezTo>
                  <a:cubicBezTo>
                    <a:pt x="18302" y="12639"/>
                    <a:pt x="17530" y="13657"/>
                    <a:pt x="16512" y="14367"/>
                  </a:cubicBezTo>
                  <a:cubicBezTo>
                    <a:pt x="16419" y="14058"/>
                    <a:pt x="15833" y="14151"/>
                    <a:pt x="15401" y="14120"/>
                  </a:cubicBezTo>
                  <a:lnTo>
                    <a:pt x="15401" y="15169"/>
                  </a:lnTo>
                  <a:cubicBezTo>
                    <a:pt x="13086" y="15262"/>
                    <a:pt x="12839" y="16867"/>
                    <a:pt x="12099" y="18101"/>
                  </a:cubicBezTo>
                  <a:cubicBezTo>
                    <a:pt x="12839" y="18719"/>
                    <a:pt x="12932" y="19799"/>
                    <a:pt x="12839" y="21033"/>
                  </a:cubicBezTo>
                  <a:cubicBezTo>
                    <a:pt x="13179" y="21743"/>
                    <a:pt x="15154" y="21311"/>
                    <a:pt x="15771" y="21836"/>
                  </a:cubicBezTo>
                  <a:cubicBezTo>
                    <a:pt x="14969" y="22607"/>
                    <a:pt x="14290" y="22885"/>
                    <a:pt x="14290" y="23687"/>
                  </a:cubicBezTo>
                  <a:cubicBezTo>
                    <a:pt x="14372" y="23674"/>
                    <a:pt x="14444" y="23668"/>
                    <a:pt x="14509" y="23668"/>
                  </a:cubicBezTo>
                  <a:cubicBezTo>
                    <a:pt x="15049" y="23668"/>
                    <a:pt x="15003" y="24104"/>
                    <a:pt x="15031" y="24490"/>
                  </a:cubicBezTo>
                  <a:cubicBezTo>
                    <a:pt x="13734" y="24490"/>
                    <a:pt x="12901" y="24891"/>
                    <a:pt x="11728" y="25014"/>
                  </a:cubicBezTo>
                  <a:cubicBezTo>
                    <a:pt x="11389" y="25477"/>
                    <a:pt x="10710" y="25693"/>
                    <a:pt x="10988" y="26588"/>
                  </a:cubicBezTo>
                  <a:cubicBezTo>
                    <a:pt x="10783" y="26545"/>
                    <a:pt x="10610" y="26526"/>
                    <a:pt x="10465" y="26526"/>
                  </a:cubicBezTo>
                  <a:cubicBezTo>
                    <a:pt x="9218" y="26526"/>
                    <a:pt x="9918" y="27932"/>
                    <a:pt x="8678" y="27932"/>
                  </a:cubicBezTo>
                  <a:cubicBezTo>
                    <a:pt x="8601" y="27932"/>
                    <a:pt x="8518" y="27927"/>
                    <a:pt x="8426" y="27915"/>
                  </a:cubicBezTo>
                  <a:lnTo>
                    <a:pt x="8426" y="27915"/>
                  </a:lnTo>
                  <a:cubicBezTo>
                    <a:pt x="8488" y="28255"/>
                    <a:pt x="8364" y="28409"/>
                    <a:pt x="8056" y="28471"/>
                  </a:cubicBezTo>
                  <a:cubicBezTo>
                    <a:pt x="7947" y="28462"/>
                    <a:pt x="7843" y="28458"/>
                    <a:pt x="7745" y="28458"/>
                  </a:cubicBezTo>
                  <a:cubicBezTo>
                    <a:pt x="6402" y="28458"/>
                    <a:pt x="6044" y="29204"/>
                    <a:pt x="5124" y="29520"/>
                  </a:cubicBezTo>
                  <a:cubicBezTo>
                    <a:pt x="4229" y="29674"/>
                    <a:pt x="3241" y="29767"/>
                    <a:pt x="3303" y="30600"/>
                  </a:cubicBezTo>
                  <a:cubicBezTo>
                    <a:pt x="3623" y="30820"/>
                    <a:pt x="4201" y="30859"/>
                    <a:pt x="4828" y="30859"/>
                  </a:cubicBezTo>
                  <a:cubicBezTo>
                    <a:pt x="5170" y="30859"/>
                    <a:pt x="5527" y="30847"/>
                    <a:pt x="5865" y="30847"/>
                  </a:cubicBezTo>
                  <a:cubicBezTo>
                    <a:pt x="5679" y="32051"/>
                    <a:pt x="7562" y="31742"/>
                    <a:pt x="7346" y="32977"/>
                  </a:cubicBezTo>
                  <a:cubicBezTo>
                    <a:pt x="6945" y="33347"/>
                    <a:pt x="6945" y="33964"/>
                    <a:pt x="6235" y="34057"/>
                  </a:cubicBezTo>
                  <a:cubicBezTo>
                    <a:pt x="5755" y="33873"/>
                    <a:pt x="5287" y="33811"/>
                    <a:pt x="4812" y="33811"/>
                  </a:cubicBezTo>
                  <a:cubicBezTo>
                    <a:pt x="3803" y="33811"/>
                    <a:pt x="2761" y="34092"/>
                    <a:pt x="1500" y="34092"/>
                  </a:cubicBezTo>
                  <a:cubicBezTo>
                    <a:pt x="1256" y="34092"/>
                    <a:pt x="1003" y="34082"/>
                    <a:pt x="742" y="34057"/>
                  </a:cubicBezTo>
                  <a:lnTo>
                    <a:pt x="742" y="34057"/>
                  </a:lnTo>
                  <a:cubicBezTo>
                    <a:pt x="371" y="34921"/>
                    <a:pt x="1544" y="36927"/>
                    <a:pt x="1" y="36958"/>
                  </a:cubicBezTo>
                  <a:cubicBezTo>
                    <a:pt x="279" y="37729"/>
                    <a:pt x="1112" y="38131"/>
                    <a:pt x="742" y="39365"/>
                  </a:cubicBezTo>
                  <a:cubicBezTo>
                    <a:pt x="1045" y="39315"/>
                    <a:pt x="1311" y="39294"/>
                    <a:pt x="1550" y="39294"/>
                  </a:cubicBezTo>
                  <a:cubicBezTo>
                    <a:pt x="2644" y="39294"/>
                    <a:pt x="3157" y="39738"/>
                    <a:pt x="4044" y="39890"/>
                  </a:cubicBezTo>
                  <a:cubicBezTo>
                    <a:pt x="4723" y="39627"/>
                    <a:pt x="5108" y="39496"/>
                    <a:pt x="5498" y="39496"/>
                  </a:cubicBezTo>
                  <a:cubicBezTo>
                    <a:pt x="5888" y="39496"/>
                    <a:pt x="6281" y="39627"/>
                    <a:pt x="6976" y="39890"/>
                  </a:cubicBezTo>
                  <a:cubicBezTo>
                    <a:pt x="7809" y="38810"/>
                    <a:pt x="9074" y="38038"/>
                    <a:pt x="8796" y="36155"/>
                  </a:cubicBezTo>
                  <a:cubicBezTo>
                    <a:pt x="10401" y="35816"/>
                    <a:pt x="10124" y="34119"/>
                    <a:pt x="12099" y="34057"/>
                  </a:cubicBezTo>
                  <a:cubicBezTo>
                    <a:pt x="12524" y="34236"/>
                    <a:pt x="12879" y="34302"/>
                    <a:pt x="13202" y="34302"/>
                  </a:cubicBezTo>
                  <a:cubicBezTo>
                    <a:pt x="14050" y="34302"/>
                    <a:pt x="14676" y="33846"/>
                    <a:pt x="15771" y="33779"/>
                  </a:cubicBezTo>
                  <a:lnTo>
                    <a:pt x="15771" y="33779"/>
                  </a:lnTo>
                  <a:cubicBezTo>
                    <a:pt x="14722" y="34798"/>
                    <a:pt x="15247" y="36464"/>
                    <a:pt x="15771" y="37760"/>
                  </a:cubicBezTo>
                  <a:cubicBezTo>
                    <a:pt x="18086" y="37606"/>
                    <a:pt x="16635" y="36248"/>
                    <a:pt x="16851" y="34828"/>
                  </a:cubicBezTo>
                  <a:lnTo>
                    <a:pt x="16851" y="34828"/>
                  </a:lnTo>
                  <a:cubicBezTo>
                    <a:pt x="17623" y="34921"/>
                    <a:pt x="17592" y="35538"/>
                    <a:pt x="17962" y="35909"/>
                  </a:cubicBezTo>
                  <a:cubicBezTo>
                    <a:pt x="19752" y="35939"/>
                    <a:pt x="20863" y="36433"/>
                    <a:pt x="21265" y="37513"/>
                  </a:cubicBezTo>
                  <a:cubicBezTo>
                    <a:pt x="21215" y="37963"/>
                    <a:pt x="20639" y="38049"/>
                    <a:pt x="19931" y="38049"/>
                  </a:cubicBezTo>
                  <a:cubicBezTo>
                    <a:pt x="19764" y="38049"/>
                    <a:pt x="19590" y="38044"/>
                    <a:pt x="19413" y="38038"/>
                  </a:cubicBezTo>
                  <a:lnTo>
                    <a:pt x="19413" y="38038"/>
                  </a:lnTo>
                  <a:cubicBezTo>
                    <a:pt x="19351" y="38964"/>
                    <a:pt x="20709" y="38871"/>
                    <a:pt x="21265" y="39365"/>
                  </a:cubicBezTo>
                  <a:cubicBezTo>
                    <a:pt x="21080" y="38161"/>
                    <a:pt x="22252" y="37945"/>
                    <a:pt x="23086" y="37513"/>
                  </a:cubicBezTo>
                  <a:cubicBezTo>
                    <a:pt x="23302" y="36896"/>
                    <a:pt x="22376" y="37112"/>
                    <a:pt x="22345" y="36711"/>
                  </a:cubicBezTo>
                  <a:cubicBezTo>
                    <a:pt x="22484" y="36540"/>
                    <a:pt x="22618" y="36477"/>
                    <a:pt x="22749" y="36477"/>
                  </a:cubicBezTo>
                  <a:cubicBezTo>
                    <a:pt x="23116" y="36477"/>
                    <a:pt x="23455" y="36976"/>
                    <a:pt x="23801" y="36976"/>
                  </a:cubicBezTo>
                  <a:cubicBezTo>
                    <a:pt x="23931" y="36976"/>
                    <a:pt x="24062" y="36905"/>
                    <a:pt x="24197" y="36711"/>
                  </a:cubicBezTo>
                  <a:cubicBezTo>
                    <a:pt x="23209" y="35291"/>
                    <a:pt x="18641" y="35044"/>
                    <a:pt x="19814" y="32977"/>
                  </a:cubicBezTo>
                  <a:lnTo>
                    <a:pt x="19814" y="32977"/>
                  </a:lnTo>
                  <a:cubicBezTo>
                    <a:pt x="20894" y="34211"/>
                    <a:pt x="22962" y="34767"/>
                    <a:pt x="24197" y="35909"/>
                  </a:cubicBezTo>
                  <a:cubicBezTo>
                    <a:pt x="24413" y="36094"/>
                    <a:pt x="24721" y="36742"/>
                    <a:pt x="24906" y="36958"/>
                  </a:cubicBezTo>
                  <a:cubicBezTo>
                    <a:pt x="25215" y="37297"/>
                    <a:pt x="25801" y="37606"/>
                    <a:pt x="25647" y="38038"/>
                  </a:cubicBezTo>
                  <a:lnTo>
                    <a:pt x="25647" y="39612"/>
                  </a:lnTo>
                  <a:cubicBezTo>
                    <a:pt x="25976" y="39859"/>
                    <a:pt x="26580" y="39900"/>
                    <a:pt x="27238" y="39900"/>
                  </a:cubicBezTo>
                  <a:cubicBezTo>
                    <a:pt x="27567" y="39900"/>
                    <a:pt x="27910" y="39890"/>
                    <a:pt x="28239" y="39890"/>
                  </a:cubicBezTo>
                  <a:cubicBezTo>
                    <a:pt x="28826" y="38964"/>
                    <a:pt x="27561" y="37668"/>
                    <a:pt x="28579" y="36711"/>
                  </a:cubicBezTo>
                  <a:lnTo>
                    <a:pt x="29690" y="36711"/>
                  </a:lnTo>
                  <a:cubicBezTo>
                    <a:pt x="29258" y="37729"/>
                    <a:pt x="29628" y="37699"/>
                    <a:pt x="29320" y="38810"/>
                  </a:cubicBezTo>
                  <a:cubicBezTo>
                    <a:pt x="29362" y="38805"/>
                    <a:pt x="29401" y="38803"/>
                    <a:pt x="29437" y="38803"/>
                  </a:cubicBezTo>
                  <a:cubicBezTo>
                    <a:pt x="30121" y="38803"/>
                    <a:pt x="29845" y="39597"/>
                    <a:pt x="30431" y="39890"/>
                  </a:cubicBezTo>
                  <a:cubicBezTo>
                    <a:pt x="31033" y="40198"/>
                    <a:pt x="31864" y="40322"/>
                    <a:pt x="32685" y="40322"/>
                  </a:cubicBezTo>
                  <a:cubicBezTo>
                    <a:pt x="33672" y="40322"/>
                    <a:pt x="34644" y="40142"/>
                    <a:pt x="35183" y="39890"/>
                  </a:cubicBezTo>
                  <a:lnTo>
                    <a:pt x="35183" y="39890"/>
                  </a:lnTo>
                  <a:cubicBezTo>
                    <a:pt x="36232" y="40249"/>
                    <a:pt x="34343" y="41219"/>
                    <a:pt x="35756" y="41219"/>
                  </a:cubicBezTo>
                  <a:cubicBezTo>
                    <a:pt x="35799" y="41219"/>
                    <a:pt x="35844" y="41219"/>
                    <a:pt x="35893" y="41217"/>
                  </a:cubicBezTo>
                  <a:cubicBezTo>
                    <a:pt x="35963" y="41225"/>
                    <a:pt x="36027" y="41229"/>
                    <a:pt x="36085" y="41229"/>
                  </a:cubicBezTo>
                  <a:cubicBezTo>
                    <a:pt x="37161" y="41229"/>
                    <a:pt x="36286" y="39834"/>
                    <a:pt x="37323" y="39834"/>
                  </a:cubicBezTo>
                  <a:cubicBezTo>
                    <a:pt x="37438" y="39834"/>
                    <a:pt x="37577" y="39851"/>
                    <a:pt x="37745" y="39890"/>
                  </a:cubicBezTo>
                  <a:lnTo>
                    <a:pt x="37745" y="41464"/>
                  </a:lnTo>
                  <a:cubicBezTo>
                    <a:pt x="36850" y="41865"/>
                    <a:pt x="37220" y="43192"/>
                    <a:pt x="36449" y="43686"/>
                  </a:cubicBezTo>
                  <a:cubicBezTo>
                    <a:pt x="37097" y="44858"/>
                    <a:pt x="38609" y="47667"/>
                    <a:pt x="38825" y="48099"/>
                  </a:cubicBezTo>
                  <a:cubicBezTo>
                    <a:pt x="39597" y="48685"/>
                    <a:pt x="40276" y="49765"/>
                    <a:pt x="39936" y="50259"/>
                  </a:cubicBezTo>
                  <a:cubicBezTo>
                    <a:pt x="41479" y="51370"/>
                    <a:pt x="42498" y="52821"/>
                    <a:pt x="43979" y="53963"/>
                  </a:cubicBezTo>
                  <a:cubicBezTo>
                    <a:pt x="44843" y="55074"/>
                    <a:pt x="44720" y="56740"/>
                    <a:pt x="46541" y="57697"/>
                  </a:cubicBezTo>
                  <a:cubicBezTo>
                    <a:pt x="49102" y="57080"/>
                    <a:pt x="50892" y="55876"/>
                    <a:pt x="53886" y="55567"/>
                  </a:cubicBezTo>
                  <a:cubicBezTo>
                    <a:pt x="54379" y="55413"/>
                    <a:pt x="53947" y="54549"/>
                    <a:pt x="54595" y="54487"/>
                  </a:cubicBezTo>
                  <a:cubicBezTo>
                    <a:pt x="56200" y="54302"/>
                    <a:pt x="56848" y="53469"/>
                    <a:pt x="58268" y="53160"/>
                  </a:cubicBezTo>
                  <a:cubicBezTo>
                    <a:pt x="58021" y="52018"/>
                    <a:pt x="59348" y="51987"/>
                    <a:pt x="59379" y="51031"/>
                  </a:cubicBezTo>
                  <a:cubicBezTo>
                    <a:pt x="58731" y="50074"/>
                    <a:pt x="56848" y="50043"/>
                    <a:pt x="57157" y="48377"/>
                  </a:cubicBezTo>
                  <a:cubicBezTo>
                    <a:pt x="56896" y="48353"/>
                    <a:pt x="56651" y="48342"/>
                    <a:pt x="56421" y="48342"/>
                  </a:cubicBezTo>
                  <a:cubicBezTo>
                    <a:pt x="55432" y="48342"/>
                    <a:pt x="54732" y="48551"/>
                    <a:pt x="54256" y="48901"/>
                  </a:cubicBezTo>
                  <a:cubicBezTo>
                    <a:pt x="53947" y="47914"/>
                    <a:pt x="52589" y="47636"/>
                    <a:pt x="52775" y="46247"/>
                  </a:cubicBezTo>
                  <a:lnTo>
                    <a:pt x="52775" y="46247"/>
                  </a:lnTo>
                  <a:cubicBezTo>
                    <a:pt x="52716" y="46252"/>
                    <a:pt x="52660" y="46254"/>
                    <a:pt x="52607" y="46254"/>
                  </a:cubicBezTo>
                  <a:cubicBezTo>
                    <a:pt x="51581" y="46254"/>
                    <a:pt x="51658" y="45433"/>
                    <a:pt x="50954" y="45198"/>
                  </a:cubicBezTo>
                  <a:cubicBezTo>
                    <a:pt x="51509" y="45044"/>
                    <a:pt x="51880" y="44797"/>
                    <a:pt x="52404" y="44673"/>
                  </a:cubicBezTo>
                  <a:cubicBezTo>
                    <a:pt x="54347" y="45527"/>
                    <a:pt x="53875" y="48149"/>
                    <a:pt x="57067" y="48149"/>
                  </a:cubicBezTo>
                  <a:cubicBezTo>
                    <a:pt x="57222" y="48149"/>
                    <a:pt x="57385" y="48143"/>
                    <a:pt x="57558" y="48130"/>
                  </a:cubicBezTo>
                  <a:cubicBezTo>
                    <a:pt x="57682" y="48654"/>
                    <a:pt x="58577" y="48624"/>
                    <a:pt x="58268" y="49457"/>
                  </a:cubicBezTo>
                  <a:cubicBezTo>
                    <a:pt x="58402" y="49468"/>
                    <a:pt x="58527" y="49474"/>
                    <a:pt x="58645" y="49474"/>
                  </a:cubicBezTo>
                  <a:cubicBezTo>
                    <a:pt x="60078" y="49474"/>
                    <a:pt x="60416" y="48685"/>
                    <a:pt x="61864" y="48685"/>
                  </a:cubicBezTo>
                  <a:cubicBezTo>
                    <a:pt x="61889" y="48685"/>
                    <a:pt x="61915" y="48685"/>
                    <a:pt x="61941" y="48685"/>
                  </a:cubicBezTo>
                  <a:cubicBezTo>
                    <a:pt x="62315" y="48829"/>
                    <a:pt x="62340" y="49216"/>
                    <a:pt x="62920" y="49216"/>
                  </a:cubicBezTo>
                  <a:cubicBezTo>
                    <a:pt x="62961" y="49216"/>
                    <a:pt x="63005" y="49214"/>
                    <a:pt x="63052" y="49210"/>
                  </a:cubicBezTo>
                  <a:cubicBezTo>
                    <a:pt x="63320" y="49180"/>
                    <a:pt x="63568" y="49167"/>
                    <a:pt x="63797" y="49167"/>
                  </a:cubicBezTo>
                  <a:cubicBezTo>
                    <a:pt x="65730" y="49167"/>
                    <a:pt x="66394" y="50123"/>
                    <a:pt x="67774" y="50537"/>
                  </a:cubicBezTo>
                  <a:cubicBezTo>
                    <a:pt x="67696" y="50525"/>
                    <a:pt x="67627" y="50519"/>
                    <a:pt x="67566" y="50519"/>
                  </a:cubicBezTo>
                  <a:cubicBezTo>
                    <a:pt x="67164" y="50519"/>
                    <a:pt x="67090" y="50767"/>
                    <a:pt x="67064" y="51062"/>
                  </a:cubicBezTo>
                  <a:cubicBezTo>
                    <a:pt x="67465" y="51555"/>
                    <a:pt x="68761" y="51432"/>
                    <a:pt x="69286" y="51864"/>
                  </a:cubicBezTo>
                  <a:cubicBezTo>
                    <a:pt x="69070" y="52697"/>
                    <a:pt x="69934" y="52790"/>
                    <a:pt x="69625" y="53716"/>
                  </a:cubicBezTo>
                  <a:cubicBezTo>
                    <a:pt x="70736" y="54611"/>
                    <a:pt x="71199" y="55938"/>
                    <a:pt x="71816" y="57203"/>
                  </a:cubicBezTo>
                  <a:cubicBezTo>
                    <a:pt x="72588" y="57697"/>
                    <a:pt x="73360" y="58191"/>
                    <a:pt x="73668" y="59055"/>
                  </a:cubicBezTo>
                  <a:lnTo>
                    <a:pt x="73668" y="60660"/>
                  </a:lnTo>
                  <a:cubicBezTo>
                    <a:pt x="73946" y="60882"/>
                    <a:pt x="74468" y="60926"/>
                    <a:pt x="75048" y="60926"/>
                  </a:cubicBezTo>
                  <a:cubicBezTo>
                    <a:pt x="75435" y="60926"/>
                    <a:pt x="75847" y="60907"/>
                    <a:pt x="76230" y="60907"/>
                  </a:cubicBezTo>
                  <a:cubicBezTo>
                    <a:pt x="76723" y="59209"/>
                    <a:pt x="78020" y="58129"/>
                    <a:pt x="77680" y="55845"/>
                  </a:cubicBezTo>
                  <a:lnTo>
                    <a:pt x="79162" y="55845"/>
                  </a:lnTo>
                  <a:lnTo>
                    <a:pt x="79162" y="54796"/>
                  </a:lnTo>
                  <a:cubicBezTo>
                    <a:pt x="79363" y="54850"/>
                    <a:pt x="79521" y="54872"/>
                    <a:pt x="79647" y="54872"/>
                  </a:cubicBezTo>
                  <a:cubicBezTo>
                    <a:pt x="80313" y="54872"/>
                    <a:pt x="80096" y="54243"/>
                    <a:pt x="80723" y="54243"/>
                  </a:cubicBezTo>
                  <a:cubicBezTo>
                    <a:pt x="80797" y="54243"/>
                    <a:pt x="80882" y="54252"/>
                    <a:pt x="80982" y="54271"/>
                  </a:cubicBezTo>
                  <a:cubicBezTo>
                    <a:pt x="80890" y="53037"/>
                    <a:pt x="82340" y="52913"/>
                    <a:pt x="82834" y="52142"/>
                  </a:cubicBezTo>
                  <a:cubicBezTo>
                    <a:pt x="83822" y="51555"/>
                    <a:pt x="84964" y="51185"/>
                    <a:pt x="86105" y="51062"/>
                  </a:cubicBezTo>
                  <a:cubicBezTo>
                    <a:pt x="86939" y="51802"/>
                    <a:pt x="86939" y="53129"/>
                    <a:pt x="88328" y="53469"/>
                  </a:cubicBezTo>
                  <a:cubicBezTo>
                    <a:pt x="88451" y="54086"/>
                    <a:pt x="87649" y="54024"/>
                    <a:pt x="87926" y="54796"/>
                  </a:cubicBezTo>
                  <a:cubicBezTo>
                    <a:pt x="88358" y="55660"/>
                    <a:pt x="90858" y="54981"/>
                    <a:pt x="91630" y="55567"/>
                  </a:cubicBezTo>
                  <a:cubicBezTo>
                    <a:pt x="91136" y="56154"/>
                    <a:pt x="91815" y="56339"/>
                    <a:pt x="91229" y="57172"/>
                  </a:cubicBezTo>
                  <a:cubicBezTo>
                    <a:pt x="92185" y="57450"/>
                    <a:pt x="92864" y="57944"/>
                    <a:pt x="93080" y="58777"/>
                  </a:cubicBezTo>
                  <a:cubicBezTo>
                    <a:pt x="92926" y="59271"/>
                    <a:pt x="92031" y="59271"/>
                    <a:pt x="92340" y="60104"/>
                  </a:cubicBezTo>
                  <a:cubicBezTo>
                    <a:pt x="92463" y="60907"/>
                    <a:pt x="93481" y="61061"/>
                    <a:pt x="93080" y="62234"/>
                  </a:cubicBezTo>
                  <a:cubicBezTo>
                    <a:pt x="94839" y="63345"/>
                    <a:pt x="96506" y="64548"/>
                    <a:pt x="98574" y="65412"/>
                  </a:cubicBezTo>
                  <a:cubicBezTo>
                    <a:pt x="98666" y="63653"/>
                    <a:pt x="96845" y="63314"/>
                    <a:pt x="96753" y="61709"/>
                  </a:cubicBezTo>
                  <a:cubicBezTo>
                    <a:pt x="95734" y="61184"/>
                    <a:pt x="94747" y="60660"/>
                    <a:pt x="94160" y="59826"/>
                  </a:cubicBezTo>
                  <a:cubicBezTo>
                    <a:pt x="94346" y="58993"/>
                    <a:pt x="93697" y="57543"/>
                    <a:pt x="94901" y="57450"/>
                  </a:cubicBezTo>
                  <a:cubicBezTo>
                    <a:pt x="95704" y="58222"/>
                    <a:pt x="96290" y="59117"/>
                    <a:pt x="97864" y="59302"/>
                  </a:cubicBezTo>
                  <a:cubicBezTo>
                    <a:pt x="98142" y="59579"/>
                    <a:pt x="98265" y="59981"/>
                    <a:pt x="98203" y="60382"/>
                  </a:cubicBezTo>
                  <a:cubicBezTo>
                    <a:pt x="101752" y="60042"/>
                    <a:pt x="102617" y="57728"/>
                    <a:pt x="102215" y="54518"/>
                  </a:cubicBezTo>
                  <a:cubicBezTo>
                    <a:pt x="101752" y="54271"/>
                    <a:pt x="100888" y="54271"/>
                    <a:pt x="100395" y="53994"/>
                  </a:cubicBezTo>
                  <a:cubicBezTo>
                    <a:pt x="100857" y="52852"/>
                    <a:pt x="98635" y="52913"/>
                    <a:pt x="99685" y="52142"/>
                  </a:cubicBezTo>
                  <a:cubicBezTo>
                    <a:pt x="99883" y="51992"/>
                    <a:pt x="100040" y="51933"/>
                    <a:pt x="100177" y="51933"/>
                  </a:cubicBezTo>
                  <a:cubicBezTo>
                    <a:pt x="100674" y="51933"/>
                    <a:pt x="100893" y="52713"/>
                    <a:pt x="101804" y="52713"/>
                  </a:cubicBezTo>
                  <a:cubicBezTo>
                    <a:pt x="101928" y="52713"/>
                    <a:pt x="102064" y="52699"/>
                    <a:pt x="102215" y="52666"/>
                  </a:cubicBezTo>
                  <a:cubicBezTo>
                    <a:pt x="102436" y="51734"/>
                    <a:pt x="103653" y="51562"/>
                    <a:pt x="105104" y="51562"/>
                  </a:cubicBezTo>
                  <a:cubicBezTo>
                    <a:pt x="105478" y="51562"/>
                    <a:pt x="105867" y="51574"/>
                    <a:pt x="106258" y="51586"/>
                  </a:cubicBezTo>
                  <a:cubicBezTo>
                    <a:pt x="107431" y="50321"/>
                    <a:pt x="108974" y="49333"/>
                    <a:pt x="109560" y="47605"/>
                  </a:cubicBezTo>
                  <a:cubicBezTo>
                    <a:pt x="109631" y="47616"/>
                    <a:pt x="109693" y="47621"/>
                    <a:pt x="109749" y="47621"/>
                  </a:cubicBezTo>
                  <a:cubicBezTo>
                    <a:pt x="110161" y="47621"/>
                    <a:pt x="110237" y="47358"/>
                    <a:pt x="110672" y="47358"/>
                  </a:cubicBezTo>
                  <a:cubicBezTo>
                    <a:pt x="111289" y="46278"/>
                    <a:pt x="110579" y="44272"/>
                    <a:pt x="111752" y="43655"/>
                  </a:cubicBezTo>
                  <a:cubicBezTo>
                    <a:pt x="110980" y="43408"/>
                    <a:pt x="110672" y="42883"/>
                    <a:pt x="110672" y="42050"/>
                  </a:cubicBezTo>
                  <a:cubicBezTo>
                    <a:pt x="110054" y="41711"/>
                    <a:pt x="109221" y="41495"/>
                    <a:pt x="109190" y="40723"/>
                  </a:cubicBezTo>
                  <a:cubicBezTo>
                    <a:pt x="109036" y="40075"/>
                    <a:pt x="109869" y="40137"/>
                    <a:pt x="109560" y="39396"/>
                  </a:cubicBezTo>
                  <a:lnTo>
                    <a:pt x="109560" y="39396"/>
                  </a:lnTo>
                  <a:cubicBezTo>
                    <a:pt x="109680" y="39405"/>
                    <a:pt x="109790" y="39411"/>
                    <a:pt x="109890" y="39411"/>
                  </a:cubicBezTo>
                  <a:cubicBezTo>
                    <a:pt x="110437" y="39411"/>
                    <a:pt x="110698" y="39258"/>
                    <a:pt x="110672" y="38840"/>
                  </a:cubicBezTo>
                  <a:cubicBezTo>
                    <a:pt x="111721" y="38501"/>
                    <a:pt x="109005" y="37266"/>
                    <a:pt x="111412" y="37266"/>
                  </a:cubicBezTo>
                  <a:cubicBezTo>
                    <a:pt x="111813" y="38100"/>
                    <a:pt x="113079" y="38316"/>
                    <a:pt x="113603" y="39118"/>
                  </a:cubicBezTo>
                  <a:cubicBezTo>
                    <a:pt x="113233" y="40507"/>
                    <a:pt x="114282" y="40908"/>
                    <a:pt x="115455" y="41248"/>
                  </a:cubicBezTo>
                  <a:cubicBezTo>
                    <a:pt x="117646" y="40075"/>
                    <a:pt x="115363" y="37174"/>
                    <a:pt x="116535" y="35137"/>
                  </a:cubicBezTo>
                  <a:cubicBezTo>
                    <a:pt x="117307" y="34643"/>
                    <a:pt x="118418" y="34365"/>
                    <a:pt x="119467" y="34057"/>
                  </a:cubicBezTo>
                  <a:cubicBezTo>
                    <a:pt x="120300" y="32822"/>
                    <a:pt x="121072" y="31526"/>
                    <a:pt x="122368" y="30600"/>
                  </a:cubicBezTo>
                  <a:cubicBezTo>
                    <a:pt x="122893" y="28471"/>
                    <a:pt x="121535" y="26249"/>
                    <a:pt x="122368" y="24737"/>
                  </a:cubicBezTo>
                  <a:lnTo>
                    <a:pt x="122368" y="24737"/>
                  </a:lnTo>
                  <a:cubicBezTo>
                    <a:pt x="121874" y="26280"/>
                    <a:pt x="123232" y="26434"/>
                    <a:pt x="123479" y="27422"/>
                  </a:cubicBezTo>
                  <a:cubicBezTo>
                    <a:pt x="123572" y="29057"/>
                    <a:pt x="123664" y="30631"/>
                    <a:pt x="125331" y="31125"/>
                  </a:cubicBezTo>
                  <a:cubicBezTo>
                    <a:pt x="126010" y="30662"/>
                    <a:pt x="125022" y="30446"/>
                    <a:pt x="125331" y="29551"/>
                  </a:cubicBezTo>
                  <a:cubicBezTo>
                    <a:pt x="125363" y="29550"/>
                    <a:pt x="125394" y="29550"/>
                    <a:pt x="125424" y="29550"/>
                  </a:cubicBezTo>
                  <a:cubicBezTo>
                    <a:pt x="126011" y="29550"/>
                    <a:pt x="126113" y="29736"/>
                    <a:pt x="126320" y="29736"/>
                  </a:cubicBezTo>
                  <a:cubicBezTo>
                    <a:pt x="126424" y="29736"/>
                    <a:pt x="126553" y="29690"/>
                    <a:pt x="126781" y="29551"/>
                  </a:cubicBezTo>
                  <a:cubicBezTo>
                    <a:pt x="126843" y="28687"/>
                    <a:pt x="125825" y="28625"/>
                    <a:pt x="126072" y="27668"/>
                  </a:cubicBezTo>
                  <a:cubicBezTo>
                    <a:pt x="124745" y="27483"/>
                    <a:pt x="124405" y="26588"/>
                    <a:pt x="123850" y="25817"/>
                  </a:cubicBezTo>
                  <a:cubicBezTo>
                    <a:pt x="123726" y="24860"/>
                    <a:pt x="124004" y="23595"/>
                    <a:pt x="122769" y="23410"/>
                  </a:cubicBezTo>
                  <a:cubicBezTo>
                    <a:pt x="122038" y="23497"/>
                    <a:pt x="122609" y="24499"/>
                    <a:pt x="121805" y="24499"/>
                  </a:cubicBezTo>
                  <a:cubicBezTo>
                    <a:pt x="121761" y="24499"/>
                    <a:pt x="121712" y="24496"/>
                    <a:pt x="121658" y="24490"/>
                  </a:cubicBezTo>
                  <a:cubicBezTo>
                    <a:pt x="121499" y="23989"/>
                    <a:pt x="121215" y="23826"/>
                    <a:pt x="120865" y="23826"/>
                  </a:cubicBezTo>
                  <a:cubicBezTo>
                    <a:pt x="120215" y="23826"/>
                    <a:pt x="119338" y="24387"/>
                    <a:pt x="118613" y="24387"/>
                  </a:cubicBezTo>
                  <a:cubicBezTo>
                    <a:pt x="118213" y="24387"/>
                    <a:pt x="117860" y="24216"/>
                    <a:pt x="117615" y="23687"/>
                  </a:cubicBezTo>
                  <a:cubicBezTo>
                    <a:pt x="117862" y="23070"/>
                    <a:pt x="118541" y="22761"/>
                    <a:pt x="119097" y="22360"/>
                  </a:cubicBezTo>
                  <a:cubicBezTo>
                    <a:pt x="119529" y="21527"/>
                    <a:pt x="119375" y="20262"/>
                    <a:pt x="120578" y="19953"/>
                  </a:cubicBezTo>
                  <a:cubicBezTo>
                    <a:pt x="120782" y="20112"/>
                    <a:pt x="120925" y="20171"/>
                    <a:pt x="121042" y="20171"/>
                  </a:cubicBezTo>
                  <a:cubicBezTo>
                    <a:pt x="121373" y="20171"/>
                    <a:pt x="121488" y="19696"/>
                    <a:pt x="122182" y="19696"/>
                  </a:cubicBezTo>
                  <a:cubicBezTo>
                    <a:pt x="122240" y="19696"/>
                    <a:pt x="122302" y="19699"/>
                    <a:pt x="122368" y="19706"/>
                  </a:cubicBezTo>
                  <a:cubicBezTo>
                    <a:pt x="123879" y="19841"/>
                    <a:pt x="125295" y="20259"/>
                    <a:pt x="127091" y="20259"/>
                  </a:cubicBezTo>
                  <a:cubicBezTo>
                    <a:pt x="127350" y="20259"/>
                    <a:pt x="127617" y="20250"/>
                    <a:pt x="127892" y="20231"/>
                  </a:cubicBezTo>
                  <a:lnTo>
                    <a:pt x="127892" y="20231"/>
                  </a:lnTo>
                  <a:cubicBezTo>
                    <a:pt x="127769" y="20694"/>
                    <a:pt x="128170" y="20725"/>
                    <a:pt x="128602" y="20755"/>
                  </a:cubicBezTo>
                  <a:cubicBezTo>
                    <a:pt x="128901" y="20512"/>
                    <a:pt x="129427" y="20473"/>
                    <a:pt x="130014" y="20473"/>
                  </a:cubicBezTo>
                  <a:cubicBezTo>
                    <a:pt x="130294" y="20473"/>
                    <a:pt x="130588" y="20482"/>
                    <a:pt x="130878" y="20482"/>
                  </a:cubicBezTo>
                  <a:cubicBezTo>
                    <a:pt x="130985" y="20482"/>
                    <a:pt x="131090" y="20481"/>
                    <a:pt x="131195" y="20478"/>
                  </a:cubicBezTo>
                  <a:cubicBezTo>
                    <a:pt x="131380" y="19644"/>
                    <a:pt x="130547" y="19552"/>
                    <a:pt x="130824" y="18626"/>
                  </a:cubicBezTo>
                  <a:cubicBezTo>
                    <a:pt x="131565" y="18564"/>
                    <a:pt x="131534" y="17916"/>
                    <a:pt x="132275" y="17824"/>
                  </a:cubicBezTo>
                  <a:cubicBezTo>
                    <a:pt x="133046" y="17916"/>
                    <a:pt x="133016" y="18564"/>
                    <a:pt x="133756" y="18626"/>
                  </a:cubicBezTo>
                  <a:cubicBezTo>
                    <a:pt x="133618" y="18187"/>
                    <a:pt x="134291" y="17593"/>
                    <a:pt x="134794" y="17593"/>
                  </a:cubicBezTo>
                  <a:cubicBezTo>
                    <a:pt x="134963" y="17593"/>
                    <a:pt x="135113" y="17660"/>
                    <a:pt x="135207" y="17824"/>
                  </a:cubicBezTo>
                  <a:cubicBezTo>
                    <a:pt x="134034" y="19552"/>
                    <a:pt x="132306" y="20879"/>
                    <a:pt x="131904" y="23132"/>
                  </a:cubicBezTo>
                  <a:cubicBezTo>
                    <a:pt x="132151" y="23872"/>
                    <a:pt x="132954" y="24150"/>
                    <a:pt x="133386" y="24737"/>
                  </a:cubicBezTo>
                  <a:cubicBezTo>
                    <a:pt x="133540" y="25755"/>
                    <a:pt x="133818" y="26743"/>
                    <a:pt x="134836" y="27144"/>
                  </a:cubicBezTo>
                  <a:cubicBezTo>
                    <a:pt x="135762" y="26465"/>
                    <a:pt x="136287" y="25539"/>
                    <a:pt x="137398" y="25014"/>
                  </a:cubicBezTo>
                  <a:cubicBezTo>
                    <a:pt x="137058" y="23687"/>
                    <a:pt x="138571" y="23872"/>
                    <a:pt x="137799" y="22885"/>
                  </a:cubicBezTo>
                  <a:cubicBezTo>
                    <a:pt x="137892" y="22360"/>
                    <a:pt x="138756" y="22360"/>
                    <a:pt x="138879" y="21836"/>
                  </a:cubicBezTo>
                  <a:cubicBezTo>
                    <a:pt x="138355" y="21496"/>
                    <a:pt x="137244" y="21589"/>
                    <a:pt x="137429" y="20755"/>
                  </a:cubicBezTo>
                  <a:cubicBezTo>
                    <a:pt x="137643" y="19296"/>
                    <a:pt x="138679" y="18953"/>
                    <a:pt x="140104" y="18953"/>
                  </a:cubicBezTo>
                  <a:cubicBezTo>
                    <a:pt x="140939" y="18953"/>
                    <a:pt x="141907" y="19071"/>
                    <a:pt x="142922" y="19151"/>
                  </a:cubicBezTo>
                  <a:cubicBezTo>
                    <a:pt x="143447" y="18749"/>
                    <a:pt x="143385" y="17916"/>
                    <a:pt x="144002" y="17577"/>
                  </a:cubicBezTo>
                  <a:cubicBezTo>
                    <a:pt x="146117" y="17456"/>
                    <a:pt x="147699" y="16773"/>
                    <a:pt x="149039" y="16773"/>
                  </a:cubicBezTo>
                  <a:cubicBezTo>
                    <a:pt x="149068" y="16773"/>
                    <a:pt x="149097" y="16774"/>
                    <a:pt x="149125" y="16774"/>
                  </a:cubicBezTo>
                  <a:cubicBezTo>
                    <a:pt x="149125" y="15602"/>
                    <a:pt x="147305" y="15787"/>
                    <a:pt x="147305" y="14645"/>
                  </a:cubicBezTo>
                  <a:cubicBezTo>
                    <a:pt x="148096" y="14560"/>
                    <a:pt x="148007" y="13854"/>
                    <a:pt x="148863" y="13854"/>
                  </a:cubicBezTo>
                  <a:cubicBezTo>
                    <a:pt x="148942" y="13854"/>
                    <a:pt x="149029" y="13860"/>
                    <a:pt x="149125" y="13873"/>
                  </a:cubicBezTo>
                  <a:cubicBezTo>
                    <a:pt x="150899" y="13901"/>
                    <a:pt x="150824" y="15240"/>
                    <a:pt x="152601" y="15240"/>
                  </a:cubicBezTo>
                  <a:cubicBezTo>
                    <a:pt x="152772" y="15240"/>
                    <a:pt x="152960" y="15227"/>
                    <a:pt x="153168" y="15200"/>
                  </a:cubicBezTo>
                  <a:cubicBezTo>
                    <a:pt x="153662" y="14707"/>
                    <a:pt x="152829" y="13842"/>
                    <a:pt x="153539" y="13040"/>
                  </a:cubicBezTo>
                  <a:cubicBezTo>
                    <a:pt x="152836" y="12820"/>
                    <a:pt x="151915" y="12039"/>
                    <a:pt x="151120" y="12039"/>
                  </a:cubicBezTo>
                  <a:cubicBezTo>
                    <a:pt x="150797" y="12039"/>
                    <a:pt x="150495" y="12168"/>
                    <a:pt x="150236" y="12515"/>
                  </a:cubicBezTo>
                  <a:cubicBezTo>
                    <a:pt x="150360" y="12052"/>
                    <a:pt x="150236" y="11528"/>
                    <a:pt x="149866" y="11188"/>
                  </a:cubicBezTo>
                  <a:cubicBezTo>
                    <a:pt x="148153" y="10733"/>
                    <a:pt x="147113" y="9790"/>
                    <a:pt x="144812" y="9790"/>
                  </a:cubicBezTo>
                  <a:cubicBezTo>
                    <a:pt x="144460" y="9790"/>
                    <a:pt x="144080" y="9812"/>
                    <a:pt x="143663" y="9861"/>
                  </a:cubicBezTo>
                  <a:cubicBezTo>
                    <a:pt x="143231" y="9367"/>
                    <a:pt x="142243" y="9306"/>
                    <a:pt x="141811" y="8812"/>
                  </a:cubicBezTo>
                  <a:cubicBezTo>
                    <a:pt x="141600" y="8831"/>
                    <a:pt x="141404" y="8839"/>
                    <a:pt x="141219" y="8839"/>
                  </a:cubicBezTo>
                  <a:cubicBezTo>
                    <a:pt x="139599" y="8839"/>
                    <a:pt x="138906" y="8182"/>
                    <a:pt x="137303" y="8182"/>
                  </a:cubicBezTo>
                  <a:cubicBezTo>
                    <a:pt x="137009" y="8182"/>
                    <a:pt x="136684" y="8204"/>
                    <a:pt x="136318" y="8256"/>
                  </a:cubicBezTo>
                  <a:cubicBezTo>
                    <a:pt x="135793" y="9028"/>
                    <a:pt x="137305" y="9614"/>
                    <a:pt x="136318" y="9861"/>
                  </a:cubicBezTo>
                  <a:cubicBezTo>
                    <a:pt x="135238" y="9738"/>
                    <a:pt x="135454" y="8719"/>
                    <a:pt x="134497" y="8534"/>
                  </a:cubicBezTo>
                  <a:cubicBezTo>
                    <a:pt x="134049" y="8880"/>
                    <a:pt x="133446" y="8955"/>
                    <a:pt x="132743" y="8955"/>
                  </a:cubicBezTo>
                  <a:cubicBezTo>
                    <a:pt x="132207" y="8955"/>
                    <a:pt x="131612" y="8911"/>
                    <a:pt x="130982" y="8911"/>
                  </a:cubicBezTo>
                  <a:cubicBezTo>
                    <a:pt x="130446" y="8911"/>
                    <a:pt x="129885" y="8943"/>
                    <a:pt x="129312" y="9059"/>
                  </a:cubicBezTo>
                  <a:cubicBezTo>
                    <a:pt x="128168" y="8514"/>
                    <a:pt x="128106" y="7128"/>
                    <a:pt x="126198" y="7128"/>
                  </a:cubicBezTo>
                  <a:cubicBezTo>
                    <a:pt x="125944" y="7128"/>
                    <a:pt x="125657" y="7153"/>
                    <a:pt x="125331" y="7207"/>
                  </a:cubicBezTo>
                  <a:cubicBezTo>
                    <a:pt x="124806" y="7269"/>
                    <a:pt x="125207" y="7979"/>
                    <a:pt x="124590" y="7979"/>
                  </a:cubicBezTo>
                  <a:cubicBezTo>
                    <a:pt x="123047" y="7516"/>
                    <a:pt x="121566" y="6991"/>
                    <a:pt x="120177" y="6405"/>
                  </a:cubicBezTo>
                  <a:cubicBezTo>
                    <a:pt x="120054" y="6682"/>
                    <a:pt x="119776" y="6868"/>
                    <a:pt x="119467" y="6929"/>
                  </a:cubicBezTo>
                  <a:cubicBezTo>
                    <a:pt x="119782" y="6216"/>
                    <a:pt x="119255" y="6102"/>
                    <a:pt x="118584" y="6102"/>
                  </a:cubicBezTo>
                  <a:cubicBezTo>
                    <a:pt x="118269" y="6102"/>
                    <a:pt x="117922" y="6127"/>
                    <a:pt x="117615" y="6127"/>
                  </a:cubicBezTo>
                  <a:cubicBezTo>
                    <a:pt x="118510" y="5510"/>
                    <a:pt x="117245" y="5541"/>
                    <a:pt x="116906" y="5047"/>
                  </a:cubicBezTo>
                  <a:cubicBezTo>
                    <a:pt x="116416" y="5184"/>
                    <a:pt x="116073" y="5236"/>
                    <a:pt x="115796" y="5236"/>
                  </a:cubicBezTo>
                  <a:cubicBezTo>
                    <a:pt x="115077" y="5236"/>
                    <a:pt x="114807" y="4889"/>
                    <a:pt x="113603" y="4800"/>
                  </a:cubicBezTo>
                  <a:cubicBezTo>
                    <a:pt x="113525" y="5017"/>
                    <a:pt x="113169" y="5045"/>
                    <a:pt x="112778" y="5045"/>
                  </a:cubicBezTo>
                  <a:cubicBezTo>
                    <a:pt x="112641" y="5045"/>
                    <a:pt x="112500" y="5041"/>
                    <a:pt x="112364" y="5041"/>
                  </a:cubicBezTo>
                  <a:cubicBezTo>
                    <a:pt x="112280" y="5041"/>
                    <a:pt x="112199" y="5043"/>
                    <a:pt x="112122" y="5047"/>
                  </a:cubicBezTo>
                  <a:cubicBezTo>
                    <a:pt x="111783" y="5571"/>
                    <a:pt x="113233" y="5942"/>
                    <a:pt x="112122" y="6127"/>
                  </a:cubicBezTo>
                  <a:cubicBezTo>
                    <a:pt x="111517" y="6056"/>
                    <a:pt x="110881" y="6029"/>
                    <a:pt x="110229" y="6029"/>
                  </a:cubicBezTo>
                  <a:cubicBezTo>
                    <a:pt x="108266" y="6029"/>
                    <a:pt x="106155" y="6271"/>
                    <a:pt x="104291" y="6271"/>
                  </a:cubicBezTo>
                  <a:cubicBezTo>
                    <a:pt x="103552" y="6271"/>
                    <a:pt x="102852" y="6233"/>
                    <a:pt x="102215" y="6127"/>
                  </a:cubicBezTo>
                  <a:cubicBezTo>
                    <a:pt x="101381" y="5988"/>
                    <a:pt x="101023" y="5298"/>
                    <a:pt x="100306" y="5298"/>
                  </a:cubicBezTo>
                  <a:cubicBezTo>
                    <a:pt x="100227" y="5298"/>
                    <a:pt x="100144" y="5306"/>
                    <a:pt x="100055" y="5325"/>
                  </a:cubicBezTo>
                  <a:cubicBezTo>
                    <a:pt x="99729" y="5378"/>
                    <a:pt x="99424" y="5400"/>
                    <a:pt x="99135" y="5400"/>
                  </a:cubicBezTo>
                  <a:cubicBezTo>
                    <a:pt x="97917" y="5400"/>
                    <a:pt x="96985" y="4999"/>
                    <a:pt x="96012" y="4800"/>
                  </a:cubicBezTo>
                  <a:cubicBezTo>
                    <a:pt x="95907" y="4777"/>
                    <a:pt x="95793" y="4770"/>
                    <a:pt x="95675" y="4770"/>
                  </a:cubicBezTo>
                  <a:cubicBezTo>
                    <a:pt x="95391" y="4770"/>
                    <a:pt x="95080" y="4815"/>
                    <a:pt x="94803" y="4815"/>
                  </a:cubicBezTo>
                  <a:cubicBezTo>
                    <a:pt x="94719" y="4815"/>
                    <a:pt x="94638" y="4811"/>
                    <a:pt x="94562" y="4800"/>
                  </a:cubicBezTo>
                  <a:cubicBezTo>
                    <a:pt x="93785" y="4696"/>
                    <a:pt x="93161" y="4180"/>
                    <a:pt x="91778" y="4180"/>
                  </a:cubicBezTo>
                  <a:cubicBezTo>
                    <a:pt x="91512" y="4180"/>
                    <a:pt x="91218" y="4200"/>
                    <a:pt x="90889" y="4244"/>
                  </a:cubicBezTo>
                  <a:cubicBezTo>
                    <a:pt x="91012" y="3565"/>
                    <a:pt x="91969" y="3473"/>
                    <a:pt x="91969" y="2670"/>
                  </a:cubicBezTo>
                  <a:cubicBezTo>
                    <a:pt x="91475" y="1899"/>
                    <a:pt x="90272" y="1590"/>
                    <a:pt x="89778" y="819"/>
                  </a:cubicBezTo>
                  <a:cubicBezTo>
                    <a:pt x="89054" y="1040"/>
                    <a:pt x="88080" y="1091"/>
                    <a:pt x="87054" y="1091"/>
                  </a:cubicBezTo>
                  <a:cubicBezTo>
                    <a:pt x="86506" y="1091"/>
                    <a:pt x="85943" y="1076"/>
                    <a:pt x="85396" y="1066"/>
                  </a:cubicBezTo>
                  <a:cubicBezTo>
                    <a:pt x="84536" y="865"/>
                    <a:pt x="84607" y="0"/>
                    <a:pt x="83463" y="0"/>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61"/>
            <p:cNvSpPr/>
            <p:nvPr/>
          </p:nvSpPr>
          <p:spPr>
            <a:xfrm>
              <a:off x="4125426" y="1503750"/>
              <a:ext cx="1136336" cy="995999"/>
            </a:xfrm>
            <a:custGeom>
              <a:avLst/>
              <a:gdLst/>
              <a:ahLst/>
              <a:cxnLst/>
              <a:rect l="l" t="t" r="r" b="b"/>
              <a:pathLst>
                <a:path w="41881" h="32961" extrusionOk="0">
                  <a:moveTo>
                    <a:pt x="31440" y="1582"/>
                  </a:moveTo>
                  <a:cubicBezTo>
                    <a:pt x="31470" y="1582"/>
                    <a:pt x="31495" y="1589"/>
                    <a:pt x="31511" y="1605"/>
                  </a:cubicBezTo>
                  <a:cubicBezTo>
                    <a:pt x="31665" y="1708"/>
                    <a:pt x="31392" y="1874"/>
                    <a:pt x="31225" y="1874"/>
                  </a:cubicBezTo>
                  <a:cubicBezTo>
                    <a:pt x="31191" y="1874"/>
                    <a:pt x="31161" y="1867"/>
                    <a:pt x="31140" y="1852"/>
                  </a:cubicBezTo>
                  <a:cubicBezTo>
                    <a:pt x="31012" y="1749"/>
                    <a:pt x="31289" y="1582"/>
                    <a:pt x="31440" y="1582"/>
                  </a:cubicBezTo>
                  <a:close/>
                  <a:moveTo>
                    <a:pt x="30431" y="11450"/>
                  </a:moveTo>
                  <a:cubicBezTo>
                    <a:pt x="30462" y="12252"/>
                    <a:pt x="29320" y="12221"/>
                    <a:pt x="28239" y="12252"/>
                  </a:cubicBezTo>
                  <a:cubicBezTo>
                    <a:pt x="28209" y="11450"/>
                    <a:pt x="29505" y="11573"/>
                    <a:pt x="30431" y="11450"/>
                  </a:cubicBezTo>
                  <a:close/>
                  <a:moveTo>
                    <a:pt x="26540" y="6105"/>
                  </a:moveTo>
                  <a:cubicBezTo>
                    <a:pt x="26872" y="6105"/>
                    <a:pt x="27047" y="6199"/>
                    <a:pt x="27128" y="6388"/>
                  </a:cubicBezTo>
                  <a:cubicBezTo>
                    <a:pt x="26820" y="8209"/>
                    <a:pt x="23857" y="8086"/>
                    <a:pt x="24197" y="10370"/>
                  </a:cubicBezTo>
                  <a:cubicBezTo>
                    <a:pt x="25030" y="10987"/>
                    <a:pt x="26048" y="11357"/>
                    <a:pt x="27128" y="11419"/>
                  </a:cubicBezTo>
                  <a:lnTo>
                    <a:pt x="27128" y="14073"/>
                  </a:lnTo>
                  <a:cubicBezTo>
                    <a:pt x="26416" y="13994"/>
                    <a:pt x="27058" y="12922"/>
                    <a:pt x="26216" y="12922"/>
                  </a:cubicBezTo>
                  <a:cubicBezTo>
                    <a:pt x="26073" y="12922"/>
                    <a:pt x="25888" y="12952"/>
                    <a:pt x="25647" y="13024"/>
                  </a:cubicBezTo>
                  <a:cubicBezTo>
                    <a:pt x="24845" y="13950"/>
                    <a:pt x="25369" y="15801"/>
                    <a:pt x="24197" y="16480"/>
                  </a:cubicBezTo>
                  <a:cubicBezTo>
                    <a:pt x="23972" y="16498"/>
                    <a:pt x="23757" y="16504"/>
                    <a:pt x="23551" y="16504"/>
                  </a:cubicBezTo>
                  <a:cubicBezTo>
                    <a:pt x="22911" y="16504"/>
                    <a:pt x="22354" y="16441"/>
                    <a:pt x="21851" y="16441"/>
                  </a:cubicBezTo>
                  <a:cubicBezTo>
                    <a:pt x="21647" y="16441"/>
                    <a:pt x="21453" y="16451"/>
                    <a:pt x="21265" y="16480"/>
                  </a:cubicBezTo>
                  <a:cubicBezTo>
                    <a:pt x="20246" y="16635"/>
                    <a:pt x="20030" y="17252"/>
                    <a:pt x="19073" y="17283"/>
                  </a:cubicBezTo>
                  <a:cubicBezTo>
                    <a:pt x="19136" y="17073"/>
                    <a:pt x="18628" y="16720"/>
                    <a:pt x="18277" y="16720"/>
                  </a:cubicBezTo>
                  <a:cubicBezTo>
                    <a:pt x="18112" y="16720"/>
                    <a:pt x="17982" y="16798"/>
                    <a:pt x="17962" y="17005"/>
                  </a:cubicBezTo>
                  <a:cubicBezTo>
                    <a:pt x="17098" y="16943"/>
                    <a:pt x="17098" y="16295"/>
                    <a:pt x="17962" y="16233"/>
                  </a:cubicBezTo>
                  <a:cubicBezTo>
                    <a:pt x="17098" y="15616"/>
                    <a:pt x="16543" y="14629"/>
                    <a:pt x="16512" y="13548"/>
                  </a:cubicBezTo>
                  <a:lnTo>
                    <a:pt x="16512" y="13548"/>
                  </a:lnTo>
                  <a:cubicBezTo>
                    <a:pt x="18098" y="13656"/>
                    <a:pt x="17764" y="16433"/>
                    <a:pt x="19814" y="16433"/>
                  </a:cubicBezTo>
                  <a:cubicBezTo>
                    <a:pt x="20117" y="16433"/>
                    <a:pt x="20473" y="16373"/>
                    <a:pt x="20894" y="16233"/>
                  </a:cubicBezTo>
                  <a:cubicBezTo>
                    <a:pt x="21728" y="15153"/>
                    <a:pt x="22283" y="13857"/>
                    <a:pt x="23086" y="12746"/>
                  </a:cubicBezTo>
                  <a:cubicBezTo>
                    <a:pt x="22931" y="12191"/>
                    <a:pt x="22684" y="11635"/>
                    <a:pt x="22345" y="11141"/>
                  </a:cubicBezTo>
                  <a:cubicBezTo>
                    <a:pt x="22561" y="8641"/>
                    <a:pt x="25184" y="7901"/>
                    <a:pt x="26388" y="6111"/>
                  </a:cubicBezTo>
                  <a:cubicBezTo>
                    <a:pt x="26442" y="6107"/>
                    <a:pt x="26492" y="6105"/>
                    <a:pt x="26540" y="6105"/>
                  </a:cubicBezTo>
                  <a:close/>
                  <a:moveTo>
                    <a:pt x="16851" y="27097"/>
                  </a:moveTo>
                  <a:lnTo>
                    <a:pt x="16851" y="27621"/>
                  </a:lnTo>
                  <a:cubicBezTo>
                    <a:pt x="16481" y="27621"/>
                    <a:pt x="16389" y="27158"/>
                    <a:pt x="16851" y="27097"/>
                  </a:cubicBezTo>
                  <a:close/>
                  <a:moveTo>
                    <a:pt x="27128" y="0"/>
                  </a:moveTo>
                  <a:cubicBezTo>
                    <a:pt x="26110" y="494"/>
                    <a:pt x="25184" y="1049"/>
                    <a:pt x="24197" y="1574"/>
                  </a:cubicBezTo>
                  <a:cubicBezTo>
                    <a:pt x="24153" y="1469"/>
                    <a:pt x="24097" y="1434"/>
                    <a:pt x="24024" y="1434"/>
                  </a:cubicBezTo>
                  <a:cubicBezTo>
                    <a:pt x="23870" y="1434"/>
                    <a:pt x="23642" y="1594"/>
                    <a:pt x="23298" y="1594"/>
                  </a:cubicBezTo>
                  <a:cubicBezTo>
                    <a:pt x="23232" y="1594"/>
                    <a:pt x="23161" y="1588"/>
                    <a:pt x="23086" y="1574"/>
                  </a:cubicBezTo>
                  <a:cubicBezTo>
                    <a:pt x="21789" y="2593"/>
                    <a:pt x="20154" y="3333"/>
                    <a:pt x="18703" y="4228"/>
                  </a:cubicBezTo>
                  <a:cubicBezTo>
                    <a:pt x="18302" y="5432"/>
                    <a:pt x="17530" y="6450"/>
                    <a:pt x="16512" y="7160"/>
                  </a:cubicBezTo>
                  <a:cubicBezTo>
                    <a:pt x="16419" y="6851"/>
                    <a:pt x="15833" y="6944"/>
                    <a:pt x="15401" y="6882"/>
                  </a:cubicBezTo>
                  <a:lnTo>
                    <a:pt x="15401" y="7962"/>
                  </a:lnTo>
                  <a:cubicBezTo>
                    <a:pt x="13086" y="8055"/>
                    <a:pt x="12839" y="9629"/>
                    <a:pt x="12099" y="10863"/>
                  </a:cubicBezTo>
                  <a:cubicBezTo>
                    <a:pt x="12839" y="11512"/>
                    <a:pt x="12932" y="12561"/>
                    <a:pt x="12839" y="13795"/>
                  </a:cubicBezTo>
                  <a:cubicBezTo>
                    <a:pt x="13179" y="14505"/>
                    <a:pt x="15154" y="14073"/>
                    <a:pt x="15771" y="14598"/>
                  </a:cubicBezTo>
                  <a:cubicBezTo>
                    <a:pt x="14969" y="15369"/>
                    <a:pt x="14290" y="15678"/>
                    <a:pt x="14290" y="16449"/>
                  </a:cubicBezTo>
                  <a:cubicBezTo>
                    <a:pt x="14368" y="16437"/>
                    <a:pt x="14438" y="16431"/>
                    <a:pt x="14500" y="16431"/>
                  </a:cubicBezTo>
                  <a:cubicBezTo>
                    <a:pt x="15050" y="16431"/>
                    <a:pt x="15003" y="16891"/>
                    <a:pt x="15031" y="17252"/>
                  </a:cubicBezTo>
                  <a:cubicBezTo>
                    <a:pt x="13734" y="17252"/>
                    <a:pt x="12901" y="17684"/>
                    <a:pt x="11728" y="17776"/>
                  </a:cubicBezTo>
                  <a:cubicBezTo>
                    <a:pt x="11389" y="18270"/>
                    <a:pt x="10710" y="18455"/>
                    <a:pt x="10988" y="19381"/>
                  </a:cubicBezTo>
                  <a:cubicBezTo>
                    <a:pt x="10773" y="19333"/>
                    <a:pt x="10594" y="19312"/>
                    <a:pt x="10443" y="19312"/>
                  </a:cubicBezTo>
                  <a:cubicBezTo>
                    <a:pt x="9225" y="19312"/>
                    <a:pt x="9912" y="20725"/>
                    <a:pt x="8674" y="20725"/>
                  </a:cubicBezTo>
                  <a:cubicBezTo>
                    <a:pt x="8599" y="20725"/>
                    <a:pt x="8517" y="20719"/>
                    <a:pt x="8426" y="20708"/>
                  </a:cubicBezTo>
                  <a:lnTo>
                    <a:pt x="8426" y="20708"/>
                  </a:lnTo>
                  <a:cubicBezTo>
                    <a:pt x="8488" y="21017"/>
                    <a:pt x="8364" y="21171"/>
                    <a:pt x="8056" y="21233"/>
                  </a:cubicBezTo>
                  <a:cubicBezTo>
                    <a:pt x="7947" y="21225"/>
                    <a:pt x="7844" y="21221"/>
                    <a:pt x="7746" y="21221"/>
                  </a:cubicBezTo>
                  <a:cubicBezTo>
                    <a:pt x="6402" y="21221"/>
                    <a:pt x="6044" y="21968"/>
                    <a:pt x="5124" y="22313"/>
                  </a:cubicBezTo>
                  <a:cubicBezTo>
                    <a:pt x="4229" y="22437"/>
                    <a:pt x="3241" y="22529"/>
                    <a:pt x="3303" y="23362"/>
                  </a:cubicBezTo>
                  <a:cubicBezTo>
                    <a:pt x="3632" y="23609"/>
                    <a:pt x="4236" y="23650"/>
                    <a:pt x="4885" y="23650"/>
                  </a:cubicBezTo>
                  <a:cubicBezTo>
                    <a:pt x="5210" y="23650"/>
                    <a:pt x="5546" y="23640"/>
                    <a:pt x="5865" y="23640"/>
                  </a:cubicBezTo>
                  <a:cubicBezTo>
                    <a:pt x="5679" y="24844"/>
                    <a:pt x="7562" y="24535"/>
                    <a:pt x="7346" y="25770"/>
                  </a:cubicBezTo>
                  <a:cubicBezTo>
                    <a:pt x="6945" y="26109"/>
                    <a:pt x="6945" y="26757"/>
                    <a:pt x="6235" y="26819"/>
                  </a:cubicBezTo>
                  <a:cubicBezTo>
                    <a:pt x="5770" y="26650"/>
                    <a:pt x="5316" y="26592"/>
                    <a:pt x="4856" y="26592"/>
                  </a:cubicBezTo>
                  <a:cubicBezTo>
                    <a:pt x="3859" y="26592"/>
                    <a:pt x="2832" y="26865"/>
                    <a:pt x="1594" y="26865"/>
                  </a:cubicBezTo>
                  <a:cubicBezTo>
                    <a:pt x="1320" y="26865"/>
                    <a:pt x="1037" y="26851"/>
                    <a:pt x="742" y="26819"/>
                  </a:cubicBezTo>
                  <a:lnTo>
                    <a:pt x="742" y="26819"/>
                  </a:lnTo>
                  <a:cubicBezTo>
                    <a:pt x="371" y="27683"/>
                    <a:pt x="1544" y="29720"/>
                    <a:pt x="1" y="29751"/>
                  </a:cubicBezTo>
                  <a:cubicBezTo>
                    <a:pt x="279" y="30522"/>
                    <a:pt x="1112" y="30893"/>
                    <a:pt x="742" y="32127"/>
                  </a:cubicBezTo>
                  <a:cubicBezTo>
                    <a:pt x="1019" y="32087"/>
                    <a:pt x="1265" y="32070"/>
                    <a:pt x="1487" y="32070"/>
                  </a:cubicBezTo>
                  <a:cubicBezTo>
                    <a:pt x="2625" y="32070"/>
                    <a:pt x="3140" y="32523"/>
                    <a:pt x="4044" y="32652"/>
                  </a:cubicBezTo>
                  <a:cubicBezTo>
                    <a:pt x="4723" y="32405"/>
                    <a:pt x="5108" y="32281"/>
                    <a:pt x="5498" y="32281"/>
                  </a:cubicBezTo>
                  <a:cubicBezTo>
                    <a:pt x="5888" y="32281"/>
                    <a:pt x="6281" y="32405"/>
                    <a:pt x="6976" y="32652"/>
                  </a:cubicBezTo>
                  <a:cubicBezTo>
                    <a:pt x="7809" y="31603"/>
                    <a:pt x="9074" y="30800"/>
                    <a:pt x="8796" y="28948"/>
                  </a:cubicBezTo>
                  <a:cubicBezTo>
                    <a:pt x="10401" y="28609"/>
                    <a:pt x="10124" y="26912"/>
                    <a:pt x="12099" y="26819"/>
                  </a:cubicBezTo>
                  <a:cubicBezTo>
                    <a:pt x="12528" y="27008"/>
                    <a:pt x="12885" y="27077"/>
                    <a:pt x="13210" y="27077"/>
                  </a:cubicBezTo>
                  <a:cubicBezTo>
                    <a:pt x="14054" y="27077"/>
                    <a:pt x="14679" y="26608"/>
                    <a:pt x="15771" y="26541"/>
                  </a:cubicBezTo>
                  <a:lnTo>
                    <a:pt x="15771" y="26541"/>
                  </a:lnTo>
                  <a:cubicBezTo>
                    <a:pt x="14722" y="27591"/>
                    <a:pt x="15247" y="29257"/>
                    <a:pt x="15771" y="30553"/>
                  </a:cubicBezTo>
                  <a:cubicBezTo>
                    <a:pt x="18086" y="30399"/>
                    <a:pt x="16635" y="29041"/>
                    <a:pt x="16851" y="27621"/>
                  </a:cubicBezTo>
                  <a:lnTo>
                    <a:pt x="16851" y="27621"/>
                  </a:lnTo>
                  <a:cubicBezTo>
                    <a:pt x="17623" y="27683"/>
                    <a:pt x="17592" y="28331"/>
                    <a:pt x="17962" y="28671"/>
                  </a:cubicBezTo>
                  <a:cubicBezTo>
                    <a:pt x="19752" y="28702"/>
                    <a:pt x="20863" y="29226"/>
                    <a:pt x="21265" y="30275"/>
                  </a:cubicBezTo>
                  <a:cubicBezTo>
                    <a:pt x="21217" y="30731"/>
                    <a:pt x="20685" y="30814"/>
                    <a:pt x="20017" y="30814"/>
                  </a:cubicBezTo>
                  <a:cubicBezTo>
                    <a:pt x="19824" y="30814"/>
                    <a:pt x="19620" y="30807"/>
                    <a:pt x="19413" y="30800"/>
                  </a:cubicBezTo>
                  <a:lnTo>
                    <a:pt x="19413" y="30800"/>
                  </a:lnTo>
                  <a:cubicBezTo>
                    <a:pt x="19351" y="31726"/>
                    <a:pt x="20709" y="31633"/>
                    <a:pt x="21265" y="32127"/>
                  </a:cubicBezTo>
                  <a:cubicBezTo>
                    <a:pt x="21080" y="30954"/>
                    <a:pt x="22252" y="30738"/>
                    <a:pt x="23086" y="30275"/>
                  </a:cubicBezTo>
                  <a:cubicBezTo>
                    <a:pt x="23302" y="29689"/>
                    <a:pt x="22376" y="29905"/>
                    <a:pt x="22345" y="29473"/>
                  </a:cubicBezTo>
                  <a:cubicBezTo>
                    <a:pt x="22484" y="29302"/>
                    <a:pt x="22618" y="29239"/>
                    <a:pt x="22749" y="29239"/>
                  </a:cubicBezTo>
                  <a:cubicBezTo>
                    <a:pt x="23116" y="29239"/>
                    <a:pt x="23455" y="29738"/>
                    <a:pt x="23801" y="29738"/>
                  </a:cubicBezTo>
                  <a:cubicBezTo>
                    <a:pt x="23931" y="29738"/>
                    <a:pt x="24062" y="29667"/>
                    <a:pt x="24197" y="29473"/>
                  </a:cubicBezTo>
                  <a:cubicBezTo>
                    <a:pt x="23209" y="28084"/>
                    <a:pt x="18641" y="27837"/>
                    <a:pt x="19814" y="25770"/>
                  </a:cubicBezTo>
                  <a:lnTo>
                    <a:pt x="19814" y="25770"/>
                  </a:lnTo>
                  <a:cubicBezTo>
                    <a:pt x="20894" y="26973"/>
                    <a:pt x="22962" y="27560"/>
                    <a:pt x="24197" y="28671"/>
                  </a:cubicBezTo>
                  <a:cubicBezTo>
                    <a:pt x="24413" y="28887"/>
                    <a:pt x="24721" y="29504"/>
                    <a:pt x="24906" y="29751"/>
                  </a:cubicBezTo>
                  <a:cubicBezTo>
                    <a:pt x="25215" y="30090"/>
                    <a:pt x="25801" y="30399"/>
                    <a:pt x="25647" y="30800"/>
                  </a:cubicBezTo>
                  <a:lnTo>
                    <a:pt x="25647" y="32405"/>
                  </a:lnTo>
                  <a:cubicBezTo>
                    <a:pt x="25967" y="32625"/>
                    <a:pt x="26545" y="32663"/>
                    <a:pt x="27180" y="32663"/>
                  </a:cubicBezTo>
                  <a:cubicBezTo>
                    <a:pt x="27527" y="32663"/>
                    <a:pt x="27891" y="32652"/>
                    <a:pt x="28239" y="32652"/>
                  </a:cubicBezTo>
                  <a:cubicBezTo>
                    <a:pt x="28826" y="31757"/>
                    <a:pt x="27561" y="30430"/>
                    <a:pt x="28579" y="29473"/>
                  </a:cubicBezTo>
                  <a:lnTo>
                    <a:pt x="29690" y="29473"/>
                  </a:lnTo>
                  <a:cubicBezTo>
                    <a:pt x="29258" y="30522"/>
                    <a:pt x="29628" y="30461"/>
                    <a:pt x="29320" y="31603"/>
                  </a:cubicBezTo>
                  <a:cubicBezTo>
                    <a:pt x="29362" y="31598"/>
                    <a:pt x="29401" y="31596"/>
                    <a:pt x="29437" y="31596"/>
                  </a:cubicBezTo>
                  <a:cubicBezTo>
                    <a:pt x="30121" y="31596"/>
                    <a:pt x="29845" y="32388"/>
                    <a:pt x="30431" y="32652"/>
                  </a:cubicBezTo>
                  <a:cubicBezTo>
                    <a:pt x="30708" y="32806"/>
                    <a:pt x="31017" y="32899"/>
                    <a:pt x="31326" y="32960"/>
                  </a:cubicBezTo>
                  <a:lnTo>
                    <a:pt x="31819" y="26294"/>
                  </a:lnTo>
                  <a:cubicBezTo>
                    <a:pt x="34751" y="25245"/>
                    <a:pt x="37621" y="23980"/>
                    <a:pt x="40368" y="22498"/>
                  </a:cubicBezTo>
                  <a:cubicBezTo>
                    <a:pt x="41880" y="20770"/>
                    <a:pt x="41788" y="19536"/>
                    <a:pt x="41788" y="19536"/>
                  </a:cubicBezTo>
                  <a:cubicBezTo>
                    <a:pt x="41788" y="19536"/>
                    <a:pt x="39319" y="19350"/>
                    <a:pt x="38084" y="18826"/>
                  </a:cubicBezTo>
                  <a:cubicBezTo>
                    <a:pt x="37440" y="18137"/>
                    <a:pt x="36571" y="17752"/>
                    <a:pt x="35674" y="17752"/>
                  </a:cubicBezTo>
                  <a:cubicBezTo>
                    <a:pt x="35326" y="17752"/>
                    <a:pt x="34973" y="17810"/>
                    <a:pt x="34628" y="17931"/>
                  </a:cubicBezTo>
                  <a:cubicBezTo>
                    <a:pt x="34813" y="16604"/>
                    <a:pt x="33949" y="15338"/>
                    <a:pt x="32005" y="15338"/>
                  </a:cubicBezTo>
                  <a:cubicBezTo>
                    <a:pt x="30060" y="15338"/>
                    <a:pt x="30492" y="12314"/>
                    <a:pt x="31819" y="11512"/>
                  </a:cubicBezTo>
                  <a:cubicBezTo>
                    <a:pt x="33147" y="10740"/>
                    <a:pt x="32869" y="10401"/>
                    <a:pt x="31819" y="9598"/>
                  </a:cubicBezTo>
                  <a:cubicBezTo>
                    <a:pt x="30770" y="8796"/>
                    <a:pt x="30338" y="5895"/>
                    <a:pt x="30338" y="5895"/>
                  </a:cubicBezTo>
                  <a:lnTo>
                    <a:pt x="32282" y="1574"/>
                  </a:lnTo>
                  <a:lnTo>
                    <a:pt x="32252" y="1574"/>
                  </a:lnTo>
                  <a:cubicBezTo>
                    <a:pt x="31758" y="926"/>
                    <a:pt x="31140" y="370"/>
                    <a:pt x="30400" y="0"/>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61"/>
            <p:cNvSpPr/>
            <p:nvPr/>
          </p:nvSpPr>
          <p:spPr>
            <a:xfrm>
              <a:off x="5465819" y="1167678"/>
              <a:ext cx="91518" cy="47683"/>
            </a:xfrm>
            <a:custGeom>
              <a:avLst/>
              <a:gdLst/>
              <a:ahLst/>
              <a:cxnLst/>
              <a:rect l="l" t="t" r="r" b="b"/>
              <a:pathLst>
                <a:path w="3373" h="1578" extrusionOk="0">
                  <a:moveTo>
                    <a:pt x="1973" y="0"/>
                  </a:moveTo>
                  <a:cubicBezTo>
                    <a:pt x="1042" y="0"/>
                    <a:pt x="1" y="511"/>
                    <a:pt x="70" y="1277"/>
                  </a:cubicBezTo>
                  <a:cubicBezTo>
                    <a:pt x="406" y="1498"/>
                    <a:pt x="700" y="1578"/>
                    <a:pt x="976" y="1578"/>
                  </a:cubicBezTo>
                  <a:cubicBezTo>
                    <a:pt x="1703" y="1578"/>
                    <a:pt x="2308" y="1025"/>
                    <a:pt x="3219" y="1025"/>
                  </a:cubicBezTo>
                  <a:cubicBezTo>
                    <a:pt x="3269" y="1025"/>
                    <a:pt x="3320" y="1027"/>
                    <a:pt x="3373" y="1030"/>
                  </a:cubicBezTo>
                  <a:cubicBezTo>
                    <a:pt x="3346" y="304"/>
                    <a:pt x="2692" y="0"/>
                    <a:pt x="1973" y="0"/>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61"/>
            <p:cNvSpPr/>
            <p:nvPr/>
          </p:nvSpPr>
          <p:spPr>
            <a:xfrm>
              <a:off x="6101585" y="1188890"/>
              <a:ext cx="190959" cy="61493"/>
            </a:xfrm>
            <a:custGeom>
              <a:avLst/>
              <a:gdLst/>
              <a:ahLst/>
              <a:cxnLst/>
              <a:rect l="l" t="t" r="r" b="b"/>
              <a:pathLst>
                <a:path w="7038" h="2035" extrusionOk="0">
                  <a:moveTo>
                    <a:pt x="3128" y="0"/>
                  </a:moveTo>
                  <a:cubicBezTo>
                    <a:pt x="2310" y="0"/>
                    <a:pt x="1499" y="103"/>
                    <a:pt x="834" y="328"/>
                  </a:cubicBezTo>
                  <a:cubicBezTo>
                    <a:pt x="1" y="359"/>
                    <a:pt x="649" y="1439"/>
                    <a:pt x="464" y="1902"/>
                  </a:cubicBezTo>
                  <a:cubicBezTo>
                    <a:pt x="837" y="1858"/>
                    <a:pt x="1212" y="1841"/>
                    <a:pt x="1585" y="1841"/>
                  </a:cubicBezTo>
                  <a:cubicBezTo>
                    <a:pt x="2842" y="1841"/>
                    <a:pt x="4065" y="2034"/>
                    <a:pt x="5046" y="2034"/>
                  </a:cubicBezTo>
                  <a:cubicBezTo>
                    <a:pt x="6013" y="2034"/>
                    <a:pt x="6744" y="1846"/>
                    <a:pt x="7037" y="1100"/>
                  </a:cubicBezTo>
                  <a:cubicBezTo>
                    <a:pt x="6460" y="419"/>
                    <a:pt x="4779" y="0"/>
                    <a:pt x="3128" y="0"/>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61"/>
            <p:cNvSpPr/>
            <p:nvPr/>
          </p:nvSpPr>
          <p:spPr>
            <a:xfrm>
              <a:off x="5389008" y="1319095"/>
              <a:ext cx="327435" cy="240622"/>
            </a:xfrm>
            <a:custGeom>
              <a:avLst/>
              <a:gdLst/>
              <a:ahLst/>
              <a:cxnLst/>
              <a:rect l="l" t="t" r="r" b="b"/>
              <a:pathLst>
                <a:path w="12068" h="7963" extrusionOk="0">
                  <a:moveTo>
                    <a:pt x="10247" y="0"/>
                  </a:moveTo>
                  <a:cubicBezTo>
                    <a:pt x="10154" y="186"/>
                    <a:pt x="10247" y="525"/>
                    <a:pt x="9876" y="525"/>
                  </a:cubicBezTo>
                  <a:cubicBezTo>
                    <a:pt x="7130" y="741"/>
                    <a:pt x="5062" y="1482"/>
                    <a:pt x="2932" y="2099"/>
                  </a:cubicBezTo>
                  <a:cubicBezTo>
                    <a:pt x="3087" y="3488"/>
                    <a:pt x="1142" y="3303"/>
                    <a:pt x="1451" y="4753"/>
                  </a:cubicBezTo>
                  <a:cubicBezTo>
                    <a:pt x="988" y="5340"/>
                    <a:pt x="93" y="5525"/>
                    <a:pt x="0" y="6358"/>
                  </a:cubicBezTo>
                  <a:cubicBezTo>
                    <a:pt x="1173" y="6975"/>
                    <a:pt x="2377" y="7500"/>
                    <a:pt x="3642" y="7963"/>
                  </a:cubicBezTo>
                  <a:cubicBezTo>
                    <a:pt x="3796" y="7623"/>
                    <a:pt x="4105" y="7438"/>
                    <a:pt x="4753" y="7438"/>
                  </a:cubicBezTo>
                  <a:cubicBezTo>
                    <a:pt x="4198" y="6204"/>
                    <a:pt x="2500" y="5895"/>
                    <a:pt x="2901" y="3982"/>
                  </a:cubicBezTo>
                  <a:cubicBezTo>
                    <a:pt x="5494" y="3796"/>
                    <a:pt x="6451" y="2469"/>
                    <a:pt x="8395" y="1852"/>
                  </a:cubicBezTo>
                  <a:cubicBezTo>
                    <a:pt x="8619" y="1867"/>
                    <a:pt x="8831" y="1875"/>
                    <a:pt x="9034" y="1875"/>
                  </a:cubicBezTo>
                  <a:cubicBezTo>
                    <a:pt x="10922" y="1875"/>
                    <a:pt x="11872" y="1227"/>
                    <a:pt x="12067" y="0"/>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61"/>
            <p:cNvSpPr/>
            <p:nvPr/>
          </p:nvSpPr>
          <p:spPr>
            <a:xfrm>
              <a:off x="7065381" y="1318642"/>
              <a:ext cx="172536" cy="80681"/>
            </a:xfrm>
            <a:custGeom>
              <a:avLst/>
              <a:gdLst/>
              <a:ahLst/>
              <a:cxnLst/>
              <a:rect l="l" t="t" r="r" b="b"/>
              <a:pathLst>
                <a:path w="6359" h="2670" extrusionOk="0">
                  <a:moveTo>
                    <a:pt x="3635" y="0"/>
                  </a:moveTo>
                  <a:cubicBezTo>
                    <a:pt x="3559" y="0"/>
                    <a:pt x="3480" y="5"/>
                    <a:pt x="3396" y="15"/>
                  </a:cubicBezTo>
                  <a:cubicBezTo>
                    <a:pt x="3252" y="15"/>
                    <a:pt x="3082" y="550"/>
                    <a:pt x="2761" y="550"/>
                  </a:cubicBezTo>
                  <a:cubicBezTo>
                    <a:pt x="2737" y="550"/>
                    <a:pt x="2712" y="547"/>
                    <a:pt x="2686" y="540"/>
                  </a:cubicBezTo>
                  <a:lnTo>
                    <a:pt x="495" y="540"/>
                  </a:lnTo>
                  <a:cubicBezTo>
                    <a:pt x="1" y="2484"/>
                    <a:pt x="3087" y="1836"/>
                    <a:pt x="4136" y="2670"/>
                  </a:cubicBezTo>
                  <a:cubicBezTo>
                    <a:pt x="5031" y="2238"/>
                    <a:pt x="5463" y="1528"/>
                    <a:pt x="6358" y="1065"/>
                  </a:cubicBezTo>
                  <a:cubicBezTo>
                    <a:pt x="5033" y="950"/>
                    <a:pt x="4703" y="0"/>
                    <a:pt x="3635" y="0"/>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61"/>
            <p:cNvSpPr/>
            <p:nvPr/>
          </p:nvSpPr>
          <p:spPr>
            <a:xfrm>
              <a:off x="4192416" y="1872608"/>
              <a:ext cx="201839" cy="265310"/>
            </a:xfrm>
            <a:custGeom>
              <a:avLst/>
              <a:gdLst/>
              <a:ahLst/>
              <a:cxnLst/>
              <a:rect l="l" t="t" r="r" b="b"/>
              <a:pathLst>
                <a:path w="7439" h="8780" extrusionOk="0">
                  <a:moveTo>
                    <a:pt x="4115" y="1"/>
                  </a:moveTo>
                  <a:cubicBezTo>
                    <a:pt x="3004" y="1"/>
                    <a:pt x="2352" y="345"/>
                    <a:pt x="1575" y="539"/>
                  </a:cubicBezTo>
                  <a:cubicBezTo>
                    <a:pt x="1853" y="1990"/>
                    <a:pt x="988" y="2607"/>
                    <a:pt x="1204" y="4026"/>
                  </a:cubicBezTo>
                  <a:cubicBezTo>
                    <a:pt x="1791" y="4242"/>
                    <a:pt x="2408" y="4428"/>
                    <a:pt x="3056" y="4520"/>
                  </a:cubicBezTo>
                  <a:cubicBezTo>
                    <a:pt x="3175" y="5256"/>
                    <a:pt x="2381" y="5736"/>
                    <a:pt x="1741" y="5736"/>
                  </a:cubicBezTo>
                  <a:cubicBezTo>
                    <a:pt x="1549" y="5736"/>
                    <a:pt x="1371" y="5693"/>
                    <a:pt x="1235" y="5600"/>
                  </a:cubicBezTo>
                  <a:lnTo>
                    <a:pt x="1235" y="5600"/>
                  </a:lnTo>
                  <a:cubicBezTo>
                    <a:pt x="927" y="6773"/>
                    <a:pt x="1482" y="7359"/>
                    <a:pt x="1945" y="7977"/>
                  </a:cubicBezTo>
                  <a:cubicBezTo>
                    <a:pt x="1328" y="8224"/>
                    <a:pt x="1" y="7977"/>
                    <a:pt x="124" y="8779"/>
                  </a:cubicBezTo>
                  <a:cubicBezTo>
                    <a:pt x="1680" y="8582"/>
                    <a:pt x="3235" y="8483"/>
                    <a:pt x="4806" y="8483"/>
                  </a:cubicBezTo>
                  <a:cubicBezTo>
                    <a:pt x="5199" y="8483"/>
                    <a:pt x="5593" y="8489"/>
                    <a:pt x="5988" y="8501"/>
                  </a:cubicBezTo>
                  <a:cubicBezTo>
                    <a:pt x="6266" y="7359"/>
                    <a:pt x="6050" y="6619"/>
                    <a:pt x="7439" y="5878"/>
                  </a:cubicBezTo>
                  <a:cubicBezTo>
                    <a:pt x="6945" y="5600"/>
                    <a:pt x="6327" y="5415"/>
                    <a:pt x="5957" y="5076"/>
                  </a:cubicBezTo>
                  <a:cubicBezTo>
                    <a:pt x="6420" y="3502"/>
                    <a:pt x="3519" y="3255"/>
                    <a:pt x="4877" y="1866"/>
                  </a:cubicBezTo>
                  <a:cubicBezTo>
                    <a:pt x="4383" y="1619"/>
                    <a:pt x="3766" y="1434"/>
                    <a:pt x="3396" y="1064"/>
                  </a:cubicBezTo>
                  <a:cubicBezTo>
                    <a:pt x="3920" y="848"/>
                    <a:pt x="4538" y="693"/>
                    <a:pt x="4507" y="14"/>
                  </a:cubicBezTo>
                  <a:cubicBezTo>
                    <a:pt x="4370" y="5"/>
                    <a:pt x="4240" y="1"/>
                    <a:pt x="4115" y="1"/>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61"/>
            <p:cNvSpPr/>
            <p:nvPr/>
          </p:nvSpPr>
          <p:spPr>
            <a:xfrm>
              <a:off x="4110368" y="1993325"/>
              <a:ext cx="94638" cy="88628"/>
            </a:xfrm>
            <a:custGeom>
              <a:avLst/>
              <a:gdLst/>
              <a:ahLst/>
              <a:cxnLst/>
              <a:rect l="l" t="t" r="r" b="b"/>
              <a:pathLst>
                <a:path w="3488" h="2933" extrusionOk="0">
                  <a:moveTo>
                    <a:pt x="1667" y="1"/>
                  </a:moveTo>
                  <a:cubicBezTo>
                    <a:pt x="1652" y="579"/>
                    <a:pt x="1459" y="680"/>
                    <a:pt x="1190" y="680"/>
                  </a:cubicBezTo>
                  <a:cubicBezTo>
                    <a:pt x="1047" y="680"/>
                    <a:pt x="882" y="651"/>
                    <a:pt x="711" y="651"/>
                  </a:cubicBezTo>
                  <a:cubicBezTo>
                    <a:pt x="537" y="651"/>
                    <a:pt x="356" y="681"/>
                    <a:pt x="186" y="803"/>
                  </a:cubicBezTo>
                  <a:cubicBezTo>
                    <a:pt x="247" y="1574"/>
                    <a:pt x="0" y="2531"/>
                    <a:pt x="556" y="2932"/>
                  </a:cubicBezTo>
                  <a:cubicBezTo>
                    <a:pt x="1389" y="2655"/>
                    <a:pt x="2778" y="2747"/>
                    <a:pt x="3488" y="2408"/>
                  </a:cubicBezTo>
                  <a:cubicBezTo>
                    <a:pt x="3087" y="1297"/>
                    <a:pt x="3395" y="1235"/>
                    <a:pt x="3488" y="1"/>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61"/>
            <p:cNvSpPr/>
            <p:nvPr/>
          </p:nvSpPr>
          <p:spPr>
            <a:xfrm>
              <a:off x="7474863" y="2242313"/>
              <a:ext cx="149907" cy="96303"/>
            </a:xfrm>
            <a:custGeom>
              <a:avLst/>
              <a:gdLst/>
              <a:ahLst/>
              <a:cxnLst/>
              <a:rect l="l" t="t" r="r" b="b"/>
              <a:pathLst>
                <a:path w="5525" h="3187" extrusionOk="0">
                  <a:moveTo>
                    <a:pt x="402" y="1"/>
                  </a:moveTo>
                  <a:cubicBezTo>
                    <a:pt x="679" y="1266"/>
                    <a:pt x="0" y="1821"/>
                    <a:pt x="31" y="2932"/>
                  </a:cubicBezTo>
                  <a:cubicBezTo>
                    <a:pt x="241" y="3079"/>
                    <a:pt x="403" y="3136"/>
                    <a:pt x="541" y="3136"/>
                  </a:cubicBezTo>
                  <a:cubicBezTo>
                    <a:pt x="1034" y="3136"/>
                    <a:pt x="1196" y="2396"/>
                    <a:pt x="2031" y="2396"/>
                  </a:cubicBezTo>
                  <a:cubicBezTo>
                    <a:pt x="2091" y="2396"/>
                    <a:pt x="2155" y="2400"/>
                    <a:pt x="2222" y="2408"/>
                  </a:cubicBezTo>
                  <a:cubicBezTo>
                    <a:pt x="2895" y="2437"/>
                    <a:pt x="2542" y="3187"/>
                    <a:pt x="3212" y="3187"/>
                  </a:cubicBezTo>
                  <a:cubicBezTo>
                    <a:pt x="3249" y="3187"/>
                    <a:pt x="3290" y="3184"/>
                    <a:pt x="3333" y="3179"/>
                  </a:cubicBezTo>
                  <a:cubicBezTo>
                    <a:pt x="4136" y="2531"/>
                    <a:pt x="4012" y="1204"/>
                    <a:pt x="5525" y="1081"/>
                  </a:cubicBezTo>
                  <a:cubicBezTo>
                    <a:pt x="3611" y="865"/>
                    <a:pt x="2408" y="155"/>
                    <a:pt x="402" y="1"/>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61"/>
            <p:cNvSpPr/>
            <p:nvPr/>
          </p:nvSpPr>
          <p:spPr>
            <a:xfrm>
              <a:off x="7304879" y="2338372"/>
              <a:ext cx="260445" cy="273257"/>
            </a:xfrm>
            <a:custGeom>
              <a:avLst/>
              <a:gdLst/>
              <a:ahLst/>
              <a:cxnLst/>
              <a:rect l="l" t="t" r="r" b="b"/>
              <a:pathLst>
                <a:path w="9599" h="9043" extrusionOk="0">
                  <a:moveTo>
                    <a:pt x="7407" y="0"/>
                  </a:moveTo>
                  <a:cubicBezTo>
                    <a:pt x="7839" y="1266"/>
                    <a:pt x="7222" y="1852"/>
                    <a:pt x="7778" y="3210"/>
                  </a:cubicBezTo>
                  <a:cubicBezTo>
                    <a:pt x="7500" y="3210"/>
                    <a:pt x="7315" y="3488"/>
                    <a:pt x="7407" y="3735"/>
                  </a:cubicBezTo>
                  <a:cubicBezTo>
                    <a:pt x="6204" y="4074"/>
                    <a:pt x="5093" y="4599"/>
                    <a:pt x="4105" y="5339"/>
                  </a:cubicBezTo>
                  <a:cubicBezTo>
                    <a:pt x="2809" y="5802"/>
                    <a:pt x="494" y="5525"/>
                    <a:pt x="432" y="6913"/>
                  </a:cubicBezTo>
                  <a:cubicBezTo>
                    <a:pt x="381" y="7160"/>
                    <a:pt x="587" y="7222"/>
                    <a:pt x="878" y="7222"/>
                  </a:cubicBezTo>
                  <a:cubicBezTo>
                    <a:pt x="1170" y="7222"/>
                    <a:pt x="1547" y="7160"/>
                    <a:pt x="1838" y="7160"/>
                  </a:cubicBezTo>
                  <a:cubicBezTo>
                    <a:pt x="2130" y="7160"/>
                    <a:pt x="2336" y="7222"/>
                    <a:pt x="2284" y="7469"/>
                  </a:cubicBezTo>
                  <a:lnTo>
                    <a:pt x="62" y="7438"/>
                  </a:lnTo>
                  <a:lnTo>
                    <a:pt x="62" y="7438"/>
                  </a:lnTo>
                  <a:cubicBezTo>
                    <a:pt x="0" y="8395"/>
                    <a:pt x="926" y="8611"/>
                    <a:pt x="1543" y="9043"/>
                  </a:cubicBezTo>
                  <a:cubicBezTo>
                    <a:pt x="1790" y="8086"/>
                    <a:pt x="2685" y="7561"/>
                    <a:pt x="3735" y="7191"/>
                  </a:cubicBezTo>
                  <a:cubicBezTo>
                    <a:pt x="4136" y="7191"/>
                    <a:pt x="4506" y="7284"/>
                    <a:pt x="4846" y="7469"/>
                  </a:cubicBezTo>
                  <a:cubicBezTo>
                    <a:pt x="5988" y="6420"/>
                    <a:pt x="8426" y="6327"/>
                    <a:pt x="9598" y="5339"/>
                  </a:cubicBezTo>
                  <a:cubicBezTo>
                    <a:pt x="9537" y="3426"/>
                    <a:pt x="8796" y="2006"/>
                    <a:pt x="8889" y="0"/>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61"/>
            <p:cNvSpPr/>
            <p:nvPr/>
          </p:nvSpPr>
          <p:spPr>
            <a:xfrm>
              <a:off x="4881578" y="2490303"/>
              <a:ext cx="64847" cy="33662"/>
            </a:xfrm>
            <a:custGeom>
              <a:avLst/>
              <a:gdLst/>
              <a:ahLst/>
              <a:cxnLst/>
              <a:rect l="l" t="t" r="r" b="b"/>
              <a:pathLst>
                <a:path w="2390" h="1114" extrusionOk="0">
                  <a:moveTo>
                    <a:pt x="975" y="0"/>
                  </a:moveTo>
                  <a:cubicBezTo>
                    <a:pt x="788" y="0"/>
                    <a:pt x="586" y="12"/>
                    <a:pt x="370" y="34"/>
                  </a:cubicBezTo>
                  <a:cubicBezTo>
                    <a:pt x="401" y="250"/>
                    <a:pt x="216" y="281"/>
                    <a:pt x="0" y="311"/>
                  </a:cubicBezTo>
                  <a:cubicBezTo>
                    <a:pt x="93" y="1052"/>
                    <a:pt x="1204" y="497"/>
                    <a:pt x="2160" y="1114"/>
                  </a:cubicBezTo>
                  <a:cubicBezTo>
                    <a:pt x="2390" y="273"/>
                    <a:pt x="1862" y="0"/>
                    <a:pt x="975" y="0"/>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61"/>
            <p:cNvSpPr/>
            <p:nvPr/>
          </p:nvSpPr>
          <p:spPr>
            <a:xfrm>
              <a:off x="7098048" y="2741980"/>
              <a:ext cx="71196" cy="78535"/>
            </a:xfrm>
            <a:custGeom>
              <a:avLst/>
              <a:gdLst/>
              <a:ahLst/>
              <a:cxnLst/>
              <a:rect l="l" t="t" r="r" b="b"/>
              <a:pathLst>
                <a:path w="2624" h="2599" extrusionOk="0">
                  <a:moveTo>
                    <a:pt x="1826" y="0"/>
                  </a:moveTo>
                  <a:cubicBezTo>
                    <a:pt x="1078" y="0"/>
                    <a:pt x="299" y="557"/>
                    <a:pt x="0" y="994"/>
                  </a:cubicBezTo>
                  <a:cubicBezTo>
                    <a:pt x="556" y="1364"/>
                    <a:pt x="957" y="1951"/>
                    <a:pt x="1081" y="2599"/>
                  </a:cubicBezTo>
                  <a:cubicBezTo>
                    <a:pt x="2624" y="2537"/>
                    <a:pt x="2500" y="1303"/>
                    <a:pt x="2562" y="223"/>
                  </a:cubicBezTo>
                  <a:cubicBezTo>
                    <a:pt x="2334" y="65"/>
                    <a:pt x="2082" y="0"/>
                    <a:pt x="1826" y="0"/>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61"/>
            <p:cNvSpPr/>
            <p:nvPr/>
          </p:nvSpPr>
          <p:spPr>
            <a:xfrm>
              <a:off x="7137173" y="2869223"/>
              <a:ext cx="106604" cy="87449"/>
            </a:xfrm>
            <a:custGeom>
              <a:avLst/>
              <a:gdLst/>
              <a:ahLst/>
              <a:cxnLst/>
              <a:rect l="l" t="t" r="r" b="b"/>
              <a:pathLst>
                <a:path w="3929" h="2894" extrusionOk="0">
                  <a:moveTo>
                    <a:pt x="2118" y="1"/>
                  </a:moveTo>
                  <a:cubicBezTo>
                    <a:pt x="1069" y="1"/>
                    <a:pt x="1" y="482"/>
                    <a:pt x="40" y="1320"/>
                  </a:cubicBezTo>
                  <a:cubicBezTo>
                    <a:pt x="657" y="1999"/>
                    <a:pt x="1398" y="2523"/>
                    <a:pt x="2231" y="2894"/>
                  </a:cubicBezTo>
                  <a:cubicBezTo>
                    <a:pt x="2694" y="2091"/>
                    <a:pt x="3928" y="1844"/>
                    <a:pt x="3712" y="517"/>
                  </a:cubicBezTo>
                  <a:cubicBezTo>
                    <a:pt x="3337" y="165"/>
                    <a:pt x="2731" y="1"/>
                    <a:pt x="2118" y="1"/>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61"/>
            <p:cNvSpPr/>
            <p:nvPr/>
          </p:nvSpPr>
          <p:spPr>
            <a:xfrm>
              <a:off x="6881179" y="2875901"/>
              <a:ext cx="57792" cy="57474"/>
            </a:xfrm>
            <a:custGeom>
              <a:avLst/>
              <a:gdLst/>
              <a:ahLst/>
              <a:cxnLst/>
              <a:rect l="l" t="t" r="r" b="b"/>
              <a:pathLst>
                <a:path w="2130" h="1902" extrusionOk="0">
                  <a:moveTo>
                    <a:pt x="959" y="0"/>
                  </a:moveTo>
                  <a:cubicBezTo>
                    <a:pt x="857" y="0"/>
                    <a:pt x="753" y="6"/>
                    <a:pt x="648" y="19"/>
                  </a:cubicBezTo>
                  <a:cubicBezTo>
                    <a:pt x="0" y="1068"/>
                    <a:pt x="185" y="235"/>
                    <a:pt x="648" y="1901"/>
                  </a:cubicBezTo>
                  <a:cubicBezTo>
                    <a:pt x="1698" y="1716"/>
                    <a:pt x="1698" y="852"/>
                    <a:pt x="2130" y="296"/>
                  </a:cubicBezTo>
                  <a:cubicBezTo>
                    <a:pt x="1759" y="99"/>
                    <a:pt x="1369" y="0"/>
                    <a:pt x="959" y="0"/>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61"/>
            <p:cNvSpPr/>
            <p:nvPr/>
          </p:nvSpPr>
          <p:spPr>
            <a:xfrm>
              <a:off x="3770399" y="2924943"/>
              <a:ext cx="50277" cy="31728"/>
            </a:xfrm>
            <a:custGeom>
              <a:avLst/>
              <a:gdLst/>
              <a:ahLst/>
              <a:cxnLst/>
              <a:rect l="l" t="t" r="r" b="b"/>
              <a:pathLst>
                <a:path w="1853" h="1050" extrusionOk="0">
                  <a:moveTo>
                    <a:pt x="988" y="0"/>
                  </a:moveTo>
                  <a:cubicBezTo>
                    <a:pt x="988" y="525"/>
                    <a:pt x="0" y="340"/>
                    <a:pt x="278" y="1050"/>
                  </a:cubicBezTo>
                  <a:lnTo>
                    <a:pt x="1729" y="1050"/>
                  </a:lnTo>
                  <a:cubicBezTo>
                    <a:pt x="1852" y="463"/>
                    <a:pt x="1636" y="62"/>
                    <a:pt x="988" y="0"/>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61"/>
            <p:cNvSpPr/>
            <p:nvPr/>
          </p:nvSpPr>
          <p:spPr>
            <a:xfrm>
              <a:off x="7217784" y="2973441"/>
              <a:ext cx="168330" cy="120326"/>
            </a:xfrm>
            <a:custGeom>
              <a:avLst/>
              <a:gdLst/>
              <a:ahLst/>
              <a:cxnLst/>
              <a:rect l="l" t="t" r="r" b="b"/>
              <a:pathLst>
                <a:path w="6204" h="3982" extrusionOk="0">
                  <a:moveTo>
                    <a:pt x="2562" y="0"/>
                  </a:moveTo>
                  <a:cubicBezTo>
                    <a:pt x="2038" y="340"/>
                    <a:pt x="2192" y="1142"/>
                    <a:pt x="2192" y="1852"/>
                  </a:cubicBezTo>
                  <a:cubicBezTo>
                    <a:pt x="1897" y="1749"/>
                    <a:pt x="1651" y="1704"/>
                    <a:pt x="1440" y="1704"/>
                  </a:cubicBezTo>
                  <a:cubicBezTo>
                    <a:pt x="768" y="1704"/>
                    <a:pt x="447" y="2161"/>
                    <a:pt x="1" y="2654"/>
                  </a:cubicBezTo>
                  <a:cubicBezTo>
                    <a:pt x="225" y="2816"/>
                    <a:pt x="405" y="2870"/>
                    <a:pt x="576" y="2870"/>
                  </a:cubicBezTo>
                  <a:cubicBezTo>
                    <a:pt x="934" y="2870"/>
                    <a:pt x="1253" y="2632"/>
                    <a:pt x="1860" y="2632"/>
                  </a:cubicBezTo>
                  <a:cubicBezTo>
                    <a:pt x="1962" y="2632"/>
                    <a:pt x="2072" y="2639"/>
                    <a:pt x="2192" y="2654"/>
                  </a:cubicBezTo>
                  <a:cubicBezTo>
                    <a:pt x="2068" y="3272"/>
                    <a:pt x="1420" y="3796"/>
                    <a:pt x="2562" y="3981"/>
                  </a:cubicBezTo>
                  <a:cubicBezTo>
                    <a:pt x="3027" y="3297"/>
                    <a:pt x="3880" y="2880"/>
                    <a:pt x="5293" y="2880"/>
                  </a:cubicBezTo>
                  <a:cubicBezTo>
                    <a:pt x="5474" y="2880"/>
                    <a:pt x="5665" y="2887"/>
                    <a:pt x="5864" y="2901"/>
                  </a:cubicBezTo>
                  <a:cubicBezTo>
                    <a:pt x="6204" y="1698"/>
                    <a:pt x="4692" y="1821"/>
                    <a:pt x="4013" y="1327"/>
                  </a:cubicBezTo>
                  <a:cubicBezTo>
                    <a:pt x="4105" y="432"/>
                    <a:pt x="3612" y="31"/>
                    <a:pt x="2562" y="0"/>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61"/>
            <p:cNvSpPr/>
            <p:nvPr/>
          </p:nvSpPr>
          <p:spPr>
            <a:xfrm>
              <a:off x="6195382" y="3076934"/>
              <a:ext cx="87936" cy="80802"/>
            </a:xfrm>
            <a:custGeom>
              <a:avLst/>
              <a:gdLst/>
              <a:ahLst/>
              <a:cxnLst/>
              <a:rect l="l" t="t" r="r" b="b"/>
              <a:pathLst>
                <a:path w="3241" h="2674" extrusionOk="0">
                  <a:moveTo>
                    <a:pt x="1389" y="1"/>
                  </a:moveTo>
                  <a:lnTo>
                    <a:pt x="1389" y="1"/>
                  </a:lnTo>
                  <a:cubicBezTo>
                    <a:pt x="1914" y="1575"/>
                    <a:pt x="0" y="1914"/>
                    <a:pt x="1389" y="2655"/>
                  </a:cubicBezTo>
                  <a:cubicBezTo>
                    <a:pt x="1485" y="2668"/>
                    <a:pt x="1572" y="2673"/>
                    <a:pt x="1651" y="2673"/>
                  </a:cubicBezTo>
                  <a:cubicBezTo>
                    <a:pt x="2539" y="2673"/>
                    <a:pt x="2447" y="1940"/>
                    <a:pt x="3241" y="1883"/>
                  </a:cubicBezTo>
                  <a:cubicBezTo>
                    <a:pt x="2932" y="1019"/>
                    <a:pt x="2161" y="526"/>
                    <a:pt x="1389" y="1"/>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61"/>
            <p:cNvSpPr/>
            <p:nvPr/>
          </p:nvSpPr>
          <p:spPr>
            <a:xfrm>
              <a:off x="6889536" y="3149425"/>
              <a:ext cx="252929" cy="251259"/>
            </a:xfrm>
            <a:custGeom>
              <a:avLst/>
              <a:gdLst/>
              <a:ahLst/>
              <a:cxnLst/>
              <a:rect l="l" t="t" r="r" b="b"/>
              <a:pathLst>
                <a:path w="9322" h="8315" extrusionOk="0">
                  <a:moveTo>
                    <a:pt x="6183" y="0"/>
                  </a:moveTo>
                  <a:cubicBezTo>
                    <a:pt x="6081" y="0"/>
                    <a:pt x="5975" y="3"/>
                    <a:pt x="5865" y="9"/>
                  </a:cubicBezTo>
                  <a:cubicBezTo>
                    <a:pt x="5525" y="2787"/>
                    <a:pt x="649" y="2231"/>
                    <a:pt x="1" y="4793"/>
                  </a:cubicBezTo>
                  <a:cubicBezTo>
                    <a:pt x="340" y="5873"/>
                    <a:pt x="1945" y="6027"/>
                    <a:pt x="1822" y="7447"/>
                  </a:cubicBezTo>
                  <a:cubicBezTo>
                    <a:pt x="2090" y="7402"/>
                    <a:pt x="2322" y="7382"/>
                    <a:pt x="2528" y="7382"/>
                  </a:cubicBezTo>
                  <a:cubicBezTo>
                    <a:pt x="3944" y="7382"/>
                    <a:pt x="4082" y="8314"/>
                    <a:pt x="5497" y="8314"/>
                  </a:cubicBezTo>
                  <a:cubicBezTo>
                    <a:pt x="5703" y="8314"/>
                    <a:pt x="5936" y="8294"/>
                    <a:pt x="6204" y="8249"/>
                  </a:cubicBezTo>
                  <a:cubicBezTo>
                    <a:pt x="6112" y="7632"/>
                    <a:pt x="7284" y="7941"/>
                    <a:pt x="7315" y="7447"/>
                  </a:cubicBezTo>
                  <a:cubicBezTo>
                    <a:pt x="7037" y="7385"/>
                    <a:pt x="6605" y="7447"/>
                    <a:pt x="6605" y="7169"/>
                  </a:cubicBezTo>
                  <a:cubicBezTo>
                    <a:pt x="7809" y="6799"/>
                    <a:pt x="7192" y="5163"/>
                    <a:pt x="8426" y="4793"/>
                  </a:cubicBezTo>
                  <a:cubicBezTo>
                    <a:pt x="7593" y="3929"/>
                    <a:pt x="8735" y="3034"/>
                    <a:pt x="8056" y="2385"/>
                  </a:cubicBezTo>
                  <a:cubicBezTo>
                    <a:pt x="8704" y="2169"/>
                    <a:pt x="9321" y="1892"/>
                    <a:pt x="9167" y="1089"/>
                  </a:cubicBezTo>
                  <a:cubicBezTo>
                    <a:pt x="8330" y="599"/>
                    <a:pt x="7655" y="0"/>
                    <a:pt x="6183" y="0"/>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61"/>
            <p:cNvSpPr/>
            <p:nvPr/>
          </p:nvSpPr>
          <p:spPr>
            <a:xfrm>
              <a:off x="6571355" y="3165530"/>
              <a:ext cx="251220" cy="235848"/>
            </a:xfrm>
            <a:custGeom>
              <a:avLst/>
              <a:gdLst/>
              <a:ahLst/>
              <a:cxnLst/>
              <a:rect l="l" t="t" r="r" b="b"/>
              <a:pathLst>
                <a:path w="9259" h="7805" extrusionOk="0">
                  <a:moveTo>
                    <a:pt x="1821" y="1"/>
                  </a:moveTo>
                  <a:cubicBezTo>
                    <a:pt x="1842" y="391"/>
                    <a:pt x="1745" y="511"/>
                    <a:pt x="1570" y="511"/>
                  </a:cubicBezTo>
                  <a:cubicBezTo>
                    <a:pt x="1290" y="511"/>
                    <a:pt x="814" y="204"/>
                    <a:pt x="311" y="204"/>
                  </a:cubicBezTo>
                  <a:cubicBezTo>
                    <a:pt x="208" y="204"/>
                    <a:pt x="104" y="217"/>
                    <a:pt x="0" y="248"/>
                  </a:cubicBezTo>
                  <a:cubicBezTo>
                    <a:pt x="0" y="3365"/>
                    <a:pt x="5154" y="2717"/>
                    <a:pt x="4414" y="6358"/>
                  </a:cubicBezTo>
                  <a:cubicBezTo>
                    <a:pt x="5949" y="6491"/>
                    <a:pt x="6554" y="7805"/>
                    <a:pt x="7767" y="7805"/>
                  </a:cubicBezTo>
                  <a:cubicBezTo>
                    <a:pt x="7967" y="7805"/>
                    <a:pt x="8185" y="7769"/>
                    <a:pt x="8426" y="7685"/>
                  </a:cubicBezTo>
                  <a:cubicBezTo>
                    <a:pt x="9259" y="6667"/>
                    <a:pt x="7654" y="5525"/>
                    <a:pt x="7716" y="4260"/>
                  </a:cubicBezTo>
                  <a:cubicBezTo>
                    <a:pt x="6574" y="3704"/>
                    <a:pt x="5278" y="2963"/>
                    <a:pt x="4753" y="2377"/>
                  </a:cubicBezTo>
                  <a:cubicBezTo>
                    <a:pt x="4198" y="1760"/>
                    <a:pt x="3056" y="1328"/>
                    <a:pt x="3303" y="525"/>
                  </a:cubicBezTo>
                  <a:lnTo>
                    <a:pt x="3303" y="525"/>
                  </a:lnTo>
                  <a:cubicBezTo>
                    <a:pt x="3189" y="547"/>
                    <a:pt x="3091" y="556"/>
                    <a:pt x="3007" y="556"/>
                  </a:cubicBezTo>
                  <a:cubicBezTo>
                    <a:pt x="2359" y="556"/>
                    <a:pt x="2476" y="1"/>
                    <a:pt x="1821" y="1"/>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61"/>
            <p:cNvSpPr/>
            <p:nvPr/>
          </p:nvSpPr>
          <p:spPr>
            <a:xfrm>
              <a:off x="7091347" y="3254126"/>
              <a:ext cx="166675" cy="152054"/>
            </a:xfrm>
            <a:custGeom>
              <a:avLst/>
              <a:gdLst/>
              <a:ahLst/>
              <a:cxnLst/>
              <a:rect l="l" t="t" r="r" b="b"/>
              <a:pathLst>
                <a:path w="6143" h="5032" extrusionOk="0">
                  <a:moveTo>
                    <a:pt x="3210" y="1"/>
                  </a:moveTo>
                  <a:cubicBezTo>
                    <a:pt x="1328" y="1081"/>
                    <a:pt x="1" y="4043"/>
                    <a:pt x="2840" y="5031"/>
                  </a:cubicBezTo>
                  <a:cubicBezTo>
                    <a:pt x="2747" y="4260"/>
                    <a:pt x="2932" y="3673"/>
                    <a:pt x="3581" y="3457"/>
                  </a:cubicBezTo>
                  <a:cubicBezTo>
                    <a:pt x="4200" y="3838"/>
                    <a:pt x="4359" y="4439"/>
                    <a:pt x="5023" y="4439"/>
                  </a:cubicBezTo>
                  <a:cubicBezTo>
                    <a:pt x="5220" y="4439"/>
                    <a:pt x="5461" y="4387"/>
                    <a:pt x="5772" y="4260"/>
                  </a:cubicBezTo>
                  <a:cubicBezTo>
                    <a:pt x="5587" y="3148"/>
                    <a:pt x="4352" y="2778"/>
                    <a:pt x="4290" y="1575"/>
                  </a:cubicBezTo>
                  <a:lnTo>
                    <a:pt x="4290" y="1575"/>
                  </a:lnTo>
                  <a:cubicBezTo>
                    <a:pt x="4584" y="1760"/>
                    <a:pt x="4908" y="1852"/>
                    <a:pt x="5228" y="1852"/>
                  </a:cubicBezTo>
                  <a:cubicBezTo>
                    <a:pt x="5548" y="1852"/>
                    <a:pt x="5864" y="1760"/>
                    <a:pt x="6142" y="1575"/>
                  </a:cubicBezTo>
                  <a:cubicBezTo>
                    <a:pt x="6050" y="402"/>
                    <a:pt x="3827" y="772"/>
                    <a:pt x="3210" y="1"/>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61"/>
            <p:cNvSpPr/>
            <p:nvPr/>
          </p:nvSpPr>
          <p:spPr>
            <a:xfrm>
              <a:off x="7365248" y="3260442"/>
              <a:ext cx="110484" cy="42456"/>
            </a:xfrm>
            <a:custGeom>
              <a:avLst/>
              <a:gdLst/>
              <a:ahLst/>
              <a:cxnLst/>
              <a:rect l="l" t="t" r="r" b="b"/>
              <a:pathLst>
                <a:path w="4072" h="1405" extrusionOk="0">
                  <a:moveTo>
                    <a:pt x="2295" y="0"/>
                  </a:moveTo>
                  <a:cubicBezTo>
                    <a:pt x="1144" y="0"/>
                    <a:pt x="0" y="336"/>
                    <a:pt x="59" y="1119"/>
                  </a:cubicBezTo>
                  <a:cubicBezTo>
                    <a:pt x="481" y="1308"/>
                    <a:pt x="1072" y="1405"/>
                    <a:pt x="1671" y="1405"/>
                  </a:cubicBezTo>
                  <a:cubicBezTo>
                    <a:pt x="2826" y="1405"/>
                    <a:pt x="4010" y="1048"/>
                    <a:pt x="4071" y="316"/>
                  </a:cubicBezTo>
                  <a:cubicBezTo>
                    <a:pt x="3630" y="113"/>
                    <a:pt x="2961" y="0"/>
                    <a:pt x="2295" y="0"/>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61"/>
            <p:cNvSpPr/>
            <p:nvPr/>
          </p:nvSpPr>
          <p:spPr>
            <a:xfrm>
              <a:off x="7386927" y="3301688"/>
              <a:ext cx="466435" cy="202004"/>
            </a:xfrm>
            <a:custGeom>
              <a:avLst/>
              <a:gdLst/>
              <a:ahLst/>
              <a:cxnLst/>
              <a:rect l="l" t="t" r="r" b="b"/>
              <a:pathLst>
                <a:path w="17191" h="6685" extrusionOk="0">
                  <a:moveTo>
                    <a:pt x="4754" y="1"/>
                  </a:moveTo>
                  <a:cubicBezTo>
                    <a:pt x="4435" y="377"/>
                    <a:pt x="4225" y="809"/>
                    <a:pt x="3434" y="809"/>
                  </a:cubicBezTo>
                  <a:cubicBezTo>
                    <a:pt x="3382" y="809"/>
                    <a:pt x="3329" y="807"/>
                    <a:pt x="3272" y="803"/>
                  </a:cubicBezTo>
                  <a:cubicBezTo>
                    <a:pt x="3155" y="825"/>
                    <a:pt x="3055" y="835"/>
                    <a:pt x="2968" y="835"/>
                  </a:cubicBezTo>
                  <a:cubicBezTo>
                    <a:pt x="2295" y="835"/>
                    <a:pt x="2428" y="246"/>
                    <a:pt x="1756" y="246"/>
                  </a:cubicBezTo>
                  <a:cubicBezTo>
                    <a:pt x="1669" y="246"/>
                    <a:pt x="1569" y="256"/>
                    <a:pt x="1451" y="278"/>
                  </a:cubicBezTo>
                  <a:cubicBezTo>
                    <a:pt x="1575" y="988"/>
                    <a:pt x="1" y="494"/>
                    <a:pt x="340" y="1328"/>
                  </a:cubicBezTo>
                  <a:cubicBezTo>
                    <a:pt x="356" y="1489"/>
                    <a:pt x="427" y="1545"/>
                    <a:pt x="540" y="1545"/>
                  </a:cubicBezTo>
                  <a:cubicBezTo>
                    <a:pt x="792" y="1545"/>
                    <a:pt x="1251" y="1263"/>
                    <a:pt x="1762" y="1263"/>
                  </a:cubicBezTo>
                  <a:cubicBezTo>
                    <a:pt x="1893" y="1263"/>
                    <a:pt x="2026" y="1281"/>
                    <a:pt x="2161" y="1328"/>
                  </a:cubicBezTo>
                  <a:cubicBezTo>
                    <a:pt x="3797" y="2284"/>
                    <a:pt x="5957" y="2871"/>
                    <a:pt x="7315" y="4013"/>
                  </a:cubicBezTo>
                  <a:lnTo>
                    <a:pt x="7315" y="5587"/>
                  </a:lnTo>
                  <a:cubicBezTo>
                    <a:pt x="7767" y="5389"/>
                    <a:pt x="8146" y="5311"/>
                    <a:pt x="8480" y="5311"/>
                  </a:cubicBezTo>
                  <a:cubicBezTo>
                    <a:pt x="9605" y="5311"/>
                    <a:pt x="10216" y="6199"/>
                    <a:pt x="11358" y="6389"/>
                  </a:cubicBezTo>
                  <a:cubicBezTo>
                    <a:pt x="12513" y="6361"/>
                    <a:pt x="12279" y="5278"/>
                    <a:pt x="13522" y="5278"/>
                  </a:cubicBezTo>
                  <a:cubicBezTo>
                    <a:pt x="13640" y="5278"/>
                    <a:pt x="13772" y="5287"/>
                    <a:pt x="13920" y="5309"/>
                  </a:cubicBezTo>
                  <a:cubicBezTo>
                    <a:pt x="14569" y="5622"/>
                    <a:pt x="15313" y="6685"/>
                    <a:pt x="16296" y="6685"/>
                  </a:cubicBezTo>
                  <a:cubicBezTo>
                    <a:pt x="16574" y="6685"/>
                    <a:pt x="16871" y="6600"/>
                    <a:pt x="17191" y="6389"/>
                  </a:cubicBezTo>
                  <a:cubicBezTo>
                    <a:pt x="16481" y="6204"/>
                    <a:pt x="16018" y="5525"/>
                    <a:pt x="16111" y="4784"/>
                  </a:cubicBezTo>
                  <a:cubicBezTo>
                    <a:pt x="15154" y="4167"/>
                    <a:pt x="13796" y="3827"/>
                    <a:pt x="13179" y="2932"/>
                  </a:cubicBezTo>
                  <a:lnTo>
                    <a:pt x="13179" y="2130"/>
                  </a:lnTo>
                  <a:cubicBezTo>
                    <a:pt x="10340" y="2068"/>
                    <a:pt x="9599" y="494"/>
                    <a:pt x="7315" y="1"/>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61"/>
            <p:cNvSpPr/>
            <p:nvPr/>
          </p:nvSpPr>
          <p:spPr>
            <a:xfrm>
              <a:off x="6801627" y="3406148"/>
              <a:ext cx="262127" cy="82524"/>
            </a:xfrm>
            <a:custGeom>
              <a:avLst/>
              <a:gdLst/>
              <a:ahLst/>
              <a:cxnLst/>
              <a:rect l="l" t="t" r="r" b="b"/>
              <a:pathLst>
                <a:path w="9661" h="2731" extrusionOk="0">
                  <a:moveTo>
                    <a:pt x="1019" y="0"/>
                  </a:moveTo>
                  <a:cubicBezTo>
                    <a:pt x="710" y="494"/>
                    <a:pt x="0" y="679"/>
                    <a:pt x="309" y="1605"/>
                  </a:cubicBezTo>
                  <a:cubicBezTo>
                    <a:pt x="3441" y="1633"/>
                    <a:pt x="5104" y="2731"/>
                    <a:pt x="8295" y="2731"/>
                  </a:cubicBezTo>
                  <a:cubicBezTo>
                    <a:pt x="8657" y="2731"/>
                    <a:pt x="9038" y="2716"/>
                    <a:pt x="9444" y="2685"/>
                  </a:cubicBezTo>
                  <a:cubicBezTo>
                    <a:pt x="9660" y="1728"/>
                    <a:pt x="8179" y="2006"/>
                    <a:pt x="8364" y="1080"/>
                  </a:cubicBezTo>
                  <a:lnTo>
                    <a:pt x="8364" y="1080"/>
                  </a:lnTo>
                  <a:cubicBezTo>
                    <a:pt x="8224" y="1083"/>
                    <a:pt x="8086" y="1085"/>
                    <a:pt x="7950" y="1085"/>
                  </a:cubicBezTo>
                  <a:cubicBezTo>
                    <a:pt x="5171" y="1085"/>
                    <a:pt x="3137" y="500"/>
                    <a:pt x="1019" y="0"/>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61"/>
            <p:cNvSpPr/>
            <p:nvPr/>
          </p:nvSpPr>
          <p:spPr>
            <a:xfrm>
              <a:off x="6938944" y="3518917"/>
              <a:ext cx="940385" cy="658470"/>
            </a:xfrm>
            <a:custGeom>
              <a:avLst/>
              <a:gdLst/>
              <a:ahLst/>
              <a:cxnLst/>
              <a:rect l="l" t="t" r="r" b="b"/>
              <a:pathLst>
                <a:path w="34659" h="21791" extrusionOk="0">
                  <a:moveTo>
                    <a:pt x="26103" y="0"/>
                  </a:moveTo>
                  <a:cubicBezTo>
                    <a:pt x="26075" y="0"/>
                    <a:pt x="26047" y="1"/>
                    <a:pt x="26017" y="2"/>
                  </a:cubicBezTo>
                  <a:cubicBezTo>
                    <a:pt x="25091" y="1082"/>
                    <a:pt x="26418" y="3860"/>
                    <a:pt x="24906" y="4508"/>
                  </a:cubicBezTo>
                  <a:cubicBezTo>
                    <a:pt x="24714" y="4557"/>
                    <a:pt x="24559" y="4578"/>
                    <a:pt x="24432" y="4578"/>
                  </a:cubicBezTo>
                  <a:cubicBezTo>
                    <a:pt x="23724" y="4578"/>
                    <a:pt x="23893" y="3924"/>
                    <a:pt x="23161" y="3924"/>
                  </a:cubicBezTo>
                  <a:cubicBezTo>
                    <a:pt x="23040" y="3924"/>
                    <a:pt x="22894" y="3942"/>
                    <a:pt x="22715" y="3983"/>
                  </a:cubicBezTo>
                  <a:cubicBezTo>
                    <a:pt x="22653" y="3243"/>
                    <a:pt x="20987" y="3644"/>
                    <a:pt x="21265" y="2656"/>
                  </a:cubicBezTo>
                  <a:cubicBezTo>
                    <a:pt x="21079" y="1823"/>
                    <a:pt x="23055" y="2564"/>
                    <a:pt x="22715" y="1607"/>
                  </a:cubicBezTo>
                  <a:cubicBezTo>
                    <a:pt x="22062" y="1065"/>
                    <a:pt x="20742" y="1009"/>
                    <a:pt x="19355" y="1009"/>
                  </a:cubicBezTo>
                  <a:cubicBezTo>
                    <a:pt x="18990" y="1009"/>
                    <a:pt x="18621" y="1013"/>
                    <a:pt x="18258" y="1013"/>
                  </a:cubicBezTo>
                  <a:cubicBezTo>
                    <a:pt x="17327" y="1013"/>
                    <a:pt x="16437" y="987"/>
                    <a:pt x="15771" y="805"/>
                  </a:cubicBezTo>
                  <a:cubicBezTo>
                    <a:pt x="15123" y="959"/>
                    <a:pt x="15771" y="2039"/>
                    <a:pt x="15030" y="2132"/>
                  </a:cubicBezTo>
                  <a:cubicBezTo>
                    <a:pt x="13796" y="2255"/>
                    <a:pt x="12562" y="2533"/>
                    <a:pt x="11358" y="2934"/>
                  </a:cubicBezTo>
                  <a:cubicBezTo>
                    <a:pt x="10926" y="3737"/>
                    <a:pt x="11234" y="5125"/>
                    <a:pt x="9907" y="5311"/>
                  </a:cubicBezTo>
                  <a:cubicBezTo>
                    <a:pt x="9626" y="5110"/>
                    <a:pt x="9336" y="5043"/>
                    <a:pt x="9033" y="5043"/>
                  </a:cubicBezTo>
                  <a:cubicBezTo>
                    <a:pt x="8427" y="5043"/>
                    <a:pt x="7773" y="5312"/>
                    <a:pt x="7054" y="5312"/>
                  </a:cubicBezTo>
                  <a:cubicBezTo>
                    <a:pt x="7028" y="5312"/>
                    <a:pt x="7002" y="5311"/>
                    <a:pt x="6976" y="5311"/>
                  </a:cubicBezTo>
                  <a:lnTo>
                    <a:pt x="6976" y="5311"/>
                  </a:lnTo>
                  <a:cubicBezTo>
                    <a:pt x="6235" y="5496"/>
                    <a:pt x="7037" y="6792"/>
                    <a:pt x="6235" y="6915"/>
                  </a:cubicBezTo>
                  <a:cubicBezTo>
                    <a:pt x="5679" y="6804"/>
                    <a:pt x="5555" y="6436"/>
                    <a:pt x="5252" y="6436"/>
                  </a:cubicBezTo>
                  <a:cubicBezTo>
                    <a:pt x="5135" y="6436"/>
                    <a:pt x="4991" y="6491"/>
                    <a:pt x="4784" y="6638"/>
                  </a:cubicBezTo>
                  <a:cubicBezTo>
                    <a:pt x="3858" y="7317"/>
                    <a:pt x="4291" y="8952"/>
                    <a:pt x="2963" y="9292"/>
                  </a:cubicBezTo>
                  <a:cubicBezTo>
                    <a:pt x="2130" y="9693"/>
                    <a:pt x="495" y="9477"/>
                    <a:pt x="1" y="10094"/>
                  </a:cubicBezTo>
                  <a:cubicBezTo>
                    <a:pt x="402" y="11267"/>
                    <a:pt x="1297" y="12748"/>
                    <a:pt x="402" y="14075"/>
                  </a:cubicBezTo>
                  <a:cubicBezTo>
                    <a:pt x="1112" y="14260"/>
                    <a:pt x="1359" y="14785"/>
                    <a:pt x="1513" y="15402"/>
                  </a:cubicBezTo>
                  <a:cubicBezTo>
                    <a:pt x="1698" y="16606"/>
                    <a:pt x="834" y="17069"/>
                    <a:pt x="1112" y="18334"/>
                  </a:cubicBezTo>
                  <a:cubicBezTo>
                    <a:pt x="1162" y="18331"/>
                    <a:pt x="1211" y="18330"/>
                    <a:pt x="1257" y="18330"/>
                  </a:cubicBezTo>
                  <a:cubicBezTo>
                    <a:pt x="2184" y="18330"/>
                    <a:pt x="2321" y="18863"/>
                    <a:pt x="3196" y="18863"/>
                  </a:cubicBezTo>
                  <a:cubicBezTo>
                    <a:pt x="3240" y="18863"/>
                    <a:pt x="3286" y="18862"/>
                    <a:pt x="3334" y="18859"/>
                  </a:cubicBezTo>
                  <a:cubicBezTo>
                    <a:pt x="4630" y="18444"/>
                    <a:pt x="5447" y="17724"/>
                    <a:pt x="7286" y="17724"/>
                  </a:cubicBezTo>
                  <a:cubicBezTo>
                    <a:pt x="7636" y="17724"/>
                    <a:pt x="8023" y="17750"/>
                    <a:pt x="8457" y="17810"/>
                  </a:cubicBezTo>
                  <a:cubicBezTo>
                    <a:pt x="9560" y="16785"/>
                    <a:pt x="11579" y="16454"/>
                    <a:pt x="14077" y="16454"/>
                  </a:cubicBezTo>
                  <a:cubicBezTo>
                    <a:pt x="14515" y="16454"/>
                    <a:pt x="14967" y="16464"/>
                    <a:pt x="15432" y="16482"/>
                  </a:cubicBezTo>
                  <a:cubicBezTo>
                    <a:pt x="16388" y="17007"/>
                    <a:pt x="17160" y="17840"/>
                    <a:pt x="17592" y="18859"/>
                  </a:cubicBezTo>
                  <a:cubicBezTo>
                    <a:pt x="17871" y="18764"/>
                    <a:pt x="18080" y="18728"/>
                    <a:pt x="18247" y="18728"/>
                  </a:cubicBezTo>
                  <a:cubicBezTo>
                    <a:pt x="18751" y="18728"/>
                    <a:pt x="18875" y="19051"/>
                    <a:pt x="19371" y="19051"/>
                  </a:cubicBezTo>
                  <a:cubicBezTo>
                    <a:pt x="19568" y="19051"/>
                    <a:pt x="19824" y="19000"/>
                    <a:pt x="20184" y="18859"/>
                  </a:cubicBezTo>
                  <a:lnTo>
                    <a:pt x="20184" y="18859"/>
                  </a:lnTo>
                  <a:cubicBezTo>
                    <a:pt x="20184" y="19569"/>
                    <a:pt x="20308" y="20371"/>
                    <a:pt x="19783" y="20711"/>
                  </a:cubicBezTo>
                  <a:cubicBezTo>
                    <a:pt x="22129" y="21698"/>
                    <a:pt x="23517" y="21760"/>
                    <a:pt x="27128" y="21791"/>
                  </a:cubicBezTo>
                  <a:cubicBezTo>
                    <a:pt x="28054" y="21297"/>
                    <a:pt x="28733" y="20618"/>
                    <a:pt x="30060" y="20433"/>
                  </a:cubicBezTo>
                  <a:cubicBezTo>
                    <a:pt x="29875" y="19075"/>
                    <a:pt x="31788" y="19260"/>
                    <a:pt x="31511" y="17810"/>
                  </a:cubicBezTo>
                  <a:cubicBezTo>
                    <a:pt x="32776" y="17748"/>
                    <a:pt x="32467" y="16544"/>
                    <a:pt x="33702" y="16482"/>
                  </a:cubicBezTo>
                  <a:cubicBezTo>
                    <a:pt x="33301" y="15526"/>
                    <a:pt x="34350" y="14970"/>
                    <a:pt x="34443" y="14075"/>
                  </a:cubicBezTo>
                  <a:cubicBezTo>
                    <a:pt x="34659" y="12470"/>
                    <a:pt x="33733" y="10804"/>
                    <a:pt x="33362" y="9292"/>
                  </a:cubicBezTo>
                  <a:cubicBezTo>
                    <a:pt x="33237" y="9246"/>
                    <a:pt x="33116" y="9227"/>
                    <a:pt x="33002" y="9227"/>
                  </a:cubicBezTo>
                  <a:cubicBezTo>
                    <a:pt x="32503" y="9227"/>
                    <a:pt x="32112" y="9584"/>
                    <a:pt x="31830" y="9584"/>
                  </a:cubicBezTo>
                  <a:cubicBezTo>
                    <a:pt x="31701" y="9584"/>
                    <a:pt x="31594" y="9509"/>
                    <a:pt x="31511" y="9292"/>
                  </a:cubicBezTo>
                  <a:cubicBezTo>
                    <a:pt x="31665" y="8057"/>
                    <a:pt x="30863" y="7471"/>
                    <a:pt x="31140" y="6113"/>
                  </a:cubicBezTo>
                  <a:cubicBezTo>
                    <a:pt x="30431" y="5928"/>
                    <a:pt x="30307" y="5311"/>
                    <a:pt x="29690" y="5033"/>
                  </a:cubicBezTo>
                  <a:cubicBezTo>
                    <a:pt x="29566" y="2996"/>
                    <a:pt x="27067" y="2687"/>
                    <a:pt x="27499" y="249"/>
                  </a:cubicBezTo>
                  <a:lnTo>
                    <a:pt x="27499" y="249"/>
                  </a:lnTo>
                  <a:cubicBezTo>
                    <a:pt x="27439" y="254"/>
                    <a:pt x="27384" y="257"/>
                    <a:pt x="27333" y="257"/>
                  </a:cubicBezTo>
                  <a:cubicBezTo>
                    <a:pt x="26796" y="257"/>
                    <a:pt x="26653" y="0"/>
                    <a:pt x="26103" y="0"/>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61"/>
            <p:cNvSpPr/>
            <p:nvPr/>
          </p:nvSpPr>
          <p:spPr>
            <a:xfrm>
              <a:off x="5321177" y="3543061"/>
              <a:ext cx="196819" cy="336986"/>
            </a:xfrm>
            <a:custGeom>
              <a:avLst/>
              <a:gdLst/>
              <a:ahLst/>
              <a:cxnLst/>
              <a:rect l="l" t="t" r="r" b="b"/>
              <a:pathLst>
                <a:path w="7254" h="11152" extrusionOk="0">
                  <a:moveTo>
                    <a:pt x="5901" y="0"/>
                  </a:moveTo>
                  <a:cubicBezTo>
                    <a:pt x="5861" y="0"/>
                    <a:pt x="5818" y="2"/>
                    <a:pt x="5772" y="6"/>
                  </a:cubicBezTo>
                  <a:cubicBezTo>
                    <a:pt x="5093" y="746"/>
                    <a:pt x="4568" y="1672"/>
                    <a:pt x="4290" y="2660"/>
                  </a:cubicBezTo>
                  <a:cubicBezTo>
                    <a:pt x="2716" y="2938"/>
                    <a:pt x="1914" y="3740"/>
                    <a:pt x="1019" y="4512"/>
                  </a:cubicBezTo>
                  <a:cubicBezTo>
                    <a:pt x="710" y="5437"/>
                    <a:pt x="1544" y="5561"/>
                    <a:pt x="1359" y="6363"/>
                  </a:cubicBezTo>
                  <a:cubicBezTo>
                    <a:pt x="1050" y="6919"/>
                    <a:pt x="803" y="7567"/>
                    <a:pt x="247" y="7968"/>
                  </a:cubicBezTo>
                  <a:cubicBezTo>
                    <a:pt x="1050" y="9172"/>
                    <a:pt x="1" y="10221"/>
                    <a:pt x="1359" y="11147"/>
                  </a:cubicBezTo>
                  <a:cubicBezTo>
                    <a:pt x="1426" y="11150"/>
                    <a:pt x="1491" y="11152"/>
                    <a:pt x="1554" y="11152"/>
                  </a:cubicBezTo>
                  <a:cubicBezTo>
                    <a:pt x="2412" y="11152"/>
                    <a:pt x="2820" y="10847"/>
                    <a:pt x="3656" y="10847"/>
                  </a:cubicBezTo>
                  <a:cubicBezTo>
                    <a:pt x="3843" y="10847"/>
                    <a:pt x="4051" y="10863"/>
                    <a:pt x="4290" y="10900"/>
                  </a:cubicBezTo>
                  <a:cubicBezTo>
                    <a:pt x="5093" y="9696"/>
                    <a:pt x="4784" y="9172"/>
                    <a:pt x="5772" y="7968"/>
                  </a:cubicBezTo>
                  <a:lnTo>
                    <a:pt x="5772" y="6641"/>
                  </a:lnTo>
                  <a:cubicBezTo>
                    <a:pt x="5864" y="6332"/>
                    <a:pt x="6142" y="6240"/>
                    <a:pt x="6512" y="6116"/>
                  </a:cubicBezTo>
                  <a:cubicBezTo>
                    <a:pt x="5833" y="4944"/>
                    <a:pt x="7161" y="3833"/>
                    <a:pt x="7253" y="1857"/>
                  </a:cubicBezTo>
                  <a:cubicBezTo>
                    <a:pt x="5906" y="1857"/>
                    <a:pt x="7201" y="0"/>
                    <a:pt x="5901" y="0"/>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61"/>
            <p:cNvSpPr/>
            <p:nvPr/>
          </p:nvSpPr>
          <p:spPr>
            <a:xfrm>
              <a:off x="8263655" y="4048227"/>
              <a:ext cx="166648" cy="169248"/>
            </a:xfrm>
            <a:custGeom>
              <a:avLst/>
              <a:gdLst/>
              <a:ahLst/>
              <a:cxnLst/>
              <a:rect l="l" t="t" r="r" b="b"/>
              <a:pathLst>
                <a:path w="6142" h="5601" extrusionOk="0">
                  <a:moveTo>
                    <a:pt x="2011" y="0"/>
                  </a:moveTo>
                  <a:cubicBezTo>
                    <a:pt x="1934" y="0"/>
                    <a:pt x="1850" y="5"/>
                    <a:pt x="1759" y="15"/>
                  </a:cubicBezTo>
                  <a:lnTo>
                    <a:pt x="1759" y="2144"/>
                  </a:lnTo>
                  <a:cubicBezTo>
                    <a:pt x="1451" y="2916"/>
                    <a:pt x="0" y="2823"/>
                    <a:pt x="278" y="3996"/>
                  </a:cubicBezTo>
                  <a:cubicBezTo>
                    <a:pt x="528" y="3971"/>
                    <a:pt x="736" y="3959"/>
                    <a:pt x="908" y="3959"/>
                  </a:cubicBezTo>
                  <a:cubicBezTo>
                    <a:pt x="2431" y="3959"/>
                    <a:pt x="1102" y="4880"/>
                    <a:pt x="1019" y="5601"/>
                  </a:cubicBezTo>
                  <a:cubicBezTo>
                    <a:pt x="3333" y="5508"/>
                    <a:pt x="3426" y="3780"/>
                    <a:pt x="4321" y="2669"/>
                  </a:cubicBezTo>
                  <a:cubicBezTo>
                    <a:pt x="4876" y="2299"/>
                    <a:pt x="5864" y="2206"/>
                    <a:pt x="6142" y="1620"/>
                  </a:cubicBezTo>
                  <a:cubicBezTo>
                    <a:pt x="5781" y="1284"/>
                    <a:pt x="5460" y="1189"/>
                    <a:pt x="5091" y="1189"/>
                  </a:cubicBezTo>
                  <a:cubicBezTo>
                    <a:pt x="4608" y="1189"/>
                    <a:pt x="4041" y="1351"/>
                    <a:pt x="3192" y="1351"/>
                  </a:cubicBezTo>
                  <a:cubicBezTo>
                    <a:pt x="3080" y="1351"/>
                    <a:pt x="2962" y="1348"/>
                    <a:pt x="2839" y="1342"/>
                  </a:cubicBezTo>
                  <a:cubicBezTo>
                    <a:pt x="2896" y="632"/>
                    <a:pt x="2901" y="0"/>
                    <a:pt x="2011" y="0"/>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61"/>
            <p:cNvSpPr/>
            <p:nvPr/>
          </p:nvSpPr>
          <p:spPr>
            <a:xfrm>
              <a:off x="8042581" y="4185744"/>
              <a:ext cx="238685" cy="183753"/>
            </a:xfrm>
            <a:custGeom>
              <a:avLst/>
              <a:gdLst/>
              <a:ahLst/>
              <a:cxnLst/>
              <a:rect l="l" t="t" r="r" b="b"/>
              <a:pathLst>
                <a:path w="8797" h="6081" extrusionOk="0">
                  <a:moveTo>
                    <a:pt x="6975" y="0"/>
                  </a:moveTo>
                  <a:cubicBezTo>
                    <a:pt x="6636" y="556"/>
                    <a:pt x="5864" y="772"/>
                    <a:pt x="5864" y="1574"/>
                  </a:cubicBezTo>
                  <a:cubicBezTo>
                    <a:pt x="5766" y="1562"/>
                    <a:pt x="5666" y="1556"/>
                    <a:pt x="5565" y="1556"/>
                  </a:cubicBezTo>
                  <a:cubicBezTo>
                    <a:pt x="5163" y="1556"/>
                    <a:pt x="4753" y="1655"/>
                    <a:pt x="4383" y="1852"/>
                  </a:cubicBezTo>
                  <a:cubicBezTo>
                    <a:pt x="3766" y="2377"/>
                    <a:pt x="3550" y="3179"/>
                    <a:pt x="2562" y="3426"/>
                  </a:cubicBezTo>
                  <a:cubicBezTo>
                    <a:pt x="1050" y="3858"/>
                    <a:pt x="618" y="5031"/>
                    <a:pt x="1" y="6080"/>
                  </a:cubicBezTo>
                  <a:cubicBezTo>
                    <a:pt x="462" y="5914"/>
                    <a:pt x="861" y="5858"/>
                    <a:pt x="1251" y="5858"/>
                  </a:cubicBezTo>
                  <a:cubicBezTo>
                    <a:pt x="1878" y="5858"/>
                    <a:pt x="2485" y="6004"/>
                    <a:pt x="3303" y="6080"/>
                  </a:cubicBezTo>
                  <a:cubicBezTo>
                    <a:pt x="3642" y="5463"/>
                    <a:pt x="4753" y="5401"/>
                    <a:pt x="4383" y="4229"/>
                  </a:cubicBezTo>
                  <a:lnTo>
                    <a:pt x="5864" y="4229"/>
                  </a:lnTo>
                  <a:cubicBezTo>
                    <a:pt x="5988" y="2716"/>
                    <a:pt x="8735" y="3148"/>
                    <a:pt x="8796" y="1574"/>
                  </a:cubicBezTo>
                  <a:cubicBezTo>
                    <a:pt x="8673" y="710"/>
                    <a:pt x="7716" y="433"/>
                    <a:pt x="6975" y="0"/>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61"/>
            <p:cNvSpPr/>
            <p:nvPr/>
          </p:nvSpPr>
          <p:spPr>
            <a:xfrm>
              <a:off x="7544349" y="4206050"/>
              <a:ext cx="130670" cy="75785"/>
            </a:xfrm>
            <a:custGeom>
              <a:avLst/>
              <a:gdLst/>
              <a:ahLst/>
              <a:cxnLst/>
              <a:rect l="l" t="t" r="r" b="b"/>
              <a:pathLst>
                <a:path w="4816" h="2508" extrusionOk="0">
                  <a:moveTo>
                    <a:pt x="1045" y="0"/>
                  </a:moveTo>
                  <a:cubicBezTo>
                    <a:pt x="778" y="0"/>
                    <a:pt x="557" y="26"/>
                    <a:pt x="402" y="100"/>
                  </a:cubicBezTo>
                  <a:cubicBezTo>
                    <a:pt x="1" y="501"/>
                    <a:pt x="1637" y="1705"/>
                    <a:pt x="1883" y="2507"/>
                  </a:cubicBezTo>
                  <a:cubicBezTo>
                    <a:pt x="3673" y="2384"/>
                    <a:pt x="4815" y="1797"/>
                    <a:pt x="4445" y="100"/>
                  </a:cubicBezTo>
                  <a:lnTo>
                    <a:pt x="4445" y="100"/>
                  </a:lnTo>
                  <a:cubicBezTo>
                    <a:pt x="4155" y="139"/>
                    <a:pt x="3860" y="154"/>
                    <a:pt x="3566" y="154"/>
                  </a:cubicBezTo>
                  <a:cubicBezTo>
                    <a:pt x="2621" y="154"/>
                    <a:pt x="1694" y="0"/>
                    <a:pt x="1045" y="0"/>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61"/>
            <p:cNvSpPr/>
            <p:nvPr/>
          </p:nvSpPr>
          <p:spPr>
            <a:xfrm>
              <a:off x="3956283" y="2466069"/>
              <a:ext cx="1601903" cy="1622740"/>
            </a:xfrm>
            <a:custGeom>
              <a:avLst/>
              <a:gdLst/>
              <a:ahLst/>
              <a:cxnLst/>
              <a:rect l="l" t="t" r="r" b="b"/>
              <a:pathLst>
                <a:path w="59040" h="53702" extrusionOk="0">
                  <a:moveTo>
                    <a:pt x="23544" y="0"/>
                  </a:moveTo>
                  <a:cubicBezTo>
                    <a:pt x="21759" y="0"/>
                    <a:pt x="20004" y="279"/>
                    <a:pt x="18333" y="836"/>
                  </a:cubicBezTo>
                  <a:cubicBezTo>
                    <a:pt x="17781" y="813"/>
                    <a:pt x="17243" y="800"/>
                    <a:pt x="16725" y="800"/>
                  </a:cubicBezTo>
                  <a:cubicBezTo>
                    <a:pt x="14433" y="800"/>
                    <a:pt x="12516" y="1060"/>
                    <a:pt x="11358" y="1916"/>
                  </a:cubicBezTo>
                  <a:cubicBezTo>
                    <a:pt x="11065" y="1388"/>
                    <a:pt x="10382" y="1111"/>
                    <a:pt x="9335" y="1111"/>
                  </a:cubicBezTo>
                  <a:cubicBezTo>
                    <a:pt x="9280" y="1111"/>
                    <a:pt x="9224" y="1112"/>
                    <a:pt x="9167" y="1113"/>
                  </a:cubicBezTo>
                  <a:cubicBezTo>
                    <a:pt x="8858" y="2039"/>
                    <a:pt x="7562" y="2224"/>
                    <a:pt x="6605" y="2687"/>
                  </a:cubicBezTo>
                  <a:cubicBezTo>
                    <a:pt x="5618" y="3953"/>
                    <a:pt x="5988" y="5558"/>
                    <a:pt x="5155" y="6669"/>
                  </a:cubicBezTo>
                  <a:cubicBezTo>
                    <a:pt x="4599" y="7378"/>
                    <a:pt x="2624" y="8088"/>
                    <a:pt x="1852" y="8798"/>
                  </a:cubicBezTo>
                  <a:cubicBezTo>
                    <a:pt x="1791" y="10341"/>
                    <a:pt x="927" y="11329"/>
                    <a:pt x="1" y="12285"/>
                  </a:cubicBezTo>
                  <a:lnTo>
                    <a:pt x="1" y="19198"/>
                  </a:lnTo>
                  <a:cubicBezTo>
                    <a:pt x="1266" y="20217"/>
                    <a:pt x="2377" y="21359"/>
                    <a:pt x="2933" y="22902"/>
                  </a:cubicBezTo>
                  <a:cubicBezTo>
                    <a:pt x="4630" y="23643"/>
                    <a:pt x="5772" y="24754"/>
                    <a:pt x="8056" y="25031"/>
                  </a:cubicBezTo>
                  <a:cubicBezTo>
                    <a:pt x="9414" y="24834"/>
                    <a:pt x="10791" y="24735"/>
                    <a:pt x="12173" y="24735"/>
                  </a:cubicBezTo>
                  <a:cubicBezTo>
                    <a:pt x="12518" y="24735"/>
                    <a:pt x="12864" y="24741"/>
                    <a:pt x="13210" y="24754"/>
                  </a:cubicBezTo>
                  <a:cubicBezTo>
                    <a:pt x="13947" y="24341"/>
                    <a:pt x="13923" y="23420"/>
                    <a:pt x="15213" y="23420"/>
                  </a:cubicBezTo>
                  <a:cubicBezTo>
                    <a:pt x="15272" y="23420"/>
                    <a:pt x="15335" y="23422"/>
                    <a:pt x="15401" y="23426"/>
                  </a:cubicBezTo>
                  <a:cubicBezTo>
                    <a:pt x="16080" y="23488"/>
                    <a:pt x="15617" y="24321"/>
                    <a:pt x="16142" y="24507"/>
                  </a:cubicBezTo>
                  <a:cubicBezTo>
                    <a:pt x="16370" y="24482"/>
                    <a:pt x="16579" y="24471"/>
                    <a:pt x="16774" y="24471"/>
                  </a:cubicBezTo>
                  <a:cubicBezTo>
                    <a:pt x="18025" y="24471"/>
                    <a:pt x="18665" y="24924"/>
                    <a:pt x="19814" y="25031"/>
                  </a:cubicBezTo>
                  <a:cubicBezTo>
                    <a:pt x="20325" y="24827"/>
                    <a:pt x="20625" y="24453"/>
                    <a:pt x="21430" y="24453"/>
                  </a:cubicBezTo>
                  <a:cubicBezTo>
                    <a:pt x="21598" y="24453"/>
                    <a:pt x="21787" y="24469"/>
                    <a:pt x="22005" y="24507"/>
                  </a:cubicBezTo>
                  <a:cubicBezTo>
                    <a:pt x="22376" y="26544"/>
                    <a:pt x="21234" y="27500"/>
                    <a:pt x="21265" y="29290"/>
                  </a:cubicBezTo>
                  <a:cubicBezTo>
                    <a:pt x="22314" y="30648"/>
                    <a:pt x="24104" y="31667"/>
                    <a:pt x="23456" y="33518"/>
                  </a:cubicBezTo>
                  <a:cubicBezTo>
                    <a:pt x="24443" y="34413"/>
                    <a:pt x="24505" y="35956"/>
                    <a:pt x="24937" y="37253"/>
                  </a:cubicBezTo>
                  <a:cubicBezTo>
                    <a:pt x="24011" y="38456"/>
                    <a:pt x="24227" y="40462"/>
                    <a:pt x="23456" y="41758"/>
                  </a:cubicBezTo>
                  <a:cubicBezTo>
                    <a:pt x="24999" y="42777"/>
                    <a:pt x="26172" y="44258"/>
                    <a:pt x="26789" y="46017"/>
                  </a:cubicBezTo>
                  <a:lnTo>
                    <a:pt x="26789" y="48394"/>
                  </a:lnTo>
                  <a:cubicBezTo>
                    <a:pt x="28394" y="49782"/>
                    <a:pt x="28363" y="52375"/>
                    <a:pt x="30060" y="53702"/>
                  </a:cubicBezTo>
                  <a:cubicBezTo>
                    <a:pt x="33578" y="53517"/>
                    <a:pt x="35338" y="52066"/>
                    <a:pt x="38486" y="51572"/>
                  </a:cubicBezTo>
                  <a:cubicBezTo>
                    <a:pt x="39041" y="50122"/>
                    <a:pt x="40152" y="49073"/>
                    <a:pt x="41788" y="48394"/>
                  </a:cubicBezTo>
                  <a:cubicBezTo>
                    <a:pt x="41603" y="47375"/>
                    <a:pt x="42436" y="47097"/>
                    <a:pt x="42127" y="46017"/>
                  </a:cubicBezTo>
                  <a:cubicBezTo>
                    <a:pt x="42703" y="45808"/>
                    <a:pt x="42990" y="45421"/>
                    <a:pt x="43835" y="45421"/>
                  </a:cubicBezTo>
                  <a:cubicBezTo>
                    <a:pt x="43987" y="45421"/>
                    <a:pt x="44157" y="45434"/>
                    <a:pt x="44349" y="45462"/>
                  </a:cubicBezTo>
                  <a:cubicBezTo>
                    <a:pt x="44380" y="42406"/>
                    <a:pt x="45892" y="40400"/>
                    <a:pt x="48763" y="39351"/>
                  </a:cubicBezTo>
                  <a:cubicBezTo>
                    <a:pt x="49287" y="36913"/>
                    <a:pt x="49287" y="34382"/>
                    <a:pt x="48763" y="31913"/>
                  </a:cubicBezTo>
                  <a:cubicBezTo>
                    <a:pt x="49534" y="30864"/>
                    <a:pt x="50151" y="29691"/>
                    <a:pt x="50552" y="28457"/>
                  </a:cubicBezTo>
                  <a:cubicBezTo>
                    <a:pt x="51447" y="28025"/>
                    <a:pt x="52188" y="27500"/>
                    <a:pt x="53145" y="27130"/>
                  </a:cubicBezTo>
                  <a:cubicBezTo>
                    <a:pt x="54873" y="25278"/>
                    <a:pt x="56478" y="23334"/>
                    <a:pt x="58268" y="21544"/>
                  </a:cubicBezTo>
                  <a:cubicBezTo>
                    <a:pt x="58546" y="20556"/>
                    <a:pt x="59040" y="19198"/>
                    <a:pt x="57898" y="18643"/>
                  </a:cubicBezTo>
                  <a:cubicBezTo>
                    <a:pt x="57787" y="18632"/>
                    <a:pt x="57684" y="18627"/>
                    <a:pt x="57588" y="18627"/>
                  </a:cubicBezTo>
                  <a:cubicBezTo>
                    <a:pt x="56369" y="18627"/>
                    <a:pt x="56318" y="19448"/>
                    <a:pt x="55118" y="19448"/>
                  </a:cubicBezTo>
                  <a:cubicBezTo>
                    <a:pt x="55079" y="19448"/>
                    <a:pt x="55038" y="19447"/>
                    <a:pt x="54997" y="19445"/>
                  </a:cubicBezTo>
                  <a:lnTo>
                    <a:pt x="51664" y="19445"/>
                  </a:lnTo>
                  <a:cubicBezTo>
                    <a:pt x="51509" y="17624"/>
                    <a:pt x="49688" y="16976"/>
                    <a:pt x="48361" y="15958"/>
                  </a:cubicBezTo>
                  <a:cubicBezTo>
                    <a:pt x="48701" y="14199"/>
                    <a:pt x="46201" y="14538"/>
                    <a:pt x="46911" y="12501"/>
                  </a:cubicBezTo>
                  <a:cubicBezTo>
                    <a:pt x="46294" y="11884"/>
                    <a:pt x="45152" y="11637"/>
                    <a:pt x="44720" y="10897"/>
                  </a:cubicBezTo>
                  <a:cubicBezTo>
                    <a:pt x="45028" y="10156"/>
                    <a:pt x="44288" y="8983"/>
                    <a:pt x="44627" y="8798"/>
                  </a:cubicBezTo>
                  <a:cubicBezTo>
                    <a:pt x="44534" y="8613"/>
                    <a:pt x="44411" y="8428"/>
                    <a:pt x="44288" y="8181"/>
                  </a:cubicBezTo>
                  <a:cubicBezTo>
                    <a:pt x="44220" y="8226"/>
                    <a:pt x="44119" y="8255"/>
                    <a:pt x="44046" y="8255"/>
                  </a:cubicBezTo>
                  <a:cubicBezTo>
                    <a:pt x="44019" y="8255"/>
                    <a:pt x="43995" y="8251"/>
                    <a:pt x="43979" y="8243"/>
                  </a:cubicBezTo>
                  <a:cubicBezTo>
                    <a:pt x="43855" y="8150"/>
                    <a:pt x="44041" y="8026"/>
                    <a:pt x="44195" y="7965"/>
                  </a:cubicBezTo>
                  <a:cubicBezTo>
                    <a:pt x="43516" y="6792"/>
                    <a:pt x="42590" y="5342"/>
                    <a:pt x="42220" y="4755"/>
                  </a:cubicBezTo>
                  <a:lnTo>
                    <a:pt x="42127" y="4755"/>
                  </a:lnTo>
                  <a:cubicBezTo>
                    <a:pt x="39473" y="4045"/>
                    <a:pt x="36140" y="3798"/>
                    <a:pt x="32591" y="3706"/>
                  </a:cubicBezTo>
                  <a:cubicBezTo>
                    <a:pt x="31542" y="3922"/>
                    <a:pt x="31727" y="5033"/>
                    <a:pt x="30770" y="5311"/>
                  </a:cubicBezTo>
                  <a:cubicBezTo>
                    <a:pt x="29104" y="4045"/>
                    <a:pt x="25770" y="3984"/>
                    <a:pt x="24196" y="2657"/>
                  </a:cubicBezTo>
                  <a:cubicBezTo>
                    <a:pt x="24474" y="1731"/>
                    <a:pt x="23795" y="1515"/>
                    <a:pt x="23456" y="1052"/>
                  </a:cubicBezTo>
                  <a:cubicBezTo>
                    <a:pt x="24320" y="990"/>
                    <a:pt x="24289" y="342"/>
                    <a:pt x="23826" y="2"/>
                  </a:cubicBezTo>
                  <a:cubicBezTo>
                    <a:pt x="23732" y="1"/>
                    <a:pt x="23638" y="0"/>
                    <a:pt x="23544" y="0"/>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61"/>
            <p:cNvSpPr/>
            <p:nvPr/>
          </p:nvSpPr>
          <p:spPr>
            <a:xfrm>
              <a:off x="4125426" y="1285977"/>
              <a:ext cx="4169261" cy="1976617"/>
            </a:xfrm>
            <a:custGeom>
              <a:avLst/>
              <a:gdLst/>
              <a:ahLst/>
              <a:cxnLst/>
              <a:rect l="l" t="t" r="r" b="b"/>
              <a:pathLst>
                <a:path w="153663" h="65413" extrusionOk="0">
                  <a:moveTo>
                    <a:pt x="90433" y="4284"/>
                  </a:moveTo>
                  <a:cubicBezTo>
                    <a:pt x="90468" y="4284"/>
                    <a:pt x="90498" y="4291"/>
                    <a:pt x="90519" y="4306"/>
                  </a:cubicBezTo>
                  <a:cubicBezTo>
                    <a:pt x="90679" y="4413"/>
                    <a:pt x="90355" y="4565"/>
                    <a:pt x="90204" y="4565"/>
                  </a:cubicBezTo>
                  <a:cubicBezTo>
                    <a:pt x="90181" y="4565"/>
                    <a:pt x="90161" y="4561"/>
                    <a:pt x="90148" y="4553"/>
                  </a:cubicBezTo>
                  <a:lnTo>
                    <a:pt x="90118" y="4584"/>
                  </a:lnTo>
                  <a:cubicBezTo>
                    <a:pt x="89963" y="4455"/>
                    <a:pt x="90259" y="4284"/>
                    <a:pt x="90433" y="4284"/>
                  </a:cubicBezTo>
                  <a:close/>
                  <a:moveTo>
                    <a:pt x="89323" y="4819"/>
                  </a:moveTo>
                  <a:cubicBezTo>
                    <a:pt x="89346" y="4819"/>
                    <a:pt x="89364" y="4822"/>
                    <a:pt x="89377" y="4831"/>
                  </a:cubicBezTo>
                  <a:cubicBezTo>
                    <a:pt x="89582" y="4933"/>
                    <a:pt x="89297" y="5100"/>
                    <a:pt x="89124" y="5100"/>
                  </a:cubicBezTo>
                  <a:cubicBezTo>
                    <a:pt x="89089" y="5100"/>
                    <a:pt x="89058" y="5093"/>
                    <a:pt x="89037" y="5078"/>
                  </a:cubicBezTo>
                  <a:lnTo>
                    <a:pt x="89037" y="5109"/>
                  </a:lnTo>
                  <a:cubicBezTo>
                    <a:pt x="88877" y="4975"/>
                    <a:pt x="89179" y="4819"/>
                    <a:pt x="89323" y="4819"/>
                  </a:cubicBezTo>
                  <a:close/>
                  <a:moveTo>
                    <a:pt x="88224" y="5086"/>
                  </a:moveTo>
                  <a:cubicBezTo>
                    <a:pt x="88256" y="5086"/>
                    <a:pt x="88281" y="5093"/>
                    <a:pt x="88297" y="5109"/>
                  </a:cubicBezTo>
                  <a:cubicBezTo>
                    <a:pt x="88483" y="5215"/>
                    <a:pt x="88164" y="5368"/>
                    <a:pt x="87993" y="5368"/>
                  </a:cubicBezTo>
                  <a:cubicBezTo>
                    <a:pt x="87966" y="5368"/>
                    <a:pt x="87943" y="5364"/>
                    <a:pt x="87926" y="5355"/>
                  </a:cubicBezTo>
                  <a:lnTo>
                    <a:pt x="87926" y="5386"/>
                  </a:lnTo>
                  <a:cubicBezTo>
                    <a:pt x="87772" y="5258"/>
                    <a:pt x="88068" y="5086"/>
                    <a:pt x="88224" y="5086"/>
                  </a:cubicBezTo>
                  <a:close/>
                  <a:moveTo>
                    <a:pt x="31455" y="8800"/>
                  </a:moveTo>
                  <a:cubicBezTo>
                    <a:pt x="31479" y="8800"/>
                    <a:pt x="31498" y="8804"/>
                    <a:pt x="31511" y="8812"/>
                  </a:cubicBezTo>
                  <a:cubicBezTo>
                    <a:pt x="31665" y="8915"/>
                    <a:pt x="31392" y="9081"/>
                    <a:pt x="31225" y="9081"/>
                  </a:cubicBezTo>
                  <a:cubicBezTo>
                    <a:pt x="31191" y="9081"/>
                    <a:pt x="31161" y="9074"/>
                    <a:pt x="31140" y="9059"/>
                  </a:cubicBezTo>
                  <a:lnTo>
                    <a:pt x="31140" y="9090"/>
                  </a:lnTo>
                  <a:cubicBezTo>
                    <a:pt x="30980" y="8956"/>
                    <a:pt x="31305" y="8800"/>
                    <a:pt x="31455" y="8800"/>
                  </a:cubicBezTo>
                  <a:close/>
                  <a:moveTo>
                    <a:pt x="63645" y="8860"/>
                  </a:moveTo>
                  <a:cubicBezTo>
                    <a:pt x="63771" y="8860"/>
                    <a:pt x="63858" y="8987"/>
                    <a:pt x="63731" y="9367"/>
                  </a:cubicBezTo>
                  <a:cubicBezTo>
                    <a:pt x="63021" y="9327"/>
                    <a:pt x="63404" y="8860"/>
                    <a:pt x="63645" y="8860"/>
                  </a:cubicBezTo>
                  <a:close/>
                  <a:moveTo>
                    <a:pt x="63731" y="9367"/>
                  </a:moveTo>
                  <a:cubicBezTo>
                    <a:pt x="64008" y="9769"/>
                    <a:pt x="65551" y="9275"/>
                    <a:pt x="65212" y="10139"/>
                  </a:cubicBezTo>
                  <a:cubicBezTo>
                    <a:pt x="64502" y="10046"/>
                    <a:pt x="63638" y="10077"/>
                    <a:pt x="63731" y="9367"/>
                  </a:cubicBezTo>
                  <a:close/>
                  <a:moveTo>
                    <a:pt x="38399" y="14108"/>
                  </a:moveTo>
                  <a:cubicBezTo>
                    <a:pt x="38423" y="14108"/>
                    <a:pt x="38442" y="14112"/>
                    <a:pt x="38455" y="14120"/>
                  </a:cubicBezTo>
                  <a:cubicBezTo>
                    <a:pt x="38634" y="14223"/>
                    <a:pt x="38345" y="14389"/>
                    <a:pt x="38189" y="14389"/>
                  </a:cubicBezTo>
                  <a:cubicBezTo>
                    <a:pt x="38157" y="14389"/>
                    <a:pt x="38131" y="14383"/>
                    <a:pt x="38115" y="14367"/>
                  </a:cubicBezTo>
                  <a:lnTo>
                    <a:pt x="38084" y="14398"/>
                  </a:lnTo>
                  <a:cubicBezTo>
                    <a:pt x="37924" y="14264"/>
                    <a:pt x="38249" y="14108"/>
                    <a:pt x="38399" y="14108"/>
                  </a:cubicBezTo>
                  <a:close/>
                  <a:moveTo>
                    <a:pt x="30431" y="18657"/>
                  </a:moveTo>
                  <a:cubicBezTo>
                    <a:pt x="30462" y="19459"/>
                    <a:pt x="29320" y="19428"/>
                    <a:pt x="28239" y="19459"/>
                  </a:cubicBezTo>
                  <a:cubicBezTo>
                    <a:pt x="28209" y="18657"/>
                    <a:pt x="29505" y="18780"/>
                    <a:pt x="30431" y="18657"/>
                  </a:cubicBezTo>
                  <a:close/>
                  <a:moveTo>
                    <a:pt x="26540" y="13312"/>
                  </a:moveTo>
                  <a:cubicBezTo>
                    <a:pt x="26872" y="13312"/>
                    <a:pt x="27047" y="13406"/>
                    <a:pt x="27128" y="13595"/>
                  </a:cubicBezTo>
                  <a:cubicBezTo>
                    <a:pt x="26820" y="15416"/>
                    <a:pt x="23857" y="15293"/>
                    <a:pt x="24197" y="17577"/>
                  </a:cubicBezTo>
                  <a:cubicBezTo>
                    <a:pt x="25061" y="18194"/>
                    <a:pt x="26048" y="18564"/>
                    <a:pt x="27128" y="18626"/>
                  </a:cubicBezTo>
                  <a:lnTo>
                    <a:pt x="27128" y="21280"/>
                  </a:lnTo>
                  <a:cubicBezTo>
                    <a:pt x="26416" y="21201"/>
                    <a:pt x="27058" y="20129"/>
                    <a:pt x="26216" y="20129"/>
                  </a:cubicBezTo>
                  <a:cubicBezTo>
                    <a:pt x="26073" y="20129"/>
                    <a:pt x="25888" y="20159"/>
                    <a:pt x="25647" y="20231"/>
                  </a:cubicBezTo>
                  <a:cubicBezTo>
                    <a:pt x="24845" y="21157"/>
                    <a:pt x="25369" y="23008"/>
                    <a:pt x="24197" y="23687"/>
                  </a:cubicBezTo>
                  <a:cubicBezTo>
                    <a:pt x="23972" y="23705"/>
                    <a:pt x="23757" y="23711"/>
                    <a:pt x="23551" y="23711"/>
                  </a:cubicBezTo>
                  <a:cubicBezTo>
                    <a:pt x="22911" y="23711"/>
                    <a:pt x="22354" y="23648"/>
                    <a:pt x="21851" y="23648"/>
                  </a:cubicBezTo>
                  <a:cubicBezTo>
                    <a:pt x="21647" y="23648"/>
                    <a:pt x="21453" y="23658"/>
                    <a:pt x="21265" y="23687"/>
                  </a:cubicBezTo>
                  <a:cubicBezTo>
                    <a:pt x="20246" y="23842"/>
                    <a:pt x="20030" y="24459"/>
                    <a:pt x="19073" y="24490"/>
                  </a:cubicBezTo>
                  <a:cubicBezTo>
                    <a:pt x="19136" y="24280"/>
                    <a:pt x="18628" y="23927"/>
                    <a:pt x="18277" y="23927"/>
                  </a:cubicBezTo>
                  <a:cubicBezTo>
                    <a:pt x="18112" y="23927"/>
                    <a:pt x="17982" y="24005"/>
                    <a:pt x="17962" y="24212"/>
                  </a:cubicBezTo>
                  <a:cubicBezTo>
                    <a:pt x="17098" y="24150"/>
                    <a:pt x="17098" y="23502"/>
                    <a:pt x="17962" y="23440"/>
                  </a:cubicBezTo>
                  <a:cubicBezTo>
                    <a:pt x="17098" y="22823"/>
                    <a:pt x="16543" y="21836"/>
                    <a:pt x="16512" y="20755"/>
                  </a:cubicBezTo>
                  <a:lnTo>
                    <a:pt x="16512" y="20755"/>
                  </a:lnTo>
                  <a:cubicBezTo>
                    <a:pt x="18098" y="20863"/>
                    <a:pt x="17764" y="23640"/>
                    <a:pt x="19814" y="23640"/>
                  </a:cubicBezTo>
                  <a:cubicBezTo>
                    <a:pt x="20117" y="23640"/>
                    <a:pt x="20473" y="23580"/>
                    <a:pt x="20894" y="23440"/>
                  </a:cubicBezTo>
                  <a:cubicBezTo>
                    <a:pt x="21728" y="22360"/>
                    <a:pt x="22283" y="21064"/>
                    <a:pt x="23086" y="19953"/>
                  </a:cubicBezTo>
                  <a:cubicBezTo>
                    <a:pt x="22931" y="19398"/>
                    <a:pt x="22684" y="18842"/>
                    <a:pt x="22345" y="18348"/>
                  </a:cubicBezTo>
                  <a:cubicBezTo>
                    <a:pt x="22561" y="15848"/>
                    <a:pt x="25184" y="15108"/>
                    <a:pt x="26388" y="13318"/>
                  </a:cubicBezTo>
                  <a:cubicBezTo>
                    <a:pt x="26442" y="13314"/>
                    <a:pt x="26492" y="13312"/>
                    <a:pt x="26540" y="13312"/>
                  </a:cubicBezTo>
                  <a:close/>
                  <a:moveTo>
                    <a:pt x="16851" y="34304"/>
                  </a:moveTo>
                  <a:lnTo>
                    <a:pt x="16851" y="34828"/>
                  </a:lnTo>
                  <a:cubicBezTo>
                    <a:pt x="16481" y="34828"/>
                    <a:pt x="16389" y="34365"/>
                    <a:pt x="16851" y="34304"/>
                  </a:cubicBezTo>
                  <a:close/>
                  <a:moveTo>
                    <a:pt x="108562" y="36980"/>
                  </a:moveTo>
                  <a:cubicBezTo>
                    <a:pt x="108644" y="36980"/>
                    <a:pt x="108729" y="36983"/>
                    <a:pt x="108820" y="36989"/>
                  </a:cubicBezTo>
                  <a:cubicBezTo>
                    <a:pt x="108820" y="37390"/>
                    <a:pt x="108635" y="38007"/>
                    <a:pt x="109190" y="38038"/>
                  </a:cubicBezTo>
                  <a:cubicBezTo>
                    <a:pt x="109032" y="38258"/>
                    <a:pt x="108834" y="38332"/>
                    <a:pt x="108609" y="38332"/>
                  </a:cubicBezTo>
                  <a:cubicBezTo>
                    <a:pt x="108134" y="38332"/>
                    <a:pt x="107540" y="37998"/>
                    <a:pt x="106956" y="37998"/>
                  </a:cubicBezTo>
                  <a:cubicBezTo>
                    <a:pt x="106846" y="37998"/>
                    <a:pt x="106737" y="38010"/>
                    <a:pt x="106629" y="38038"/>
                  </a:cubicBezTo>
                  <a:cubicBezTo>
                    <a:pt x="107119" y="37576"/>
                    <a:pt x="107394" y="36980"/>
                    <a:pt x="108562" y="36980"/>
                  </a:cubicBezTo>
                  <a:close/>
                  <a:moveTo>
                    <a:pt x="83463" y="0"/>
                  </a:moveTo>
                  <a:cubicBezTo>
                    <a:pt x="83374" y="0"/>
                    <a:pt x="83278" y="5"/>
                    <a:pt x="83174" y="16"/>
                  </a:cubicBezTo>
                  <a:cubicBezTo>
                    <a:pt x="82309" y="294"/>
                    <a:pt x="82032" y="942"/>
                    <a:pt x="82093" y="1868"/>
                  </a:cubicBezTo>
                  <a:cubicBezTo>
                    <a:pt x="81842" y="1808"/>
                    <a:pt x="81638" y="1783"/>
                    <a:pt x="81468" y="1783"/>
                  </a:cubicBezTo>
                  <a:cubicBezTo>
                    <a:pt x="80466" y="1783"/>
                    <a:pt x="80700" y="2678"/>
                    <a:pt x="79703" y="2678"/>
                  </a:cubicBezTo>
                  <a:cubicBezTo>
                    <a:pt x="79650" y="2678"/>
                    <a:pt x="79593" y="2676"/>
                    <a:pt x="79532" y="2670"/>
                  </a:cubicBezTo>
                  <a:cubicBezTo>
                    <a:pt x="78898" y="2560"/>
                    <a:pt x="79150" y="1835"/>
                    <a:pt x="78376" y="1835"/>
                  </a:cubicBezTo>
                  <a:cubicBezTo>
                    <a:pt x="78283" y="1835"/>
                    <a:pt x="78176" y="1845"/>
                    <a:pt x="78051" y="1868"/>
                  </a:cubicBezTo>
                  <a:cubicBezTo>
                    <a:pt x="77218" y="2513"/>
                    <a:pt x="76105" y="2947"/>
                    <a:pt x="74446" y="2947"/>
                  </a:cubicBezTo>
                  <a:cubicBezTo>
                    <a:pt x="74199" y="2947"/>
                    <a:pt x="73940" y="2937"/>
                    <a:pt x="73668" y="2917"/>
                  </a:cubicBezTo>
                  <a:cubicBezTo>
                    <a:pt x="73069" y="3260"/>
                    <a:pt x="72760" y="3761"/>
                    <a:pt x="71740" y="3761"/>
                  </a:cubicBezTo>
                  <a:cubicBezTo>
                    <a:pt x="71657" y="3761"/>
                    <a:pt x="71570" y="3758"/>
                    <a:pt x="71477" y="3751"/>
                  </a:cubicBezTo>
                  <a:cubicBezTo>
                    <a:pt x="70952" y="4059"/>
                    <a:pt x="71292" y="5047"/>
                    <a:pt x="70335" y="5047"/>
                  </a:cubicBezTo>
                  <a:cubicBezTo>
                    <a:pt x="70225" y="5074"/>
                    <a:pt x="70092" y="5084"/>
                    <a:pt x="69946" y="5084"/>
                  </a:cubicBezTo>
                  <a:cubicBezTo>
                    <a:pt x="69583" y="5084"/>
                    <a:pt x="69142" y="5023"/>
                    <a:pt x="68785" y="5023"/>
                  </a:cubicBezTo>
                  <a:cubicBezTo>
                    <a:pt x="68319" y="5023"/>
                    <a:pt x="67996" y="5127"/>
                    <a:pt x="68175" y="5602"/>
                  </a:cubicBezTo>
                  <a:cubicBezTo>
                    <a:pt x="68175" y="6559"/>
                    <a:pt x="70304" y="5973"/>
                    <a:pt x="69996" y="7176"/>
                  </a:cubicBezTo>
                  <a:cubicBezTo>
                    <a:pt x="68756" y="6923"/>
                    <a:pt x="68365" y="6103"/>
                    <a:pt x="66804" y="6103"/>
                  </a:cubicBezTo>
                  <a:cubicBezTo>
                    <a:pt x="66655" y="6103"/>
                    <a:pt x="66495" y="6111"/>
                    <a:pt x="66323" y="6127"/>
                  </a:cubicBezTo>
                  <a:cubicBezTo>
                    <a:pt x="66323" y="6837"/>
                    <a:pt x="66539" y="7670"/>
                    <a:pt x="65582" y="7732"/>
                  </a:cubicBezTo>
                  <a:cubicBezTo>
                    <a:pt x="65181" y="7392"/>
                    <a:pt x="65181" y="6775"/>
                    <a:pt x="65212" y="6127"/>
                  </a:cubicBezTo>
                  <a:cubicBezTo>
                    <a:pt x="65109" y="6111"/>
                    <a:pt x="65017" y="6104"/>
                    <a:pt x="64936" y="6104"/>
                  </a:cubicBezTo>
                  <a:cubicBezTo>
                    <a:pt x="64033" y="6104"/>
                    <a:pt x="64380" y="6993"/>
                    <a:pt x="63497" y="6993"/>
                  </a:cubicBezTo>
                  <a:cubicBezTo>
                    <a:pt x="63368" y="6993"/>
                    <a:pt x="63211" y="6973"/>
                    <a:pt x="63021" y="6929"/>
                  </a:cubicBezTo>
                  <a:cubicBezTo>
                    <a:pt x="62548" y="6509"/>
                    <a:pt x="62522" y="5776"/>
                    <a:pt x="61479" y="5776"/>
                  </a:cubicBezTo>
                  <a:cubicBezTo>
                    <a:pt x="61297" y="5776"/>
                    <a:pt x="61083" y="5799"/>
                    <a:pt x="60830" y="5849"/>
                  </a:cubicBezTo>
                  <a:cubicBezTo>
                    <a:pt x="59811" y="6960"/>
                    <a:pt x="58392" y="7824"/>
                    <a:pt x="57157" y="8781"/>
                  </a:cubicBezTo>
                  <a:cubicBezTo>
                    <a:pt x="56941" y="8792"/>
                    <a:pt x="56747" y="8797"/>
                    <a:pt x="56570" y="8797"/>
                  </a:cubicBezTo>
                  <a:cubicBezTo>
                    <a:pt x="54792" y="8797"/>
                    <a:pt x="54734" y="8284"/>
                    <a:pt x="52404" y="8256"/>
                  </a:cubicBezTo>
                  <a:lnTo>
                    <a:pt x="52404" y="8256"/>
                  </a:lnTo>
                  <a:cubicBezTo>
                    <a:pt x="51818" y="9553"/>
                    <a:pt x="54287" y="8658"/>
                    <a:pt x="53855" y="9830"/>
                  </a:cubicBezTo>
                  <a:cubicBezTo>
                    <a:pt x="53473" y="9769"/>
                    <a:pt x="53088" y="9748"/>
                    <a:pt x="52689" y="9748"/>
                  </a:cubicBezTo>
                  <a:cubicBezTo>
                    <a:pt x="51748" y="9748"/>
                    <a:pt x="50729" y="9867"/>
                    <a:pt x="49499" y="9867"/>
                  </a:cubicBezTo>
                  <a:cubicBezTo>
                    <a:pt x="49139" y="9867"/>
                    <a:pt x="48761" y="9857"/>
                    <a:pt x="48361" y="9830"/>
                  </a:cubicBezTo>
                  <a:cubicBezTo>
                    <a:pt x="46726" y="10324"/>
                    <a:pt x="45831" y="11343"/>
                    <a:pt x="43979" y="11713"/>
                  </a:cubicBezTo>
                  <a:lnTo>
                    <a:pt x="43979" y="10139"/>
                  </a:lnTo>
                  <a:cubicBezTo>
                    <a:pt x="43757" y="10146"/>
                    <a:pt x="43539" y="10152"/>
                    <a:pt x="43332" y="10152"/>
                  </a:cubicBezTo>
                  <a:cubicBezTo>
                    <a:pt x="42676" y="10152"/>
                    <a:pt x="42116" y="10096"/>
                    <a:pt x="41788" y="9861"/>
                  </a:cubicBezTo>
                  <a:lnTo>
                    <a:pt x="41788" y="9861"/>
                  </a:lnTo>
                  <a:cubicBezTo>
                    <a:pt x="41875" y="11251"/>
                    <a:pt x="41799" y="12532"/>
                    <a:pt x="39954" y="12532"/>
                  </a:cubicBezTo>
                  <a:cubicBezTo>
                    <a:pt x="39832" y="12532"/>
                    <a:pt x="39703" y="12527"/>
                    <a:pt x="39566" y="12515"/>
                  </a:cubicBezTo>
                  <a:lnTo>
                    <a:pt x="39566" y="12515"/>
                  </a:lnTo>
                  <a:cubicBezTo>
                    <a:pt x="39689" y="13503"/>
                    <a:pt x="38239" y="13318"/>
                    <a:pt x="37375" y="13595"/>
                  </a:cubicBezTo>
                  <a:cubicBezTo>
                    <a:pt x="36480" y="13935"/>
                    <a:pt x="38023" y="14367"/>
                    <a:pt x="37004" y="14645"/>
                  </a:cubicBezTo>
                  <a:cubicBezTo>
                    <a:pt x="36867" y="14664"/>
                    <a:pt x="36737" y="14674"/>
                    <a:pt x="36616" y="14674"/>
                  </a:cubicBezTo>
                  <a:cubicBezTo>
                    <a:pt x="34829" y="14674"/>
                    <a:pt x="34726" y="12673"/>
                    <a:pt x="34813" y="12268"/>
                  </a:cubicBezTo>
                  <a:cubicBezTo>
                    <a:pt x="35492" y="12268"/>
                    <a:pt x="36201" y="12249"/>
                    <a:pt x="36882" y="12249"/>
                  </a:cubicBezTo>
                  <a:cubicBezTo>
                    <a:pt x="37903" y="12249"/>
                    <a:pt x="38862" y="12293"/>
                    <a:pt x="39566" y="12515"/>
                  </a:cubicBezTo>
                  <a:cubicBezTo>
                    <a:pt x="40553" y="10849"/>
                    <a:pt x="37498" y="9985"/>
                    <a:pt x="35153" y="9861"/>
                  </a:cubicBezTo>
                  <a:cubicBezTo>
                    <a:pt x="34597" y="9213"/>
                    <a:pt x="33609" y="8874"/>
                    <a:pt x="32252" y="8812"/>
                  </a:cubicBezTo>
                  <a:cubicBezTo>
                    <a:pt x="31758" y="8133"/>
                    <a:pt x="31140" y="7608"/>
                    <a:pt x="30400" y="7207"/>
                  </a:cubicBezTo>
                  <a:lnTo>
                    <a:pt x="27128" y="7207"/>
                  </a:lnTo>
                  <a:cubicBezTo>
                    <a:pt x="26110" y="7701"/>
                    <a:pt x="25184" y="8287"/>
                    <a:pt x="24197" y="8812"/>
                  </a:cubicBezTo>
                  <a:cubicBezTo>
                    <a:pt x="24151" y="8693"/>
                    <a:pt x="24091" y="8652"/>
                    <a:pt x="24013" y="8652"/>
                  </a:cubicBezTo>
                  <a:cubicBezTo>
                    <a:pt x="23852" y="8652"/>
                    <a:pt x="23612" y="8824"/>
                    <a:pt x="23251" y="8824"/>
                  </a:cubicBezTo>
                  <a:cubicBezTo>
                    <a:pt x="23198" y="8824"/>
                    <a:pt x="23143" y="8820"/>
                    <a:pt x="23086" y="8812"/>
                  </a:cubicBezTo>
                  <a:cubicBezTo>
                    <a:pt x="21789" y="9800"/>
                    <a:pt x="20154" y="10540"/>
                    <a:pt x="18703" y="11466"/>
                  </a:cubicBezTo>
                  <a:cubicBezTo>
                    <a:pt x="18302" y="12639"/>
                    <a:pt x="17530" y="13657"/>
                    <a:pt x="16512" y="14367"/>
                  </a:cubicBezTo>
                  <a:cubicBezTo>
                    <a:pt x="16419" y="14058"/>
                    <a:pt x="15833" y="14151"/>
                    <a:pt x="15401" y="14120"/>
                  </a:cubicBezTo>
                  <a:lnTo>
                    <a:pt x="15401" y="15169"/>
                  </a:lnTo>
                  <a:cubicBezTo>
                    <a:pt x="13086" y="15262"/>
                    <a:pt x="12839" y="16867"/>
                    <a:pt x="12099" y="18101"/>
                  </a:cubicBezTo>
                  <a:cubicBezTo>
                    <a:pt x="12839" y="18719"/>
                    <a:pt x="12932" y="19799"/>
                    <a:pt x="12839" y="21033"/>
                  </a:cubicBezTo>
                  <a:cubicBezTo>
                    <a:pt x="13179" y="21743"/>
                    <a:pt x="15154" y="21311"/>
                    <a:pt x="15771" y="21836"/>
                  </a:cubicBezTo>
                  <a:cubicBezTo>
                    <a:pt x="14969" y="22607"/>
                    <a:pt x="14290" y="22885"/>
                    <a:pt x="14290" y="23687"/>
                  </a:cubicBezTo>
                  <a:cubicBezTo>
                    <a:pt x="14372" y="23674"/>
                    <a:pt x="14444" y="23668"/>
                    <a:pt x="14509" y="23668"/>
                  </a:cubicBezTo>
                  <a:cubicBezTo>
                    <a:pt x="15049" y="23668"/>
                    <a:pt x="15003" y="24104"/>
                    <a:pt x="15031" y="24490"/>
                  </a:cubicBezTo>
                  <a:cubicBezTo>
                    <a:pt x="13734" y="24490"/>
                    <a:pt x="12901" y="24891"/>
                    <a:pt x="11728" y="25014"/>
                  </a:cubicBezTo>
                  <a:cubicBezTo>
                    <a:pt x="11389" y="25477"/>
                    <a:pt x="10710" y="25693"/>
                    <a:pt x="10988" y="26588"/>
                  </a:cubicBezTo>
                  <a:cubicBezTo>
                    <a:pt x="10783" y="26545"/>
                    <a:pt x="10610" y="26526"/>
                    <a:pt x="10465" y="26526"/>
                  </a:cubicBezTo>
                  <a:cubicBezTo>
                    <a:pt x="9218" y="26526"/>
                    <a:pt x="9918" y="27932"/>
                    <a:pt x="8678" y="27932"/>
                  </a:cubicBezTo>
                  <a:cubicBezTo>
                    <a:pt x="8601" y="27932"/>
                    <a:pt x="8518" y="27927"/>
                    <a:pt x="8426" y="27915"/>
                  </a:cubicBezTo>
                  <a:lnTo>
                    <a:pt x="8426" y="27915"/>
                  </a:lnTo>
                  <a:cubicBezTo>
                    <a:pt x="8488" y="28255"/>
                    <a:pt x="8364" y="28409"/>
                    <a:pt x="8056" y="28471"/>
                  </a:cubicBezTo>
                  <a:cubicBezTo>
                    <a:pt x="7947" y="28462"/>
                    <a:pt x="7843" y="28458"/>
                    <a:pt x="7745" y="28458"/>
                  </a:cubicBezTo>
                  <a:cubicBezTo>
                    <a:pt x="6402" y="28458"/>
                    <a:pt x="6044" y="29204"/>
                    <a:pt x="5124" y="29520"/>
                  </a:cubicBezTo>
                  <a:cubicBezTo>
                    <a:pt x="4229" y="29674"/>
                    <a:pt x="3241" y="29767"/>
                    <a:pt x="3303" y="30600"/>
                  </a:cubicBezTo>
                  <a:cubicBezTo>
                    <a:pt x="3623" y="30820"/>
                    <a:pt x="4201" y="30859"/>
                    <a:pt x="4828" y="30859"/>
                  </a:cubicBezTo>
                  <a:cubicBezTo>
                    <a:pt x="5170" y="30859"/>
                    <a:pt x="5527" y="30847"/>
                    <a:pt x="5865" y="30847"/>
                  </a:cubicBezTo>
                  <a:cubicBezTo>
                    <a:pt x="5679" y="32051"/>
                    <a:pt x="7562" y="31742"/>
                    <a:pt x="7346" y="32977"/>
                  </a:cubicBezTo>
                  <a:cubicBezTo>
                    <a:pt x="6945" y="33347"/>
                    <a:pt x="6945" y="33964"/>
                    <a:pt x="6235" y="34057"/>
                  </a:cubicBezTo>
                  <a:cubicBezTo>
                    <a:pt x="5755" y="33873"/>
                    <a:pt x="5287" y="33811"/>
                    <a:pt x="4812" y="33811"/>
                  </a:cubicBezTo>
                  <a:cubicBezTo>
                    <a:pt x="3803" y="33811"/>
                    <a:pt x="2761" y="34092"/>
                    <a:pt x="1500" y="34092"/>
                  </a:cubicBezTo>
                  <a:cubicBezTo>
                    <a:pt x="1256" y="34092"/>
                    <a:pt x="1003" y="34082"/>
                    <a:pt x="742" y="34057"/>
                  </a:cubicBezTo>
                  <a:lnTo>
                    <a:pt x="742" y="34057"/>
                  </a:lnTo>
                  <a:cubicBezTo>
                    <a:pt x="371" y="34921"/>
                    <a:pt x="1544" y="36927"/>
                    <a:pt x="1" y="36958"/>
                  </a:cubicBezTo>
                  <a:cubicBezTo>
                    <a:pt x="279" y="37729"/>
                    <a:pt x="1112" y="38131"/>
                    <a:pt x="742" y="39365"/>
                  </a:cubicBezTo>
                  <a:cubicBezTo>
                    <a:pt x="1045" y="39315"/>
                    <a:pt x="1311" y="39294"/>
                    <a:pt x="1550" y="39294"/>
                  </a:cubicBezTo>
                  <a:cubicBezTo>
                    <a:pt x="2644" y="39294"/>
                    <a:pt x="3157" y="39738"/>
                    <a:pt x="4044" y="39890"/>
                  </a:cubicBezTo>
                  <a:cubicBezTo>
                    <a:pt x="4723" y="39627"/>
                    <a:pt x="5108" y="39496"/>
                    <a:pt x="5498" y="39496"/>
                  </a:cubicBezTo>
                  <a:cubicBezTo>
                    <a:pt x="5888" y="39496"/>
                    <a:pt x="6281" y="39627"/>
                    <a:pt x="6976" y="39890"/>
                  </a:cubicBezTo>
                  <a:cubicBezTo>
                    <a:pt x="7809" y="38810"/>
                    <a:pt x="9074" y="38038"/>
                    <a:pt x="8796" y="36155"/>
                  </a:cubicBezTo>
                  <a:cubicBezTo>
                    <a:pt x="10401" y="35816"/>
                    <a:pt x="10124" y="34119"/>
                    <a:pt x="12099" y="34057"/>
                  </a:cubicBezTo>
                  <a:cubicBezTo>
                    <a:pt x="12524" y="34236"/>
                    <a:pt x="12879" y="34302"/>
                    <a:pt x="13202" y="34302"/>
                  </a:cubicBezTo>
                  <a:cubicBezTo>
                    <a:pt x="14050" y="34302"/>
                    <a:pt x="14676" y="33846"/>
                    <a:pt x="15771" y="33779"/>
                  </a:cubicBezTo>
                  <a:lnTo>
                    <a:pt x="15771" y="33779"/>
                  </a:lnTo>
                  <a:cubicBezTo>
                    <a:pt x="14722" y="34798"/>
                    <a:pt x="15247" y="36464"/>
                    <a:pt x="15771" y="37760"/>
                  </a:cubicBezTo>
                  <a:cubicBezTo>
                    <a:pt x="18086" y="37606"/>
                    <a:pt x="16635" y="36248"/>
                    <a:pt x="16851" y="34828"/>
                  </a:cubicBezTo>
                  <a:lnTo>
                    <a:pt x="16851" y="34828"/>
                  </a:lnTo>
                  <a:cubicBezTo>
                    <a:pt x="17623" y="34921"/>
                    <a:pt x="17592" y="35538"/>
                    <a:pt x="17962" y="35909"/>
                  </a:cubicBezTo>
                  <a:cubicBezTo>
                    <a:pt x="19752" y="35939"/>
                    <a:pt x="20863" y="36433"/>
                    <a:pt x="21265" y="37513"/>
                  </a:cubicBezTo>
                  <a:cubicBezTo>
                    <a:pt x="21215" y="37963"/>
                    <a:pt x="20639" y="38049"/>
                    <a:pt x="19931" y="38049"/>
                  </a:cubicBezTo>
                  <a:cubicBezTo>
                    <a:pt x="19764" y="38049"/>
                    <a:pt x="19590" y="38044"/>
                    <a:pt x="19413" y="38038"/>
                  </a:cubicBezTo>
                  <a:lnTo>
                    <a:pt x="19413" y="38038"/>
                  </a:lnTo>
                  <a:cubicBezTo>
                    <a:pt x="19351" y="38964"/>
                    <a:pt x="20709" y="38871"/>
                    <a:pt x="21265" y="39365"/>
                  </a:cubicBezTo>
                  <a:cubicBezTo>
                    <a:pt x="21080" y="38161"/>
                    <a:pt x="22252" y="37945"/>
                    <a:pt x="23086" y="37513"/>
                  </a:cubicBezTo>
                  <a:cubicBezTo>
                    <a:pt x="23302" y="36896"/>
                    <a:pt x="22376" y="37112"/>
                    <a:pt x="22345" y="36711"/>
                  </a:cubicBezTo>
                  <a:cubicBezTo>
                    <a:pt x="22484" y="36540"/>
                    <a:pt x="22618" y="36477"/>
                    <a:pt x="22749" y="36477"/>
                  </a:cubicBezTo>
                  <a:cubicBezTo>
                    <a:pt x="23116" y="36477"/>
                    <a:pt x="23455" y="36976"/>
                    <a:pt x="23801" y="36976"/>
                  </a:cubicBezTo>
                  <a:cubicBezTo>
                    <a:pt x="23931" y="36976"/>
                    <a:pt x="24062" y="36905"/>
                    <a:pt x="24197" y="36711"/>
                  </a:cubicBezTo>
                  <a:cubicBezTo>
                    <a:pt x="23209" y="35291"/>
                    <a:pt x="18641" y="35044"/>
                    <a:pt x="19814" y="32977"/>
                  </a:cubicBezTo>
                  <a:lnTo>
                    <a:pt x="19814" y="32977"/>
                  </a:lnTo>
                  <a:cubicBezTo>
                    <a:pt x="20894" y="34211"/>
                    <a:pt x="22962" y="34767"/>
                    <a:pt x="24197" y="35909"/>
                  </a:cubicBezTo>
                  <a:cubicBezTo>
                    <a:pt x="24413" y="36094"/>
                    <a:pt x="24721" y="36742"/>
                    <a:pt x="24906" y="36958"/>
                  </a:cubicBezTo>
                  <a:cubicBezTo>
                    <a:pt x="25215" y="37297"/>
                    <a:pt x="25801" y="37606"/>
                    <a:pt x="25647" y="38038"/>
                  </a:cubicBezTo>
                  <a:lnTo>
                    <a:pt x="25647" y="39612"/>
                  </a:lnTo>
                  <a:cubicBezTo>
                    <a:pt x="25976" y="39859"/>
                    <a:pt x="26580" y="39900"/>
                    <a:pt x="27238" y="39900"/>
                  </a:cubicBezTo>
                  <a:cubicBezTo>
                    <a:pt x="27567" y="39900"/>
                    <a:pt x="27910" y="39890"/>
                    <a:pt x="28239" y="39890"/>
                  </a:cubicBezTo>
                  <a:cubicBezTo>
                    <a:pt x="28826" y="38964"/>
                    <a:pt x="27561" y="37668"/>
                    <a:pt x="28579" y="36711"/>
                  </a:cubicBezTo>
                  <a:lnTo>
                    <a:pt x="29690" y="36711"/>
                  </a:lnTo>
                  <a:cubicBezTo>
                    <a:pt x="29258" y="37729"/>
                    <a:pt x="29628" y="37699"/>
                    <a:pt x="29320" y="38810"/>
                  </a:cubicBezTo>
                  <a:cubicBezTo>
                    <a:pt x="29362" y="38805"/>
                    <a:pt x="29401" y="38803"/>
                    <a:pt x="29437" y="38803"/>
                  </a:cubicBezTo>
                  <a:cubicBezTo>
                    <a:pt x="30121" y="38803"/>
                    <a:pt x="29845" y="39597"/>
                    <a:pt x="30431" y="39890"/>
                  </a:cubicBezTo>
                  <a:cubicBezTo>
                    <a:pt x="31033" y="40198"/>
                    <a:pt x="31864" y="40322"/>
                    <a:pt x="32685" y="40322"/>
                  </a:cubicBezTo>
                  <a:cubicBezTo>
                    <a:pt x="33672" y="40322"/>
                    <a:pt x="34644" y="40142"/>
                    <a:pt x="35183" y="39890"/>
                  </a:cubicBezTo>
                  <a:lnTo>
                    <a:pt x="35183" y="39890"/>
                  </a:lnTo>
                  <a:cubicBezTo>
                    <a:pt x="36232" y="40249"/>
                    <a:pt x="34343" y="41219"/>
                    <a:pt x="35756" y="41219"/>
                  </a:cubicBezTo>
                  <a:cubicBezTo>
                    <a:pt x="35799" y="41219"/>
                    <a:pt x="35844" y="41219"/>
                    <a:pt x="35893" y="41217"/>
                  </a:cubicBezTo>
                  <a:cubicBezTo>
                    <a:pt x="35963" y="41225"/>
                    <a:pt x="36027" y="41229"/>
                    <a:pt x="36085" y="41229"/>
                  </a:cubicBezTo>
                  <a:cubicBezTo>
                    <a:pt x="37161" y="41229"/>
                    <a:pt x="36286" y="39834"/>
                    <a:pt x="37323" y="39834"/>
                  </a:cubicBezTo>
                  <a:cubicBezTo>
                    <a:pt x="37438" y="39834"/>
                    <a:pt x="37577" y="39851"/>
                    <a:pt x="37745" y="39890"/>
                  </a:cubicBezTo>
                  <a:lnTo>
                    <a:pt x="37745" y="41464"/>
                  </a:lnTo>
                  <a:cubicBezTo>
                    <a:pt x="36850" y="41865"/>
                    <a:pt x="37220" y="43192"/>
                    <a:pt x="36449" y="43686"/>
                  </a:cubicBezTo>
                  <a:cubicBezTo>
                    <a:pt x="37097" y="44858"/>
                    <a:pt x="38609" y="47667"/>
                    <a:pt x="38825" y="48099"/>
                  </a:cubicBezTo>
                  <a:cubicBezTo>
                    <a:pt x="39597" y="48685"/>
                    <a:pt x="40276" y="49765"/>
                    <a:pt x="39936" y="50259"/>
                  </a:cubicBezTo>
                  <a:cubicBezTo>
                    <a:pt x="41479" y="51370"/>
                    <a:pt x="42498" y="52821"/>
                    <a:pt x="43979" y="53963"/>
                  </a:cubicBezTo>
                  <a:cubicBezTo>
                    <a:pt x="44843" y="55074"/>
                    <a:pt x="44720" y="56740"/>
                    <a:pt x="46541" y="57697"/>
                  </a:cubicBezTo>
                  <a:cubicBezTo>
                    <a:pt x="49102" y="57080"/>
                    <a:pt x="50892" y="55876"/>
                    <a:pt x="53886" y="55567"/>
                  </a:cubicBezTo>
                  <a:cubicBezTo>
                    <a:pt x="54379" y="55413"/>
                    <a:pt x="53947" y="54549"/>
                    <a:pt x="54595" y="54487"/>
                  </a:cubicBezTo>
                  <a:cubicBezTo>
                    <a:pt x="56200" y="54302"/>
                    <a:pt x="56848" y="53469"/>
                    <a:pt x="58268" y="53160"/>
                  </a:cubicBezTo>
                  <a:cubicBezTo>
                    <a:pt x="58021" y="52018"/>
                    <a:pt x="59348" y="51987"/>
                    <a:pt x="59379" y="51031"/>
                  </a:cubicBezTo>
                  <a:cubicBezTo>
                    <a:pt x="58731" y="50074"/>
                    <a:pt x="56848" y="50043"/>
                    <a:pt x="57157" y="48377"/>
                  </a:cubicBezTo>
                  <a:cubicBezTo>
                    <a:pt x="56896" y="48353"/>
                    <a:pt x="56651" y="48342"/>
                    <a:pt x="56421" y="48342"/>
                  </a:cubicBezTo>
                  <a:cubicBezTo>
                    <a:pt x="55432" y="48342"/>
                    <a:pt x="54732" y="48551"/>
                    <a:pt x="54256" y="48901"/>
                  </a:cubicBezTo>
                  <a:cubicBezTo>
                    <a:pt x="53947" y="47914"/>
                    <a:pt x="52589" y="47636"/>
                    <a:pt x="52775" y="46247"/>
                  </a:cubicBezTo>
                  <a:lnTo>
                    <a:pt x="52775" y="46247"/>
                  </a:lnTo>
                  <a:cubicBezTo>
                    <a:pt x="52716" y="46252"/>
                    <a:pt x="52660" y="46254"/>
                    <a:pt x="52607" y="46254"/>
                  </a:cubicBezTo>
                  <a:cubicBezTo>
                    <a:pt x="51581" y="46254"/>
                    <a:pt x="51658" y="45433"/>
                    <a:pt x="50954" y="45198"/>
                  </a:cubicBezTo>
                  <a:cubicBezTo>
                    <a:pt x="51509" y="45044"/>
                    <a:pt x="51880" y="44797"/>
                    <a:pt x="52404" y="44673"/>
                  </a:cubicBezTo>
                  <a:cubicBezTo>
                    <a:pt x="54347" y="45527"/>
                    <a:pt x="53875" y="48149"/>
                    <a:pt x="57067" y="48149"/>
                  </a:cubicBezTo>
                  <a:cubicBezTo>
                    <a:pt x="57222" y="48149"/>
                    <a:pt x="57385" y="48143"/>
                    <a:pt x="57558" y="48130"/>
                  </a:cubicBezTo>
                  <a:cubicBezTo>
                    <a:pt x="57682" y="48654"/>
                    <a:pt x="58577" y="48624"/>
                    <a:pt x="58268" y="49457"/>
                  </a:cubicBezTo>
                  <a:cubicBezTo>
                    <a:pt x="58402" y="49468"/>
                    <a:pt x="58527" y="49474"/>
                    <a:pt x="58645" y="49474"/>
                  </a:cubicBezTo>
                  <a:cubicBezTo>
                    <a:pt x="60078" y="49474"/>
                    <a:pt x="60416" y="48685"/>
                    <a:pt x="61864" y="48685"/>
                  </a:cubicBezTo>
                  <a:cubicBezTo>
                    <a:pt x="61889" y="48685"/>
                    <a:pt x="61915" y="48685"/>
                    <a:pt x="61941" y="48685"/>
                  </a:cubicBezTo>
                  <a:cubicBezTo>
                    <a:pt x="62315" y="48829"/>
                    <a:pt x="62340" y="49216"/>
                    <a:pt x="62920" y="49216"/>
                  </a:cubicBezTo>
                  <a:cubicBezTo>
                    <a:pt x="62961" y="49216"/>
                    <a:pt x="63005" y="49214"/>
                    <a:pt x="63052" y="49210"/>
                  </a:cubicBezTo>
                  <a:cubicBezTo>
                    <a:pt x="63320" y="49180"/>
                    <a:pt x="63568" y="49167"/>
                    <a:pt x="63797" y="49167"/>
                  </a:cubicBezTo>
                  <a:cubicBezTo>
                    <a:pt x="65730" y="49167"/>
                    <a:pt x="66394" y="50123"/>
                    <a:pt x="67774" y="50537"/>
                  </a:cubicBezTo>
                  <a:cubicBezTo>
                    <a:pt x="67696" y="50525"/>
                    <a:pt x="67627" y="50519"/>
                    <a:pt x="67566" y="50519"/>
                  </a:cubicBezTo>
                  <a:cubicBezTo>
                    <a:pt x="67164" y="50519"/>
                    <a:pt x="67090" y="50767"/>
                    <a:pt x="67064" y="51062"/>
                  </a:cubicBezTo>
                  <a:cubicBezTo>
                    <a:pt x="67465" y="51555"/>
                    <a:pt x="68761" y="51432"/>
                    <a:pt x="69286" y="51864"/>
                  </a:cubicBezTo>
                  <a:cubicBezTo>
                    <a:pt x="69070" y="52697"/>
                    <a:pt x="69934" y="52790"/>
                    <a:pt x="69625" y="53716"/>
                  </a:cubicBezTo>
                  <a:cubicBezTo>
                    <a:pt x="70736" y="54611"/>
                    <a:pt x="71199" y="55938"/>
                    <a:pt x="71816" y="57203"/>
                  </a:cubicBezTo>
                  <a:cubicBezTo>
                    <a:pt x="72588" y="57697"/>
                    <a:pt x="73360" y="58191"/>
                    <a:pt x="73668" y="59055"/>
                  </a:cubicBezTo>
                  <a:lnTo>
                    <a:pt x="73668" y="60660"/>
                  </a:lnTo>
                  <a:cubicBezTo>
                    <a:pt x="73946" y="60882"/>
                    <a:pt x="74468" y="60926"/>
                    <a:pt x="75048" y="60926"/>
                  </a:cubicBezTo>
                  <a:cubicBezTo>
                    <a:pt x="75435" y="60926"/>
                    <a:pt x="75847" y="60907"/>
                    <a:pt x="76230" y="60907"/>
                  </a:cubicBezTo>
                  <a:cubicBezTo>
                    <a:pt x="76723" y="59209"/>
                    <a:pt x="78020" y="58129"/>
                    <a:pt x="77680" y="55845"/>
                  </a:cubicBezTo>
                  <a:lnTo>
                    <a:pt x="79162" y="55845"/>
                  </a:lnTo>
                  <a:lnTo>
                    <a:pt x="79162" y="54796"/>
                  </a:lnTo>
                  <a:cubicBezTo>
                    <a:pt x="79363" y="54850"/>
                    <a:pt x="79521" y="54872"/>
                    <a:pt x="79647" y="54872"/>
                  </a:cubicBezTo>
                  <a:cubicBezTo>
                    <a:pt x="80313" y="54872"/>
                    <a:pt x="80096" y="54243"/>
                    <a:pt x="80723" y="54243"/>
                  </a:cubicBezTo>
                  <a:cubicBezTo>
                    <a:pt x="80797" y="54243"/>
                    <a:pt x="80882" y="54252"/>
                    <a:pt x="80982" y="54271"/>
                  </a:cubicBezTo>
                  <a:cubicBezTo>
                    <a:pt x="80890" y="53037"/>
                    <a:pt x="82340" y="52913"/>
                    <a:pt x="82834" y="52142"/>
                  </a:cubicBezTo>
                  <a:cubicBezTo>
                    <a:pt x="83822" y="51555"/>
                    <a:pt x="84964" y="51185"/>
                    <a:pt x="86105" y="51062"/>
                  </a:cubicBezTo>
                  <a:cubicBezTo>
                    <a:pt x="86939" y="51802"/>
                    <a:pt x="86939" y="53129"/>
                    <a:pt x="88328" y="53469"/>
                  </a:cubicBezTo>
                  <a:cubicBezTo>
                    <a:pt x="88451" y="54086"/>
                    <a:pt x="87649" y="54024"/>
                    <a:pt x="87926" y="54796"/>
                  </a:cubicBezTo>
                  <a:cubicBezTo>
                    <a:pt x="88358" y="55660"/>
                    <a:pt x="90858" y="54981"/>
                    <a:pt x="91630" y="55567"/>
                  </a:cubicBezTo>
                  <a:cubicBezTo>
                    <a:pt x="91136" y="56154"/>
                    <a:pt x="91815" y="56339"/>
                    <a:pt x="91229" y="57172"/>
                  </a:cubicBezTo>
                  <a:cubicBezTo>
                    <a:pt x="92185" y="57450"/>
                    <a:pt x="92864" y="57944"/>
                    <a:pt x="93080" y="58777"/>
                  </a:cubicBezTo>
                  <a:cubicBezTo>
                    <a:pt x="92926" y="59271"/>
                    <a:pt x="92031" y="59271"/>
                    <a:pt x="92340" y="60104"/>
                  </a:cubicBezTo>
                  <a:cubicBezTo>
                    <a:pt x="92463" y="60907"/>
                    <a:pt x="93481" y="61061"/>
                    <a:pt x="93080" y="62234"/>
                  </a:cubicBezTo>
                  <a:cubicBezTo>
                    <a:pt x="94839" y="63345"/>
                    <a:pt x="96506" y="64548"/>
                    <a:pt x="98574" y="65412"/>
                  </a:cubicBezTo>
                  <a:cubicBezTo>
                    <a:pt x="98666" y="63653"/>
                    <a:pt x="96845" y="63314"/>
                    <a:pt x="96753" y="61709"/>
                  </a:cubicBezTo>
                  <a:cubicBezTo>
                    <a:pt x="95734" y="61184"/>
                    <a:pt x="94747" y="60660"/>
                    <a:pt x="94160" y="59826"/>
                  </a:cubicBezTo>
                  <a:cubicBezTo>
                    <a:pt x="94346" y="58993"/>
                    <a:pt x="93697" y="57543"/>
                    <a:pt x="94901" y="57450"/>
                  </a:cubicBezTo>
                  <a:cubicBezTo>
                    <a:pt x="95704" y="58222"/>
                    <a:pt x="96290" y="59117"/>
                    <a:pt x="97864" y="59302"/>
                  </a:cubicBezTo>
                  <a:cubicBezTo>
                    <a:pt x="98142" y="59579"/>
                    <a:pt x="98265" y="59981"/>
                    <a:pt x="98203" y="60382"/>
                  </a:cubicBezTo>
                  <a:cubicBezTo>
                    <a:pt x="101752" y="60042"/>
                    <a:pt x="102617" y="57728"/>
                    <a:pt x="102215" y="54518"/>
                  </a:cubicBezTo>
                  <a:cubicBezTo>
                    <a:pt x="101752" y="54271"/>
                    <a:pt x="100888" y="54271"/>
                    <a:pt x="100395" y="53994"/>
                  </a:cubicBezTo>
                  <a:cubicBezTo>
                    <a:pt x="100857" y="52852"/>
                    <a:pt x="98635" y="52913"/>
                    <a:pt x="99685" y="52142"/>
                  </a:cubicBezTo>
                  <a:cubicBezTo>
                    <a:pt x="99883" y="51992"/>
                    <a:pt x="100040" y="51933"/>
                    <a:pt x="100177" y="51933"/>
                  </a:cubicBezTo>
                  <a:cubicBezTo>
                    <a:pt x="100674" y="51933"/>
                    <a:pt x="100893" y="52713"/>
                    <a:pt x="101804" y="52713"/>
                  </a:cubicBezTo>
                  <a:cubicBezTo>
                    <a:pt x="101928" y="52713"/>
                    <a:pt x="102064" y="52699"/>
                    <a:pt x="102215" y="52666"/>
                  </a:cubicBezTo>
                  <a:cubicBezTo>
                    <a:pt x="102436" y="51734"/>
                    <a:pt x="103653" y="51562"/>
                    <a:pt x="105104" y="51562"/>
                  </a:cubicBezTo>
                  <a:cubicBezTo>
                    <a:pt x="105478" y="51562"/>
                    <a:pt x="105867" y="51574"/>
                    <a:pt x="106258" y="51586"/>
                  </a:cubicBezTo>
                  <a:cubicBezTo>
                    <a:pt x="107431" y="50321"/>
                    <a:pt x="108974" y="49333"/>
                    <a:pt x="109560" y="47605"/>
                  </a:cubicBezTo>
                  <a:cubicBezTo>
                    <a:pt x="109631" y="47616"/>
                    <a:pt x="109693" y="47621"/>
                    <a:pt x="109749" y="47621"/>
                  </a:cubicBezTo>
                  <a:cubicBezTo>
                    <a:pt x="110161" y="47621"/>
                    <a:pt x="110237" y="47358"/>
                    <a:pt x="110672" y="47358"/>
                  </a:cubicBezTo>
                  <a:cubicBezTo>
                    <a:pt x="111289" y="46278"/>
                    <a:pt x="110579" y="44272"/>
                    <a:pt x="111752" y="43655"/>
                  </a:cubicBezTo>
                  <a:cubicBezTo>
                    <a:pt x="110980" y="43408"/>
                    <a:pt x="110672" y="42883"/>
                    <a:pt x="110672" y="42050"/>
                  </a:cubicBezTo>
                  <a:cubicBezTo>
                    <a:pt x="110054" y="41711"/>
                    <a:pt x="109221" y="41495"/>
                    <a:pt x="109190" y="40723"/>
                  </a:cubicBezTo>
                  <a:cubicBezTo>
                    <a:pt x="109036" y="40075"/>
                    <a:pt x="109869" y="40137"/>
                    <a:pt x="109560" y="39396"/>
                  </a:cubicBezTo>
                  <a:lnTo>
                    <a:pt x="109560" y="39396"/>
                  </a:lnTo>
                  <a:cubicBezTo>
                    <a:pt x="109680" y="39405"/>
                    <a:pt x="109790" y="39411"/>
                    <a:pt x="109890" y="39411"/>
                  </a:cubicBezTo>
                  <a:cubicBezTo>
                    <a:pt x="110437" y="39411"/>
                    <a:pt x="110698" y="39258"/>
                    <a:pt x="110672" y="38840"/>
                  </a:cubicBezTo>
                  <a:cubicBezTo>
                    <a:pt x="111721" y="38501"/>
                    <a:pt x="109005" y="37266"/>
                    <a:pt x="111412" y="37266"/>
                  </a:cubicBezTo>
                  <a:cubicBezTo>
                    <a:pt x="111813" y="38100"/>
                    <a:pt x="113079" y="38316"/>
                    <a:pt x="113603" y="39118"/>
                  </a:cubicBezTo>
                  <a:cubicBezTo>
                    <a:pt x="113233" y="40507"/>
                    <a:pt x="114282" y="40908"/>
                    <a:pt x="115455" y="41248"/>
                  </a:cubicBezTo>
                  <a:cubicBezTo>
                    <a:pt x="117646" y="40075"/>
                    <a:pt x="115363" y="37174"/>
                    <a:pt x="116535" y="35137"/>
                  </a:cubicBezTo>
                  <a:cubicBezTo>
                    <a:pt x="117307" y="34643"/>
                    <a:pt x="118418" y="34365"/>
                    <a:pt x="119467" y="34057"/>
                  </a:cubicBezTo>
                  <a:cubicBezTo>
                    <a:pt x="120300" y="32822"/>
                    <a:pt x="121072" y="31526"/>
                    <a:pt x="122368" y="30600"/>
                  </a:cubicBezTo>
                  <a:cubicBezTo>
                    <a:pt x="122893" y="28471"/>
                    <a:pt x="121535" y="26249"/>
                    <a:pt x="122368" y="24737"/>
                  </a:cubicBezTo>
                  <a:lnTo>
                    <a:pt x="122368" y="24737"/>
                  </a:lnTo>
                  <a:cubicBezTo>
                    <a:pt x="121874" y="26280"/>
                    <a:pt x="123232" y="26434"/>
                    <a:pt x="123479" y="27422"/>
                  </a:cubicBezTo>
                  <a:cubicBezTo>
                    <a:pt x="123572" y="29057"/>
                    <a:pt x="123664" y="30631"/>
                    <a:pt x="125331" y="31125"/>
                  </a:cubicBezTo>
                  <a:cubicBezTo>
                    <a:pt x="126010" y="30662"/>
                    <a:pt x="125022" y="30446"/>
                    <a:pt x="125331" y="29551"/>
                  </a:cubicBezTo>
                  <a:cubicBezTo>
                    <a:pt x="125363" y="29550"/>
                    <a:pt x="125394" y="29550"/>
                    <a:pt x="125424" y="29550"/>
                  </a:cubicBezTo>
                  <a:cubicBezTo>
                    <a:pt x="126011" y="29550"/>
                    <a:pt x="126113" y="29736"/>
                    <a:pt x="126320" y="29736"/>
                  </a:cubicBezTo>
                  <a:cubicBezTo>
                    <a:pt x="126424" y="29736"/>
                    <a:pt x="126553" y="29690"/>
                    <a:pt x="126781" y="29551"/>
                  </a:cubicBezTo>
                  <a:cubicBezTo>
                    <a:pt x="126843" y="28687"/>
                    <a:pt x="125825" y="28625"/>
                    <a:pt x="126072" y="27668"/>
                  </a:cubicBezTo>
                  <a:cubicBezTo>
                    <a:pt x="124745" y="27483"/>
                    <a:pt x="124405" y="26588"/>
                    <a:pt x="123850" y="25817"/>
                  </a:cubicBezTo>
                  <a:cubicBezTo>
                    <a:pt x="123726" y="24860"/>
                    <a:pt x="124004" y="23595"/>
                    <a:pt x="122769" y="23410"/>
                  </a:cubicBezTo>
                  <a:cubicBezTo>
                    <a:pt x="122038" y="23497"/>
                    <a:pt x="122609" y="24499"/>
                    <a:pt x="121805" y="24499"/>
                  </a:cubicBezTo>
                  <a:cubicBezTo>
                    <a:pt x="121761" y="24499"/>
                    <a:pt x="121712" y="24496"/>
                    <a:pt x="121658" y="24490"/>
                  </a:cubicBezTo>
                  <a:cubicBezTo>
                    <a:pt x="121499" y="23989"/>
                    <a:pt x="121215" y="23826"/>
                    <a:pt x="120865" y="23826"/>
                  </a:cubicBezTo>
                  <a:cubicBezTo>
                    <a:pt x="120215" y="23826"/>
                    <a:pt x="119338" y="24387"/>
                    <a:pt x="118613" y="24387"/>
                  </a:cubicBezTo>
                  <a:cubicBezTo>
                    <a:pt x="118213" y="24387"/>
                    <a:pt x="117860" y="24216"/>
                    <a:pt x="117615" y="23687"/>
                  </a:cubicBezTo>
                  <a:cubicBezTo>
                    <a:pt x="117862" y="23070"/>
                    <a:pt x="118541" y="22761"/>
                    <a:pt x="119097" y="22360"/>
                  </a:cubicBezTo>
                  <a:cubicBezTo>
                    <a:pt x="119529" y="21527"/>
                    <a:pt x="119375" y="20262"/>
                    <a:pt x="120578" y="19953"/>
                  </a:cubicBezTo>
                  <a:cubicBezTo>
                    <a:pt x="120782" y="20112"/>
                    <a:pt x="120925" y="20171"/>
                    <a:pt x="121042" y="20171"/>
                  </a:cubicBezTo>
                  <a:cubicBezTo>
                    <a:pt x="121373" y="20171"/>
                    <a:pt x="121488" y="19696"/>
                    <a:pt x="122182" y="19696"/>
                  </a:cubicBezTo>
                  <a:cubicBezTo>
                    <a:pt x="122240" y="19696"/>
                    <a:pt x="122302" y="19699"/>
                    <a:pt x="122368" y="19706"/>
                  </a:cubicBezTo>
                  <a:cubicBezTo>
                    <a:pt x="123879" y="19841"/>
                    <a:pt x="125295" y="20259"/>
                    <a:pt x="127091" y="20259"/>
                  </a:cubicBezTo>
                  <a:cubicBezTo>
                    <a:pt x="127350" y="20259"/>
                    <a:pt x="127617" y="20250"/>
                    <a:pt x="127892" y="20231"/>
                  </a:cubicBezTo>
                  <a:lnTo>
                    <a:pt x="127892" y="20231"/>
                  </a:lnTo>
                  <a:cubicBezTo>
                    <a:pt x="127769" y="20694"/>
                    <a:pt x="128170" y="20725"/>
                    <a:pt x="128602" y="20755"/>
                  </a:cubicBezTo>
                  <a:cubicBezTo>
                    <a:pt x="128901" y="20512"/>
                    <a:pt x="129427" y="20473"/>
                    <a:pt x="130014" y="20473"/>
                  </a:cubicBezTo>
                  <a:cubicBezTo>
                    <a:pt x="130294" y="20473"/>
                    <a:pt x="130588" y="20482"/>
                    <a:pt x="130878" y="20482"/>
                  </a:cubicBezTo>
                  <a:cubicBezTo>
                    <a:pt x="130985" y="20482"/>
                    <a:pt x="131090" y="20481"/>
                    <a:pt x="131195" y="20478"/>
                  </a:cubicBezTo>
                  <a:cubicBezTo>
                    <a:pt x="131380" y="19644"/>
                    <a:pt x="130547" y="19552"/>
                    <a:pt x="130824" y="18626"/>
                  </a:cubicBezTo>
                  <a:cubicBezTo>
                    <a:pt x="131565" y="18564"/>
                    <a:pt x="131534" y="17916"/>
                    <a:pt x="132275" y="17824"/>
                  </a:cubicBezTo>
                  <a:cubicBezTo>
                    <a:pt x="133046" y="17916"/>
                    <a:pt x="133016" y="18564"/>
                    <a:pt x="133756" y="18626"/>
                  </a:cubicBezTo>
                  <a:cubicBezTo>
                    <a:pt x="133618" y="18187"/>
                    <a:pt x="134291" y="17593"/>
                    <a:pt x="134794" y="17593"/>
                  </a:cubicBezTo>
                  <a:cubicBezTo>
                    <a:pt x="134963" y="17593"/>
                    <a:pt x="135113" y="17660"/>
                    <a:pt x="135207" y="17824"/>
                  </a:cubicBezTo>
                  <a:cubicBezTo>
                    <a:pt x="134034" y="19552"/>
                    <a:pt x="132306" y="20879"/>
                    <a:pt x="131904" y="23132"/>
                  </a:cubicBezTo>
                  <a:cubicBezTo>
                    <a:pt x="132151" y="23872"/>
                    <a:pt x="132954" y="24150"/>
                    <a:pt x="133386" y="24737"/>
                  </a:cubicBezTo>
                  <a:cubicBezTo>
                    <a:pt x="133540" y="25755"/>
                    <a:pt x="133818" y="26743"/>
                    <a:pt x="134836" y="27144"/>
                  </a:cubicBezTo>
                  <a:cubicBezTo>
                    <a:pt x="135762" y="26465"/>
                    <a:pt x="136287" y="25539"/>
                    <a:pt x="137398" y="25014"/>
                  </a:cubicBezTo>
                  <a:cubicBezTo>
                    <a:pt x="137058" y="23687"/>
                    <a:pt x="138571" y="23872"/>
                    <a:pt x="137799" y="22885"/>
                  </a:cubicBezTo>
                  <a:cubicBezTo>
                    <a:pt x="137892" y="22360"/>
                    <a:pt x="138756" y="22360"/>
                    <a:pt x="138879" y="21836"/>
                  </a:cubicBezTo>
                  <a:cubicBezTo>
                    <a:pt x="138355" y="21496"/>
                    <a:pt x="137244" y="21589"/>
                    <a:pt x="137429" y="20755"/>
                  </a:cubicBezTo>
                  <a:cubicBezTo>
                    <a:pt x="137643" y="19296"/>
                    <a:pt x="138679" y="18953"/>
                    <a:pt x="140104" y="18953"/>
                  </a:cubicBezTo>
                  <a:cubicBezTo>
                    <a:pt x="140939" y="18953"/>
                    <a:pt x="141907" y="19071"/>
                    <a:pt x="142922" y="19151"/>
                  </a:cubicBezTo>
                  <a:cubicBezTo>
                    <a:pt x="143447" y="18749"/>
                    <a:pt x="143385" y="17916"/>
                    <a:pt x="144002" y="17577"/>
                  </a:cubicBezTo>
                  <a:cubicBezTo>
                    <a:pt x="146117" y="17456"/>
                    <a:pt x="147699" y="16773"/>
                    <a:pt x="149039" y="16773"/>
                  </a:cubicBezTo>
                  <a:cubicBezTo>
                    <a:pt x="149068" y="16773"/>
                    <a:pt x="149097" y="16774"/>
                    <a:pt x="149125" y="16774"/>
                  </a:cubicBezTo>
                  <a:cubicBezTo>
                    <a:pt x="149125" y="15602"/>
                    <a:pt x="147305" y="15787"/>
                    <a:pt x="147305" y="14645"/>
                  </a:cubicBezTo>
                  <a:cubicBezTo>
                    <a:pt x="148096" y="14560"/>
                    <a:pt x="148007" y="13854"/>
                    <a:pt x="148863" y="13854"/>
                  </a:cubicBezTo>
                  <a:cubicBezTo>
                    <a:pt x="148942" y="13854"/>
                    <a:pt x="149029" y="13860"/>
                    <a:pt x="149125" y="13873"/>
                  </a:cubicBezTo>
                  <a:cubicBezTo>
                    <a:pt x="150899" y="13901"/>
                    <a:pt x="150824" y="15240"/>
                    <a:pt x="152601" y="15240"/>
                  </a:cubicBezTo>
                  <a:cubicBezTo>
                    <a:pt x="152772" y="15240"/>
                    <a:pt x="152960" y="15227"/>
                    <a:pt x="153168" y="15200"/>
                  </a:cubicBezTo>
                  <a:cubicBezTo>
                    <a:pt x="153662" y="14707"/>
                    <a:pt x="152829" y="13842"/>
                    <a:pt x="153539" y="13040"/>
                  </a:cubicBezTo>
                  <a:cubicBezTo>
                    <a:pt x="152836" y="12820"/>
                    <a:pt x="151915" y="12039"/>
                    <a:pt x="151120" y="12039"/>
                  </a:cubicBezTo>
                  <a:cubicBezTo>
                    <a:pt x="150797" y="12039"/>
                    <a:pt x="150495" y="12168"/>
                    <a:pt x="150236" y="12515"/>
                  </a:cubicBezTo>
                  <a:cubicBezTo>
                    <a:pt x="150360" y="12052"/>
                    <a:pt x="150236" y="11528"/>
                    <a:pt x="149866" y="11188"/>
                  </a:cubicBezTo>
                  <a:cubicBezTo>
                    <a:pt x="148153" y="10733"/>
                    <a:pt x="147113" y="9790"/>
                    <a:pt x="144812" y="9790"/>
                  </a:cubicBezTo>
                  <a:cubicBezTo>
                    <a:pt x="144460" y="9790"/>
                    <a:pt x="144080" y="9812"/>
                    <a:pt x="143663" y="9861"/>
                  </a:cubicBezTo>
                  <a:cubicBezTo>
                    <a:pt x="143231" y="9367"/>
                    <a:pt x="142243" y="9306"/>
                    <a:pt x="141811" y="8812"/>
                  </a:cubicBezTo>
                  <a:cubicBezTo>
                    <a:pt x="141600" y="8831"/>
                    <a:pt x="141404" y="8839"/>
                    <a:pt x="141219" y="8839"/>
                  </a:cubicBezTo>
                  <a:cubicBezTo>
                    <a:pt x="139599" y="8839"/>
                    <a:pt x="138906" y="8182"/>
                    <a:pt x="137303" y="8182"/>
                  </a:cubicBezTo>
                  <a:cubicBezTo>
                    <a:pt x="137009" y="8182"/>
                    <a:pt x="136684" y="8204"/>
                    <a:pt x="136318" y="8256"/>
                  </a:cubicBezTo>
                  <a:cubicBezTo>
                    <a:pt x="135793" y="9028"/>
                    <a:pt x="137305" y="9614"/>
                    <a:pt x="136318" y="9861"/>
                  </a:cubicBezTo>
                  <a:cubicBezTo>
                    <a:pt x="135238" y="9738"/>
                    <a:pt x="135454" y="8719"/>
                    <a:pt x="134497" y="8534"/>
                  </a:cubicBezTo>
                  <a:cubicBezTo>
                    <a:pt x="134049" y="8880"/>
                    <a:pt x="133446" y="8955"/>
                    <a:pt x="132743" y="8955"/>
                  </a:cubicBezTo>
                  <a:cubicBezTo>
                    <a:pt x="132207" y="8955"/>
                    <a:pt x="131612" y="8911"/>
                    <a:pt x="130982" y="8911"/>
                  </a:cubicBezTo>
                  <a:cubicBezTo>
                    <a:pt x="130446" y="8911"/>
                    <a:pt x="129885" y="8943"/>
                    <a:pt x="129312" y="9059"/>
                  </a:cubicBezTo>
                  <a:cubicBezTo>
                    <a:pt x="128168" y="8514"/>
                    <a:pt x="128106" y="7128"/>
                    <a:pt x="126198" y="7128"/>
                  </a:cubicBezTo>
                  <a:cubicBezTo>
                    <a:pt x="125944" y="7128"/>
                    <a:pt x="125657" y="7153"/>
                    <a:pt x="125331" y="7207"/>
                  </a:cubicBezTo>
                  <a:cubicBezTo>
                    <a:pt x="124806" y="7269"/>
                    <a:pt x="125207" y="7979"/>
                    <a:pt x="124590" y="7979"/>
                  </a:cubicBezTo>
                  <a:cubicBezTo>
                    <a:pt x="123047" y="7516"/>
                    <a:pt x="121566" y="6991"/>
                    <a:pt x="120177" y="6405"/>
                  </a:cubicBezTo>
                  <a:cubicBezTo>
                    <a:pt x="120054" y="6682"/>
                    <a:pt x="119776" y="6868"/>
                    <a:pt x="119467" y="6929"/>
                  </a:cubicBezTo>
                  <a:cubicBezTo>
                    <a:pt x="119782" y="6216"/>
                    <a:pt x="119255" y="6102"/>
                    <a:pt x="118584" y="6102"/>
                  </a:cubicBezTo>
                  <a:cubicBezTo>
                    <a:pt x="118269" y="6102"/>
                    <a:pt x="117922" y="6127"/>
                    <a:pt x="117615" y="6127"/>
                  </a:cubicBezTo>
                  <a:cubicBezTo>
                    <a:pt x="118510" y="5510"/>
                    <a:pt x="117245" y="5541"/>
                    <a:pt x="116906" y="5047"/>
                  </a:cubicBezTo>
                  <a:cubicBezTo>
                    <a:pt x="116416" y="5184"/>
                    <a:pt x="116073" y="5236"/>
                    <a:pt x="115796" y="5236"/>
                  </a:cubicBezTo>
                  <a:cubicBezTo>
                    <a:pt x="115077" y="5236"/>
                    <a:pt x="114807" y="4889"/>
                    <a:pt x="113603" y="4800"/>
                  </a:cubicBezTo>
                  <a:cubicBezTo>
                    <a:pt x="113525" y="5017"/>
                    <a:pt x="113169" y="5045"/>
                    <a:pt x="112778" y="5045"/>
                  </a:cubicBezTo>
                  <a:cubicBezTo>
                    <a:pt x="112641" y="5045"/>
                    <a:pt x="112500" y="5041"/>
                    <a:pt x="112364" y="5041"/>
                  </a:cubicBezTo>
                  <a:cubicBezTo>
                    <a:pt x="112280" y="5041"/>
                    <a:pt x="112199" y="5043"/>
                    <a:pt x="112122" y="5047"/>
                  </a:cubicBezTo>
                  <a:cubicBezTo>
                    <a:pt x="111783" y="5571"/>
                    <a:pt x="113233" y="5942"/>
                    <a:pt x="112122" y="6127"/>
                  </a:cubicBezTo>
                  <a:cubicBezTo>
                    <a:pt x="111517" y="6056"/>
                    <a:pt x="110881" y="6029"/>
                    <a:pt x="110229" y="6029"/>
                  </a:cubicBezTo>
                  <a:cubicBezTo>
                    <a:pt x="108266" y="6029"/>
                    <a:pt x="106155" y="6271"/>
                    <a:pt x="104291" y="6271"/>
                  </a:cubicBezTo>
                  <a:cubicBezTo>
                    <a:pt x="103552" y="6271"/>
                    <a:pt x="102852" y="6233"/>
                    <a:pt x="102215" y="6127"/>
                  </a:cubicBezTo>
                  <a:cubicBezTo>
                    <a:pt x="101381" y="5988"/>
                    <a:pt x="101023" y="5298"/>
                    <a:pt x="100306" y="5298"/>
                  </a:cubicBezTo>
                  <a:cubicBezTo>
                    <a:pt x="100227" y="5298"/>
                    <a:pt x="100144" y="5306"/>
                    <a:pt x="100055" y="5325"/>
                  </a:cubicBezTo>
                  <a:cubicBezTo>
                    <a:pt x="99729" y="5378"/>
                    <a:pt x="99424" y="5400"/>
                    <a:pt x="99135" y="5400"/>
                  </a:cubicBezTo>
                  <a:cubicBezTo>
                    <a:pt x="97917" y="5400"/>
                    <a:pt x="96985" y="4999"/>
                    <a:pt x="96012" y="4800"/>
                  </a:cubicBezTo>
                  <a:cubicBezTo>
                    <a:pt x="95907" y="4777"/>
                    <a:pt x="95793" y="4770"/>
                    <a:pt x="95675" y="4770"/>
                  </a:cubicBezTo>
                  <a:cubicBezTo>
                    <a:pt x="95391" y="4770"/>
                    <a:pt x="95080" y="4815"/>
                    <a:pt x="94803" y="4815"/>
                  </a:cubicBezTo>
                  <a:cubicBezTo>
                    <a:pt x="94719" y="4815"/>
                    <a:pt x="94638" y="4811"/>
                    <a:pt x="94562" y="4800"/>
                  </a:cubicBezTo>
                  <a:cubicBezTo>
                    <a:pt x="93785" y="4696"/>
                    <a:pt x="93161" y="4180"/>
                    <a:pt x="91778" y="4180"/>
                  </a:cubicBezTo>
                  <a:cubicBezTo>
                    <a:pt x="91512" y="4180"/>
                    <a:pt x="91218" y="4200"/>
                    <a:pt x="90889" y="4244"/>
                  </a:cubicBezTo>
                  <a:cubicBezTo>
                    <a:pt x="91012" y="3565"/>
                    <a:pt x="91969" y="3473"/>
                    <a:pt x="91969" y="2670"/>
                  </a:cubicBezTo>
                  <a:cubicBezTo>
                    <a:pt x="91475" y="1899"/>
                    <a:pt x="90272" y="1590"/>
                    <a:pt x="89778" y="819"/>
                  </a:cubicBezTo>
                  <a:cubicBezTo>
                    <a:pt x="89054" y="1040"/>
                    <a:pt x="88080" y="1091"/>
                    <a:pt x="87054" y="1091"/>
                  </a:cubicBezTo>
                  <a:cubicBezTo>
                    <a:pt x="86506" y="1091"/>
                    <a:pt x="85943" y="1076"/>
                    <a:pt x="85396" y="1066"/>
                  </a:cubicBezTo>
                  <a:cubicBezTo>
                    <a:pt x="84536" y="865"/>
                    <a:pt x="84607" y="0"/>
                    <a:pt x="83463" y="0"/>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61"/>
            <p:cNvSpPr/>
            <p:nvPr/>
          </p:nvSpPr>
          <p:spPr>
            <a:xfrm>
              <a:off x="4125426" y="1503750"/>
              <a:ext cx="1136336" cy="995999"/>
            </a:xfrm>
            <a:custGeom>
              <a:avLst/>
              <a:gdLst/>
              <a:ahLst/>
              <a:cxnLst/>
              <a:rect l="l" t="t" r="r" b="b"/>
              <a:pathLst>
                <a:path w="41881" h="32961" extrusionOk="0">
                  <a:moveTo>
                    <a:pt x="31440" y="1582"/>
                  </a:moveTo>
                  <a:cubicBezTo>
                    <a:pt x="31470" y="1582"/>
                    <a:pt x="31495" y="1589"/>
                    <a:pt x="31511" y="1605"/>
                  </a:cubicBezTo>
                  <a:cubicBezTo>
                    <a:pt x="31665" y="1708"/>
                    <a:pt x="31392" y="1874"/>
                    <a:pt x="31225" y="1874"/>
                  </a:cubicBezTo>
                  <a:cubicBezTo>
                    <a:pt x="31191" y="1874"/>
                    <a:pt x="31161" y="1867"/>
                    <a:pt x="31140" y="1852"/>
                  </a:cubicBezTo>
                  <a:cubicBezTo>
                    <a:pt x="31012" y="1749"/>
                    <a:pt x="31289" y="1582"/>
                    <a:pt x="31440" y="1582"/>
                  </a:cubicBezTo>
                  <a:close/>
                  <a:moveTo>
                    <a:pt x="30431" y="11450"/>
                  </a:moveTo>
                  <a:cubicBezTo>
                    <a:pt x="30462" y="12252"/>
                    <a:pt x="29320" y="12221"/>
                    <a:pt x="28239" y="12252"/>
                  </a:cubicBezTo>
                  <a:cubicBezTo>
                    <a:pt x="28209" y="11450"/>
                    <a:pt x="29505" y="11573"/>
                    <a:pt x="30431" y="11450"/>
                  </a:cubicBezTo>
                  <a:close/>
                  <a:moveTo>
                    <a:pt x="26540" y="6105"/>
                  </a:moveTo>
                  <a:cubicBezTo>
                    <a:pt x="26872" y="6105"/>
                    <a:pt x="27047" y="6199"/>
                    <a:pt x="27128" y="6388"/>
                  </a:cubicBezTo>
                  <a:cubicBezTo>
                    <a:pt x="26820" y="8209"/>
                    <a:pt x="23857" y="8086"/>
                    <a:pt x="24197" y="10370"/>
                  </a:cubicBezTo>
                  <a:cubicBezTo>
                    <a:pt x="25030" y="10987"/>
                    <a:pt x="26048" y="11357"/>
                    <a:pt x="27128" y="11419"/>
                  </a:cubicBezTo>
                  <a:lnTo>
                    <a:pt x="27128" y="14073"/>
                  </a:lnTo>
                  <a:cubicBezTo>
                    <a:pt x="26416" y="13994"/>
                    <a:pt x="27058" y="12922"/>
                    <a:pt x="26216" y="12922"/>
                  </a:cubicBezTo>
                  <a:cubicBezTo>
                    <a:pt x="26073" y="12922"/>
                    <a:pt x="25888" y="12952"/>
                    <a:pt x="25647" y="13024"/>
                  </a:cubicBezTo>
                  <a:cubicBezTo>
                    <a:pt x="24845" y="13950"/>
                    <a:pt x="25369" y="15801"/>
                    <a:pt x="24197" y="16480"/>
                  </a:cubicBezTo>
                  <a:cubicBezTo>
                    <a:pt x="23972" y="16498"/>
                    <a:pt x="23757" y="16504"/>
                    <a:pt x="23551" y="16504"/>
                  </a:cubicBezTo>
                  <a:cubicBezTo>
                    <a:pt x="22911" y="16504"/>
                    <a:pt x="22354" y="16441"/>
                    <a:pt x="21851" y="16441"/>
                  </a:cubicBezTo>
                  <a:cubicBezTo>
                    <a:pt x="21647" y="16441"/>
                    <a:pt x="21453" y="16451"/>
                    <a:pt x="21265" y="16480"/>
                  </a:cubicBezTo>
                  <a:cubicBezTo>
                    <a:pt x="20246" y="16635"/>
                    <a:pt x="20030" y="17252"/>
                    <a:pt x="19073" y="17283"/>
                  </a:cubicBezTo>
                  <a:cubicBezTo>
                    <a:pt x="19136" y="17073"/>
                    <a:pt x="18628" y="16720"/>
                    <a:pt x="18277" y="16720"/>
                  </a:cubicBezTo>
                  <a:cubicBezTo>
                    <a:pt x="18112" y="16720"/>
                    <a:pt x="17982" y="16798"/>
                    <a:pt x="17962" y="17005"/>
                  </a:cubicBezTo>
                  <a:cubicBezTo>
                    <a:pt x="17098" y="16943"/>
                    <a:pt x="17098" y="16295"/>
                    <a:pt x="17962" y="16233"/>
                  </a:cubicBezTo>
                  <a:cubicBezTo>
                    <a:pt x="17098" y="15616"/>
                    <a:pt x="16543" y="14629"/>
                    <a:pt x="16512" y="13548"/>
                  </a:cubicBezTo>
                  <a:lnTo>
                    <a:pt x="16512" y="13548"/>
                  </a:lnTo>
                  <a:cubicBezTo>
                    <a:pt x="18098" y="13656"/>
                    <a:pt x="17764" y="16433"/>
                    <a:pt x="19814" y="16433"/>
                  </a:cubicBezTo>
                  <a:cubicBezTo>
                    <a:pt x="20117" y="16433"/>
                    <a:pt x="20473" y="16373"/>
                    <a:pt x="20894" y="16233"/>
                  </a:cubicBezTo>
                  <a:cubicBezTo>
                    <a:pt x="21728" y="15153"/>
                    <a:pt x="22283" y="13857"/>
                    <a:pt x="23086" y="12746"/>
                  </a:cubicBezTo>
                  <a:cubicBezTo>
                    <a:pt x="22931" y="12191"/>
                    <a:pt x="22684" y="11635"/>
                    <a:pt x="22345" y="11141"/>
                  </a:cubicBezTo>
                  <a:cubicBezTo>
                    <a:pt x="22561" y="8641"/>
                    <a:pt x="25184" y="7901"/>
                    <a:pt x="26388" y="6111"/>
                  </a:cubicBezTo>
                  <a:cubicBezTo>
                    <a:pt x="26442" y="6107"/>
                    <a:pt x="26492" y="6105"/>
                    <a:pt x="26540" y="6105"/>
                  </a:cubicBezTo>
                  <a:close/>
                  <a:moveTo>
                    <a:pt x="16851" y="27097"/>
                  </a:moveTo>
                  <a:lnTo>
                    <a:pt x="16851" y="27621"/>
                  </a:lnTo>
                  <a:cubicBezTo>
                    <a:pt x="16481" y="27621"/>
                    <a:pt x="16389" y="27158"/>
                    <a:pt x="16851" y="27097"/>
                  </a:cubicBezTo>
                  <a:close/>
                  <a:moveTo>
                    <a:pt x="27128" y="0"/>
                  </a:moveTo>
                  <a:cubicBezTo>
                    <a:pt x="26110" y="494"/>
                    <a:pt x="25184" y="1049"/>
                    <a:pt x="24197" y="1574"/>
                  </a:cubicBezTo>
                  <a:cubicBezTo>
                    <a:pt x="24153" y="1469"/>
                    <a:pt x="24097" y="1434"/>
                    <a:pt x="24024" y="1434"/>
                  </a:cubicBezTo>
                  <a:cubicBezTo>
                    <a:pt x="23870" y="1434"/>
                    <a:pt x="23642" y="1594"/>
                    <a:pt x="23298" y="1594"/>
                  </a:cubicBezTo>
                  <a:cubicBezTo>
                    <a:pt x="23232" y="1594"/>
                    <a:pt x="23161" y="1588"/>
                    <a:pt x="23086" y="1574"/>
                  </a:cubicBezTo>
                  <a:cubicBezTo>
                    <a:pt x="21789" y="2593"/>
                    <a:pt x="20154" y="3333"/>
                    <a:pt x="18703" y="4228"/>
                  </a:cubicBezTo>
                  <a:cubicBezTo>
                    <a:pt x="18302" y="5432"/>
                    <a:pt x="17530" y="6450"/>
                    <a:pt x="16512" y="7160"/>
                  </a:cubicBezTo>
                  <a:cubicBezTo>
                    <a:pt x="16419" y="6851"/>
                    <a:pt x="15833" y="6944"/>
                    <a:pt x="15401" y="6882"/>
                  </a:cubicBezTo>
                  <a:lnTo>
                    <a:pt x="15401" y="7962"/>
                  </a:lnTo>
                  <a:cubicBezTo>
                    <a:pt x="13086" y="8055"/>
                    <a:pt x="12839" y="9629"/>
                    <a:pt x="12099" y="10863"/>
                  </a:cubicBezTo>
                  <a:cubicBezTo>
                    <a:pt x="12839" y="11512"/>
                    <a:pt x="12932" y="12561"/>
                    <a:pt x="12839" y="13795"/>
                  </a:cubicBezTo>
                  <a:cubicBezTo>
                    <a:pt x="13179" y="14505"/>
                    <a:pt x="15154" y="14073"/>
                    <a:pt x="15771" y="14598"/>
                  </a:cubicBezTo>
                  <a:cubicBezTo>
                    <a:pt x="14969" y="15369"/>
                    <a:pt x="14290" y="15678"/>
                    <a:pt x="14290" y="16449"/>
                  </a:cubicBezTo>
                  <a:cubicBezTo>
                    <a:pt x="14368" y="16437"/>
                    <a:pt x="14438" y="16431"/>
                    <a:pt x="14500" y="16431"/>
                  </a:cubicBezTo>
                  <a:cubicBezTo>
                    <a:pt x="15050" y="16431"/>
                    <a:pt x="15003" y="16891"/>
                    <a:pt x="15031" y="17252"/>
                  </a:cubicBezTo>
                  <a:cubicBezTo>
                    <a:pt x="13734" y="17252"/>
                    <a:pt x="12901" y="17684"/>
                    <a:pt x="11728" y="17776"/>
                  </a:cubicBezTo>
                  <a:cubicBezTo>
                    <a:pt x="11389" y="18270"/>
                    <a:pt x="10710" y="18455"/>
                    <a:pt x="10988" y="19381"/>
                  </a:cubicBezTo>
                  <a:cubicBezTo>
                    <a:pt x="10773" y="19333"/>
                    <a:pt x="10594" y="19312"/>
                    <a:pt x="10443" y="19312"/>
                  </a:cubicBezTo>
                  <a:cubicBezTo>
                    <a:pt x="9225" y="19312"/>
                    <a:pt x="9912" y="20725"/>
                    <a:pt x="8674" y="20725"/>
                  </a:cubicBezTo>
                  <a:cubicBezTo>
                    <a:pt x="8599" y="20725"/>
                    <a:pt x="8517" y="20719"/>
                    <a:pt x="8426" y="20708"/>
                  </a:cubicBezTo>
                  <a:lnTo>
                    <a:pt x="8426" y="20708"/>
                  </a:lnTo>
                  <a:cubicBezTo>
                    <a:pt x="8488" y="21017"/>
                    <a:pt x="8364" y="21171"/>
                    <a:pt x="8056" y="21233"/>
                  </a:cubicBezTo>
                  <a:cubicBezTo>
                    <a:pt x="7947" y="21225"/>
                    <a:pt x="7844" y="21221"/>
                    <a:pt x="7746" y="21221"/>
                  </a:cubicBezTo>
                  <a:cubicBezTo>
                    <a:pt x="6402" y="21221"/>
                    <a:pt x="6044" y="21968"/>
                    <a:pt x="5124" y="22313"/>
                  </a:cubicBezTo>
                  <a:cubicBezTo>
                    <a:pt x="4229" y="22437"/>
                    <a:pt x="3241" y="22529"/>
                    <a:pt x="3303" y="23362"/>
                  </a:cubicBezTo>
                  <a:cubicBezTo>
                    <a:pt x="3632" y="23609"/>
                    <a:pt x="4236" y="23650"/>
                    <a:pt x="4885" y="23650"/>
                  </a:cubicBezTo>
                  <a:cubicBezTo>
                    <a:pt x="5210" y="23650"/>
                    <a:pt x="5546" y="23640"/>
                    <a:pt x="5865" y="23640"/>
                  </a:cubicBezTo>
                  <a:cubicBezTo>
                    <a:pt x="5679" y="24844"/>
                    <a:pt x="7562" y="24535"/>
                    <a:pt x="7346" y="25770"/>
                  </a:cubicBezTo>
                  <a:cubicBezTo>
                    <a:pt x="6945" y="26109"/>
                    <a:pt x="6945" y="26757"/>
                    <a:pt x="6235" y="26819"/>
                  </a:cubicBezTo>
                  <a:cubicBezTo>
                    <a:pt x="5770" y="26650"/>
                    <a:pt x="5316" y="26592"/>
                    <a:pt x="4856" y="26592"/>
                  </a:cubicBezTo>
                  <a:cubicBezTo>
                    <a:pt x="3859" y="26592"/>
                    <a:pt x="2832" y="26865"/>
                    <a:pt x="1594" y="26865"/>
                  </a:cubicBezTo>
                  <a:cubicBezTo>
                    <a:pt x="1320" y="26865"/>
                    <a:pt x="1037" y="26851"/>
                    <a:pt x="742" y="26819"/>
                  </a:cubicBezTo>
                  <a:lnTo>
                    <a:pt x="742" y="26819"/>
                  </a:lnTo>
                  <a:cubicBezTo>
                    <a:pt x="371" y="27683"/>
                    <a:pt x="1544" y="29720"/>
                    <a:pt x="1" y="29751"/>
                  </a:cubicBezTo>
                  <a:cubicBezTo>
                    <a:pt x="279" y="30522"/>
                    <a:pt x="1112" y="30893"/>
                    <a:pt x="742" y="32127"/>
                  </a:cubicBezTo>
                  <a:cubicBezTo>
                    <a:pt x="1019" y="32087"/>
                    <a:pt x="1265" y="32070"/>
                    <a:pt x="1487" y="32070"/>
                  </a:cubicBezTo>
                  <a:cubicBezTo>
                    <a:pt x="2625" y="32070"/>
                    <a:pt x="3140" y="32523"/>
                    <a:pt x="4044" y="32652"/>
                  </a:cubicBezTo>
                  <a:cubicBezTo>
                    <a:pt x="4723" y="32405"/>
                    <a:pt x="5108" y="32281"/>
                    <a:pt x="5498" y="32281"/>
                  </a:cubicBezTo>
                  <a:cubicBezTo>
                    <a:pt x="5888" y="32281"/>
                    <a:pt x="6281" y="32405"/>
                    <a:pt x="6976" y="32652"/>
                  </a:cubicBezTo>
                  <a:cubicBezTo>
                    <a:pt x="7809" y="31603"/>
                    <a:pt x="9074" y="30800"/>
                    <a:pt x="8796" y="28948"/>
                  </a:cubicBezTo>
                  <a:cubicBezTo>
                    <a:pt x="10401" y="28609"/>
                    <a:pt x="10124" y="26912"/>
                    <a:pt x="12099" y="26819"/>
                  </a:cubicBezTo>
                  <a:cubicBezTo>
                    <a:pt x="12528" y="27008"/>
                    <a:pt x="12885" y="27077"/>
                    <a:pt x="13210" y="27077"/>
                  </a:cubicBezTo>
                  <a:cubicBezTo>
                    <a:pt x="14054" y="27077"/>
                    <a:pt x="14679" y="26608"/>
                    <a:pt x="15771" y="26541"/>
                  </a:cubicBezTo>
                  <a:lnTo>
                    <a:pt x="15771" y="26541"/>
                  </a:lnTo>
                  <a:cubicBezTo>
                    <a:pt x="14722" y="27591"/>
                    <a:pt x="15247" y="29257"/>
                    <a:pt x="15771" y="30553"/>
                  </a:cubicBezTo>
                  <a:cubicBezTo>
                    <a:pt x="18086" y="30399"/>
                    <a:pt x="16635" y="29041"/>
                    <a:pt x="16851" y="27621"/>
                  </a:cubicBezTo>
                  <a:lnTo>
                    <a:pt x="16851" y="27621"/>
                  </a:lnTo>
                  <a:cubicBezTo>
                    <a:pt x="17623" y="27683"/>
                    <a:pt x="17592" y="28331"/>
                    <a:pt x="17962" y="28671"/>
                  </a:cubicBezTo>
                  <a:cubicBezTo>
                    <a:pt x="19752" y="28702"/>
                    <a:pt x="20863" y="29226"/>
                    <a:pt x="21265" y="30275"/>
                  </a:cubicBezTo>
                  <a:cubicBezTo>
                    <a:pt x="21217" y="30731"/>
                    <a:pt x="20685" y="30814"/>
                    <a:pt x="20017" y="30814"/>
                  </a:cubicBezTo>
                  <a:cubicBezTo>
                    <a:pt x="19824" y="30814"/>
                    <a:pt x="19620" y="30807"/>
                    <a:pt x="19413" y="30800"/>
                  </a:cubicBezTo>
                  <a:lnTo>
                    <a:pt x="19413" y="30800"/>
                  </a:lnTo>
                  <a:cubicBezTo>
                    <a:pt x="19351" y="31726"/>
                    <a:pt x="20709" y="31633"/>
                    <a:pt x="21265" y="32127"/>
                  </a:cubicBezTo>
                  <a:cubicBezTo>
                    <a:pt x="21080" y="30954"/>
                    <a:pt x="22252" y="30738"/>
                    <a:pt x="23086" y="30275"/>
                  </a:cubicBezTo>
                  <a:cubicBezTo>
                    <a:pt x="23302" y="29689"/>
                    <a:pt x="22376" y="29905"/>
                    <a:pt x="22345" y="29473"/>
                  </a:cubicBezTo>
                  <a:cubicBezTo>
                    <a:pt x="22484" y="29302"/>
                    <a:pt x="22618" y="29239"/>
                    <a:pt x="22749" y="29239"/>
                  </a:cubicBezTo>
                  <a:cubicBezTo>
                    <a:pt x="23116" y="29239"/>
                    <a:pt x="23455" y="29738"/>
                    <a:pt x="23801" y="29738"/>
                  </a:cubicBezTo>
                  <a:cubicBezTo>
                    <a:pt x="23931" y="29738"/>
                    <a:pt x="24062" y="29667"/>
                    <a:pt x="24197" y="29473"/>
                  </a:cubicBezTo>
                  <a:cubicBezTo>
                    <a:pt x="23209" y="28084"/>
                    <a:pt x="18641" y="27837"/>
                    <a:pt x="19814" y="25770"/>
                  </a:cubicBezTo>
                  <a:lnTo>
                    <a:pt x="19814" y="25770"/>
                  </a:lnTo>
                  <a:cubicBezTo>
                    <a:pt x="20894" y="26973"/>
                    <a:pt x="22962" y="27560"/>
                    <a:pt x="24197" y="28671"/>
                  </a:cubicBezTo>
                  <a:cubicBezTo>
                    <a:pt x="24413" y="28887"/>
                    <a:pt x="24721" y="29504"/>
                    <a:pt x="24906" y="29751"/>
                  </a:cubicBezTo>
                  <a:cubicBezTo>
                    <a:pt x="25215" y="30090"/>
                    <a:pt x="25801" y="30399"/>
                    <a:pt x="25647" y="30800"/>
                  </a:cubicBezTo>
                  <a:lnTo>
                    <a:pt x="25647" y="32405"/>
                  </a:lnTo>
                  <a:cubicBezTo>
                    <a:pt x="25967" y="32625"/>
                    <a:pt x="26545" y="32663"/>
                    <a:pt x="27180" y="32663"/>
                  </a:cubicBezTo>
                  <a:cubicBezTo>
                    <a:pt x="27527" y="32663"/>
                    <a:pt x="27891" y="32652"/>
                    <a:pt x="28239" y="32652"/>
                  </a:cubicBezTo>
                  <a:cubicBezTo>
                    <a:pt x="28826" y="31757"/>
                    <a:pt x="27561" y="30430"/>
                    <a:pt x="28579" y="29473"/>
                  </a:cubicBezTo>
                  <a:lnTo>
                    <a:pt x="29690" y="29473"/>
                  </a:lnTo>
                  <a:cubicBezTo>
                    <a:pt x="29258" y="30522"/>
                    <a:pt x="29628" y="30461"/>
                    <a:pt x="29320" y="31603"/>
                  </a:cubicBezTo>
                  <a:cubicBezTo>
                    <a:pt x="29362" y="31598"/>
                    <a:pt x="29401" y="31596"/>
                    <a:pt x="29437" y="31596"/>
                  </a:cubicBezTo>
                  <a:cubicBezTo>
                    <a:pt x="30121" y="31596"/>
                    <a:pt x="29845" y="32388"/>
                    <a:pt x="30431" y="32652"/>
                  </a:cubicBezTo>
                  <a:cubicBezTo>
                    <a:pt x="30708" y="32806"/>
                    <a:pt x="31017" y="32899"/>
                    <a:pt x="31326" y="32960"/>
                  </a:cubicBezTo>
                  <a:lnTo>
                    <a:pt x="31819" y="26294"/>
                  </a:lnTo>
                  <a:cubicBezTo>
                    <a:pt x="34751" y="25245"/>
                    <a:pt x="37621" y="23980"/>
                    <a:pt x="40368" y="22498"/>
                  </a:cubicBezTo>
                  <a:cubicBezTo>
                    <a:pt x="41880" y="20770"/>
                    <a:pt x="41788" y="19536"/>
                    <a:pt x="41788" y="19536"/>
                  </a:cubicBezTo>
                  <a:cubicBezTo>
                    <a:pt x="41788" y="19536"/>
                    <a:pt x="39319" y="19350"/>
                    <a:pt x="38084" y="18826"/>
                  </a:cubicBezTo>
                  <a:cubicBezTo>
                    <a:pt x="37440" y="18137"/>
                    <a:pt x="36571" y="17752"/>
                    <a:pt x="35674" y="17752"/>
                  </a:cubicBezTo>
                  <a:cubicBezTo>
                    <a:pt x="35326" y="17752"/>
                    <a:pt x="34973" y="17810"/>
                    <a:pt x="34628" y="17931"/>
                  </a:cubicBezTo>
                  <a:cubicBezTo>
                    <a:pt x="34813" y="16604"/>
                    <a:pt x="33949" y="15338"/>
                    <a:pt x="32005" y="15338"/>
                  </a:cubicBezTo>
                  <a:cubicBezTo>
                    <a:pt x="30060" y="15338"/>
                    <a:pt x="30492" y="12314"/>
                    <a:pt x="31819" y="11512"/>
                  </a:cubicBezTo>
                  <a:cubicBezTo>
                    <a:pt x="33147" y="10740"/>
                    <a:pt x="32869" y="10401"/>
                    <a:pt x="31819" y="9598"/>
                  </a:cubicBezTo>
                  <a:cubicBezTo>
                    <a:pt x="30770" y="8796"/>
                    <a:pt x="30338" y="5895"/>
                    <a:pt x="30338" y="5895"/>
                  </a:cubicBezTo>
                  <a:lnTo>
                    <a:pt x="32282" y="1574"/>
                  </a:lnTo>
                  <a:lnTo>
                    <a:pt x="32252" y="1574"/>
                  </a:lnTo>
                  <a:cubicBezTo>
                    <a:pt x="31758" y="926"/>
                    <a:pt x="31140" y="370"/>
                    <a:pt x="30400" y="0"/>
                  </a:cubicBez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65" name="Google Shape;2065;p61"/>
          <p:cNvSpPr txBox="1"/>
          <p:nvPr/>
        </p:nvSpPr>
        <p:spPr>
          <a:xfrm>
            <a:off x="1360375" y="1886800"/>
            <a:ext cx="2058000"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chemeClr val="dk1"/>
                </a:solidFill>
                <a:latin typeface="Nunito ExtraBold"/>
                <a:ea typeface="Nunito ExtraBold"/>
                <a:cs typeface="Nunito ExtraBold"/>
                <a:sym typeface="Nunito ExtraBold"/>
              </a:rPr>
              <a:t>Saturn</a:t>
            </a:r>
            <a:endParaRPr sz="2400">
              <a:solidFill>
                <a:schemeClr val="dk1"/>
              </a:solidFill>
              <a:latin typeface="Nunito ExtraBold"/>
              <a:ea typeface="Nunito ExtraBold"/>
              <a:cs typeface="Nunito ExtraBold"/>
              <a:sym typeface="Nunito ExtraBold"/>
            </a:endParaRPr>
          </a:p>
        </p:txBody>
      </p:sp>
      <p:sp>
        <p:nvSpPr>
          <p:cNvPr id="2066" name="Google Shape;2066;p61"/>
          <p:cNvSpPr txBox="1"/>
          <p:nvPr/>
        </p:nvSpPr>
        <p:spPr>
          <a:xfrm>
            <a:off x="1362002" y="2338600"/>
            <a:ext cx="2058000" cy="67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Quicksand SemiBold"/>
                <a:ea typeface="Quicksand SemiBold"/>
                <a:cs typeface="Quicksand SemiBold"/>
                <a:sym typeface="Quicksand SemiBold"/>
              </a:rPr>
              <a:t>Saturn is a gas giant and has rings</a:t>
            </a:r>
            <a:endParaRPr>
              <a:solidFill>
                <a:schemeClr val="dk1"/>
              </a:solidFill>
              <a:latin typeface="Quicksand SemiBold"/>
              <a:ea typeface="Quicksand SemiBold"/>
              <a:cs typeface="Quicksand SemiBold"/>
              <a:sym typeface="Quicksand SemiBold"/>
            </a:endParaRPr>
          </a:p>
        </p:txBody>
      </p:sp>
      <p:sp>
        <p:nvSpPr>
          <p:cNvPr id="2067" name="Google Shape;2067;p61"/>
          <p:cNvSpPr txBox="1"/>
          <p:nvPr/>
        </p:nvSpPr>
        <p:spPr>
          <a:xfrm>
            <a:off x="1360375" y="3216850"/>
            <a:ext cx="2056800"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chemeClr val="dk1"/>
                </a:solidFill>
                <a:latin typeface="Nunito ExtraBold"/>
                <a:ea typeface="Nunito ExtraBold"/>
                <a:cs typeface="Nunito ExtraBold"/>
                <a:sym typeface="Nunito ExtraBold"/>
              </a:rPr>
              <a:t>Venus</a:t>
            </a:r>
            <a:endParaRPr sz="2400">
              <a:solidFill>
                <a:schemeClr val="dk1"/>
              </a:solidFill>
              <a:latin typeface="Nunito ExtraBold"/>
              <a:ea typeface="Nunito ExtraBold"/>
              <a:cs typeface="Nunito ExtraBold"/>
              <a:sym typeface="Nunito ExtraBold"/>
            </a:endParaRPr>
          </a:p>
        </p:txBody>
      </p:sp>
      <p:sp>
        <p:nvSpPr>
          <p:cNvPr id="2068" name="Google Shape;2068;p61"/>
          <p:cNvSpPr txBox="1"/>
          <p:nvPr/>
        </p:nvSpPr>
        <p:spPr>
          <a:xfrm>
            <a:off x="1362001" y="3668650"/>
            <a:ext cx="2056500" cy="67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Quicksand SemiBold"/>
                <a:ea typeface="Quicksand SemiBold"/>
                <a:cs typeface="Quicksand SemiBold"/>
                <a:sym typeface="Quicksand SemiBold"/>
              </a:rPr>
              <a:t>Venus is the second planet from the Sun</a:t>
            </a:r>
            <a:endParaRPr>
              <a:solidFill>
                <a:schemeClr val="dk1"/>
              </a:solidFill>
              <a:latin typeface="Quicksand SemiBold"/>
              <a:ea typeface="Quicksand SemiBold"/>
              <a:cs typeface="Quicksand SemiBold"/>
              <a:sym typeface="Quicksand SemiBold"/>
            </a:endParaRPr>
          </a:p>
        </p:txBody>
      </p:sp>
      <p:sp>
        <p:nvSpPr>
          <p:cNvPr id="2069" name="Google Shape;2069;p61"/>
          <p:cNvSpPr/>
          <p:nvPr/>
        </p:nvSpPr>
        <p:spPr>
          <a:xfrm>
            <a:off x="1013125" y="2058626"/>
            <a:ext cx="247200" cy="2472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61"/>
          <p:cNvSpPr/>
          <p:nvPr/>
        </p:nvSpPr>
        <p:spPr>
          <a:xfrm>
            <a:off x="1013125" y="3388676"/>
            <a:ext cx="247200" cy="247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61"/>
          <p:cNvSpPr/>
          <p:nvPr/>
        </p:nvSpPr>
        <p:spPr>
          <a:xfrm>
            <a:off x="5110075" y="2223226"/>
            <a:ext cx="247200" cy="2472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61"/>
          <p:cNvSpPr/>
          <p:nvPr/>
        </p:nvSpPr>
        <p:spPr>
          <a:xfrm>
            <a:off x="5710250" y="3100776"/>
            <a:ext cx="247200" cy="247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61"/>
          <p:cNvSpPr/>
          <p:nvPr/>
        </p:nvSpPr>
        <p:spPr>
          <a:xfrm>
            <a:off x="4377275" y="3141464"/>
            <a:ext cx="247200" cy="2472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61"/>
          <p:cNvSpPr/>
          <p:nvPr/>
        </p:nvSpPr>
        <p:spPr>
          <a:xfrm>
            <a:off x="4458712" y="3727751"/>
            <a:ext cx="247200" cy="247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61"/>
          <p:cNvSpPr/>
          <p:nvPr/>
        </p:nvSpPr>
        <p:spPr>
          <a:xfrm>
            <a:off x="6076137" y="2058626"/>
            <a:ext cx="247200" cy="247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61"/>
          <p:cNvSpPr/>
          <p:nvPr/>
        </p:nvSpPr>
        <p:spPr>
          <a:xfrm>
            <a:off x="7070037" y="2708651"/>
            <a:ext cx="247200" cy="247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61"/>
          <p:cNvSpPr/>
          <p:nvPr/>
        </p:nvSpPr>
        <p:spPr>
          <a:xfrm>
            <a:off x="6396600" y="3558326"/>
            <a:ext cx="247200" cy="2472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61"/>
          <p:cNvSpPr/>
          <p:nvPr/>
        </p:nvSpPr>
        <p:spPr>
          <a:xfrm>
            <a:off x="6874087" y="3558326"/>
            <a:ext cx="247200" cy="247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61"/>
          <p:cNvSpPr/>
          <p:nvPr/>
        </p:nvSpPr>
        <p:spPr>
          <a:xfrm>
            <a:off x="7202700" y="2350901"/>
            <a:ext cx="247200" cy="2472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61"/>
          <p:cNvSpPr/>
          <p:nvPr/>
        </p:nvSpPr>
        <p:spPr>
          <a:xfrm>
            <a:off x="854025" y="4479922"/>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61"/>
          <p:cNvSpPr/>
          <p:nvPr/>
        </p:nvSpPr>
        <p:spPr>
          <a:xfrm flipH="1">
            <a:off x="1619223" y="1462500"/>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61"/>
          <p:cNvSpPr/>
          <p:nvPr/>
        </p:nvSpPr>
        <p:spPr>
          <a:xfrm>
            <a:off x="2443725" y="3015710"/>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61"/>
          <p:cNvSpPr/>
          <p:nvPr/>
        </p:nvSpPr>
        <p:spPr>
          <a:xfrm>
            <a:off x="3806423" y="4108450"/>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61"/>
          <p:cNvSpPr/>
          <p:nvPr/>
        </p:nvSpPr>
        <p:spPr>
          <a:xfrm>
            <a:off x="7897675" y="3043935"/>
            <a:ext cx="231195" cy="2483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088"/>
        <p:cNvGrpSpPr/>
        <p:nvPr/>
      </p:nvGrpSpPr>
      <p:grpSpPr>
        <a:xfrm>
          <a:off x="0" y="0"/>
          <a:ext cx="0" cy="0"/>
          <a:chOff x="0" y="0"/>
          <a:chExt cx="0" cy="0"/>
        </a:xfrm>
      </p:grpSpPr>
      <p:sp>
        <p:nvSpPr>
          <p:cNvPr id="2089" name="Google Shape;2089;p62"/>
          <p:cNvSpPr/>
          <p:nvPr/>
        </p:nvSpPr>
        <p:spPr>
          <a:xfrm>
            <a:off x="2700362" y="1442524"/>
            <a:ext cx="1757770" cy="1597933"/>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62"/>
          <p:cNvSpPr/>
          <p:nvPr/>
        </p:nvSpPr>
        <p:spPr>
          <a:xfrm>
            <a:off x="4683925" y="1442524"/>
            <a:ext cx="1757770" cy="1597933"/>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62"/>
          <p:cNvSpPr/>
          <p:nvPr/>
        </p:nvSpPr>
        <p:spPr>
          <a:xfrm>
            <a:off x="6667500" y="1442524"/>
            <a:ext cx="1757770" cy="1597933"/>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62"/>
          <p:cNvSpPr/>
          <p:nvPr/>
        </p:nvSpPr>
        <p:spPr>
          <a:xfrm>
            <a:off x="716850" y="1442524"/>
            <a:ext cx="1757770" cy="1597933"/>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62"/>
          <p:cNvSpPr txBox="1">
            <a:spLocks noGrp="1"/>
          </p:cNvSpPr>
          <p:nvPr>
            <p:ph type="title"/>
          </p:nvPr>
        </p:nvSpPr>
        <p:spPr>
          <a:xfrm>
            <a:off x="720000" y="445025"/>
            <a:ext cx="7704000" cy="73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Greatest grandpa of all time</a:t>
            </a:r>
            <a:endParaRPr/>
          </a:p>
        </p:txBody>
      </p:sp>
      <p:cxnSp>
        <p:nvCxnSpPr>
          <p:cNvPr id="2094" name="Google Shape;2094;p62"/>
          <p:cNvCxnSpPr/>
          <p:nvPr/>
        </p:nvCxnSpPr>
        <p:spPr>
          <a:xfrm>
            <a:off x="-9525" y="2250975"/>
            <a:ext cx="1110300" cy="0"/>
          </a:xfrm>
          <a:prstGeom prst="straightConnector1">
            <a:avLst/>
          </a:prstGeom>
          <a:noFill/>
          <a:ln w="9525" cap="flat" cmpd="sng">
            <a:solidFill>
              <a:schemeClr val="dk1"/>
            </a:solidFill>
            <a:prstDash val="solid"/>
            <a:round/>
            <a:headEnd type="none" w="med" len="med"/>
            <a:tailEnd type="none" w="med" len="med"/>
          </a:ln>
        </p:spPr>
      </p:cxnSp>
      <p:cxnSp>
        <p:nvCxnSpPr>
          <p:cNvPr id="2095" name="Google Shape;2095;p62"/>
          <p:cNvCxnSpPr/>
          <p:nvPr/>
        </p:nvCxnSpPr>
        <p:spPr>
          <a:xfrm>
            <a:off x="2106425" y="2250975"/>
            <a:ext cx="962100" cy="0"/>
          </a:xfrm>
          <a:prstGeom prst="straightConnector1">
            <a:avLst/>
          </a:prstGeom>
          <a:noFill/>
          <a:ln w="9525" cap="flat" cmpd="sng">
            <a:solidFill>
              <a:schemeClr val="dk1"/>
            </a:solidFill>
            <a:prstDash val="solid"/>
            <a:round/>
            <a:headEnd type="none" w="med" len="med"/>
            <a:tailEnd type="none" w="med" len="med"/>
          </a:ln>
        </p:spPr>
      </p:cxnSp>
      <p:cxnSp>
        <p:nvCxnSpPr>
          <p:cNvPr id="2096" name="Google Shape;2096;p62"/>
          <p:cNvCxnSpPr/>
          <p:nvPr/>
        </p:nvCxnSpPr>
        <p:spPr>
          <a:xfrm>
            <a:off x="4089975" y="2250975"/>
            <a:ext cx="962100" cy="0"/>
          </a:xfrm>
          <a:prstGeom prst="straightConnector1">
            <a:avLst/>
          </a:prstGeom>
          <a:noFill/>
          <a:ln w="9525" cap="flat" cmpd="sng">
            <a:solidFill>
              <a:schemeClr val="dk1"/>
            </a:solidFill>
            <a:prstDash val="solid"/>
            <a:round/>
            <a:headEnd type="none" w="med" len="med"/>
            <a:tailEnd type="none" w="med" len="med"/>
          </a:ln>
        </p:spPr>
      </p:cxnSp>
      <p:cxnSp>
        <p:nvCxnSpPr>
          <p:cNvPr id="2097" name="Google Shape;2097;p62"/>
          <p:cNvCxnSpPr/>
          <p:nvPr/>
        </p:nvCxnSpPr>
        <p:spPr>
          <a:xfrm>
            <a:off x="6073525" y="2250975"/>
            <a:ext cx="962100" cy="0"/>
          </a:xfrm>
          <a:prstGeom prst="straightConnector1">
            <a:avLst/>
          </a:prstGeom>
          <a:noFill/>
          <a:ln w="9525" cap="flat" cmpd="sng">
            <a:solidFill>
              <a:schemeClr val="dk1"/>
            </a:solidFill>
            <a:prstDash val="solid"/>
            <a:round/>
            <a:headEnd type="none" w="med" len="med"/>
            <a:tailEnd type="none" w="med" len="med"/>
          </a:ln>
        </p:spPr>
      </p:cxnSp>
      <p:cxnSp>
        <p:nvCxnSpPr>
          <p:cNvPr id="2098" name="Google Shape;2098;p62"/>
          <p:cNvCxnSpPr/>
          <p:nvPr/>
        </p:nvCxnSpPr>
        <p:spPr>
          <a:xfrm>
            <a:off x="8064500" y="2250975"/>
            <a:ext cx="1105800" cy="0"/>
          </a:xfrm>
          <a:prstGeom prst="straightConnector1">
            <a:avLst/>
          </a:prstGeom>
          <a:noFill/>
          <a:ln w="9525" cap="flat" cmpd="sng">
            <a:solidFill>
              <a:schemeClr val="dk1"/>
            </a:solidFill>
            <a:prstDash val="solid"/>
            <a:round/>
            <a:headEnd type="none" w="med" len="med"/>
            <a:tailEnd type="none" w="med" len="med"/>
          </a:ln>
        </p:spPr>
      </p:cxnSp>
      <p:sp>
        <p:nvSpPr>
          <p:cNvPr id="2099" name="Google Shape;2099;p62"/>
          <p:cNvSpPr/>
          <p:nvPr/>
        </p:nvSpPr>
        <p:spPr>
          <a:xfrm>
            <a:off x="980400" y="1626150"/>
            <a:ext cx="1230600" cy="1230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2100" name="Google Shape;2100;p62"/>
          <p:cNvSpPr/>
          <p:nvPr/>
        </p:nvSpPr>
        <p:spPr>
          <a:xfrm>
            <a:off x="2963950" y="1626150"/>
            <a:ext cx="1230600" cy="1230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2101" name="Google Shape;2101;p62"/>
          <p:cNvSpPr/>
          <p:nvPr/>
        </p:nvSpPr>
        <p:spPr>
          <a:xfrm>
            <a:off x="4947500" y="1626150"/>
            <a:ext cx="1230600" cy="1230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2102" name="Google Shape;2102;p62"/>
          <p:cNvSpPr/>
          <p:nvPr/>
        </p:nvSpPr>
        <p:spPr>
          <a:xfrm>
            <a:off x="6931050" y="1626150"/>
            <a:ext cx="1230600" cy="1230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2103" name="Google Shape;2103;p62"/>
          <p:cNvSpPr txBox="1"/>
          <p:nvPr/>
        </p:nvSpPr>
        <p:spPr>
          <a:xfrm>
            <a:off x="716850" y="3299000"/>
            <a:ext cx="1757700" cy="402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chemeClr val="dk1"/>
                </a:solidFill>
                <a:latin typeface="Nunito ExtraBold"/>
                <a:ea typeface="Nunito ExtraBold"/>
                <a:cs typeface="Nunito ExtraBold"/>
                <a:sym typeface="Nunito ExtraBold"/>
              </a:rPr>
              <a:t>Mars</a:t>
            </a:r>
            <a:endParaRPr sz="2400">
              <a:solidFill>
                <a:schemeClr val="dk1"/>
              </a:solidFill>
              <a:latin typeface="Nunito ExtraBold"/>
              <a:ea typeface="Nunito ExtraBold"/>
              <a:cs typeface="Nunito ExtraBold"/>
              <a:sym typeface="Nunito ExtraBold"/>
            </a:endParaRPr>
          </a:p>
        </p:txBody>
      </p:sp>
      <p:sp>
        <p:nvSpPr>
          <p:cNvPr id="2104" name="Google Shape;2104;p62"/>
          <p:cNvSpPr txBox="1"/>
          <p:nvPr/>
        </p:nvSpPr>
        <p:spPr>
          <a:xfrm>
            <a:off x="716850" y="3669857"/>
            <a:ext cx="1757700" cy="831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Quicksand SemiBold"/>
                <a:ea typeface="Quicksand SemiBold"/>
                <a:cs typeface="Quicksand SemiBold"/>
                <a:sym typeface="Quicksand SemiBold"/>
              </a:rPr>
              <a:t>Despite being red, Mars is actually a cold place</a:t>
            </a:r>
            <a:endParaRPr>
              <a:solidFill>
                <a:schemeClr val="dk1"/>
              </a:solidFill>
              <a:latin typeface="Quicksand SemiBold"/>
              <a:ea typeface="Quicksand SemiBold"/>
              <a:cs typeface="Quicksand SemiBold"/>
              <a:sym typeface="Quicksand SemiBold"/>
            </a:endParaRPr>
          </a:p>
        </p:txBody>
      </p:sp>
      <p:sp>
        <p:nvSpPr>
          <p:cNvPr id="2105" name="Google Shape;2105;p62"/>
          <p:cNvSpPr txBox="1"/>
          <p:nvPr/>
        </p:nvSpPr>
        <p:spPr>
          <a:xfrm>
            <a:off x="2700400" y="3299000"/>
            <a:ext cx="1757700" cy="402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chemeClr val="dk1"/>
                </a:solidFill>
                <a:latin typeface="Nunito ExtraBold"/>
                <a:ea typeface="Nunito ExtraBold"/>
                <a:cs typeface="Nunito ExtraBold"/>
                <a:sym typeface="Nunito ExtraBold"/>
              </a:rPr>
              <a:t>Mercury</a:t>
            </a:r>
            <a:endParaRPr sz="2400">
              <a:solidFill>
                <a:schemeClr val="dk1"/>
              </a:solidFill>
              <a:latin typeface="Nunito ExtraBold"/>
              <a:ea typeface="Nunito ExtraBold"/>
              <a:cs typeface="Nunito ExtraBold"/>
              <a:sym typeface="Nunito ExtraBold"/>
            </a:endParaRPr>
          </a:p>
        </p:txBody>
      </p:sp>
      <p:sp>
        <p:nvSpPr>
          <p:cNvPr id="2106" name="Google Shape;2106;p62"/>
          <p:cNvSpPr txBox="1"/>
          <p:nvPr/>
        </p:nvSpPr>
        <p:spPr>
          <a:xfrm>
            <a:off x="2700400" y="3669856"/>
            <a:ext cx="1757700" cy="831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Quicksand SemiBold"/>
                <a:ea typeface="Quicksand SemiBold"/>
                <a:cs typeface="Quicksand SemiBold"/>
                <a:sym typeface="Quicksand SemiBold"/>
              </a:rPr>
              <a:t>Mercury is the closest planet to the Sun</a:t>
            </a:r>
            <a:endParaRPr>
              <a:solidFill>
                <a:schemeClr val="dk1"/>
              </a:solidFill>
              <a:latin typeface="Quicksand SemiBold"/>
              <a:ea typeface="Quicksand SemiBold"/>
              <a:cs typeface="Quicksand SemiBold"/>
              <a:sym typeface="Quicksand SemiBold"/>
            </a:endParaRPr>
          </a:p>
        </p:txBody>
      </p:sp>
      <p:sp>
        <p:nvSpPr>
          <p:cNvPr id="2107" name="Google Shape;2107;p62"/>
          <p:cNvSpPr txBox="1"/>
          <p:nvPr/>
        </p:nvSpPr>
        <p:spPr>
          <a:xfrm>
            <a:off x="4683950" y="3299000"/>
            <a:ext cx="1757700" cy="402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chemeClr val="dk1"/>
                </a:solidFill>
                <a:latin typeface="Nunito ExtraBold"/>
                <a:ea typeface="Nunito ExtraBold"/>
                <a:cs typeface="Nunito ExtraBold"/>
                <a:sym typeface="Nunito ExtraBold"/>
              </a:rPr>
              <a:t>Saturn</a:t>
            </a:r>
            <a:endParaRPr sz="2400">
              <a:solidFill>
                <a:schemeClr val="dk1"/>
              </a:solidFill>
              <a:latin typeface="Nunito ExtraBold"/>
              <a:ea typeface="Nunito ExtraBold"/>
              <a:cs typeface="Nunito ExtraBold"/>
              <a:sym typeface="Nunito ExtraBold"/>
            </a:endParaRPr>
          </a:p>
        </p:txBody>
      </p:sp>
      <p:sp>
        <p:nvSpPr>
          <p:cNvPr id="2108" name="Google Shape;2108;p62"/>
          <p:cNvSpPr txBox="1"/>
          <p:nvPr/>
        </p:nvSpPr>
        <p:spPr>
          <a:xfrm>
            <a:off x="4683950" y="3669856"/>
            <a:ext cx="1757700" cy="831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Quicksand SemiBold"/>
                <a:ea typeface="Quicksand SemiBold"/>
                <a:cs typeface="Quicksand SemiBold"/>
                <a:sym typeface="Quicksand SemiBold"/>
              </a:rPr>
              <a:t>Saturn is a gas giant and has several rings</a:t>
            </a:r>
            <a:endParaRPr>
              <a:solidFill>
                <a:schemeClr val="dk1"/>
              </a:solidFill>
              <a:latin typeface="Quicksand SemiBold"/>
              <a:ea typeface="Quicksand SemiBold"/>
              <a:cs typeface="Quicksand SemiBold"/>
              <a:sym typeface="Quicksand SemiBold"/>
            </a:endParaRPr>
          </a:p>
        </p:txBody>
      </p:sp>
      <p:sp>
        <p:nvSpPr>
          <p:cNvPr id="2109" name="Google Shape;2109;p62"/>
          <p:cNvSpPr txBox="1"/>
          <p:nvPr/>
        </p:nvSpPr>
        <p:spPr>
          <a:xfrm>
            <a:off x="6667500" y="3299000"/>
            <a:ext cx="1757700" cy="402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chemeClr val="dk1"/>
                </a:solidFill>
                <a:latin typeface="Nunito ExtraBold"/>
                <a:ea typeface="Nunito ExtraBold"/>
                <a:cs typeface="Nunito ExtraBold"/>
                <a:sym typeface="Nunito ExtraBold"/>
              </a:rPr>
              <a:t>Venus</a:t>
            </a:r>
            <a:endParaRPr sz="2400">
              <a:solidFill>
                <a:schemeClr val="dk1"/>
              </a:solidFill>
              <a:latin typeface="Nunito ExtraBold"/>
              <a:ea typeface="Nunito ExtraBold"/>
              <a:cs typeface="Nunito ExtraBold"/>
              <a:sym typeface="Nunito ExtraBold"/>
            </a:endParaRPr>
          </a:p>
        </p:txBody>
      </p:sp>
      <p:sp>
        <p:nvSpPr>
          <p:cNvPr id="2110" name="Google Shape;2110;p62"/>
          <p:cNvSpPr txBox="1"/>
          <p:nvPr/>
        </p:nvSpPr>
        <p:spPr>
          <a:xfrm>
            <a:off x="6667500" y="3669856"/>
            <a:ext cx="1757700" cy="831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Quicksand SemiBold"/>
                <a:ea typeface="Quicksand SemiBold"/>
                <a:cs typeface="Quicksand SemiBold"/>
                <a:sym typeface="Quicksand SemiBold"/>
              </a:rPr>
              <a:t>Venus is the second planet from the Sun</a:t>
            </a:r>
            <a:endParaRPr>
              <a:solidFill>
                <a:schemeClr val="dk1"/>
              </a:solidFill>
              <a:latin typeface="Quicksand SemiBold"/>
              <a:ea typeface="Quicksand SemiBold"/>
              <a:cs typeface="Quicksand SemiBold"/>
              <a:sym typeface="Quicksand SemiBold"/>
            </a:endParaRPr>
          </a:p>
        </p:txBody>
      </p:sp>
      <p:sp>
        <p:nvSpPr>
          <p:cNvPr id="2111" name="Google Shape;2111;p62"/>
          <p:cNvSpPr txBox="1"/>
          <p:nvPr/>
        </p:nvSpPr>
        <p:spPr>
          <a:xfrm>
            <a:off x="6931050" y="2040300"/>
            <a:ext cx="1230600" cy="402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chemeClr val="dk1"/>
                </a:solidFill>
                <a:latin typeface="Nunito ExtraBold"/>
                <a:ea typeface="Nunito ExtraBold"/>
                <a:cs typeface="Nunito ExtraBold"/>
                <a:sym typeface="Nunito ExtraBold"/>
              </a:rPr>
              <a:t>2021</a:t>
            </a:r>
            <a:endParaRPr sz="2400">
              <a:solidFill>
                <a:schemeClr val="dk1"/>
              </a:solidFill>
              <a:latin typeface="Nunito ExtraBold"/>
              <a:ea typeface="Nunito ExtraBold"/>
              <a:cs typeface="Nunito ExtraBold"/>
              <a:sym typeface="Nunito ExtraBold"/>
            </a:endParaRPr>
          </a:p>
        </p:txBody>
      </p:sp>
      <p:sp>
        <p:nvSpPr>
          <p:cNvPr id="2112" name="Google Shape;2112;p62"/>
          <p:cNvSpPr txBox="1"/>
          <p:nvPr/>
        </p:nvSpPr>
        <p:spPr>
          <a:xfrm>
            <a:off x="980400" y="2040300"/>
            <a:ext cx="1230600" cy="402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chemeClr val="dk1"/>
                </a:solidFill>
                <a:latin typeface="Nunito ExtraBold"/>
                <a:ea typeface="Nunito ExtraBold"/>
                <a:cs typeface="Nunito ExtraBold"/>
                <a:sym typeface="Nunito ExtraBold"/>
              </a:rPr>
              <a:t>2018</a:t>
            </a:r>
            <a:endParaRPr sz="2400">
              <a:solidFill>
                <a:schemeClr val="dk1"/>
              </a:solidFill>
              <a:latin typeface="Nunito ExtraBold"/>
              <a:ea typeface="Nunito ExtraBold"/>
              <a:cs typeface="Nunito ExtraBold"/>
              <a:sym typeface="Nunito ExtraBold"/>
            </a:endParaRPr>
          </a:p>
        </p:txBody>
      </p:sp>
      <p:sp>
        <p:nvSpPr>
          <p:cNvPr id="2113" name="Google Shape;2113;p62"/>
          <p:cNvSpPr txBox="1"/>
          <p:nvPr/>
        </p:nvSpPr>
        <p:spPr>
          <a:xfrm>
            <a:off x="2963950" y="2040300"/>
            <a:ext cx="1230600" cy="402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chemeClr val="dk1"/>
                </a:solidFill>
                <a:latin typeface="Nunito ExtraBold"/>
                <a:ea typeface="Nunito ExtraBold"/>
                <a:cs typeface="Nunito ExtraBold"/>
                <a:sym typeface="Nunito ExtraBold"/>
              </a:rPr>
              <a:t>2019</a:t>
            </a:r>
            <a:endParaRPr sz="2400">
              <a:solidFill>
                <a:schemeClr val="dk1"/>
              </a:solidFill>
              <a:latin typeface="Nunito ExtraBold"/>
              <a:ea typeface="Nunito ExtraBold"/>
              <a:cs typeface="Nunito ExtraBold"/>
              <a:sym typeface="Nunito ExtraBold"/>
            </a:endParaRPr>
          </a:p>
        </p:txBody>
      </p:sp>
      <p:sp>
        <p:nvSpPr>
          <p:cNvPr id="2114" name="Google Shape;2114;p62"/>
          <p:cNvSpPr txBox="1"/>
          <p:nvPr/>
        </p:nvSpPr>
        <p:spPr>
          <a:xfrm>
            <a:off x="4957300" y="2040300"/>
            <a:ext cx="1230600" cy="402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chemeClr val="dk1"/>
                </a:solidFill>
                <a:latin typeface="Nunito ExtraBold"/>
                <a:ea typeface="Nunito ExtraBold"/>
                <a:cs typeface="Nunito ExtraBold"/>
                <a:sym typeface="Nunito ExtraBold"/>
              </a:rPr>
              <a:t>2020</a:t>
            </a:r>
            <a:endParaRPr sz="2400">
              <a:solidFill>
                <a:schemeClr val="dk1"/>
              </a:solidFill>
              <a:latin typeface="Nunito ExtraBold"/>
              <a:ea typeface="Nunito ExtraBold"/>
              <a:cs typeface="Nunito ExtraBold"/>
              <a:sym typeface="Nunito ExtraBold"/>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118"/>
        <p:cNvGrpSpPr/>
        <p:nvPr/>
      </p:nvGrpSpPr>
      <p:grpSpPr>
        <a:xfrm>
          <a:off x="0" y="0"/>
          <a:ext cx="0" cy="0"/>
          <a:chOff x="0" y="0"/>
          <a:chExt cx="0" cy="0"/>
        </a:xfrm>
      </p:grpSpPr>
      <p:cxnSp>
        <p:nvCxnSpPr>
          <p:cNvPr id="2119" name="Google Shape;2119;p63"/>
          <p:cNvCxnSpPr/>
          <p:nvPr/>
        </p:nvCxnSpPr>
        <p:spPr>
          <a:xfrm>
            <a:off x="1958100" y="2257775"/>
            <a:ext cx="0" cy="1340700"/>
          </a:xfrm>
          <a:prstGeom prst="straightConnector1">
            <a:avLst/>
          </a:prstGeom>
          <a:noFill/>
          <a:ln w="9525" cap="flat" cmpd="sng">
            <a:solidFill>
              <a:schemeClr val="dk1"/>
            </a:solidFill>
            <a:prstDash val="solid"/>
            <a:round/>
            <a:headEnd type="none" w="med" len="med"/>
            <a:tailEnd type="none" w="med" len="med"/>
          </a:ln>
        </p:spPr>
      </p:cxnSp>
      <p:cxnSp>
        <p:nvCxnSpPr>
          <p:cNvPr id="2120" name="Google Shape;2120;p63"/>
          <p:cNvCxnSpPr/>
          <p:nvPr/>
        </p:nvCxnSpPr>
        <p:spPr>
          <a:xfrm>
            <a:off x="4572000" y="2257775"/>
            <a:ext cx="0" cy="1340700"/>
          </a:xfrm>
          <a:prstGeom prst="straightConnector1">
            <a:avLst/>
          </a:prstGeom>
          <a:noFill/>
          <a:ln w="9525" cap="flat" cmpd="sng">
            <a:solidFill>
              <a:schemeClr val="dk1"/>
            </a:solidFill>
            <a:prstDash val="solid"/>
            <a:round/>
            <a:headEnd type="none" w="med" len="med"/>
            <a:tailEnd type="none" w="med" len="med"/>
          </a:ln>
        </p:spPr>
      </p:cxnSp>
      <p:cxnSp>
        <p:nvCxnSpPr>
          <p:cNvPr id="2121" name="Google Shape;2121;p63"/>
          <p:cNvCxnSpPr/>
          <p:nvPr/>
        </p:nvCxnSpPr>
        <p:spPr>
          <a:xfrm>
            <a:off x="7189363" y="2257775"/>
            <a:ext cx="0" cy="1340700"/>
          </a:xfrm>
          <a:prstGeom prst="straightConnector1">
            <a:avLst/>
          </a:prstGeom>
          <a:noFill/>
          <a:ln w="9525" cap="flat" cmpd="sng">
            <a:solidFill>
              <a:schemeClr val="dk1"/>
            </a:solidFill>
            <a:prstDash val="solid"/>
            <a:round/>
            <a:headEnd type="none" w="med" len="med"/>
            <a:tailEnd type="none" w="med" len="med"/>
          </a:ln>
        </p:spPr>
      </p:cxnSp>
      <p:sp>
        <p:nvSpPr>
          <p:cNvPr id="2122" name="Google Shape;2122;p63"/>
          <p:cNvSpPr/>
          <p:nvPr/>
        </p:nvSpPr>
        <p:spPr>
          <a:xfrm>
            <a:off x="3333900" y="3069175"/>
            <a:ext cx="2476200" cy="1378200"/>
          </a:xfrm>
          <a:prstGeom prst="roundRect">
            <a:avLst>
              <a:gd name="adj" fmla="val 2972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63"/>
          <p:cNvSpPr/>
          <p:nvPr/>
        </p:nvSpPr>
        <p:spPr>
          <a:xfrm>
            <a:off x="720000" y="1416750"/>
            <a:ext cx="2476200" cy="1378200"/>
          </a:xfrm>
          <a:prstGeom prst="roundRect">
            <a:avLst>
              <a:gd name="adj" fmla="val 2972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2124;p63"/>
          <p:cNvSpPr/>
          <p:nvPr/>
        </p:nvSpPr>
        <p:spPr>
          <a:xfrm>
            <a:off x="5943655" y="1416750"/>
            <a:ext cx="2476200" cy="1378200"/>
          </a:xfrm>
          <a:prstGeom prst="roundRect">
            <a:avLst>
              <a:gd name="adj" fmla="val 2972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63"/>
          <p:cNvSpPr txBox="1">
            <a:spLocks noGrp="1"/>
          </p:cNvSpPr>
          <p:nvPr>
            <p:ph type="title"/>
          </p:nvPr>
        </p:nvSpPr>
        <p:spPr>
          <a:xfrm>
            <a:off x="804750" y="1580500"/>
            <a:ext cx="2306700"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Mars</a:t>
            </a:r>
            <a:endParaRPr/>
          </a:p>
        </p:txBody>
      </p:sp>
      <p:sp>
        <p:nvSpPr>
          <p:cNvPr id="2126" name="Google Shape;2126;p63"/>
          <p:cNvSpPr txBox="1">
            <a:spLocks noGrp="1"/>
          </p:cNvSpPr>
          <p:nvPr>
            <p:ph type="subTitle" idx="1"/>
          </p:nvPr>
        </p:nvSpPr>
        <p:spPr>
          <a:xfrm>
            <a:off x="804750" y="2015600"/>
            <a:ext cx="2306700" cy="615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Despite being red, Mars is actually a cold place</a:t>
            </a:r>
            <a:endParaRPr/>
          </a:p>
        </p:txBody>
      </p:sp>
      <p:sp>
        <p:nvSpPr>
          <p:cNvPr id="2127" name="Google Shape;2127;p63"/>
          <p:cNvSpPr txBox="1">
            <a:spLocks noGrp="1"/>
          </p:cNvSpPr>
          <p:nvPr>
            <p:ph type="title" idx="2"/>
          </p:nvPr>
        </p:nvSpPr>
        <p:spPr>
          <a:xfrm>
            <a:off x="6028405" y="1580500"/>
            <a:ext cx="2306700"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Venus</a:t>
            </a:r>
            <a:endParaRPr/>
          </a:p>
        </p:txBody>
      </p:sp>
      <p:sp>
        <p:nvSpPr>
          <p:cNvPr id="2128" name="Google Shape;2128;p63"/>
          <p:cNvSpPr txBox="1">
            <a:spLocks noGrp="1"/>
          </p:cNvSpPr>
          <p:nvPr>
            <p:ph type="subTitle" idx="3"/>
          </p:nvPr>
        </p:nvSpPr>
        <p:spPr>
          <a:xfrm>
            <a:off x="6028405" y="2015600"/>
            <a:ext cx="2306700" cy="615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is the second planet from the Sun</a:t>
            </a:r>
            <a:endParaRPr/>
          </a:p>
        </p:txBody>
      </p:sp>
      <p:sp>
        <p:nvSpPr>
          <p:cNvPr id="2129" name="Google Shape;2129;p63"/>
          <p:cNvSpPr txBox="1">
            <a:spLocks noGrp="1"/>
          </p:cNvSpPr>
          <p:nvPr>
            <p:ph type="title" idx="4"/>
          </p:nvPr>
        </p:nvSpPr>
        <p:spPr>
          <a:xfrm>
            <a:off x="3418650" y="3232925"/>
            <a:ext cx="2306700"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Jupiter</a:t>
            </a:r>
            <a:endParaRPr/>
          </a:p>
        </p:txBody>
      </p:sp>
      <p:sp>
        <p:nvSpPr>
          <p:cNvPr id="2130" name="Google Shape;2130;p63"/>
          <p:cNvSpPr txBox="1">
            <a:spLocks noGrp="1"/>
          </p:cNvSpPr>
          <p:nvPr>
            <p:ph type="subTitle" idx="5"/>
          </p:nvPr>
        </p:nvSpPr>
        <p:spPr>
          <a:xfrm>
            <a:off x="3418654" y="3668025"/>
            <a:ext cx="2306700" cy="615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Jupiter is the biggest planet of them all</a:t>
            </a:r>
            <a:endParaRPr/>
          </a:p>
        </p:txBody>
      </p:sp>
      <p:sp>
        <p:nvSpPr>
          <p:cNvPr id="2131" name="Google Shape;2131;p63"/>
          <p:cNvSpPr txBox="1">
            <a:spLocks noGrp="1"/>
          </p:cNvSpPr>
          <p:nvPr>
            <p:ph type="title" idx="6"/>
          </p:nvPr>
        </p:nvSpPr>
        <p:spPr>
          <a:xfrm>
            <a:off x="720000" y="445025"/>
            <a:ext cx="7704000" cy="73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Quality times</a:t>
            </a:r>
            <a:endParaRPr/>
          </a:p>
        </p:txBody>
      </p:sp>
      <p:sp>
        <p:nvSpPr>
          <p:cNvPr id="2132" name="Google Shape;2132;p63"/>
          <p:cNvSpPr/>
          <p:nvPr/>
        </p:nvSpPr>
        <p:spPr>
          <a:xfrm>
            <a:off x="1384800" y="3217625"/>
            <a:ext cx="1146600" cy="1146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63"/>
          <p:cNvSpPr/>
          <p:nvPr/>
        </p:nvSpPr>
        <p:spPr>
          <a:xfrm>
            <a:off x="3998704" y="1532550"/>
            <a:ext cx="1146600" cy="1146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63"/>
          <p:cNvSpPr/>
          <p:nvPr/>
        </p:nvSpPr>
        <p:spPr>
          <a:xfrm>
            <a:off x="6608455" y="3217625"/>
            <a:ext cx="1146600" cy="1146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35" name="Google Shape;2135;p63"/>
          <p:cNvGrpSpPr/>
          <p:nvPr/>
        </p:nvGrpSpPr>
        <p:grpSpPr>
          <a:xfrm>
            <a:off x="1707733" y="3541719"/>
            <a:ext cx="500733" cy="498609"/>
            <a:chOff x="-13946200" y="3647075"/>
            <a:chExt cx="353650" cy="352100"/>
          </a:xfrm>
        </p:grpSpPr>
        <p:sp>
          <p:nvSpPr>
            <p:cNvPr id="2136" name="Google Shape;2136;p63"/>
            <p:cNvSpPr/>
            <p:nvPr/>
          </p:nvSpPr>
          <p:spPr>
            <a:xfrm>
              <a:off x="-13717000" y="3647075"/>
              <a:ext cx="124450" cy="144150"/>
            </a:xfrm>
            <a:custGeom>
              <a:avLst/>
              <a:gdLst/>
              <a:ahLst/>
              <a:cxnLst/>
              <a:rect l="l" t="t" r="r" b="b"/>
              <a:pathLst>
                <a:path w="4978" h="5766" extrusionOk="0">
                  <a:moveTo>
                    <a:pt x="0" y="1"/>
                  </a:moveTo>
                  <a:lnTo>
                    <a:pt x="0" y="2868"/>
                  </a:lnTo>
                  <a:cubicBezTo>
                    <a:pt x="0" y="4317"/>
                    <a:pt x="1103" y="5514"/>
                    <a:pt x="2489" y="5703"/>
                  </a:cubicBezTo>
                  <a:cubicBezTo>
                    <a:pt x="1985" y="5167"/>
                    <a:pt x="1670" y="4474"/>
                    <a:pt x="1670" y="3687"/>
                  </a:cubicBezTo>
                  <a:lnTo>
                    <a:pt x="1670" y="2017"/>
                  </a:lnTo>
                  <a:cubicBezTo>
                    <a:pt x="1670" y="1796"/>
                    <a:pt x="1859" y="1607"/>
                    <a:pt x="2079" y="1607"/>
                  </a:cubicBezTo>
                  <a:cubicBezTo>
                    <a:pt x="2268" y="1607"/>
                    <a:pt x="2489" y="1796"/>
                    <a:pt x="2489" y="2017"/>
                  </a:cubicBezTo>
                  <a:lnTo>
                    <a:pt x="2489" y="3687"/>
                  </a:lnTo>
                  <a:cubicBezTo>
                    <a:pt x="2489" y="4821"/>
                    <a:pt x="3434" y="5766"/>
                    <a:pt x="4568" y="5766"/>
                  </a:cubicBezTo>
                  <a:lnTo>
                    <a:pt x="4978" y="5766"/>
                  </a:lnTo>
                  <a:lnTo>
                    <a:pt x="4978" y="379"/>
                  </a:lnTo>
                  <a:cubicBezTo>
                    <a:pt x="4978" y="127"/>
                    <a:pt x="4789" y="1"/>
                    <a:pt x="45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63"/>
            <p:cNvSpPr/>
            <p:nvPr/>
          </p:nvSpPr>
          <p:spPr>
            <a:xfrm>
              <a:off x="-13801275" y="3647075"/>
              <a:ext cx="63025" cy="61075"/>
            </a:xfrm>
            <a:custGeom>
              <a:avLst/>
              <a:gdLst/>
              <a:ahLst/>
              <a:cxnLst/>
              <a:rect l="l" t="t" r="r" b="b"/>
              <a:pathLst>
                <a:path w="2521" h="2443" extrusionOk="0">
                  <a:moveTo>
                    <a:pt x="0" y="1"/>
                  </a:moveTo>
                  <a:lnTo>
                    <a:pt x="0" y="2017"/>
                  </a:lnTo>
                  <a:cubicBezTo>
                    <a:pt x="347" y="2300"/>
                    <a:pt x="796" y="2442"/>
                    <a:pt x="1248" y="2442"/>
                  </a:cubicBezTo>
                  <a:cubicBezTo>
                    <a:pt x="1701" y="2442"/>
                    <a:pt x="2158" y="2300"/>
                    <a:pt x="2520" y="2017"/>
                  </a:cubicBezTo>
                  <a:lnTo>
                    <a:pt x="252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63"/>
            <p:cNvSpPr/>
            <p:nvPr/>
          </p:nvSpPr>
          <p:spPr>
            <a:xfrm>
              <a:off x="-13946200" y="3647075"/>
              <a:ext cx="124450" cy="143400"/>
            </a:xfrm>
            <a:custGeom>
              <a:avLst/>
              <a:gdLst/>
              <a:ahLst/>
              <a:cxnLst/>
              <a:rect l="l" t="t" r="r" b="b"/>
              <a:pathLst>
                <a:path w="4978" h="5736" extrusionOk="0">
                  <a:moveTo>
                    <a:pt x="441" y="1"/>
                  </a:moveTo>
                  <a:cubicBezTo>
                    <a:pt x="189" y="1"/>
                    <a:pt x="0" y="190"/>
                    <a:pt x="0" y="379"/>
                  </a:cubicBezTo>
                  <a:lnTo>
                    <a:pt x="0" y="5734"/>
                  </a:lnTo>
                  <a:lnTo>
                    <a:pt x="441" y="5734"/>
                  </a:lnTo>
                  <a:cubicBezTo>
                    <a:pt x="460" y="5735"/>
                    <a:pt x="478" y="5735"/>
                    <a:pt x="496" y="5735"/>
                  </a:cubicBezTo>
                  <a:cubicBezTo>
                    <a:pt x="1605" y="5735"/>
                    <a:pt x="2489" y="4802"/>
                    <a:pt x="2489" y="3687"/>
                  </a:cubicBezTo>
                  <a:lnTo>
                    <a:pt x="2489" y="2048"/>
                  </a:lnTo>
                  <a:cubicBezTo>
                    <a:pt x="2489" y="1796"/>
                    <a:pt x="2678" y="1607"/>
                    <a:pt x="2867" y="1607"/>
                  </a:cubicBezTo>
                  <a:cubicBezTo>
                    <a:pt x="3119" y="1607"/>
                    <a:pt x="3308" y="1796"/>
                    <a:pt x="3308" y="2048"/>
                  </a:cubicBezTo>
                  <a:lnTo>
                    <a:pt x="3308" y="3687"/>
                  </a:lnTo>
                  <a:cubicBezTo>
                    <a:pt x="3308" y="4474"/>
                    <a:pt x="2993" y="5199"/>
                    <a:pt x="2489" y="5703"/>
                  </a:cubicBezTo>
                  <a:cubicBezTo>
                    <a:pt x="3907" y="5514"/>
                    <a:pt x="4978" y="4317"/>
                    <a:pt x="4978" y="2868"/>
                  </a:cubicBezTo>
                  <a:lnTo>
                    <a:pt x="497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63"/>
            <p:cNvSpPr/>
            <p:nvPr/>
          </p:nvSpPr>
          <p:spPr>
            <a:xfrm>
              <a:off x="-13946200" y="3873900"/>
              <a:ext cx="352875" cy="125275"/>
            </a:xfrm>
            <a:custGeom>
              <a:avLst/>
              <a:gdLst/>
              <a:ahLst/>
              <a:cxnLst/>
              <a:rect l="l" t="t" r="r" b="b"/>
              <a:pathLst>
                <a:path w="14115" h="5011" extrusionOk="0">
                  <a:moveTo>
                    <a:pt x="4915" y="1"/>
                  </a:moveTo>
                  <a:lnTo>
                    <a:pt x="5766" y="1639"/>
                  </a:lnTo>
                  <a:cubicBezTo>
                    <a:pt x="5829" y="1797"/>
                    <a:pt x="5797" y="1986"/>
                    <a:pt x="5671" y="2112"/>
                  </a:cubicBezTo>
                  <a:cubicBezTo>
                    <a:pt x="5388" y="2332"/>
                    <a:pt x="5072" y="2458"/>
                    <a:pt x="4726" y="2458"/>
                  </a:cubicBezTo>
                  <a:cubicBezTo>
                    <a:pt x="4253" y="2458"/>
                    <a:pt x="3812" y="2206"/>
                    <a:pt x="3560" y="1828"/>
                  </a:cubicBezTo>
                  <a:cubicBezTo>
                    <a:pt x="3434" y="1671"/>
                    <a:pt x="3245" y="1592"/>
                    <a:pt x="3056" y="1592"/>
                  </a:cubicBezTo>
                  <a:cubicBezTo>
                    <a:pt x="2867" y="1592"/>
                    <a:pt x="2678" y="1671"/>
                    <a:pt x="2552" y="1828"/>
                  </a:cubicBezTo>
                  <a:cubicBezTo>
                    <a:pt x="2289" y="2214"/>
                    <a:pt x="1845" y="2411"/>
                    <a:pt x="1397" y="2411"/>
                  </a:cubicBezTo>
                  <a:cubicBezTo>
                    <a:pt x="931" y="2411"/>
                    <a:pt x="462" y="2199"/>
                    <a:pt x="189" y="1765"/>
                  </a:cubicBezTo>
                  <a:cubicBezTo>
                    <a:pt x="158" y="1702"/>
                    <a:pt x="95" y="1671"/>
                    <a:pt x="0" y="1608"/>
                  </a:cubicBezTo>
                  <a:lnTo>
                    <a:pt x="0" y="4569"/>
                  </a:lnTo>
                  <a:cubicBezTo>
                    <a:pt x="0" y="4821"/>
                    <a:pt x="189" y="5010"/>
                    <a:pt x="441" y="5010"/>
                  </a:cubicBezTo>
                  <a:lnTo>
                    <a:pt x="13705" y="5010"/>
                  </a:lnTo>
                  <a:cubicBezTo>
                    <a:pt x="13957" y="5010"/>
                    <a:pt x="14114" y="4821"/>
                    <a:pt x="14114" y="4569"/>
                  </a:cubicBezTo>
                  <a:lnTo>
                    <a:pt x="14114" y="1608"/>
                  </a:lnTo>
                  <a:cubicBezTo>
                    <a:pt x="14020" y="1671"/>
                    <a:pt x="13957" y="1702"/>
                    <a:pt x="13894" y="1765"/>
                  </a:cubicBezTo>
                  <a:cubicBezTo>
                    <a:pt x="13637" y="2199"/>
                    <a:pt x="13176" y="2411"/>
                    <a:pt x="12710" y="2411"/>
                  </a:cubicBezTo>
                  <a:cubicBezTo>
                    <a:pt x="12261" y="2411"/>
                    <a:pt x="11809" y="2214"/>
                    <a:pt x="11531" y="1828"/>
                  </a:cubicBezTo>
                  <a:cubicBezTo>
                    <a:pt x="11421" y="1671"/>
                    <a:pt x="11240" y="1592"/>
                    <a:pt x="11054" y="1592"/>
                  </a:cubicBezTo>
                  <a:cubicBezTo>
                    <a:pt x="10869" y="1592"/>
                    <a:pt x="10680" y="1671"/>
                    <a:pt x="10554" y="1828"/>
                  </a:cubicBezTo>
                  <a:cubicBezTo>
                    <a:pt x="10271" y="2206"/>
                    <a:pt x="9861" y="2458"/>
                    <a:pt x="9389" y="2458"/>
                  </a:cubicBezTo>
                  <a:cubicBezTo>
                    <a:pt x="9011" y="2458"/>
                    <a:pt x="8664" y="2332"/>
                    <a:pt x="8444" y="2112"/>
                  </a:cubicBezTo>
                  <a:cubicBezTo>
                    <a:pt x="8317" y="1986"/>
                    <a:pt x="8286" y="1797"/>
                    <a:pt x="8349" y="1639"/>
                  </a:cubicBezTo>
                  <a:lnTo>
                    <a:pt x="91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63"/>
            <p:cNvSpPr/>
            <p:nvPr/>
          </p:nvSpPr>
          <p:spPr>
            <a:xfrm>
              <a:off x="-13713850" y="3810125"/>
              <a:ext cx="120525" cy="105075"/>
            </a:xfrm>
            <a:custGeom>
              <a:avLst/>
              <a:gdLst/>
              <a:ahLst/>
              <a:cxnLst/>
              <a:rect l="l" t="t" r="r" b="b"/>
              <a:pathLst>
                <a:path w="4821" h="4203" extrusionOk="0">
                  <a:moveTo>
                    <a:pt x="2079" y="0"/>
                  </a:moveTo>
                  <a:lnTo>
                    <a:pt x="0" y="4190"/>
                  </a:lnTo>
                  <a:lnTo>
                    <a:pt x="189" y="4190"/>
                  </a:lnTo>
                  <a:cubicBezTo>
                    <a:pt x="378" y="4127"/>
                    <a:pt x="504" y="4064"/>
                    <a:pt x="599" y="3938"/>
                  </a:cubicBezTo>
                  <a:cubicBezTo>
                    <a:pt x="882" y="3529"/>
                    <a:pt x="1323" y="3324"/>
                    <a:pt x="1764" y="3324"/>
                  </a:cubicBezTo>
                  <a:cubicBezTo>
                    <a:pt x="2205" y="3324"/>
                    <a:pt x="2647" y="3529"/>
                    <a:pt x="2930" y="3938"/>
                  </a:cubicBezTo>
                  <a:cubicBezTo>
                    <a:pt x="3027" y="4099"/>
                    <a:pt x="3197" y="4202"/>
                    <a:pt x="3386" y="4202"/>
                  </a:cubicBezTo>
                  <a:cubicBezTo>
                    <a:pt x="3568" y="4202"/>
                    <a:pt x="3768" y="4107"/>
                    <a:pt x="3938" y="3875"/>
                  </a:cubicBezTo>
                  <a:cubicBezTo>
                    <a:pt x="4190" y="3560"/>
                    <a:pt x="4505" y="3403"/>
                    <a:pt x="4820" y="3308"/>
                  </a:cubicBezTo>
                  <a:lnTo>
                    <a:pt x="4820" y="95"/>
                  </a:lnTo>
                  <a:lnTo>
                    <a:pt x="2741" y="95"/>
                  </a:lnTo>
                  <a:cubicBezTo>
                    <a:pt x="2521" y="95"/>
                    <a:pt x="2332" y="32"/>
                    <a:pt x="207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63"/>
            <p:cNvSpPr/>
            <p:nvPr/>
          </p:nvSpPr>
          <p:spPr>
            <a:xfrm>
              <a:off x="-13946200" y="3810125"/>
              <a:ext cx="121300" cy="105175"/>
            </a:xfrm>
            <a:custGeom>
              <a:avLst/>
              <a:gdLst/>
              <a:ahLst/>
              <a:cxnLst/>
              <a:rect l="l" t="t" r="r" b="b"/>
              <a:pathLst>
                <a:path w="4852" h="4207" extrusionOk="0">
                  <a:moveTo>
                    <a:pt x="2773" y="0"/>
                  </a:moveTo>
                  <a:cubicBezTo>
                    <a:pt x="2521" y="32"/>
                    <a:pt x="2332" y="95"/>
                    <a:pt x="2080" y="95"/>
                  </a:cubicBezTo>
                  <a:lnTo>
                    <a:pt x="0" y="95"/>
                  </a:lnTo>
                  <a:lnTo>
                    <a:pt x="0" y="3340"/>
                  </a:lnTo>
                  <a:cubicBezTo>
                    <a:pt x="315" y="3434"/>
                    <a:pt x="630" y="3592"/>
                    <a:pt x="882" y="3907"/>
                  </a:cubicBezTo>
                  <a:cubicBezTo>
                    <a:pt x="1048" y="4118"/>
                    <a:pt x="1244" y="4206"/>
                    <a:pt x="1422" y="4206"/>
                  </a:cubicBezTo>
                  <a:cubicBezTo>
                    <a:pt x="1617" y="4206"/>
                    <a:pt x="1792" y="4102"/>
                    <a:pt x="1890" y="3938"/>
                  </a:cubicBezTo>
                  <a:cubicBezTo>
                    <a:pt x="2174" y="3529"/>
                    <a:pt x="2615" y="3324"/>
                    <a:pt x="3056" y="3324"/>
                  </a:cubicBezTo>
                  <a:cubicBezTo>
                    <a:pt x="3497" y="3324"/>
                    <a:pt x="3938" y="3529"/>
                    <a:pt x="4222" y="3938"/>
                  </a:cubicBezTo>
                  <a:cubicBezTo>
                    <a:pt x="4285" y="4096"/>
                    <a:pt x="4442" y="4190"/>
                    <a:pt x="4663" y="4190"/>
                  </a:cubicBezTo>
                  <a:lnTo>
                    <a:pt x="4852" y="4190"/>
                  </a:lnTo>
                  <a:lnTo>
                    <a:pt x="27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2" name="Google Shape;2142;p63"/>
          <p:cNvGrpSpPr/>
          <p:nvPr/>
        </p:nvGrpSpPr>
        <p:grpSpPr>
          <a:xfrm>
            <a:off x="4321161" y="1820305"/>
            <a:ext cx="500738" cy="570811"/>
            <a:chOff x="-11703850" y="4081850"/>
            <a:chExt cx="309575" cy="352875"/>
          </a:xfrm>
        </p:grpSpPr>
        <p:sp>
          <p:nvSpPr>
            <p:cNvPr id="2143" name="Google Shape;2143;p63"/>
            <p:cNvSpPr/>
            <p:nvPr/>
          </p:nvSpPr>
          <p:spPr>
            <a:xfrm>
              <a:off x="-11703850" y="4081850"/>
              <a:ext cx="309575" cy="125250"/>
            </a:xfrm>
            <a:custGeom>
              <a:avLst/>
              <a:gdLst/>
              <a:ahLst/>
              <a:cxnLst/>
              <a:rect l="l" t="t" r="r" b="b"/>
              <a:pathLst>
                <a:path w="12383" h="5010" extrusionOk="0">
                  <a:moveTo>
                    <a:pt x="6932" y="2552"/>
                  </a:moveTo>
                  <a:cubicBezTo>
                    <a:pt x="7593" y="2552"/>
                    <a:pt x="8192" y="3119"/>
                    <a:pt x="8192" y="3781"/>
                  </a:cubicBezTo>
                  <a:cubicBezTo>
                    <a:pt x="8224" y="3970"/>
                    <a:pt x="8035" y="4190"/>
                    <a:pt x="7783" y="4190"/>
                  </a:cubicBezTo>
                  <a:cubicBezTo>
                    <a:pt x="7530" y="4190"/>
                    <a:pt x="7341" y="3970"/>
                    <a:pt x="7341" y="3781"/>
                  </a:cubicBezTo>
                  <a:cubicBezTo>
                    <a:pt x="7341" y="3560"/>
                    <a:pt x="7152" y="3403"/>
                    <a:pt x="6963" y="3403"/>
                  </a:cubicBezTo>
                  <a:cubicBezTo>
                    <a:pt x="6743" y="3403"/>
                    <a:pt x="6522" y="3592"/>
                    <a:pt x="6522" y="3781"/>
                  </a:cubicBezTo>
                  <a:cubicBezTo>
                    <a:pt x="6522" y="4033"/>
                    <a:pt x="6333" y="4190"/>
                    <a:pt x="6144" y="4190"/>
                  </a:cubicBezTo>
                  <a:cubicBezTo>
                    <a:pt x="5892" y="4190"/>
                    <a:pt x="5703" y="3970"/>
                    <a:pt x="5703" y="3781"/>
                  </a:cubicBezTo>
                  <a:cubicBezTo>
                    <a:pt x="5703" y="3560"/>
                    <a:pt x="5514" y="3403"/>
                    <a:pt x="5262" y="3403"/>
                  </a:cubicBezTo>
                  <a:cubicBezTo>
                    <a:pt x="5042" y="3403"/>
                    <a:pt x="4884" y="3592"/>
                    <a:pt x="4884" y="3781"/>
                  </a:cubicBezTo>
                  <a:cubicBezTo>
                    <a:pt x="4884" y="4033"/>
                    <a:pt x="4664" y="4190"/>
                    <a:pt x="4443" y="4190"/>
                  </a:cubicBezTo>
                  <a:cubicBezTo>
                    <a:pt x="4191" y="4190"/>
                    <a:pt x="4033" y="3970"/>
                    <a:pt x="4033" y="3781"/>
                  </a:cubicBezTo>
                  <a:cubicBezTo>
                    <a:pt x="4033" y="3119"/>
                    <a:pt x="4601" y="2552"/>
                    <a:pt x="5262" y="2552"/>
                  </a:cubicBezTo>
                  <a:cubicBezTo>
                    <a:pt x="5577" y="2552"/>
                    <a:pt x="5861" y="2678"/>
                    <a:pt x="6081" y="2867"/>
                  </a:cubicBezTo>
                  <a:cubicBezTo>
                    <a:pt x="6333" y="2678"/>
                    <a:pt x="6617" y="2552"/>
                    <a:pt x="6932" y="2552"/>
                  </a:cubicBezTo>
                  <a:close/>
                  <a:moveTo>
                    <a:pt x="5357" y="0"/>
                  </a:moveTo>
                  <a:cubicBezTo>
                    <a:pt x="4348" y="0"/>
                    <a:pt x="3498" y="725"/>
                    <a:pt x="3340" y="1670"/>
                  </a:cubicBezTo>
                  <a:cubicBezTo>
                    <a:pt x="3304" y="1668"/>
                    <a:pt x="3267" y="1666"/>
                    <a:pt x="3231" y="1666"/>
                  </a:cubicBezTo>
                  <a:cubicBezTo>
                    <a:pt x="2310" y="1666"/>
                    <a:pt x="1639" y="2430"/>
                    <a:pt x="1639" y="3340"/>
                  </a:cubicBezTo>
                  <a:cubicBezTo>
                    <a:pt x="725" y="3340"/>
                    <a:pt x="1" y="4096"/>
                    <a:pt x="1" y="5009"/>
                  </a:cubicBezTo>
                  <a:lnTo>
                    <a:pt x="12382" y="5009"/>
                  </a:lnTo>
                  <a:cubicBezTo>
                    <a:pt x="12351" y="4096"/>
                    <a:pt x="11595" y="3340"/>
                    <a:pt x="10681" y="3340"/>
                  </a:cubicBezTo>
                  <a:cubicBezTo>
                    <a:pt x="10681" y="2395"/>
                    <a:pt x="9956" y="1670"/>
                    <a:pt x="9011" y="1670"/>
                  </a:cubicBezTo>
                  <a:cubicBezTo>
                    <a:pt x="8822" y="725"/>
                    <a:pt x="7972" y="0"/>
                    <a:pt x="6995" y="0"/>
                  </a:cubicBezTo>
                  <a:cubicBezTo>
                    <a:pt x="6711" y="0"/>
                    <a:pt x="6459" y="95"/>
                    <a:pt x="6176" y="189"/>
                  </a:cubicBezTo>
                  <a:cubicBezTo>
                    <a:pt x="5892" y="95"/>
                    <a:pt x="5609" y="0"/>
                    <a:pt x="535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63"/>
            <p:cNvSpPr/>
            <p:nvPr/>
          </p:nvSpPr>
          <p:spPr>
            <a:xfrm>
              <a:off x="-11622725" y="4288975"/>
              <a:ext cx="144175" cy="63050"/>
            </a:xfrm>
            <a:custGeom>
              <a:avLst/>
              <a:gdLst/>
              <a:ahLst/>
              <a:cxnLst/>
              <a:rect l="l" t="t" r="r" b="b"/>
              <a:pathLst>
                <a:path w="5767" h="2522" extrusionOk="0">
                  <a:moveTo>
                    <a:pt x="2868" y="1"/>
                  </a:moveTo>
                  <a:cubicBezTo>
                    <a:pt x="1293" y="1"/>
                    <a:pt x="1" y="537"/>
                    <a:pt x="1" y="1261"/>
                  </a:cubicBezTo>
                  <a:cubicBezTo>
                    <a:pt x="1" y="1954"/>
                    <a:pt x="1293" y="2521"/>
                    <a:pt x="2868" y="2521"/>
                  </a:cubicBezTo>
                  <a:cubicBezTo>
                    <a:pt x="4475" y="2521"/>
                    <a:pt x="5766" y="1954"/>
                    <a:pt x="5766" y="1261"/>
                  </a:cubicBezTo>
                  <a:cubicBezTo>
                    <a:pt x="5766" y="537"/>
                    <a:pt x="4475" y="1"/>
                    <a:pt x="28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2145;p63"/>
            <p:cNvSpPr/>
            <p:nvPr/>
          </p:nvSpPr>
          <p:spPr>
            <a:xfrm>
              <a:off x="-11596725" y="4364600"/>
              <a:ext cx="36250" cy="70125"/>
            </a:xfrm>
            <a:custGeom>
              <a:avLst/>
              <a:gdLst/>
              <a:ahLst/>
              <a:cxnLst/>
              <a:rect l="l" t="t" r="r" b="b"/>
              <a:pathLst>
                <a:path w="1450" h="2805" extrusionOk="0">
                  <a:moveTo>
                    <a:pt x="0" y="0"/>
                  </a:moveTo>
                  <a:lnTo>
                    <a:pt x="253" y="2804"/>
                  </a:lnTo>
                  <a:lnTo>
                    <a:pt x="1450" y="2804"/>
                  </a:lnTo>
                  <a:lnTo>
                    <a:pt x="1450" y="284"/>
                  </a:lnTo>
                  <a:cubicBezTo>
                    <a:pt x="883" y="221"/>
                    <a:pt x="410" y="158"/>
                    <a:pt x="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63"/>
            <p:cNvSpPr/>
            <p:nvPr/>
          </p:nvSpPr>
          <p:spPr>
            <a:xfrm>
              <a:off x="-11540025" y="4364600"/>
              <a:ext cx="37050" cy="70125"/>
            </a:xfrm>
            <a:custGeom>
              <a:avLst/>
              <a:gdLst/>
              <a:ahLst/>
              <a:cxnLst/>
              <a:rect l="l" t="t" r="r" b="b"/>
              <a:pathLst>
                <a:path w="1482" h="2805" extrusionOk="0">
                  <a:moveTo>
                    <a:pt x="1482" y="0"/>
                  </a:moveTo>
                  <a:lnTo>
                    <a:pt x="1482" y="0"/>
                  </a:lnTo>
                  <a:cubicBezTo>
                    <a:pt x="1040" y="126"/>
                    <a:pt x="505" y="221"/>
                    <a:pt x="1" y="221"/>
                  </a:cubicBezTo>
                  <a:lnTo>
                    <a:pt x="1" y="2741"/>
                  </a:lnTo>
                  <a:lnTo>
                    <a:pt x="1198" y="2741"/>
                  </a:lnTo>
                  <a:lnTo>
                    <a:pt x="1198" y="2804"/>
                  </a:lnTo>
                  <a:lnTo>
                    <a:pt x="148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63"/>
            <p:cNvSpPr/>
            <p:nvPr/>
          </p:nvSpPr>
          <p:spPr>
            <a:xfrm>
              <a:off x="-11610900" y="4227550"/>
              <a:ext cx="50425" cy="51225"/>
            </a:xfrm>
            <a:custGeom>
              <a:avLst/>
              <a:gdLst/>
              <a:ahLst/>
              <a:cxnLst/>
              <a:rect l="l" t="t" r="r" b="b"/>
              <a:pathLst>
                <a:path w="2017" h="2049" extrusionOk="0">
                  <a:moveTo>
                    <a:pt x="0" y="1"/>
                  </a:moveTo>
                  <a:lnTo>
                    <a:pt x="189" y="2048"/>
                  </a:lnTo>
                  <a:cubicBezTo>
                    <a:pt x="725" y="1859"/>
                    <a:pt x="1355" y="1702"/>
                    <a:pt x="2017" y="1670"/>
                  </a:cubicBezTo>
                  <a:lnTo>
                    <a:pt x="201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63"/>
            <p:cNvSpPr/>
            <p:nvPr/>
          </p:nvSpPr>
          <p:spPr>
            <a:xfrm>
              <a:off x="-11540025" y="4228350"/>
              <a:ext cx="50450" cy="51200"/>
            </a:xfrm>
            <a:custGeom>
              <a:avLst/>
              <a:gdLst/>
              <a:ahLst/>
              <a:cxnLst/>
              <a:rect l="l" t="t" r="r" b="b"/>
              <a:pathLst>
                <a:path w="2018" h="2048" extrusionOk="0">
                  <a:moveTo>
                    <a:pt x="1" y="0"/>
                  </a:moveTo>
                  <a:lnTo>
                    <a:pt x="1" y="1670"/>
                  </a:lnTo>
                  <a:cubicBezTo>
                    <a:pt x="694" y="1701"/>
                    <a:pt x="1293" y="1827"/>
                    <a:pt x="1828" y="2048"/>
                  </a:cubicBezTo>
                  <a:lnTo>
                    <a:pt x="201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63"/>
            <p:cNvSpPr/>
            <p:nvPr/>
          </p:nvSpPr>
          <p:spPr>
            <a:xfrm>
              <a:off x="-11489600" y="4227550"/>
              <a:ext cx="92175" cy="207175"/>
            </a:xfrm>
            <a:custGeom>
              <a:avLst/>
              <a:gdLst/>
              <a:ahLst/>
              <a:cxnLst/>
              <a:rect l="l" t="t" r="r" b="b"/>
              <a:pathLst>
                <a:path w="3687" h="8287" extrusionOk="0">
                  <a:moveTo>
                    <a:pt x="819" y="1"/>
                  </a:moveTo>
                  <a:lnTo>
                    <a:pt x="599" y="2489"/>
                  </a:lnTo>
                  <a:cubicBezTo>
                    <a:pt x="1040" y="2836"/>
                    <a:pt x="1292" y="3246"/>
                    <a:pt x="1292" y="3718"/>
                  </a:cubicBezTo>
                  <a:cubicBezTo>
                    <a:pt x="1292" y="4254"/>
                    <a:pt x="945" y="4758"/>
                    <a:pt x="315" y="5136"/>
                  </a:cubicBezTo>
                  <a:lnTo>
                    <a:pt x="0" y="8286"/>
                  </a:lnTo>
                  <a:lnTo>
                    <a:pt x="1040" y="8286"/>
                  </a:lnTo>
                  <a:cubicBezTo>
                    <a:pt x="1607" y="8286"/>
                    <a:pt x="2111" y="7877"/>
                    <a:pt x="2237" y="7278"/>
                  </a:cubicBezTo>
                  <a:lnTo>
                    <a:pt x="368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63"/>
            <p:cNvSpPr/>
            <p:nvPr/>
          </p:nvSpPr>
          <p:spPr>
            <a:xfrm>
              <a:off x="-11703850" y="4227550"/>
              <a:ext cx="92175" cy="207175"/>
            </a:xfrm>
            <a:custGeom>
              <a:avLst/>
              <a:gdLst/>
              <a:ahLst/>
              <a:cxnLst/>
              <a:rect l="l" t="t" r="r" b="b"/>
              <a:pathLst>
                <a:path w="3687" h="8287" extrusionOk="0">
                  <a:moveTo>
                    <a:pt x="1" y="1"/>
                  </a:moveTo>
                  <a:lnTo>
                    <a:pt x="1450" y="7278"/>
                  </a:lnTo>
                  <a:cubicBezTo>
                    <a:pt x="1576" y="7877"/>
                    <a:pt x="2080" y="8286"/>
                    <a:pt x="2679" y="8286"/>
                  </a:cubicBezTo>
                  <a:lnTo>
                    <a:pt x="3687" y="8286"/>
                  </a:lnTo>
                  <a:lnTo>
                    <a:pt x="3372" y="5136"/>
                  </a:lnTo>
                  <a:cubicBezTo>
                    <a:pt x="2773" y="4758"/>
                    <a:pt x="2395" y="4254"/>
                    <a:pt x="2395" y="3718"/>
                  </a:cubicBezTo>
                  <a:cubicBezTo>
                    <a:pt x="2427" y="3246"/>
                    <a:pt x="2647" y="2836"/>
                    <a:pt x="3088" y="2489"/>
                  </a:cubicBezTo>
                  <a:lnTo>
                    <a:pt x="28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51" name="Google Shape;2151;p63"/>
          <p:cNvGrpSpPr/>
          <p:nvPr/>
        </p:nvGrpSpPr>
        <p:grpSpPr>
          <a:xfrm>
            <a:off x="6931388" y="3541597"/>
            <a:ext cx="500733" cy="498503"/>
            <a:chOff x="-11292700" y="3213875"/>
            <a:chExt cx="353675" cy="352100"/>
          </a:xfrm>
        </p:grpSpPr>
        <p:sp>
          <p:nvSpPr>
            <p:cNvPr id="2152" name="Google Shape;2152;p63"/>
            <p:cNvSpPr/>
            <p:nvPr/>
          </p:nvSpPr>
          <p:spPr>
            <a:xfrm>
              <a:off x="-11178500" y="3213875"/>
              <a:ext cx="124475" cy="124475"/>
            </a:xfrm>
            <a:custGeom>
              <a:avLst/>
              <a:gdLst/>
              <a:ahLst/>
              <a:cxnLst/>
              <a:rect l="l" t="t" r="r" b="b"/>
              <a:pathLst>
                <a:path w="4979" h="4979" extrusionOk="0">
                  <a:moveTo>
                    <a:pt x="2489" y="1671"/>
                  </a:moveTo>
                  <a:cubicBezTo>
                    <a:pt x="2962" y="1671"/>
                    <a:pt x="3309" y="2049"/>
                    <a:pt x="3309" y="2521"/>
                  </a:cubicBezTo>
                  <a:cubicBezTo>
                    <a:pt x="3309" y="2994"/>
                    <a:pt x="2962" y="3340"/>
                    <a:pt x="2489" y="3340"/>
                  </a:cubicBezTo>
                  <a:cubicBezTo>
                    <a:pt x="2017" y="3340"/>
                    <a:pt x="1670" y="2994"/>
                    <a:pt x="1670" y="2521"/>
                  </a:cubicBezTo>
                  <a:cubicBezTo>
                    <a:pt x="1639" y="2049"/>
                    <a:pt x="2017" y="1671"/>
                    <a:pt x="2489" y="1671"/>
                  </a:cubicBezTo>
                  <a:close/>
                  <a:moveTo>
                    <a:pt x="2489" y="1"/>
                  </a:moveTo>
                  <a:cubicBezTo>
                    <a:pt x="2048" y="1"/>
                    <a:pt x="1891" y="221"/>
                    <a:pt x="1702" y="537"/>
                  </a:cubicBezTo>
                  <a:cubicBezTo>
                    <a:pt x="1555" y="523"/>
                    <a:pt x="1414" y="498"/>
                    <a:pt x="1278" y="498"/>
                  </a:cubicBezTo>
                  <a:cubicBezTo>
                    <a:pt x="1094" y="498"/>
                    <a:pt x="920" y="544"/>
                    <a:pt x="757" y="726"/>
                  </a:cubicBezTo>
                  <a:cubicBezTo>
                    <a:pt x="442" y="1041"/>
                    <a:pt x="505" y="1324"/>
                    <a:pt x="568" y="1734"/>
                  </a:cubicBezTo>
                  <a:cubicBezTo>
                    <a:pt x="221" y="1923"/>
                    <a:pt x="1" y="2080"/>
                    <a:pt x="1" y="2521"/>
                  </a:cubicBezTo>
                  <a:cubicBezTo>
                    <a:pt x="1" y="2931"/>
                    <a:pt x="221" y="3088"/>
                    <a:pt x="568" y="3309"/>
                  </a:cubicBezTo>
                  <a:cubicBezTo>
                    <a:pt x="473" y="3687"/>
                    <a:pt x="442" y="3939"/>
                    <a:pt x="757" y="4254"/>
                  </a:cubicBezTo>
                  <a:cubicBezTo>
                    <a:pt x="938" y="4436"/>
                    <a:pt x="1109" y="4481"/>
                    <a:pt x="1288" y="4481"/>
                  </a:cubicBezTo>
                  <a:cubicBezTo>
                    <a:pt x="1419" y="4481"/>
                    <a:pt x="1555" y="4456"/>
                    <a:pt x="1702" y="4443"/>
                  </a:cubicBezTo>
                  <a:cubicBezTo>
                    <a:pt x="1922" y="4758"/>
                    <a:pt x="2080" y="4979"/>
                    <a:pt x="2489" y="4979"/>
                  </a:cubicBezTo>
                  <a:cubicBezTo>
                    <a:pt x="2931" y="4979"/>
                    <a:pt x="3088" y="4758"/>
                    <a:pt x="3277" y="4443"/>
                  </a:cubicBezTo>
                  <a:cubicBezTo>
                    <a:pt x="3431" y="4469"/>
                    <a:pt x="3565" y="4495"/>
                    <a:pt x="3690" y="4495"/>
                  </a:cubicBezTo>
                  <a:cubicBezTo>
                    <a:pt x="3871" y="4495"/>
                    <a:pt x="4036" y="4441"/>
                    <a:pt x="4222" y="4254"/>
                  </a:cubicBezTo>
                  <a:cubicBezTo>
                    <a:pt x="4537" y="3939"/>
                    <a:pt x="4443" y="3655"/>
                    <a:pt x="4411" y="3309"/>
                  </a:cubicBezTo>
                  <a:cubicBezTo>
                    <a:pt x="4726" y="3057"/>
                    <a:pt x="4978" y="2899"/>
                    <a:pt x="4978" y="2521"/>
                  </a:cubicBezTo>
                  <a:cubicBezTo>
                    <a:pt x="4978" y="2080"/>
                    <a:pt x="4726" y="1923"/>
                    <a:pt x="4411" y="1734"/>
                  </a:cubicBezTo>
                  <a:cubicBezTo>
                    <a:pt x="4506" y="1324"/>
                    <a:pt x="4537" y="1041"/>
                    <a:pt x="4222" y="726"/>
                  </a:cubicBezTo>
                  <a:cubicBezTo>
                    <a:pt x="4041" y="544"/>
                    <a:pt x="3870" y="498"/>
                    <a:pt x="3691" y="498"/>
                  </a:cubicBezTo>
                  <a:cubicBezTo>
                    <a:pt x="3560" y="498"/>
                    <a:pt x="3424" y="523"/>
                    <a:pt x="3277" y="537"/>
                  </a:cubicBezTo>
                  <a:cubicBezTo>
                    <a:pt x="3025" y="221"/>
                    <a:pt x="2868" y="1"/>
                    <a:pt x="24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63"/>
            <p:cNvSpPr/>
            <p:nvPr/>
          </p:nvSpPr>
          <p:spPr>
            <a:xfrm>
              <a:off x="-11292700" y="3255625"/>
              <a:ext cx="117375" cy="124475"/>
            </a:xfrm>
            <a:custGeom>
              <a:avLst/>
              <a:gdLst/>
              <a:ahLst/>
              <a:cxnLst/>
              <a:rect l="l" t="t" r="r" b="b"/>
              <a:pathLst>
                <a:path w="4695" h="4979" extrusionOk="0">
                  <a:moveTo>
                    <a:pt x="2521" y="1670"/>
                  </a:moveTo>
                  <a:cubicBezTo>
                    <a:pt x="2993" y="1670"/>
                    <a:pt x="3340" y="2017"/>
                    <a:pt x="3340" y="2490"/>
                  </a:cubicBezTo>
                  <a:cubicBezTo>
                    <a:pt x="3340" y="2962"/>
                    <a:pt x="2993" y="3309"/>
                    <a:pt x="2521" y="3309"/>
                  </a:cubicBezTo>
                  <a:cubicBezTo>
                    <a:pt x="2048" y="3309"/>
                    <a:pt x="1702" y="2962"/>
                    <a:pt x="1702" y="2490"/>
                  </a:cubicBezTo>
                  <a:cubicBezTo>
                    <a:pt x="1702" y="2017"/>
                    <a:pt x="2048" y="1670"/>
                    <a:pt x="2521" y="1670"/>
                  </a:cubicBezTo>
                  <a:close/>
                  <a:moveTo>
                    <a:pt x="2552" y="1"/>
                  </a:moveTo>
                  <a:cubicBezTo>
                    <a:pt x="2111" y="1"/>
                    <a:pt x="1954" y="253"/>
                    <a:pt x="1765" y="568"/>
                  </a:cubicBezTo>
                  <a:cubicBezTo>
                    <a:pt x="1618" y="554"/>
                    <a:pt x="1476" y="530"/>
                    <a:pt x="1339" y="530"/>
                  </a:cubicBezTo>
                  <a:cubicBezTo>
                    <a:pt x="1151" y="530"/>
                    <a:pt x="969" y="575"/>
                    <a:pt x="788" y="757"/>
                  </a:cubicBezTo>
                  <a:cubicBezTo>
                    <a:pt x="473" y="1072"/>
                    <a:pt x="536" y="1355"/>
                    <a:pt x="599" y="1702"/>
                  </a:cubicBezTo>
                  <a:cubicBezTo>
                    <a:pt x="252" y="1891"/>
                    <a:pt x="0" y="2048"/>
                    <a:pt x="0" y="2490"/>
                  </a:cubicBezTo>
                  <a:cubicBezTo>
                    <a:pt x="0" y="2931"/>
                    <a:pt x="221" y="3088"/>
                    <a:pt x="536" y="3277"/>
                  </a:cubicBezTo>
                  <a:cubicBezTo>
                    <a:pt x="473" y="3687"/>
                    <a:pt x="441" y="3907"/>
                    <a:pt x="756" y="4222"/>
                  </a:cubicBezTo>
                  <a:cubicBezTo>
                    <a:pt x="943" y="4409"/>
                    <a:pt x="1107" y="4463"/>
                    <a:pt x="1295" y="4463"/>
                  </a:cubicBezTo>
                  <a:cubicBezTo>
                    <a:pt x="1425" y="4463"/>
                    <a:pt x="1566" y="4437"/>
                    <a:pt x="1733" y="4411"/>
                  </a:cubicBezTo>
                  <a:cubicBezTo>
                    <a:pt x="1954" y="4726"/>
                    <a:pt x="2111" y="4978"/>
                    <a:pt x="2521" y="4978"/>
                  </a:cubicBezTo>
                  <a:cubicBezTo>
                    <a:pt x="2962" y="4978"/>
                    <a:pt x="3119" y="4726"/>
                    <a:pt x="3308" y="4411"/>
                  </a:cubicBezTo>
                  <a:cubicBezTo>
                    <a:pt x="3458" y="4449"/>
                    <a:pt x="3588" y="4476"/>
                    <a:pt x="3710" y="4476"/>
                  </a:cubicBezTo>
                  <a:cubicBezTo>
                    <a:pt x="3896" y="4476"/>
                    <a:pt x="4063" y="4412"/>
                    <a:pt x="4254" y="4222"/>
                  </a:cubicBezTo>
                  <a:cubicBezTo>
                    <a:pt x="4569" y="3907"/>
                    <a:pt x="4474" y="3624"/>
                    <a:pt x="4443" y="3277"/>
                  </a:cubicBezTo>
                  <a:cubicBezTo>
                    <a:pt x="4583" y="3183"/>
                    <a:pt x="4592" y="3175"/>
                    <a:pt x="4592" y="3175"/>
                  </a:cubicBezTo>
                  <a:lnTo>
                    <a:pt x="4592" y="3175"/>
                  </a:lnTo>
                  <a:cubicBezTo>
                    <a:pt x="4592" y="3175"/>
                    <a:pt x="4592" y="3175"/>
                    <a:pt x="4592" y="3175"/>
                  </a:cubicBezTo>
                  <a:cubicBezTo>
                    <a:pt x="4594" y="3175"/>
                    <a:pt x="4606" y="3170"/>
                    <a:pt x="4695" y="3120"/>
                  </a:cubicBezTo>
                  <a:cubicBezTo>
                    <a:pt x="4411" y="2805"/>
                    <a:pt x="4254" y="2427"/>
                    <a:pt x="4254" y="2017"/>
                  </a:cubicBezTo>
                  <a:cubicBezTo>
                    <a:pt x="3939" y="1702"/>
                    <a:pt x="3781" y="1324"/>
                    <a:pt x="3781" y="851"/>
                  </a:cubicBezTo>
                  <a:cubicBezTo>
                    <a:pt x="3781" y="725"/>
                    <a:pt x="3781" y="631"/>
                    <a:pt x="3812" y="536"/>
                  </a:cubicBezTo>
                  <a:cubicBezTo>
                    <a:pt x="3754" y="517"/>
                    <a:pt x="3710" y="509"/>
                    <a:pt x="3671" y="509"/>
                  </a:cubicBezTo>
                  <a:cubicBezTo>
                    <a:pt x="3583" y="509"/>
                    <a:pt x="3514" y="546"/>
                    <a:pt x="3340" y="568"/>
                  </a:cubicBezTo>
                  <a:cubicBezTo>
                    <a:pt x="3119" y="253"/>
                    <a:pt x="2962" y="1"/>
                    <a:pt x="255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63"/>
            <p:cNvSpPr/>
            <p:nvPr/>
          </p:nvSpPr>
          <p:spPr>
            <a:xfrm>
              <a:off x="-11056425" y="3254850"/>
              <a:ext cx="117400" cy="125250"/>
            </a:xfrm>
            <a:custGeom>
              <a:avLst/>
              <a:gdLst/>
              <a:ahLst/>
              <a:cxnLst/>
              <a:rect l="l" t="t" r="r" b="b"/>
              <a:pathLst>
                <a:path w="4696" h="5010" extrusionOk="0">
                  <a:moveTo>
                    <a:pt x="2175" y="1701"/>
                  </a:moveTo>
                  <a:cubicBezTo>
                    <a:pt x="2647" y="1701"/>
                    <a:pt x="2994" y="2048"/>
                    <a:pt x="2994" y="2521"/>
                  </a:cubicBezTo>
                  <a:cubicBezTo>
                    <a:pt x="2994" y="2962"/>
                    <a:pt x="2616" y="3340"/>
                    <a:pt x="2175" y="3340"/>
                  </a:cubicBezTo>
                  <a:cubicBezTo>
                    <a:pt x="1702" y="3340"/>
                    <a:pt x="1324" y="2993"/>
                    <a:pt x="1324" y="2521"/>
                  </a:cubicBezTo>
                  <a:cubicBezTo>
                    <a:pt x="1324" y="2048"/>
                    <a:pt x="1702" y="1701"/>
                    <a:pt x="2175" y="1701"/>
                  </a:cubicBezTo>
                  <a:close/>
                  <a:moveTo>
                    <a:pt x="2112" y="0"/>
                  </a:moveTo>
                  <a:cubicBezTo>
                    <a:pt x="1702" y="0"/>
                    <a:pt x="1545" y="221"/>
                    <a:pt x="1324" y="567"/>
                  </a:cubicBezTo>
                  <a:cubicBezTo>
                    <a:pt x="1022" y="511"/>
                    <a:pt x="957" y="499"/>
                    <a:pt x="927" y="499"/>
                  </a:cubicBezTo>
                  <a:cubicBezTo>
                    <a:pt x="907" y="499"/>
                    <a:pt x="902" y="504"/>
                    <a:pt x="852" y="504"/>
                  </a:cubicBezTo>
                  <a:cubicBezTo>
                    <a:pt x="915" y="630"/>
                    <a:pt x="915" y="725"/>
                    <a:pt x="915" y="819"/>
                  </a:cubicBezTo>
                  <a:cubicBezTo>
                    <a:pt x="915" y="1260"/>
                    <a:pt x="757" y="1701"/>
                    <a:pt x="442" y="2016"/>
                  </a:cubicBezTo>
                  <a:cubicBezTo>
                    <a:pt x="442" y="2458"/>
                    <a:pt x="284" y="2836"/>
                    <a:pt x="1" y="3119"/>
                  </a:cubicBezTo>
                  <a:lnTo>
                    <a:pt x="32" y="3151"/>
                  </a:lnTo>
                  <a:lnTo>
                    <a:pt x="221" y="3308"/>
                  </a:lnTo>
                  <a:cubicBezTo>
                    <a:pt x="158" y="3718"/>
                    <a:pt x="127" y="3938"/>
                    <a:pt x="442" y="4253"/>
                  </a:cubicBezTo>
                  <a:cubicBezTo>
                    <a:pt x="628" y="4440"/>
                    <a:pt x="793" y="4494"/>
                    <a:pt x="974" y="4494"/>
                  </a:cubicBezTo>
                  <a:cubicBezTo>
                    <a:pt x="1099" y="4494"/>
                    <a:pt x="1233" y="4468"/>
                    <a:pt x="1387" y="4442"/>
                  </a:cubicBezTo>
                  <a:cubicBezTo>
                    <a:pt x="1608" y="4757"/>
                    <a:pt x="1765" y="5009"/>
                    <a:pt x="2175" y="5009"/>
                  </a:cubicBezTo>
                  <a:cubicBezTo>
                    <a:pt x="2584" y="5009"/>
                    <a:pt x="2742" y="4757"/>
                    <a:pt x="2962" y="4442"/>
                  </a:cubicBezTo>
                  <a:cubicBezTo>
                    <a:pt x="3112" y="4480"/>
                    <a:pt x="3247" y="4507"/>
                    <a:pt x="3375" y="4507"/>
                  </a:cubicBezTo>
                  <a:cubicBezTo>
                    <a:pt x="3570" y="4507"/>
                    <a:pt x="3749" y="4443"/>
                    <a:pt x="3939" y="4253"/>
                  </a:cubicBezTo>
                  <a:cubicBezTo>
                    <a:pt x="4254" y="3938"/>
                    <a:pt x="4160" y="3655"/>
                    <a:pt x="4128" y="3308"/>
                  </a:cubicBezTo>
                  <a:cubicBezTo>
                    <a:pt x="4443" y="3088"/>
                    <a:pt x="4695" y="2930"/>
                    <a:pt x="4695" y="2521"/>
                  </a:cubicBezTo>
                  <a:cubicBezTo>
                    <a:pt x="4632" y="2079"/>
                    <a:pt x="4412" y="1922"/>
                    <a:pt x="4097" y="1701"/>
                  </a:cubicBezTo>
                  <a:cubicBezTo>
                    <a:pt x="4191" y="1292"/>
                    <a:pt x="4223" y="1071"/>
                    <a:pt x="3907" y="756"/>
                  </a:cubicBezTo>
                  <a:cubicBezTo>
                    <a:pt x="3721" y="570"/>
                    <a:pt x="3546" y="516"/>
                    <a:pt x="3349" y="516"/>
                  </a:cubicBezTo>
                  <a:cubicBezTo>
                    <a:pt x="3213" y="516"/>
                    <a:pt x="3067" y="542"/>
                    <a:pt x="2899" y="567"/>
                  </a:cubicBezTo>
                  <a:cubicBezTo>
                    <a:pt x="2679" y="221"/>
                    <a:pt x="2521" y="0"/>
                    <a:pt x="21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63"/>
            <p:cNvSpPr/>
            <p:nvPr/>
          </p:nvSpPr>
          <p:spPr>
            <a:xfrm>
              <a:off x="-11209225" y="3503725"/>
              <a:ext cx="188275" cy="62250"/>
            </a:xfrm>
            <a:custGeom>
              <a:avLst/>
              <a:gdLst/>
              <a:ahLst/>
              <a:cxnLst/>
              <a:rect l="l" t="t" r="r" b="b"/>
              <a:pathLst>
                <a:path w="7531" h="2490" extrusionOk="0">
                  <a:moveTo>
                    <a:pt x="1356" y="1"/>
                  </a:moveTo>
                  <a:lnTo>
                    <a:pt x="127" y="1859"/>
                  </a:lnTo>
                  <a:cubicBezTo>
                    <a:pt x="1" y="2017"/>
                    <a:pt x="32" y="2206"/>
                    <a:pt x="158" y="2364"/>
                  </a:cubicBezTo>
                  <a:cubicBezTo>
                    <a:pt x="179" y="2448"/>
                    <a:pt x="284" y="2490"/>
                    <a:pt x="408" y="2490"/>
                  </a:cubicBezTo>
                  <a:cubicBezTo>
                    <a:pt x="470" y="2490"/>
                    <a:pt x="536" y="2479"/>
                    <a:pt x="600" y="2458"/>
                  </a:cubicBezTo>
                  <a:lnTo>
                    <a:pt x="1419" y="2017"/>
                  </a:lnTo>
                  <a:cubicBezTo>
                    <a:pt x="1623" y="1922"/>
                    <a:pt x="1844" y="1875"/>
                    <a:pt x="2064" y="1875"/>
                  </a:cubicBezTo>
                  <a:cubicBezTo>
                    <a:pt x="2285" y="1875"/>
                    <a:pt x="2506" y="1922"/>
                    <a:pt x="2710" y="2017"/>
                  </a:cubicBezTo>
                  <a:cubicBezTo>
                    <a:pt x="3025" y="2175"/>
                    <a:pt x="3372" y="2253"/>
                    <a:pt x="3718" y="2253"/>
                  </a:cubicBezTo>
                  <a:cubicBezTo>
                    <a:pt x="4065" y="2253"/>
                    <a:pt x="4412" y="2175"/>
                    <a:pt x="4727" y="2017"/>
                  </a:cubicBezTo>
                  <a:cubicBezTo>
                    <a:pt x="4931" y="1922"/>
                    <a:pt x="5152" y="1875"/>
                    <a:pt x="5373" y="1875"/>
                  </a:cubicBezTo>
                  <a:cubicBezTo>
                    <a:pt x="5593" y="1875"/>
                    <a:pt x="5814" y="1922"/>
                    <a:pt x="6018" y="2017"/>
                  </a:cubicBezTo>
                  <a:lnTo>
                    <a:pt x="6869" y="2458"/>
                  </a:lnTo>
                  <a:cubicBezTo>
                    <a:pt x="6921" y="2479"/>
                    <a:pt x="6978" y="2490"/>
                    <a:pt x="7035" y="2490"/>
                  </a:cubicBezTo>
                  <a:cubicBezTo>
                    <a:pt x="7149" y="2490"/>
                    <a:pt x="7268" y="2448"/>
                    <a:pt x="7373" y="2364"/>
                  </a:cubicBezTo>
                  <a:cubicBezTo>
                    <a:pt x="7499" y="2206"/>
                    <a:pt x="7531" y="2017"/>
                    <a:pt x="7405" y="1859"/>
                  </a:cubicBezTo>
                  <a:lnTo>
                    <a:pt x="617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63"/>
            <p:cNvSpPr/>
            <p:nvPr/>
          </p:nvSpPr>
          <p:spPr>
            <a:xfrm>
              <a:off x="-11167475" y="3462775"/>
              <a:ext cx="103200" cy="20500"/>
            </a:xfrm>
            <a:custGeom>
              <a:avLst/>
              <a:gdLst/>
              <a:ahLst/>
              <a:cxnLst/>
              <a:rect l="l" t="t" r="r" b="b"/>
              <a:pathLst>
                <a:path w="4128" h="820" extrusionOk="0">
                  <a:moveTo>
                    <a:pt x="1" y="0"/>
                  </a:moveTo>
                  <a:lnTo>
                    <a:pt x="1" y="820"/>
                  </a:lnTo>
                  <a:lnTo>
                    <a:pt x="4128" y="820"/>
                  </a:lnTo>
                  <a:lnTo>
                    <a:pt x="412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63"/>
            <p:cNvSpPr/>
            <p:nvPr/>
          </p:nvSpPr>
          <p:spPr>
            <a:xfrm>
              <a:off x="-11213150" y="3344625"/>
              <a:ext cx="141000" cy="97700"/>
            </a:xfrm>
            <a:custGeom>
              <a:avLst/>
              <a:gdLst/>
              <a:ahLst/>
              <a:cxnLst/>
              <a:rect l="l" t="t" r="r" b="b"/>
              <a:pathLst>
                <a:path w="5640" h="3908" extrusionOk="0">
                  <a:moveTo>
                    <a:pt x="2206" y="1"/>
                  </a:moveTo>
                  <a:lnTo>
                    <a:pt x="2080" y="64"/>
                  </a:lnTo>
                  <a:cubicBezTo>
                    <a:pt x="2080" y="442"/>
                    <a:pt x="2017" y="851"/>
                    <a:pt x="1607" y="1261"/>
                  </a:cubicBezTo>
                  <a:cubicBezTo>
                    <a:pt x="1292" y="1576"/>
                    <a:pt x="946" y="1733"/>
                    <a:pt x="504" y="1733"/>
                  </a:cubicBezTo>
                  <a:lnTo>
                    <a:pt x="441" y="1733"/>
                  </a:lnTo>
                  <a:cubicBezTo>
                    <a:pt x="315" y="1860"/>
                    <a:pt x="158" y="1954"/>
                    <a:pt x="0" y="2080"/>
                  </a:cubicBezTo>
                  <a:lnTo>
                    <a:pt x="1355" y="3907"/>
                  </a:lnTo>
                  <a:lnTo>
                    <a:pt x="4411" y="3907"/>
                  </a:lnTo>
                  <a:lnTo>
                    <a:pt x="5608" y="536"/>
                  </a:lnTo>
                  <a:cubicBezTo>
                    <a:pt x="5640" y="379"/>
                    <a:pt x="5608" y="221"/>
                    <a:pt x="5608" y="127"/>
                  </a:cubicBezTo>
                  <a:lnTo>
                    <a:pt x="5482" y="32"/>
                  </a:lnTo>
                  <a:cubicBezTo>
                    <a:pt x="5356" y="64"/>
                    <a:pt x="5199" y="64"/>
                    <a:pt x="5073" y="64"/>
                  </a:cubicBezTo>
                  <a:lnTo>
                    <a:pt x="5010" y="64"/>
                  </a:lnTo>
                  <a:cubicBezTo>
                    <a:pt x="4758" y="347"/>
                    <a:pt x="4411" y="599"/>
                    <a:pt x="3875" y="599"/>
                  </a:cubicBezTo>
                  <a:cubicBezTo>
                    <a:pt x="3308" y="599"/>
                    <a:pt x="2962" y="347"/>
                    <a:pt x="2678" y="64"/>
                  </a:cubicBezTo>
                  <a:lnTo>
                    <a:pt x="2647" y="64"/>
                  </a:lnTo>
                  <a:cubicBezTo>
                    <a:pt x="2489" y="64"/>
                    <a:pt x="2363" y="32"/>
                    <a:pt x="220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63"/>
            <p:cNvSpPr/>
            <p:nvPr/>
          </p:nvSpPr>
          <p:spPr>
            <a:xfrm>
              <a:off x="-11080825" y="3379275"/>
              <a:ext cx="59100" cy="61475"/>
            </a:xfrm>
            <a:custGeom>
              <a:avLst/>
              <a:gdLst/>
              <a:ahLst/>
              <a:cxnLst/>
              <a:rect l="l" t="t" r="r" b="b"/>
              <a:pathLst>
                <a:path w="2364" h="2459" extrusionOk="0">
                  <a:moveTo>
                    <a:pt x="882" y="1"/>
                  </a:moveTo>
                  <a:lnTo>
                    <a:pt x="0" y="2458"/>
                  </a:lnTo>
                  <a:lnTo>
                    <a:pt x="1008" y="2458"/>
                  </a:lnTo>
                  <a:lnTo>
                    <a:pt x="2363" y="663"/>
                  </a:lnTo>
                  <a:cubicBezTo>
                    <a:pt x="2237" y="568"/>
                    <a:pt x="2080" y="474"/>
                    <a:pt x="1954" y="347"/>
                  </a:cubicBezTo>
                  <a:lnTo>
                    <a:pt x="1891" y="347"/>
                  </a:lnTo>
                  <a:cubicBezTo>
                    <a:pt x="1512" y="347"/>
                    <a:pt x="1197" y="221"/>
                    <a:pt x="88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59" name="Google Shape;2159;p63"/>
          <p:cNvGrpSpPr/>
          <p:nvPr/>
        </p:nvGrpSpPr>
        <p:grpSpPr>
          <a:xfrm>
            <a:off x="4941245" y="1820294"/>
            <a:ext cx="890704" cy="879875"/>
            <a:chOff x="5624415" y="3404280"/>
            <a:chExt cx="656087" cy="648111"/>
          </a:xfrm>
        </p:grpSpPr>
        <p:grpSp>
          <p:nvGrpSpPr>
            <p:cNvPr id="2160" name="Google Shape;2160;p63"/>
            <p:cNvGrpSpPr/>
            <p:nvPr/>
          </p:nvGrpSpPr>
          <p:grpSpPr>
            <a:xfrm flipH="1">
              <a:off x="5624415" y="3404280"/>
              <a:ext cx="656087" cy="648111"/>
              <a:chOff x="-2708900" y="3174350"/>
              <a:chExt cx="350100" cy="345825"/>
            </a:xfrm>
          </p:grpSpPr>
          <p:sp>
            <p:nvSpPr>
              <p:cNvPr id="2161" name="Google Shape;2161;p63"/>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63"/>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63"/>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63"/>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63"/>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63"/>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167" name="Google Shape;2167;p63"/>
            <p:cNvCxnSpPr/>
            <p:nvPr/>
          </p:nvCxnSpPr>
          <p:spPr>
            <a:xfrm>
              <a:off x="5679725" y="4047784"/>
              <a:ext cx="507900" cy="0"/>
            </a:xfrm>
            <a:prstGeom prst="straightConnector1">
              <a:avLst/>
            </a:prstGeom>
            <a:noFill/>
            <a:ln w="9525" cap="flat" cmpd="sng">
              <a:solidFill>
                <a:schemeClr val="dk1"/>
              </a:solidFill>
              <a:prstDash val="solid"/>
              <a:round/>
              <a:headEnd type="none" w="med" len="med"/>
              <a:tailEnd type="none" w="med" len="med"/>
            </a:ln>
          </p:spPr>
        </p:cxnSp>
      </p:grpSp>
      <p:grpSp>
        <p:nvGrpSpPr>
          <p:cNvPr id="2168" name="Google Shape;2168;p63"/>
          <p:cNvGrpSpPr/>
          <p:nvPr/>
        </p:nvGrpSpPr>
        <p:grpSpPr>
          <a:xfrm flipH="1">
            <a:off x="129344" y="3760613"/>
            <a:ext cx="1463862" cy="1446064"/>
            <a:chOff x="5624415" y="3404280"/>
            <a:chExt cx="656087" cy="648111"/>
          </a:xfrm>
        </p:grpSpPr>
        <p:grpSp>
          <p:nvGrpSpPr>
            <p:cNvPr id="2169" name="Google Shape;2169;p63"/>
            <p:cNvGrpSpPr/>
            <p:nvPr/>
          </p:nvGrpSpPr>
          <p:grpSpPr>
            <a:xfrm flipH="1">
              <a:off x="5624415" y="3404280"/>
              <a:ext cx="656087" cy="648111"/>
              <a:chOff x="-2708900" y="3174350"/>
              <a:chExt cx="350100" cy="345825"/>
            </a:xfrm>
          </p:grpSpPr>
          <p:sp>
            <p:nvSpPr>
              <p:cNvPr id="2170" name="Google Shape;2170;p63"/>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63"/>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63"/>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63"/>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63"/>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63"/>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176" name="Google Shape;2176;p63"/>
            <p:cNvCxnSpPr/>
            <p:nvPr/>
          </p:nvCxnSpPr>
          <p:spPr>
            <a:xfrm>
              <a:off x="5679725" y="4047784"/>
              <a:ext cx="507900" cy="0"/>
            </a:xfrm>
            <a:prstGeom prst="straightConnector1">
              <a:avLst/>
            </a:prstGeom>
            <a:noFill/>
            <a:ln w="9525" cap="flat" cmpd="sng">
              <a:solidFill>
                <a:schemeClr val="dk1"/>
              </a:solidFill>
              <a:prstDash val="solid"/>
              <a:round/>
              <a:headEnd type="none" w="med" len="med"/>
              <a:tailEnd type="none" w="med" len="med"/>
            </a:ln>
          </p:spPr>
        </p:cxnSp>
      </p:grpSp>
      <p:grpSp>
        <p:nvGrpSpPr>
          <p:cNvPr id="2177" name="Google Shape;2177;p63"/>
          <p:cNvGrpSpPr/>
          <p:nvPr/>
        </p:nvGrpSpPr>
        <p:grpSpPr>
          <a:xfrm>
            <a:off x="289258" y="959626"/>
            <a:ext cx="1095550" cy="995930"/>
            <a:chOff x="6494019" y="-137261"/>
            <a:chExt cx="2116596" cy="1924130"/>
          </a:xfrm>
        </p:grpSpPr>
        <p:sp>
          <p:nvSpPr>
            <p:cNvPr id="2178" name="Google Shape;2178;p63"/>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63"/>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80" name="Google Shape;2180;p63"/>
          <p:cNvGrpSpPr/>
          <p:nvPr/>
        </p:nvGrpSpPr>
        <p:grpSpPr>
          <a:xfrm>
            <a:off x="5991633" y="3915926"/>
            <a:ext cx="1095550" cy="995930"/>
            <a:chOff x="6494019" y="-137261"/>
            <a:chExt cx="2116596" cy="1924130"/>
          </a:xfrm>
        </p:grpSpPr>
        <p:sp>
          <p:nvSpPr>
            <p:cNvPr id="2181" name="Google Shape;2181;p63"/>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63"/>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83" name="Google Shape;2183;p63"/>
          <p:cNvSpPr/>
          <p:nvPr/>
        </p:nvSpPr>
        <p:spPr>
          <a:xfrm rot="-1644435">
            <a:off x="3380959" y="1513966"/>
            <a:ext cx="246286" cy="264499"/>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63"/>
          <p:cNvSpPr/>
          <p:nvPr/>
        </p:nvSpPr>
        <p:spPr>
          <a:xfrm>
            <a:off x="5831948" y="1449300"/>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63"/>
          <p:cNvSpPr/>
          <p:nvPr/>
        </p:nvSpPr>
        <p:spPr>
          <a:xfrm rot="1644435" flipH="1">
            <a:off x="7993684" y="3143791"/>
            <a:ext cx="246286" cy="264499"/>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63"/>
          <p:cNvSpPr/>
          <p:nvPr/>
        </p:nvSpPr>
        <p:spPr>
          <a:xfrm flipH="1">
            <a:off x="2692223" y="3069175"/>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190"/>
        <p:cNvGrpSpPr/>
        <p:nvPr/>
      </p:nvGrpSpPr>
      <p:grpSpPr>
        <a:xfrm>
          <a:off x="0" y="0"/>
          <a:ext cx="0" cy="0"/>
          <a:chOff x="0" y="0"/>
          <a:chExt cx="0" cy="0"/>
        </a:xfrm>
      </p:grpSpPr>
      <p:sp>
        <p:nvSpPr>
          <p:cNvPr id="2191" name="Google Shape;2191;p64"/>
          <p:cNvSpPr/>
          <p:nvPr/>
        </p:nvSpPr>
        <p:spPr>
          <a:xfrm rot="282">
            <a:off x="713100" y="1312325"/>
            <a:ext cx="3654300" cy="3291600"/>
          </a:xfrm>
          <a:prstGeom prst="roundRect">
            <a:avLst>
              <a:gd name="adj" fmla="val 15418"/>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192" name="Google Shape;2192;p64" title="Chart">
            <a:hlinkClick r:id="rId3"/>
          </p:cNvPr>
          <p:cNvPicPr preferRelativeResize="0"/>
          <p:nvPr/>
        </p:nvPicPr>
        <p:blipFill>
          <a:blip r:embed="rId4">
            <a:alphaModFix/>
          </a:blip>
          <a:stretch>
            <a:fillRect/>
          </a:stretch>
        </p:blipFill>
        <p:spPr>
          <a:xfrm>
            <a:off x="4837353" y="1219353"/>
            <a:ext cx="3008377" cy="2726946"/>
          </a:xfrm>
          <a:prstGeom prst="rect">
            <a:avLst/>
          </a:prstGeom>
          <a:noFill/>
          <a:ln>
            <a:noFill/>
          </a:ln>
        </p:spPr>
      </p:pic>
      <p:sp>
        <p:nvSpPr>
          <p:cNvPr id="2193" name="Google Shape;2193;p64"/>
          <p:cNvSpPr txBox="1">
            <a:spLocks noGrp="1"/>
          </p:cNvSpPr>
          <p:nvPr>
            <p:ph type="title"/>
          </p:nvPr>
        </p:nvSpPr>
        <p:spPr>
          <a:xfrm>
            <a:off x="720000" y="445025"/>
            <a:ext cx="7704000" cy="73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Percentages comparison</a:t>
            </a:r>
            <a:endParaRPr/>
          </a:p>
        </p:txBody>
      </p:sp>
      <p:sp>
        <p:nvSpPr>
          <p:cNvPr id="2194" name="Google Shape;2194;p64"/>
          <p:cNvSpPr txBox="1"/>
          <p:nvPr/>
        </p:nvSpPr>
        <p:spPr>
          <a:xfrm>
            <a:off x="1547950" y="1554189"/>
            <a:ext cx="2453700" cy="320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400">
                <a:solidFill>
                  <a:schemeClr val="dk1"/>
                </a:solidFill>
                <a:latin typeface="Nunito ExtraBold"/>
                <a:ea typeface="Nunito ExtraBold"/>
                <a:cs typeface="Nunito ExtraBold"/>
                <a:sym typeface="Nunito ExtraBold"/>
              </a:rPr>
              <a:t>20%</a:t>
            </a:r>
            <a:endParaRPr sz="2400">
              <a:solidFill>
                <a:schemeClr val="dk1"/>
              </a:solidFill>
              <a:latin typeface="Nunito ExtraBold"/>
              <a:ea typeface="Nunito ExtraBold"/>
              <a:cs typeface="Nunito ExtraBold"/>
              <a:sym typeface="Nunito ExtraBold"/>
            </a:endParaRPr>
          </a:p>
        </p:txBody>
      </p:sp>
      <p:sp>
        <p:nvSpPr>
          <p:cNvPr id="2195" name="Google Shape;2195;p64"/>
          <p:cNvSpPr txBox="1"/>
          <p:nvPr/>
        </p:nvSpPr>
        <p:spPr>
          <a:xfrm>
            <a:off x="1547951" y="2241414"/>
            <a:ext cx="2453700" cy="61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Quicksand SemiBold"/>
                <a:ea typeface="Quicksand SemiBold"/>
                <a:cs typeface="Quicksand SemiBold"/>
                <a:sym typeface="Quicksand SemiBold"/>
              </a:rPr>
              <a:t>Neptune is the farthest planet from the Sun</a:t>
            </a:r>
            <a:endParaRPr>
              <a:solidFill>
                <a:schemeClr val="dk1"/>
              </a:solidFill>
              <a:latin typeface="Quicksand SemiBold"/>
              <a:ea typeface="Quicksand SemiBold"/>
              <a:cs typeface="Quicksand SemiBold"/>
              <a:sym typeface="Quicksand SemiBold"/>
            </a:endParaRPr>
          </a:p>
        </p:txBody>
      </p:sp>
      <p:sp>
        <p:nvSpPr>
          <p:cNvPr id="2196" name="Google Shape;2196;p64"/>
          <p:cNvSpPr/>
          <p:nvPr/>
        </p:nvSpPr>
        <p:spPr>
          <a:xfrm>
            <a:off x="1078859" y="1567844"/>
            <a:ext cx="320400" cy="3204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2197;p64"/>
          <p:cNvSpPr txBox="1"/>
          <p:nvPr/>
        </p:nvSpPr>
        <p:spPr>
          <a:xfrm>
            <a:off x="1547950" y="3059237"/>
            <a:ext cx="2453700" cy="320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400">
                <a:solidFill>
                  <a:schemeClr val="dk1"/>
                </a:solidFill>
                <a:latin typeface="Nunito ExtraBold"/>
                <a:ea typeface="Nunito ExtraBold"/>
                <a:cs typeface="Nunito ExtraBold"/>
                <a:sym typeface="Nunito ExtraBold"/>
              </a:rPr>
              <a:t>80%</a:t>
            </a:r>
            <a:endParaRPr sz="2400">
              <a:solidFill>
                <a:schemeClr val="dk1"/>
              </a:solidFill>
              <a:latin typeface="Nunito ExtraBold"/>
              <a:ea typeface="Nunito ExtraBold"/>
              <a:cs typeface="Nunito ExtraBold"/>
              <a:sym typeface="Nunito ExtraBold"/>
            </a:endParaRPr>
          </a:p>
        </p:txBody>
      </p:sp>
      <p:sp>
        <p:nvSpPr>
          <p:cNvPr id="2198" name="Google Shape;2198;p64"/>
          <p:cNvSpPr txBox="1"/>
          <p:nvPr/>
        </p:nvSpPr>
        <p:spPr>
          <a:xfrm>
            <a:off x="1547951" y="3746453"/>
            <a:ext cx="2453700" cy="61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Quicksand SemiBold"/>
                <a:ea typeface="Quicksand SemiBold"/>
                <a:cs typeface="Quicksand SemiBold"/>
                <a:sym typeface="Quicksand SemiBold"/>
              </a:rPr>
              <a:t>Mercury is the closest planet to the Sun</a:t>
            </a:r>
            <a:endParaRPr>
              <a:solidFill>
                <a:schemeClr val="dk1"/>
              </a:solidFill>
              <a:latin typeface="Quicksand SemiBold"/>
              <a:ea typeface="Quicksand SemiBold"/>
              <a:cs typeface="Quicksand SemiBold"/>
              <a:sym typeface="Quicksand SemiBold"/>
            </a:endParaRPr>
          </a:p>
        </p:txBody>
      </p:sp>
      <p:sp>
        <p:nvSpPr>
          <p:cNvPr id="2199" name="Google Shape;2199;p64"/>
          <p:cNvSpPr/>
          <p:nvPr/>
        </p:nvSpPr>
        <p:spPr>
          <a:xfrm>
            <a:off x="1078859" y="3072903"/>
            <a:ext cx="320400" cy="3204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2200;p64"/>
          <p:cNvSpPr txBox="1"/>
          <p:nvPr/>
        </p:nvSpPr>
        <p:spPr>
          <a:xfrm>
            <a:off x="4672037" y="3850125"/>
            <a:ext cx="3342900" cy="731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Quicksand SemiBold"/>
                <a:ea typeface="Quicksand SemiBold"/>
                <a:cs typeface="Quicksand SemiBold"/>
                <a:sym typeface="Quicksand SemiBold"/>
              </a:rPr>
              <a:t>Follow the link in the graph to modify its data and then paste the new one here. </a:t>
            </a:r>
            <a:r>
              <a:rPr lang="en" sz="1200" b="1">
                <a:solidFill>
                  <a:schemeClr val="dk1"/>
                </a:solidFill>
                <a:latin typeface="Quicksand"/>
                <a:ea typeface="Quicksand"/>
                <a:cs typeface="Quicksand"/>
                <a:sym typeface="Quicksand"/>
              </a:rPr>
              <a:t>For more info, </a:t>
            </a:r>
            <a:r>
              <a:rPr lang="en" sz="1200" b="1">
                <a:solidFill>
                  <a:schemeClr val="dk1"/>
                </a:solidFill>
                <a:uFill>
                  <a:noFill/>
                </a:uFill>
                <a:latin typeface="Quicksand"/>
                <a:ea typeface="Quicksand"/>
                <a:cs typeface="Quicksand"/>
                <a:sym typeface="Quicksand"/>
                <a:hlinkClick r:id="rId5">
                  <a:extLst>
                    <a:ext uri="{A12FA001-AC4F-418D-AE19-62706E023703}">
                      <ahyp:hlinkClr xmlns:ahyp="http://schemas.microsoft.com/office/drawing/2018/hyperlinkcolor" val="tx"/>
                    </a:ext>
                  </a:extLst>
                </a:hlinkClick>
              </a:rPr>
              <a:t>click here</a:t>
            </a:r>
            <a:endParaRPr sz="1200" b="1">
              <a:solidFill>
                <a:schemeClr val="dk1"/>
              </a:solidFill>
              <a:latin typeface="Quicksand"/>
              <a:ea typeface="Quicksand"/>
              <a:cs typeface="Quicksand"/>
              <a:sym typeface="Quicksand"/>
            </a:endParaRPr>
          </a:p>
        </p:txBody>
      </p:sp>
      <p:sp>
        <p:nvSpPr>
          <p:cNvPr id="2201" name="Google Shape;2201;p64"/>
          <p:cNvSpPr txBox="1"/>
          <p:nvPr/>
        </p:nvSpPr>
        <p:spPr>
          <a:xfrm>
            <a:off x="1547950" y="1904474"/>
            <a:ext cx="2453700" cy="36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400">
                <a:solidFill>
                  <a:schemeClr val="dk1"/>
                </a:solidFill>
                <a:latin typeface="Nunito ExtraBold"/>
                <a:ea typeface="Nunito ExtraBold"/>
                <a:cs typeface="Nunito ExtraBold"/>
                <a:sym typeface="Nunito ExtraBold"/>
              </a:rPr>
              <a:t>Neptune</a:t>
            </a:r>
            <a:endParaRPr sz="2400">
              <a:solidFill>
                <a:schemeClr val="dk1"/>
              </a:solidFill>
              <a:latin typeface="Nunito ExtraBold"/>
              <a:ea typeface="Nunito ExtraBold"/>
              <a:cs typeface="Nunito ExtraBold"/>
              <a:sym typeface="Nunito ExtraBold"/>
            </a:endParaRPr>
          </a:p>
        </p:txBody>
      </p:sp>
      <p:sp>
        <p:nvSpPr>
          <p:cNvPr id="2202" name="Google Shape;2202;p64"/>
          <p:cNvSpPr txBox="1"/>
          <p:nvPr/>
        </p:nvSpPr>
        <p:spPr>
          <a:xfrm>
            <a:off x="1547950" y="3407175"/>
            <a:ext cx="2453700" cy="36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400">
                <a:solidFill>
                  <a:schemeClr val="dk1"/>
                </a:solidFill>
                <a:latin typeface="Nunito ExtraBold"/>
                <a:ea typeface="Nunito ExtraBold"/>
                <a:cs typeface="Nunito ExtraBold"/>
                <a:sym typeface="Nunito ExtraBold"/>
              </a:rPr>
              <a:t>Mercury</a:t>
            </a:r>
            <a:endParaRPr sz="2400">
              <a:solidFill>
                <a:schemeClr val="dk1"/>
              </a:solidFill>
              <a:latin typeface="Nunito ExtraBold"/>
              <a:ea typeface="Nunito ExtraBold"/>
              <a:cs typeface="Nunito ExtraBold"/>
              <a:sym typeface="Nunito ExtraBold"/>
            </a:endParaRPr>
          </a:p>
        </p:txBody>
      </p:sp>
      <p:grpSp>
        <p:nvGrpSpPr>
          <p:cNvPr id="2203" name="Google Shape;2203;p64"/>
          <p:cNvGrpSpPr/>
          <p:nvPr/>
        </p:nvGrpSpPr>
        <p:grpSpPr>
          <a:xfrm>
            <a:off x="5200742" y="1183925"/>
            <a:ext cx="987838" cy="987838"/>
            <a:chOff x="3117694" y="1485700"/>
            <a:chExt cx="1824600" cy="1824600"/>
          </a:xfrm>
        </p:grpSpPr>
        <p:sp>
          <p:nvSpPr>
            <p:cNvPr id="2204" name="Google Shape;2204;p64"/>
            <p:cNvSpPr/>
            <p:nvPr/>
          </p:nvSpPr>
          <p:spPr>
            <a:xfrm>
              <a:off x="3117694" y="1485700"/>
              <a:ext cx="1824600" cy="182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05" name="Google Shape;2205;p64"/>
            <p:cNvGrpSpPr/>
            <p:nvPr/>
          </p:nvGrpSpPr>
          <p:grpSpPr>
            <a:xfrm>
              <a:off x="3497508" y="1894883"/>
              <a:ext cx="1064984" cy="1114866"/>
              <a:chOff x="-522400" y="4402550"/>
              <a:chExt cx="366150" cy="383300"/>
            </a:xfrm>
          </p:grpSpPr>
          <p:sp>
            <p:nvSpPr>
              <p:cNvPr id="2206" name="Google Shape;2206;p64"/>
              <p:cNvSpPr/>
              <p:nvPr/>
            </p:nvSpPr>
            <p:spPr>
              <a:xfrm>
                <a:off x="-512875" y="4402550"/>
                <a:ext cx="331625" cy="342425"/>
              </a:xfrm>
              <a:custGeom>
                <a:avLst/>
                <a:gdLst/>
                <a:ahLst/>
                <a:cxnLst/>
                <a:rect l="l" t="t" r="r" b="b"/>
                <a:pathLst>
                  <a:path w="13265" h="13697" extrusionOk="0">
                    <a:moveTo>
                      <a:pt x="6936" y="1"/>
                    </a:moveTo>
                    <a:cubicBezTo>
                      <a:pt x="6276" y="1"/>
                      <a:pt x="5580" y="82"/>
                      <a:pt x="4858" y="259"/>
                    </a:cubicBezTo>
                    <a:cubicBezTo>
                      <a:pt x="1001" y="1211"/>
                      <a:pt x="1" y="4795"/>
                      <a:pt x="608" y="8414"/>
                    </a:cubicBezTo>
                    <a:cubicBezTo>
                      <a:pt x="1296" y="12412"/>
                      <a:pt x="4264" y="13697"/>
                      <a:pt x="7114" y="13697"/>
                    </a:cubicBezTo>
                    <a:cubicBezTo>
                      <a:pt x="7319" y="13697"/>
                      <a:pt x="7524" y="13690"/>
                      <a:pt x="7728" y="13677"/>
                    </a:cubicBezTo>
                    <a:cubicBezTo>
                      <a:pt x="10942" y="13463"/>
                      <a:pt x="12859" y="10879"/>
                      <a:pt x="13050" y="8248"/>
                    </a:cubicBezTo>
                    <a:cubicBezTo>
                      <a:pt x="13264" y="5402"/>
                      <a:pt x="13074" y="4676"/>
                      <a:pt x="12633" y="3438"/>
                    </a:cubicBezTo>
                    <a:cubicBezTo>
                      <a:pt x="11966" y="1523"/>
                      <a:pt x="9790" y="1"/>
                      <a:pt x="6936" y="1"/>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64"/>
              <p:cNvSpPr/>
              <p:nvPr/>
            </p:nvSpPr>
            <p:spPr>
              <a:xfrm>
                <a:off x="-512875" y="4507850"/>
                <a:ext cx="70575" cy="125025"/>
              </a:xfrm>
              <a:custGeom>
                <a:avLst/>
                <a:gdLst/>
                <a:ahLst/>
                <a:cxnLst/>
                <a:rect l="l" t="t" r="r" b="b"/>
                <a:pathLst>
                  <a:path w="2823" h="5001" extrusionOk="0">
                    <a:moveTo>
                      <a:pt x="1451" y="0"/>
                    </a:moveTo>
                    <a:cubicBezTo>
                      <a:pt x="1116" y="0"/>
                      <a:pt x="790" y="66"/>
                      <a:pt x="632" y="250"/>
                    </a:cubicBezTo>
                    <a:cubicBezTo>
                      <a:pt x="96" y="893"/>
                      <a:pt x="120" y="2083"/>
                      <a:pt x="60" y="2929"/>
                    </a:cubicBezTo>
                    <a:cubicBezTo>
                      <a:pt x="1" y="3774"/>
                      <a:pt x="417" y="4691"/>
                      <a:pt x="1203" y="5000"/>
                    </a:cubicBezTo>
                    <a:lnTo>
                      <a:pt x="858" y="4548"/>
                    </a:lnTo>
                    <a:cubicBezTo>
                      <a:pt x="1489" y="4143"/>
                      <a:pt x="1786" y="3274"/>
                      <a:pt x="1525" y="2559"/>
                    </a:cubicBezTo>
                    <a:lnTo>
                      <a:pt x="1525" y="2559"/>
                    </a:lnTo>
                    <a:cubicBezTo>
                      <a:pt x="1606" y="2748"/>
                      <a:pt x="1809" y="2856"/>
                      <a:pt x="2017" y="2856"/>
                    </a:cubicBezTo>
                    <a:cubicBezTo>
                      <a:pt x="2084" y="2856"/>
                      <a:pt x="2151" y="2845"/>
                      <a:pt x="2215" y="2821"/>
                    </a:cubicBezTo>
                    <a:cubicBezTo>
                      <a:pt x="2465" y="2726"/>
                      <a:pt x="2644" y="2488"/>
                      <a:pt x="2727" y="2226"/>
                    </a:cubicBezTo>
                    <a:cubicBezTo>
                      <a:pt x="2810" y="1964"/>
                      <a:pt x="2810" y="1690"/>
                      <a:pt x="2810" y="1428"/>
                    </a:cubicBezTo>
                    <a:cubicBezTo>
                      <a:pt x="2822" y="1166"/>
                      <a:pt x="2822" y="904"/>
                      <a:pt x="2739" y="666"/>
                    </a:cubicBezTo>
                    <a:cubicBezTo>
                      <a:pt x="2668" y="428"/>
                      <a:pt x="2489" y="202"/>
                      <a:pt x="2251" y="119"/>
                    </a:cubicBezTo>
                    <a:cubicBezTo>
                      <a:pt x="2050" y="52"/>
                      <a:pt x="1747" y="0"/>
                      <a:pt x="14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64"/>
              <p:cNvSpPr/>
              <p:nvPr/>
            </p:nvSpPr>
            <p:spPr>
              <a:xfrm>
                <a:off x="-234575" y="4510000"/>
                <a:ext cx="62850" cy="122875"/>
              </a:xfrm>
              <a:custGeom>
                <a:avLst/>
                <a:gdLst/>
                <a:ahLst/>
                <a:cxnLst/>
                <a:rect l="l" t="t" r="r" b="b"/>
                <a:pathLst>
                  <a:path w="2514" h="4915" extrusionOk="0">
                    <a:moveTo>
                      <a:pt x="759" y="0"/>
                    </a:moveTo>
                    <a:cubicBezTo>
                      <a:pt x="693" y="0"/>
                      <a:pt x="627" y="10"/>
                      <a:pt x="560" y="33"/>
                    </a:cubicBezTo>
                    <a:cubicBezTo>
                      <a:pt x="322" y="116"/>
                      <a:pt x="156" y="342"/>
                      <a:pt x="72" y="580"/>
                    </a:cubicBezTo>
                    <a:cubicBezTo>
                      <a:pt x="1" y="818"/>
                      <a:pt x="1" y="1080"/>
                      <a:pt x="1" y="1342"/>
                    </a:cubicBezTo>
                    <a:cubicBezTo>
                      <a:pt x="1" y="1604"/>
                      <a:pt x="1" y="1878"/>
                      <a:pt x="84" y="2140"/>
                    </a:cubicBezTo>
                    <a:cubicBezTo>
                      <a:pt x="168" y="2402"/>
                      <a:pt x="346" y="2640"/>
                      <a:pt x="596" y="2735"/>
                    </a:cubicBezTo>
                    <a:cubicBezTo>
                      <a:pt x="660" y="2759"/>
                      <a:pt x="728" y="2770"/>
                      <a:pt x="795" y="2770"/>
                    </a:cubicBezTo>
                    <a:cubicBezTo>
                      <a:pt x="1002" y="2770"/>
                      <a:pt x="1206" y="2662"/>
                      <a:pt x="1287" y="2473"/>
                    </a:cubicBezTo>
                    <a:lnTo>
                      <a:pt x="1287" y="2473"/>
                    </a:lnTo>
                    <a:cubicBezTo>
                      <a:pt x="1037" y="3188"/>
                      <a:pt x="1322" y="4057"/>
                      <a:pt x="1954" y="4462"/>
                    </a:cubicBezTo>
                    <a:lnTo>
                      <a:pt x="1608" y="4914"/>
                    </a:lnTo>
                    <a:cubicBezTo>
                      <a:pt x="2394" y="4605"/>
                      <a:pt x="2513" y="3831"/>
                      <a:pt x="2454" y="2985"/>
                    </a:cubicBezTo>
                    <a:cubicBezTo>
                      <a:pt x="2394" y="2140"/>
                      <a:pt x="2239" y="1235"/>
                      <a:pt x="1703" y="592"/>
                    </a:cubicBezTo>
                    <a:cubicBezTo>
                      <a:pt x="1452" y="301"/>
                      <a:pt x="1116" y="0"/>
                      <a:pt x="7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64"/>
              <p:cNvSpPr/>
              <p:nvPr/>
            </p:nvSpPr>
            <p:spPr>
              <a:xfrm>
                <a:off x="-245275" y="4590325"/>
                <a:ext cx="80925" cy="91600"/>
              </a:xfrm>
              <a:custGeom>
                <a:avLst/>
                <a:gdLst/>
                <a:ahLst/>
                <a:cxnLst/>
                <a:rect l="l" t="t" r="r" b="b"/>
                <a:pathLst>
                  <a:path w="3237" h="3664" extrusionOk="0">
                    <a:moveTo>
                      <a:pt x="1631" y="0"/>
                    </a:moveTo>
                    <a:cubicBezTo>
                      <a:pt x="1165" y="0"/>
                      <a:pt x="774" y="141"/>
                      <a:pt x="774" y="141"/>
                    </a:cubicBezTo>
                    <a:cubicBezTo>
                      <a:pt x="774" y="141"/>
                      <a:pt x="0" y="1975"/>
                      <a:pt x="72" y="2618"/>
                    </a:cubicBezTo>
                    <a:cubicBezTo>
                      <a:pt x="142" y="3313"/>
                      <a:pt x="720" y="3664"/>
                      <a:pt x="1358" y="3664"/>
                    </a:cubicBezTo>
                    <a:cubicBezTo>
                      <a:pt x="2240" y="3664"/>
                      <a:pt x="3236" y="2995"/>
                      <a:pt x="3167" y="1642"/>
                    </a:cubicBezTo>
                    <a:cubicBezTo>
                      <a:pt x="3098" y="282"/>
                      <a:pt x="2289" y="0"/>
                      <a:pt x="1631" y="0"/>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64"/>
              <p:cNvSpPr/>
              <p:nvPr/>
            </p:nvSpPr>
            <p:spPr>
              <a:xfrm>
                <a:off x="-238125" y="4608525"/>
                <a:ext cx="63125" cy="50525"/>
              </a:xfrm>
              <a:custGeom>
                <a:avLst/>
                <a:gdLst/>
                <a:ahLst/>
                <a:cxnLst/>
                <a:rect l="l" t="t" r="r" b="b"/>
                <a:pathLst>
                  <a:path w="2525" h="2021" extrusionOk="0">
                    <a:moveTo>
                      <a:pt x="1528" y="0"/>
                    </a:moveTo>
                    <a:cubicBezTo>
                      <a:pt x="1304" y="0"/>
                      <a:pt x="1075" y="76"/>
                      <a:pt x="845" y="223"/>
                    </a:cubicBezTo>
                    <a:cubicBezTo>
                      <a:pt x="0" y="795"/>
                      <a:pt x="536" y="1985"/>
                      <a:pt x="536" y="1997"/>
                    </a:cubicBezTo>
                    <a:cubicBezTo>
                      <a:pt x="548" y="2009"/>
                      <a:pt x="560" y="2021"/>
                      <a:pt x="583" y="2021"/>
                    </a:cubicBezTo>
                    <a:lnTo>
                      <a:pt x="595" y="2021"/>
                    </a:lnTo>
                    <a:cubicBezTo>
                      <a:pt x="619" y="2009"/>
                      <a:pt x="631" y="1985"/>
                      <a:pt x="619" y="1961"/>
                    </a:cubicBezTo>
                    <a:cubicBezTo>
                      <a:pt x="619" y="1949"/>
                      <a:pt x="119" y="830"/>
                      <a:pt x="905" y="306"/>
                    </a:cubicBezTo>
                    <a:cubicBezTo>
                      <a:pt x="1115" y="169"/>
                      <a:pt x="1318" y="95"/>
                      <a:pt x="1520" y="95"/>
                    </a:cubicBezTo>
                    <a:cubicBezTo>
                      <a:pt x="1581" y="95"/>
                      <a:pt x="1642" y="102"/>
                      <a:pt x="1703" y="116"/>
                    </a:cubicBezTo>
                    <a:cubicBezTo>
                      <a:pt x="2155" y="211"/>
                      <a:pt x="2429" y="640"/>
                      <a:pt x="2429" y="640"/>
                    </a:cubicBezTo>
                    <a:cubicBezTo>
                      <a:pt x="2438" y="657"/>
                      <a:pt x="2453" y="668"/>
                      <a:pt x="2469" y="668"/>
                    </a:cubicBezTo>
                    <a:cubicBezTo>
                      <a:pt x="2476" y="668"/>
                      <a:pt x="2482" y="667"/>
                      <a:pt x="2488" y="664"/>
                    </a:cubicBezTo>
                    <a:cubicBezTo>
                      <a:pt x="2512" y="652"/>
                      <a:pt x="2524" y="616"/>
                      <a:pt x="2500" y="592"/>
                    </a:cubicBezTo>
                    <a:cubicBezTo>
                      <a:pt x="2488" y="580"/>
                      <a:pt x="2215" y="128"/>
                      <a:pt x="1726" y="21"/>
                    </a:cubicBezTo>
                    <a:cubicBezTo>
                      <a:pt x="1661" y="7"/>
                      <a:pt x="1595" y="0"/>
                      <a:pt x="1528" y="0"/>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64"/>
              <p:cNvSpPr/>
              <p:nvPr/>
            </p:nvSpPr>
            <p:spPr>
              <a:xfrm>
                <a:off x="-228900" y="4627775"/>
                <a:ext cx="35150" cy="8675"/>
              </a:xfrm>
              <a:custGeom>
                <a:avLst/>
                <a:gdLst/>
                <a:ahLst/>
                <a:cxnLst/>
                <a:rect l="l" t="t" r="r" b="b"/>
                <a:pathLst>
                  <a:path w="1406" h="347" extrusionOk="0">
                    <a:moveTo>
                      <a:pt x="635" y="0"/>
                    </a:moveTo>
                    <a:cubicBezTo>
                      <a:pt x="429" y="0"/>
                      <a:pt x="209" y="66"/>
                      <a:pt x="12" y="263"/>
                    </a:cubicBezTo>
                    <a:cubicBezTo>
                      <a:pt x="0" y="275"/>
                      <a:pt x="0" y="310"/>
                      <a:pt x="12" y="322"/>
                    </a:cubicBezTo>
                    <a:cubicBezTo>
                      <a:pt x="24" y="334"/>
                      <a:pt x="36" y="340"/>
                      <a:pt x="48" y="340"/>
                    </a:cubicBezTo>
                    <a:cubicBezTo>
                      <a:pt x="60" y="340"/>
                      <a:pt x="72" y="334"/>
                      <a:pt x="83" y="322"/>
                    </a:cubicBezTo>
                    <a:cubicBezTo>
                      <a:pt x="257" y="148"/>
                      <a:pt x="452" y="90"/>
                      <a:pt x="636" y="90"/>
                    </a:cubicBezTo>
                    <a:cubicBezTo>
                      <a:pt x="1004" y="90"/>
                      <a:pt x="1326" y="326"/>
                      <a:pt x="1334" y="334"/>
                    </a:cubicBezTo>
                    <a:cubicBezTo>
                      <a:pt x="1334" y="334"/>
                      <a:pt x="1346" y="346"/>
                      <a:pt x="1357" y="346"/>
                    </a:cubicBezTo>
                    <a:cubicBezTo>
                      <a:pt x="1369" y="346"/>
                      <a:pt x="1381" y="334"/>
                      <a:pt x="1393" y="322"/>
                    </a:cubicBezTo>
                    <a:cubicBezTo>
                      <a:pt x="1405" y="298"/>
                      <a:pt x="1405" y="275"/>
                      <a:pt x="1381" y="251"/>
                    </a:cubicBezTo>
                    <a:cubicBezTo>
                      <a:pt x="1381" y="251"/>
                      <a:pt x="1037" y="0"/>
                      <a:pt x="635" y="0"/>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64"/>
              <p:cNvSpPr/>
              <p:nvPr/>
            </p:nvSpPr>
            <p:spPr>
              <a:xfrm>
                <a:off x="-500975" y="4584625"/>
                <a:ext cx="344725" cy="201225"/>
              </a:xfrm>
              <a:custGeom>
                <a:avLst/>
                <a:gdLst/>
                <a:ahLst/>
                <a:cxnLst/>
                <a:rect l="l" t="t" r="r" b="b"/>
                <a:pathLst>
                  <a:path w="13789" h="8049" extrusionOk="0">
                    <a:moveTo>
                      <a:pt x="11800" y="0"/>
                    </a:moveTo>
                    <a:cubicBezTo>
                      <a:pt x="11800" y="0"/>
                      <a:pt x="11681" y="453"/>
                      <a:pt x="10038" y="2274"/>
                    </a:cubicBezTo>
                    <a:cubicBezTo>
                      <a:pt x="9741" y="2603"/>
                      <a:pt x="9429" y="2711"/>
                      <a:pt x="9103" y="2711"/>
                    </a:cubicBezTo>
                    <a:cubicBezTo>
                      <a:pt x="8489" y="2711"/>
                      <a:pt x="7823" y="2331"/>
                      <a:pt x="7104" y="2331"/>
                    </a:cubicBezTo>
                    <a:cubicBezTo>
                      <a:pt x="7070" y="2331"/>
                      <a:pt x="7036" y="2332"/>
                      <a:pt x="7002" y="2334"/>
                    </a:cubicBezTo>
                    <a:cubicBezTo>
                      <a:pt x="5847" y="2394"/>
                      <a:pt x="5347" y="2620"/>
                      <a:pt x="4085" y="2655"/>
                    </a:cubicBezTo>
                    <a:cubicBezTo>
                      <a:pt x="4078" y="2656"/>
                      <a:pt x="4072" y="2656"/>
                      <a:pt x="4065" y="2656"/>
                    </a:cubicBezTo>
                    <a:cubicBezTo>
                      <a:pt x="2817" y="2656"/>
                      <a:pt x="2462" y="405"/>
                      <a:pt x="709" y="405"/>
                    </a:cubicBezTo>
                    <a:cubicBezTo>
                      <a:pt x="695" y="405"/>
                      <a:pt x="681" y="405"/>
                      <a:pt x="668" y="405"/>
                    </a:cubicBezTo>
                    <a:cubicBezTo>
                      <a:pt x="668" y="405"/>
                      <a:pt x="1" y="8049"/>
                      <a:pt x="6764" y="8049"/>
                    </a:cubicBezTo>
                    <a:cubicBezTo>
                      <a:pt x="13788" y="8049"/>
                      <a:pt x="11800" y="1"/>
                      <a:pt x="118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64"/>
              <p:cNvSpPr/>
              <p:nvPr/>
            </p:nvSpPr>
            <p:spPr>
              <a:xfrm>
                <a:off x="-333675" y="4666100"/>
                <a:ext cx="24425" cy="16175"/>
              </a:xfrm>
              <a:custGeom>
                <a:avLst/>
                <a:gdLst/>
                <a:ahLst/>
                <a:cxnLst/>
                <a:rect l="l" t="t" r="r" b="b"/>
                <a:pathLst>
                  <a:path w="977" h="647" extrusionOk="0">
                    <a:moveTo>
                      <a:pt x="50" y="1"/>
                    </a:moveTo>
                    <a:cubicBezTo>
                      <a:pt x="45" y="1"/>
                      <a:pt x="40" y="1"/>
                      <a:pt x="36" y="4"/>
                    </a:cubicBezTo>
                    <a:cubicBezTo>
                      <a:pt x="12" y="4"/>
                      <a:pt x="0" y="27"/>
                      <a:pt x="0" y="51"/>
                    </a:cubicBezTo>
                    <a:cubicBezTo>
                      <a:pt x="0" y="63"/>
                      <a:pt x="83" y="647"/>
                      <a:pt x="798" y="647"/>
                    </a:cubicBezTo>
                    <a:lnTo>
                      <a:pt x="929" y="647"/>
                    </a:lnTo>
                    <a:cubicBezTo>
                      <a:pt x="965" y="635"/>
                      <a:pt x="976" y="611"/>
                      <a:pt x="976" y="587"/>
                    </a:cubicBezTo>
                    <a:cubicBezTo>
                      <a:pt x="976" y="563"/>
                      <a:pt x="953" y="551"/>
                      <a:pt x="929" y="551"/>
                    </a:cubicBezTo>
                    <a:cubicBezTo>
                      <a:pt x="884" y="556"/>
                      <a:pt x="841" y="558"/>
                      <a:pt x="801" y="558"/>
                    </a:cubicBezTo>
                    <a:cubicBezTo>
                      <a:pt x="169" y="558"/>
                      <a:pt x="95" y="62"/>
                      <a:pt x="95" y="39"/>
                    </a:cubicBezTo>
                    <a:cubicBezTo>
                      <a:pt x="95" y="20"/>
                      <a:pt x="72" y="1"/>
                      <a:pt x="50"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64"/>
              <p:cNvSpPr/>
              <p:nvPr/>
            </p:nvSpPr>
            <p:spPr>
              <a:xfrm>
                <a:off x="-432200" y="4543125"/>
                <a:ext cx="65500" cy="35500"/>
              </a:xfrm>
              <a:custGeom>
                <a:avLst/>
                <a:gdLst/>
                <a:ahLst/>
                <a:cxnLst/>
                <a:rect l="l" t="t" r="r" b="b"/>
                <a:pathLst>
                  <a:path w="2620" h="1420" extrusionOk="0">
                    <a:moveTo>
                      <a:pt x="2050" y="1"/>
                    </a:moveTo>
                    <a:cubicBezTo>
                      <a:pt x="1822" y="1"/>
                      <a:pt x="1488" y="101"/>
                      <a:pt x="988" y="363"/>
                    </a:cubicBezTo>
                    <a:cubicBezTo>
                      <a:pt x="0" y="875"/>
                      <a:pt x="464" y="1291"/>
                      <a:pt x="464" y="1291"/>
                    </a:cubicBezTo>
                    <a:cubicBezTo>
                      <a:pt x="557" y="1379"/>
                      <a:pt x="676" y="1420"/>
                      <a:pt x="824" y="1420"/>
                    </a:cubicBezTo>
                    <a:cubicBezTo>
                      <a:pt x="1077" y="1420"/>
                      <a:pt x="1412" y="1300"/>
                      <a:pt x="1834" y="1089"/>
                    </a:cubicBezTo>
                    <a:cubicBezTo>
                      <a:pt x="2393" y="803"/>
                      <a:pt x="2620" y="458"/>
                      <a:pt x="2465" y="220"/>
                    </a:cubicBezTo>
                    <a:cubicBezTo>
                      <a:pt x="2389" y="92"/>
                      <a:pt x="2268" y="1"/>
                      <a:pt x="20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64"/>
              <p:cNvSpPr/>
              <p:nvPr/>
            </p:nvSpPr>
            <p:spPr>
              <a:xfrm>
                <a:off x="-389050" y="4598325"/>
                <a:ext cx="23850" cy="28600"/>
              </a:xfrm>
              <a:custGeom>
                <a:avLst/>
                <a:gdLst/>
                <a:ahLst/>
                <a:cxnLst/>
                <a:rect l="l" t="t" r="r" b="b"/>
                <a:pathLst>
                  <a:path w="954" h="1144" extrusionOk="0">
                    <a:moveTo>
                      <a:pt x="477" y="0"/>
                    </a:moveTo>
                    <a:cubicBezTo>
                      <a:pt x="215" y="0"/>
                      <a:pt x="1" y="250"/>
                      <a:pt x="1" y="572"/>
                    </a:cubicBezTo>
                    <a:cubicBezTo>
                      <a:pt x="1" y="893"/>
                      <a:pt x="215" y="1143"/>
                      <a:pt x="477" y="1143"/>
                    </a:cubicBezTo>
                    <a:cubicBezTo>
                      <a:pt x="739" y="1143"/>
                      <a:pt x="953" y="893"/>
                      <a:pt x="953" y="572"/>
                    </a:cubicBezTo>
                    <a:cubicBezTo>
                      <a:pt x="953" y="250"/>
                      <a:pt x="739" y="0"/>
                      <a:pt x="4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64"/>
              <p:cNvSpPr/>
              <p:nvPr/>
            </p:nvSpPr>
            <p:spPr>
              <a:xfrm>
                <a:off x="-273850" y="4543125"/>
                <a:ext cx="65500" cy="35500"/>
              </a:xfrm>
              <a:custGeom>
                <a:avLst/>
                <a:gdLst/>
                <a:ahLst/>
                <a:cxnLst/>
                <a:rect l="l" t="t" r="r" b="b"/>
                <a:pathLst>
                  <a:path w="2620" h="1420" extrusionOk="0">
                    <a:moveTo>
                      <a:pt x="568" y="1"/>
                    </a:moveTo>
                    <a:cubicBezTo>
                      <a:pt x="349" y="1"/>
                      <a:pt x="225" y="92"/>
                      <a:pt x="143" y="220"/>
                    </a:cubicBezTo>
                    <a:cubicBezTo>
                      <a:pt x="0" y="458"/>
                      <a:pt x="226" y="803"/>
                      <a:pt x="786" y="1089"/>
                    </a:cubicBezTo>
                    <a:cubicBezTo>
                      <a:pt x="1207" y="1300"/>
                      <a:pt x="1538" y="1420"/>
                      <a:pt x="1791" y="1420"/>
                    </a:cubicBezTo>
                    <a:cubicBezTo>
                      <a:pt x="1938" y="1420"/>
                      <a:pt x="2059" y="1379"/>
                      <a:pt x="2155" y="1291"/>
                    </a:cubicBezTo>
                    <a:cubicBezTo>
                      <a:pt x="2155" y="1291"/>
                      <a:pt x="2620" y="875"/>
                      <a:pt x="1631" y="363"/>
                    </a:cubicBezTo>
                    <a:cubicBezTo>
                      <a:pt x="1132" y="101"/>
                      <a:pt x="798" y="1"/>
                      <a:pt x="56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64"/>
              <p:cNvSpPr/>
              <p:nvPr/>
            </p:nvSpPr>
            <p:spPr>
              <a:xfrm>
                <a:off x="-272675" y="4602475"/>
                <a:ext cx="23550" cy="28600"/>
              </a:xfrm>
              <a:custGeom>
                <a:avLst/>
                <a:gdLst/>
                <a:ahLst/>
                <a:cxnLst/>
                <a:rect l="l" t="t" r="r" b="b"/>
                <a:pathLst>
                  <a:path w="942" h="1144" extrusionOk="0">
                    <a:moveTo>
                      <a:pt x="465" y="1"/>
                    </a:moveTo>
                    <a:cubicBezTo>
                      <a:pt x="203" y="1"/>
                      <a:pt x="1" y="251"/>
                      <a:pt x="1" y="572"/>
                    </a:cubicBezTo>
                    <a:cubicBezTo>
                      <a:pt x="1" y="894"/>
                      <a:pt x="203" y="1144"/>
                      <a:pt x="465" y="1144"/>
                    </a:cubicBezTo>
                    <a:cubicBezTo>
                      <a:pt x="727" y="1144"/>
                      <a:pt x="941" y="894"/>
                      <a:pt x="941" y="572"/>
                    </a:cubicBezTo>
                    <a:cubicBezTo>
                      <a:pt x="941" y="251"/>
                      <a:pt x="727"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64"/>
              <p:cNvSpPr/>
              <p:nvPr/>
            </p:nvSpPr>
            <p:spPr>
              <a:xfrm>
                <a:off x="-521150" y="4602725"/>
                <a:ext cx="80925" cy="91700"/>
              </a:xfrm>
              <a:custGeom>
                <a:avLst/>
                <a:gdLst/>
                <a:ahLst/>
                <a:cxnLst/>
                <a:rect l="l" t="t" r="r" b="b"/>
                <a:pathLst>
                  <a:path w="3237" h="3668" extrusionOk="0">
                    <a:moveTo>
                      <a:pt x="1599" y="1"/>
                    </a:moveTo>
                    <a:cubicBezTo>
                      <a:pt x="942" y="1"/>
                      <a:pt x="139" y="284"/>
                      <a:pt x="70" y="1646"/>
                    </a:cubicBezTo>
                    <a:cubicBezTo>
                      <a:pt x="1" y="2999"/>
                      <a:pt x="997" y="3668"/>
                      <a:pt x="1878" y="3668"/>
                    </a:cubicBezTo>
                    <a:cubicBezTo>
                      <a:pt x="2517" y="3668"/>
                      <a:pt x="3095" y="3317"/>
                      <a:pt x="3165" y="2622"/>
                    </a:cubicBezTo>
                    <a:cubicBezTo>
                      <a:pt x="3237" y="1979"/>
                      <a:pt x="2463" y="146"/>
                      <a:pt x="2463" y="146"/>
                    </a:cubicBezTo>
                    <a:cubicBezTo>
                      <a:pt x="2463" y="146"/>
                      <a:pt x="2068" y="1"/>
                      <a:pt x="1599" y="1"/>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64"/>
              <p:cNvSpPr/>
              <p:nvPr/>
            </p:nvSpPr>
            <p:spPr>
              <a:xfrm>
                <a:off x="-510500" y="4620975"/>
                <a:ext cx="63125" cy="50575"/>
              </a:xfrm>
              <a:custGeom>
                <a:avLst/>
                <a:gdLst/>
                <a:ahLst/>
                <a:cxnLst/>
                <a:rect l="l" t="t" r="r" b="b"/>
                <a:pathLst>
                  <a:path w="2525" h="2023" extrusionOk="0">
                    <a:moveTo>
                      <a:pt x="1010" y="1"/>
                    </a:moveTo>
                    <a:cubicBezTo>
                      <a:pt x="939" y="1"/>
                      <a:pt x="868" y="8"/>
                      <a:pt x="799" y="23"/>
                    </a:cubicBezTo>
                    <a:cubicBezTo>
                      <a:pt x="310" y="130"/>
                      <a:pt x="37" y="570"/>
                      <a:pt x="25" y="594"/>
                    </a:cubicBezTo>
                    <a:cubicBezTo>
                      <a:pt x="1" y="618"/>
                      <a:pt x="13" y="642"/>
                      <a:pt x="37" y="654"/>
                    </a:cubicBezTo>
                    <a:cubicBezTo>
                      <a:pt x="46" y="663"/>
                      <a:pt x="55" y="667"/>
                      <a:pt x="63" y="667"/>
                    </a:cubicBezTo>
                    <a:cubicBezTo>
                      <a:pt x="77" y="667"/>
                      <a:pt x="89" y="657"/>
                      <a:pt x="96" y="642"/>
                    </a:cubicBezTo>
                    <a:cubicBezTo>
                      <a:pt x="96" y="642"/>
                      <a:pt x="370" y="213"/>
                      <a:pt x="822" y="118"/>
                    </a:cubicBezTo>
                    <a:cubicBezTo>
                      <a:pt x="887" y="103"/>
                      <a:pt x="952" y="96"/>
                      <a:pt x="1017" y="96"/>
                    </a:cubicBezTo>
                    <a:cubicBezTo>
                      <a:pt x="1214" y="96"/>
                      <a:pt x="1414" y="165"/>
                      <a:pt x="1620" y="308"/>
                    </a:cubicBezTo>
                    <a:cubicBezTo>
                      <a:pt x="2406" y="820"/>
                      <a:pt x="1906" y="1940"/>
                      <a:pt x="1906" y="1952"/>
                    </a:cubicBezTo>
                    <a:cubicBezTo>
                      <a:pt x="1894" y="1975"/>
                      <a:pt x="1906" y="2011"/>
                      <a:pt x="1930" y="2023"/>
                    </a:cubicBezTo>
                    <a:lnTo>
                      <a:pt x="1942" y="2023"/>
                    </a:lnTo>
                    <a:cubicBezTo>
                      <a:pt x="1965" y="2023"/>
                      <a:pt x="1977" y="2011"/>
                      <a:pt x="1989" y="1999"/>
                    </a:cubicBezTo>
                    <a:cubicBezTo>
                      <a:pt x="1989" y="1987"/>
                      <a:pt x="2525" y="797"/>
                      <a:pt x="1680" y="225"/>
                    </a:cubicBezTo>
                    <a:cubicBezTo>
                      <a:pt x="1455" y="72"/>
                      <a:pt x="1230" y="1"/>
                      <a:pt x="1010"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64"/>
              <p:cNvSpPr/>
              <p:nvPr/>
            </p:nvSpPr>
            <p:spPr>
              <a:xfrm>
                <a:off x="-491750" y="4640275"/>
                <a:ext cx="35150" cy="8525"/>
              </a:xfrm>
              <a:custGeom>
                <a:avLst/>
                <a:gdLst/>
                <a:ahLst/>
                <a:cxnLst/>
                <a:rect l="l" t="t" r="r" b="b"/>
                <a:pathLst>
                  <a:path w="1406" h="341" extrusionOk="0">
                    <a:moveTo>
                      <a:pt x="771" y="0"/>
                    </a:moveTo>
                    <a:cubicBezTo>
                      <a:pt x="369" y="0"/>
                      <a:pt x="25" y="251"/>
                      <a:pt x="25" y="251"/>
                    </a:cubicBezTo>
                    <a:cubicBezTo>
                      <a:pt x="1" y="275"/>
                      <a:pt x="1" y="298"/>
                      <a:pt x="13" y="322"/>
                    </a:cubicBezTo>
                    <a:cubicBezTo>
                      <a:pt x="25" y="334"/>
                      <a:pt x="37" y="334"/>
                      <a:pt x="49" y="334"/>
                    </a:cubicBezTo>
                    <a:lnTo>
                      <a:pt x="72" y="334"/>
                    </a:lnTo>
                    <a:cubicBezTo>
                      <a:pt x="80" y="326"/>
                      <a:pt x="402" y="90"/>
                      <a:pt x="770" y="90"/>
                    </a:cubicBezTo>
                    <a:cubicBezTo>
                      <a:pt x="954" y="90"/>
                      <a:pt x="1149" y="148"/>
                      <a:pt x="1322" y="322"/>
                    </a:cubicBezTo>
                    <a:cubicBezTo>
                      <a:pt x="1334" y="334"/>
                      <a:pt x="1346" y="340"/>
                      <a:pt x="1358" y="340"/>
                    </a:cubicBezTo>
                    <a:cubicBezTo>
                      <a:pt x="1370" y="340"/>
                      <a:pt x="1382" y="334"/>
                      <a:pt x="1394" y="322"/>
                    </a:cubicBezTo>
                    <a:cubicBezTo>
                      <a:pt x="1406" y="310"/>
                      <a:pt x="1406" y="275"/>
                      <a:pt x="1394" y="263"/>
                    </a:cubicBezTo>
                    <a:cubicBezTo>
                      <a:pt x="1197" y="66"/>
                      <a:pt x="976" y="0"/>
                      <a:pt x="771" y="0"/>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64"/>
              <p:cNvSpPr/>
              <p:nvPr/>
            </p:nvSpPr>
            <p:spPr>
              <a:xfrm>
                <a:off x="-338750" y="4523600"/>
                <a:ext cx="47950" cy="119975"/>
              </a:xfrm>
              <a:custGeom>
                <a:avLst/>
                <a:gdLst/>
                <a:ahLst/>
                <a:cxnLst/>
                <a:rect l="l" t="t" r="r" b="b"/>
                <a:pathLst>
                  <a:path w="1918" h="4799" extrusionOk="0">
                    <a:moveTo>
                      <a:pt x="263" y="1"/>
                    </a:moveTo>
                    <a:cubicBezTo>
                      <a:pt x="227" y="1"/>
                      <a:pt x="203" y="13"/>
                      <a:pt x="203" y="48"/>
                    </a:cubicBezTo>
                    <a:cubicBezTo>
                      <a:pt x="191" y="346"/>
                      <a:pt x="1" y="3025"/>
                      <a:pt x="215" y="3358"/>
                    </a:cubicBezTo>
                    <a:cubicBezTo>
                      <a:pt x="282" y="3466"/>
                      <a:pt x="391" y="3558"/>
                      <a:pt x="578" y="3558"/>
                    </a:cubicBezTo>
                    <a:cubicBezTo>
                      <a:pt x="723" y="3558"/>
                      <a:pt x="914" y="3503"/>
                      <a:pt x="1168" y="3358"/>
                    </a:cubicBezTo>
                    <a:cubicBezTo>
                      <a:pt x="1179" y="3358"/>
                      <a:pt x="1179" y="3346"/>
                      <a:pt x="1191" y="3346"/>
                    </a:cubicBezTo>
                    <a:cubicBezTo>
                      <a:pt x="1261" y="3309"/>
                      <a:pt x="1328" y="3291"/>
                      <a:pt x="1391" y="3291"/>
                    </a:cubicBezTo>
                    <a:cubicBezTo>
                      <a:pt x="1467" y="3291"/>
                      <a:pt x="1537" y="3318"/>
                      <a:pt x="1596" y="3370"/>
                    </a:cubicBezTo>
                    <a:cubicBezTo>
                      <a:pt x="1775" y="3549"/>
                      <a:pt x="1810" y="3942"/>
                      <a:pt x="1679" y="4203"/>
                    </a:cubicBezTo>
                    <a:cubicBezTo>
                      <a:pt x="1513" y="4537"/>
                      <a:pt x="1144" y="4704"/>
                      <a:pt x="1144" y="4715"/>
                    </a:cubicBezTo>
                    <a:cubicBezTo>
                      <a:pt x="1120" y="4727"/>
                      <a:pt x="1108" y="4751"/>
                      <a:pt x="1120" y="4775"/>
                    </a:cubicBezTo>
                    <a:cubicBezTo>
                      <a:pt x="1120" y="4787"/>
                      <a:pt x="1144" y="4799"/>
                      <a:pt x="1156" y="4799"/>
                    </a:cubicBezTo>
                    <a:lnTo>
                      <a:pt x="1179" y="4799"/>
                    </a:lnTo>
                    <a:cubicBezTo>
                      <a:pt x="1191" y="4787"/>
                      <a:pt x="1584" y="4608"/>
                      <a:pt x="1763" y="4239"/>
                    </a:cubicBezTo>
                    <a:cubicBezTo>
                      <a:pt x="1918" y="3942"/>
                      <a:pt x="1870" y="3501"/>
                      <a:pt x="1668" y="3311"/>
                    </a:cubicBezTo>
                    <a:cubicBezTo>
                      <a:pt x="1585" y="3235"/>
                      <a:pt x="1492" y="3195"/>
                      <a:pt x="1388" y="3195"/>
                    </a:cubicBezTo>
                    <a:cubicBezTo>
                      <a:pt x="1312" y="3195"/>
                      <a:pt x="1230" y="3217"/>
                      <a:pt x="1144" y="3263"/>
                    </a:cubicBezTo>
                    <a:cubicBezTo>
                      <a:pt x="1144" y="3263"/>
                      <a:pt x="1132" y="3275"/>
                      <a:pt x="1120" y="3287"/>
                    </a:cubicBezTo>
                    <a:cubicBezTo>
                      <a:pt x="906" y="3409"/>
                      <a:pt x="730" y="3468"/>
                      <a:pt x="591" y="3468"/>
                    </a:cubicBezTo>
                    <a:cubicBezTo>
                      <a:pt x="460" y="3468"/>
                      <a:pt x="362" y="3415"/>
                      <a:pt x="298" y="3311"/>
                    </a:cubicBezTo>
                    <a:cubicBezTo>
                      <a:pt x="132" y="3049"/>
                      <a:pt x="239" y="870"/>
                      <a:pt x="298" y="48"/>
                    </a:cubicBezTo>
                    <a:cubicBezTo>
                      <a:pt x="298" y="24"/>
                      <a:pt x="286" y="1"/>
                      <a:pt x="263"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64"/>
              <p:cNvSpPr/>
              <p:nvPr/>
            </p:nvSpPr>
            <p:spPr>
              <a:xfrm>
                <a:off x="-522400" y="4554825"/>
                <a:ext cx="339650" cy="112875"/>
              </a:xfrm>
              <a:custGeom>
                <a:avLst/>
                <a:gdLst/>
                <a:ahLst/>
                <a:cxnLst/>
                <a:rect l="l" t="t" r="r" b="b"/>
                <a:pathLst>
                  <a:path w="13586" h="4515" extrusionOk="0">
                    <a:moveTo>
                      <a:pt x="5422" y="108"/>
                    </a:moveTo>
                    <a:cubicBezTo>
                      <a:pt x="5436" y="108"/>
                      <a:pt x="5451" y="109"/>
                      <a:pt x="5466" y="109"/>
                    </a:cubicBezTo>
                    <a:cubicBezTo>
                      <a:pt x="6609" y="145"/>
                      <a:pt x="7513" y="1097"/>
                      <a:pt x="7478" y="2228"/>
                    </a:cubicBezTo>
                    <a:cubicBezTo>
                      <a:pt x="7454" y="3349"/>
                      <a:pt x="6537" y="4241"/>
                      <a:pt x="5424" y="4241"/>
                    </a:cubicBezTo>
                    <a:cubicBezTo>
                      <a:pt x="5402" y="4241"/>
                      <a:pt x="5380" y="4241"/>
                      <a:pt x="5358" y="4240"/>
                    </a:cubicBezTo>
                    <a:cubicBezTo>
                      <a:pt x="4227" y="4205"/>
                      <a:pt x="3322" y="3264"/>
                      <a:pt x="3358" y="2121"/>
                    </a:cubicBezTo>
                    <a:cubicBezTo>
                      <a:pt x="3382" y="1005"/>
                      <a:pt x="4310" y="108"/>
                      <a:pt x="5422" y="108"/>
                    </a:cubicBezTo>
                    <a:close/>
                    <a:moveTo>
                      <a:pt x="11365" y="275"/>
                    </a:moveTo>
                    <a:cubicBezTo>
                      <a:pt x="11387" y="275"/>
                      <a:pt x="11409" y="275"/>
                      <a:pt x="11431" y="276"/>
                    </a:cubicBezTo>
                    <a:cubicBezTo>
                      <a:pt x="12562" y="299"/>
                      <a:pt x="13467" y="1252"/>
                      <a:pt x="13431" y="2383"/>
                    </a:cubicBezTo>
                    <a:cubicBezTo>
                      <a:pt x="13407" y="3511"/>
                      <a:pt x="12479" y="4396"/>
                      <a:pt x="11368" y="4396"/>
                    </a:cubicBezTo>
                    <a:cubicBezTo>
                      <a:pt x="11353" y="4396"/>
                      <a:pt x="11338" y="4395"/>
                      <a:pt x="11323" y="4395"/>
                    </a:cubicBezTo>
                    <a:cubicBezTo>
                      <a:pt x="10180" y="4371"/>
                      <a:pt x="9276" y="3419"/>
                      <a:pt x="9311" y="2276"/>
                    </a:cubicBezTo>
                    <a:cubicBezTo>
                      <a:pt x="9335" y="1166"/>
                      <a:pt x="10251" y="275"/>
                      <a:pt x="11365" y="275"/>
                    </a:cubicBezTo>
                    <a:close/>
                    <a:moveTo>
                      <a:pt x="5411" y="1"/>
                    </a:moveTo>
                    <a:cubicBezTo>
                      <a:pt x="4250" y="1"/>
                      <a:pt x="3297" y="916"/>
                      <a:pt x="3239" y="2062"/>
                    </a:cubicBezTo>
                    <a:lnTo>
                      <a:pt x="632" y="2002"/>
                    </a:lnTo>
                    <a:cubicBezTo>
                      <a:pt x="620" y="2002"/>
                      <a:pt x="620" y="2002"/>
                      <a:pt x="608" y="2014"/>
                    </a:cubicBezTo>
                    <a:cubicBezTo>
                      <a:pt x="584" y="2014"/>
                      <a:pt x="36" y="2216"/>
                      <a:pt x="1" y="2740"/>
                    </a:cubicBezTo>
                    <a:cubicBezTo>
                      <a:pt x="1" y="2764"/>
                      <a:pt x="24" y="2800"/>
                      <a:pt x="48" y="2800"/>
                    </a:cubicBezTo>
                    <a:lnTo>
                      <a:pt x="60" y="2800"/>
                    </a:lnTo>
                    <a:cubicBezTo>
                      <a:pt x="84" y="2800"/>
                      <a:pt x="108" y="2776"/>
                      <a:pt x="120" y="2740"/>
                    </a:cubicBezTo>
                    <a:cubicBezTo>
                      <a:pt x="143" y="2335"/>
                      <a:pt x="572" y="2145"/>
                      <a:pt x="632" y="2121"/>
                    </a:cubicBezTo>
                    <a:lnTo>
                      <a:pt x="3239" y="2181"/>
                    </a:lnTo>
                    <a:cubicBezTo>
                      <a:pt x="3239" y="3359"/>
                      <a:pt x="4180" y="4324"/>
                      <a:pt x="5358" y="4359"/>
                    </a:cubicBezTo>
                    <a:cubicBezTo>
                      <a:pt x="5373" y="4360"/>
                      <a:pt x="5388" y="4360"/>
                      <a:pt x="5402" y="4360"/>
                    </a:cubicBezTo>
                    <a:cubicBezTo>
                      <a:pt x="6585" y="4360"/>
                      <a:pt x="7561" y="3416"/>
                      <a:pt x="7597" y="2228"/>
                    </a:cubicBezTo>
                    <a:cubicBezTo>
                      <a:pt x="7597" y="2145"/>
                      <a:pt x="7597" y="2050"/>
                      <a:pt x="7585" y="1966"/>
                    </a:cubicBezTo>
                    <a:cubicBezTo>
                      <a:pt x="7678" y="1916"/>
                      <a:pt x="7990" y="1783"/>
                      <a:pt x="8382" y="1783"/>
                    </a:cubicBezTo>
                    <a:cubicBezTo>
                      <a:pt x="8638" y="1783"/>
                      <a:pt x="8929" y="1840"/>
                      <a:pt x="9216" y="2014"/>
                    </a:cubicBezTo>
                    <a:cubicBezTo>
                      <a:pt x="9204" y="2097"/>
                      <a:pt x="9192" y="2192"/>
                      <a:pt x="9192" y="2276"/>
                    </a:cubicBezTo>
                    <a:cubicBezTo>
                      <a:pt x="9156" y="3478"/>
                      <a:pt x="10109" y="4478"/>
                      <a:pt x="11311" y="4514"/>
                    </a:cubicBezTo>
                    <a:cubicBezTo>
                      <a:pt x="11326" y="4515"/>
                      <a:pt x="11341" y="4515"/>
                      <a:pt x="11356" y="4515"/>
                    </a:cubicBezTo>
                    <a:cubicBezTo>
                      <a:pt x="12538" y="4515"/>
                      <a:pt x="13515" y="3571"/>
                      <a:pt x="13550" y="2383"/>
                    </a:cubicBezTo>
                    <a:cubicBezTo>
                      <a:pt x="13586" y="1192"/>
                      <a:pt x="12633" y="180"/>
                      <a:pt x="11431" y="157"/>
                    </a:cubicBezTo>
                    <a:cubicBezTo>
                      <a:pt x="11406" y="156"/>
                      <a:pt x="11382" y="155"/>
                      <a:pt x="11358" y="155"/>
                    </a:cubicBezTo>
                    <a:cubicBezTo>
                      <a:pt x="10318" y="155"/>
                      <a:pt x="9449" y="906"/>
                      <a:pt x="9240" y="1895"/>
                    </a:cubicBezTo>
                    <a:cubicBezTo>
                      <a:pt x="8945" y="1728"/>
                      <a:pt x="8648" y="1672"/>
                      <a:pt x="8385" y="1672"/>
                    </a:cubicBezTo>
                    <a:cubicBezTo>
                      <a:pt x="8011" y="1672"/>
                      <a:pt x="7706" y="1784"/>
                      <a:pt x="7573" y="1847"/>
                    </a:cubicBezTo>
                    <a:cubicBezTo>
                      <a:pt x="7406" y="823"/>
                      <a:pt x="6537" y="26"/>
                      <a:pt x="5477" y="2"/>
                    </a:cubicBezTo>
                    <a:cubicBezTo>
                      <a:pt x="5455" y="1"/>
                      <a:pt x="5433" y="1"/>
                      <a:pt x="54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64"/>
              <p:cNvSpPr/>
              <p:nvPr/>
            </p:nvSpPr>
            <p:spPr>
              <a:xfrm>
                <a:off x="-397975" y="4485525"/>
                <a:ext cx="155400" cy="11325"/>
              </a:xfrm>
              <a:custGeom>
                <a:avLst/>
                <a:gdLst/>
                <a:ahLst/>
                <a:cxnLst/>
                <a:rect l="l" t="t" r="r" b="b"/>
                <a:pathLst>
                  <a:path w="6216" h="453" extrusionOk="0">
                    <a:moveTo>
                      <a:pt x="2978" y="0"/>
                    </a:moveTo>
                    <a:cubicBezTo>
                      <a:pt x="1985" y="0"/>
                      <a:pt x="992" y="111"/>
                      <a:pt x="24" y="333"/>
                    </a:cubicBezTo>
                    <a:cubicBezTo>
                      <a:pt x="0" y="333"/>
                      <a:pt x="0" y="345"/>
                      <a:pt x="0" y="369"/>
                    </a:cubicBezTo>
                    <a:cubicBezTo>
                      <a:pt x="0" y="381"/>
                      <a:pt x="12" y="393"/>
                      <a:pt x="36" y="393"/>
                    </a:cubicBezTo>
                    <a:cubicBezTo>
                      <a:pt x="999" y="170"/>
                      <a:pt x="1986" y="60"/>
                      <a:pt x="2973" y="60"/>
                    </a:cubicBezTo>
                    <a:cubicBezTo>
                      <a:pt x="4049" y="60"/>
                      <a:pt x="5124" y="191"/>
                      <a:pt x="6168" y="452"/>
                    </a:cubicBezTo>
                    <a:lnTo>
                      <a:pt x="6180" y="452"/>
                    </a:lnTo>
                    <a:cubicBezTo>
                      <a:pt x="6192" y="452"/>
                      <a:pt x="6204" y="440"/>
                      <a:pt x="6204" y="428"/>
                    </a:cubicBezTo>
                    <a:cubicBezTo>
                      <a:pt x="6215" y="416"/>
                      <a:pt x="6204" y="393"/>
                      <a:pt x="6192" y="393"/>
                    </a:cubicBezTo>
                    <a:cubicBezTo>
                      <a:pt x="5142" y="132"/>
                      <a:pt x="4060" y="0"/>
                      <a:pt x="2978" y="0"/>
                    </a:cubicBezTo>
                    <a:close/>
                  </a:path>
                </a:pathLst>
              </a:custGeom>
              <a:solidFill>
                <a:srgbClr val="EAA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64"/>
              <p:cNvSpPr/>
              <p:nvPr/>
            </p:nvSpPr>
            <p:spPr>
              <a:xfrm>
                <a:off x="-384275" y="4447650"/>
                <a:ext cx="127700" cy="16750"/>
              </a:xfrm>
              <a:custGeom>
                <a:avLst/>
                <a:gdLst/>
                <a:ahLst/>
                <a:cxnLst/>
                <a:rect l="l" t="t" r="r" b="b"/>
                <a:pathLst>
                  <a:path w="5108" h="670" extrusionOk="0">
                    <a:moveTo>
                      <a:pt x="2029" y="1"/>
                    </a:moveTo>
                    <a:cubicBezTo>
                      <a:pt x="1356" y="1"/>
                      <a:pt x="681" y="85"/>
                      <a:pt x="24" y="253"/>
                    </a:cubicBezTo>
                    <a:cubicBezTo>
                      <a:pt x="12" y="253"/>
                      <a:pt x="0" y="276"/>
                      <a:pt x="0" y="288"/>
                    </a:cubicBezTo>
                    <a:cubicBezTo>
                      <a:pt x="12" y="300"/>
                      <a:pt x="24" y="312"/>
                      <a:pt x="36" y="312"/>
                    </a:cubicBezTo>
                    <a:cubicBezTo>
                      <a:pt x="691" y="144"/>
                      <a:pt x="1364" y="60"/>
                      <a:pt x="2037" y="60"/>
                    </a:cubicBezTo>
                    <a:cubicBezTo>
                      <a:pt x="3075" y="60"/>
                      <a:pt x="4111" y="260"/>
                      <a:pt x="5072" y="657"/>
                    </a:cubicBezTo>
                    <a:cubicBezTo>
                      <a:pt x="5072" y="669"/>
                      <a:pt x="5072" y="669"/>
                      <a:pt x="5084" y="669"/>
                    </a:cubicBezTo>
                    <a:cubicBezTo>
                      <a:pt x="5084" y="669"/>
                      <a:pt x="5096" y="657"/>
                      <a:pt x="5108" y="645"/>
                    </a:cubicBezTo>
                    <a:cubicBezTo>
                      <a:pt x="5108" y="634"/>
                      <a:pt x="5108" y="610"/>
                      <a:pt x="5084" y="610"/>
                    </a:cubicBezTo>
                    <a:cubicBezTo>
                      <a:pt x="4120" y="204"/>
                      <a:pt x="3077" y="1"/>
                      <a:pt x="2029" y="1"/>
                    </a:cubicBezTo>
                    <a:close/>
                  </a:path>
                </a:pathLst>
              </a:custGeom>
              <a:solidFill>
                <a:srgbClr val="EAA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225" name="Google Shape;2225;p64"/>
          <p:cNvGrpSpPr/>
          <p:nvPr/>
        </p:nvGrpSpPr>
        <p:grpSpPr>
          <a:xfrm>
            <a:off x="6857884" y="2427519"/>
            <a:ext cx="987838" cy="987838"/>
            <a:chOff x="4201706" y="2592600"/>
            <a:chExt cx="1824600" cy="1824600"/>
          </a:xfrm>
        </p:grpSpPr>
        <p:sp>
          <p:nvSpPr>
            <p:cNvPr id="2226" name="Google Shape;2226;p64"/>
            <p:cNvSpPr/>
            <p:nvPr/>
          </p:nvSpPr>
          <p:spPr>
            <a:xfrm>
              <a:off x="4201706" y="2592600"/>
              <a:ext cx="1824600" cy="182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27" name="Google Shape;2227;p64"/>
            <p:cNvGrpSpPr/>
            <p:nvPr/>
          </p:nvGrpSpPr>
          <p:grpSpPr>
            <a:xfrm>
              <a:off x="4562469" y="2949148"/>
              <a:ext cx="1103087" cy="1040624"/>
              <a:chOff x="-145875" y="4434125"/>
              <a:chExt cx="379250" cy="357775"/>
            </a:xfrm>
          </p:grpSpPr>
          <p:sp>
            <p:nvSpPr>
              <p:cNvPr id="2228" name="Google Shape;2228;p64"/>
              <p:cNvSpPr/>
              <p:nvPr/>
            </p:nvSpPr>
            <p:spPr>
              <a:xfrm>
                <a:off x="83325" y="4691625"/>
                <a:ext cx="131625" cy="100275"/>
              </a:xfrm>
              <a:custGeom>
                <a:avLst/>
                <a:gdLst/>
                <a:ahLst/>
                <a:cxnLst/>
                <a:rect l="l" t="t" r="r" b="b"/>
                <a:pathLst>
                  <a:path w="5265" h="4011" extrusionOk="0">
                    <a:moveTo>
                      <a:pt x="4270" y="1"/>
                    </a:moveTo>
                    <a:cubicBezTo>
                      <a:pt x="4244" y="1"/>
                      <a:pt x="4218" y="3"/>
                      <a:pt x="4192" y="7"/>
                    </a:cubicBezTo>
                    <a:cubicBezTo>
                      <a:pt x="3454" y="102"/>
                      <a:pt x="787" y="1197"/>
                      <a:pt x="858" y="1733"/>
                    </a:cubicBezTo>
                    <a:cubicBezTo>
                      <a:pt x="858" y="1733"/>
                      <a:pt x="1" y="3174"/>
                      <a:pt x="1346" y="3781"/>
                    </a:cubicBezTo>
                    <a:cubicBezTo>
                      <a:pt x="1692" y="3939"/>
                      <a:pt x="2078" y="4011"/>
                      <a:pt x="2467" y="4011"/>
                    </a:cubicBezTo>
                    <a:cubicBezTo>
                      <a:pt x="3606" y="4011"/>
                      <a:pt x="4765" y="3394"/>
                      <a:pt x="4978" y="2507"/>
                    </a:cubicBezTo>
                    <a:cubicBezTo>
                      <a:pt x="5265" y="1359"/>
                      <a:pt x="4954" y="1"/>
                      <a:pt x="42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64"/>
              <p:cNvSpPr/>
              <p:nvPr/>
            </p:nvSpPr>
            <p:spPr>
              <a:xfrm>
                <a:off x="-145875" y="4504425"/>
                <a:ext cx="379250" cy="273575"/>
              </a:xfrm>
              <a:custGeom>
                <a:avLst/>
                <a:gdLst/>
                <a:ahLst/>
                <a:cxnLst/>
                <a:rect l="l" t="t" r="r" b="b"/>
                <a:pathLst>
                  <a:path w="15170" h="10943" extrusionOk="0">
                    <a:moveTo>
                      <a:pt x="6714" y="0"/>
                    </a:moveTo>
                    <a:cubicBezTo>
                      <a:pt x="4561" y="0"/>
                      <a:pt x="2535" y="260"/>
                      <a:pt x="1465" y="863"/>
                    </a:cubicBezTo>
                    <a:cubicBezTo>
                      <a:pt x="1465" y="863"/>
                      <a:pt x="775" y="2863"/>
                      <a:pt x="394" y="4268"/>
                    </a:cubicBezTo>
                    <a:cubicBezTo>
                      <a:pt x="1" y="5673"/>
                      <a:pt x="2085" y="8685"/>
                      <a:pt x="2811" y="9245"/>
                    </a:cubicBezTo>
                    <a:cubicBezTo>
                      <a:pt x="3362" y="9667"/>
                      <a:pt x="6113" y="10943"/>
                      <a:pt x="8853" y="10943"/>
                    </a:cubicBezTo>
                    <a:cubicBezTo>
                      <a:pt x="11440" y="10943"/>
                      <a:pt x="14017" y="9804"/>
                      <a:pt x="14717" y="5732"/>
                    </a:cubicBezTo>
                    <a:cubicBezTo>
                      <a:pt x="14967" y="4268"/>
                      <a:pt x="15170" y="3470"/>
                      <a:pt x="14729" y="1851"/>
                    </a:cubicBezTo>
                    <a:cubicBezTo>
                      <a:pt x="14429" y="755"/>
                      <a:pt x="10386" y="0"/>
                      <a:pt x="6714" y="0"/>
                    </a:cubicBezTo>
                    <a:close/>
                  </a:path>
                </a:pathLst>
              </a:custGeom>
              <a:solidFill>
                <a:srgbClr val="F9F9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64"/>
              <p:cNvSpPr/>
              <p:nvPr/>
            </p:nvSpPr>
            <p:spPr>
              <a:xfrm>
                <a:off x="130950" y="4660900"/>
                <a:ext cx="69650" cy="78925"/>
              </a:xfrm>
              <a:custGeom>
                <a:avLst/>
                <a:gdLst/>
                <a:ahLst/>
                <a:cxnLst/>
                <a:rect l="l" t="t" r="r" b="b"/>
                <a:pathLst>
                  <a:path w="2786" h="3157" extrusionOk="0">
                    <a:moveTo>
                      <a:pt x="1384" y="0"/>
                    </a:moveTo>
                    <a:cubicBezTo>
                      <a:pt x="1038" y="0"/>
                      <a:pt x="763" y="81"/>
                      <a:pt x="763" y="81"/>
                    </a:cubicBezTo>
                    <a:lnTo>
                      <a:pt x="1" y="2212"/>
                    </a:lnTo>
                    <a:cubicBezTo>
                      <a:pt x="265" y="2816"/>
                      <a:pt x="852" y="3156"/>
                      <a:pt x="1417" y="3156"/>
                    </a:cubicBezTo>
                    <a:cubicBezTo>
                      <a:pt x="2099" y="3156"/>
                      <a:pt x="2750" y="2660"/>
                      <a:pt x="2763" y="1533"/>
                    </a:cubicBezTo>
                    <a:cubicBezTo>
                      <a:pt x="2786" y="238"/>
                      <a:pt x="1980" y="0"/>
                      <a:pt x="1384" y="0"/>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64"/>
              <p:cNvSpPr/>
              <p:nvPr/>
            </p:nvSpPr>
            <p:spPr>
              <a:xfrm>
                <a:off x="-112525" y="4466925"/>
                <a:ext cx="303025" cy="319125"/>
              </a:xfrm>
              <a:custGeom>
                <a:avLst/>
                <a:gdLst/>
                <a:ahLst/>
                <a:cxnLst/>
                <a:rect l="l" t="t" r="r" b="b"/>
                <a:pathLst>
                  <a:path w="12121" h="12765" extrusionOk="0">
                    <a:moveTo>
                      <a:pt x="4638" y="1"/>
                    </a:moveTo>
                    <a:cubicBezTo>
                      <a:pt x="2803" y="1"/>
                      <a:pt x="1287" y="639"/>
                      <a:pt x="620" y="2351"/>
                    </a:cubicBezTo>
                    <a:cubicBezTo>
                      <a:pt x="620" y="2351"/>
                      <a:pt x="346" y="4756"/>
                      <a:pt x="155" y="7602"/>
                    </a:cubicBezTo>
                    <a:cubicBezTo>
                      <a:pt x="0" y="9923"/>
                      <a:pt x="1060" y="12257"/>
                      <a:pt x="4513" y="12674"/>
                    </a:cubicBezTo>
                    <a:cubicBezTo>
                      <a:pt x="5016" y="12733"/>
                      <a:pt x="5486" y="12764"/>
                      <a:pt x="5926" y="12764"/>
                    </a:cubicBezTo>
                    <a:cubicBezTo>
                      <a:pt x="8580" y="12764"/>
                      <a:pt x="10130" y="11616"/>
                      <a:pt x="11049" y="8471"/>
                    </a:cubicBezTo>
                    <a:cubicBezTo>
                      <a:pt x="12121" y="4804"/>
                      <a:pt x="11740" y="1720"/>
                      <a:pt x="8418" y="672"/>
                    </a:cubicBezTo>
                    <a:cubicBezTo>
                      <a:pt x="7121" y="263"/>
                      <a:pt x="5814" y="1"/>
                      <a:pt x="4638" y="1"/>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64"/>
              <p:cNvSpPr/>
              <p:nvPr/>
            </p:nvSpPr>
            <p:spPr>
              <a:xfrm>
                <a:off x="-2700" y="4686900"/>
                <a:ext cx="32775" cy="14725"/>
              </a:xfrm>
              <a:custGeom>
                <a:avLst/>
                <a:gdLst/>
                <a:ahLst/>
                <a:cxnLst/>
                <a:rect l="l" t="t" r="r" b="b"/>
                <a:pathLst>
                  <a:path w="1311" h="589" extrusionOk="0">
                    <a:moveTo>
                      <a:pt x="1266" y="0"/>
                    </a:moveTo>
                    <a:cubicBezTo>
                      <a:pt x="1250" y="0"/>
                      <a:pt x="1236" y="9"/>
                      <a:pt x="1227" y="17"/>
                    </a:cubicBezTo>
                    <a:cubicBezTo>
                      <a:pt x="1007" y="408"/>
                      <a:pt x="703" y="502"/>
                      <a:pt x="460" y="502"/>
                    </a:cubicBezTo>
                    <a:cubicBezTo>
                      <a:pt x="244" y="502"/>
                      <a:pt x="77" y="427"/>
                      <a:pt x="60" y="422"/>
                    </a:cubicBezTo>
                    <a:cubicBezTo>
                      <a:pt x="54" y="419"/>
                      <a:pt x="48" y="417"/>
                      <a:pt x="41" y="417"/>
                    </a:cubicBezTo>
                    <a:cubicBezTo>
                      <a:pt x="25" y="417"/>
                      <a:pt x="10" y="428"/>
                      <a:pt x="1" y="446"/>
                    </a:cubicBezTo>
                    <a:cubicBezTo>
                      <a:pt x="1" y="458"/>
                      <a:pt x="1" y="493"/>
                      <a:pt x="25" y="493"/>
                    </a:cubicBezTo>
                    <a:cubicBezTo>
                      <a:pt x="25" y="505"/>
                      <a:pt x="227" y="589"/>
                      <a:pt x="465" y="589"/>
                    </a:cubicBezTo>
                    <a:cubicBezTo>
                      <a:pt x="739" y="589"/>
                      <a:pt x="1072" y="481"/>
                      <a:pt x="1299" y="65"/>
                    </a:cubicBezTo>
                    <a:cubicBezTo>
                      <a:pt x="1311" y="41"/>
                      <a:pt x="1299" y="17"/>
                      <a:pt x="1287" y="5"/>
                    </a:cubicBezTo>
                    <a:cubicBezTo>
                      <a:pt x="1280" y="2"/>
                      <a:pt x="1273" y="0"/>
                      <a:pt x="12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64"/>
              <p:cNvSpPr/>
              <p:nvPr/>
            </p:nvSpPr>
            <p:spPr>
              <a:xfrm>
                <a:off x="2075" y="4511700"/>
                <a:ext cx="625" cy="625"/>
              </a:xfrm>
              <a:custGeom>
                <a:avLst/>
                <a:gdLst/>
                <a:ahLst/>
                <a:cxnLst/>
                <a:rect l="l" t="t" r="r" b="b"/>
                <a:pathLst>
                  <a:path w="25" h="25" extrusionOk="0">
                    <a:moveTo>
                      <a:pt x="0" y="24"/>
                    </a:moveTo>
                    <a:cubicBezTo>
                      <a:pt x="12" y="12"/>
                      <a:pt x="24" y="0"/>
                      <a:pt x="24" y="0"/>
                    </a:cubicBezTo>
                    <a:cubicBezTo>
                      <a:pt x="24" y="0"/>
                      <a:pt x="12" y="12"/>
                      <a:pt x="0" y="24"/>
                    </a:cubicBez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2234;p64"/>
              <p:cNvSpPr/>
              <p:nvPr/>
            </p:nvSpPr>
            <p:spPr>
              <a:xfrm>
                <a:off x="67850" y="4584450"/>
                <a:ext cx="62525" cy="46450"/>
              </a:xfrm>
              <a:custGeom>
                <a:avLst/>
                <a:gdLst/>
                <a:ahLst/>
                <a:cxnLst/>
                <a:rect l="l" t="t" r="r" b="b"/>
                <a:pathLst>
                  <a:path w="2501" h="1858" extrusionOk="0">
                    <a:moveTo>
                      <a:pt x="548" y="1"/>
                    </a:moveTo>
                    <a:cubicBezTo>
                      <a:pt x="355" y="1"/>
                      <a:pt x="238" y="103"/>
                      <a:pt x="155" y="246"/>
                    </a:cubicBezTo>
                    <a:cubicBezTo>
                      <a:pt x="1" y="531"/>
                      <a:pt x="191" y="984"/>
                      <a:pt x="703" y="1377"/>
                    </a:cubicBezTo>
                    <a:cubicBezTo>
                      <a:pt x="1123" y="1685"/>
                      <a:pt x="1448" y="1857"/>
                      <a:pt x="1699" y="1857"/>
                    </a:cubicBezTo>
                    <a:cubicBezTo>
                      <a:pt x="1825" y="1857"/>
                      <a:pt x="1933" y="1814"/>
                      <a:pt x="2025" y="1722"/>
                    </a:cubicBezTo>
                    <a:cubicBezTo>
                      <a:pt x="2025" y="1722"/>
                      <a:pt x="2501" y="1234"/>
                      <a:pt x="1596" y="519"/>
                    </a:cubicBezTo>
                    <a:cubicBezTo>
                      <a:pt x="1102" y="141"/>
                      <a:pt x="774" y="1"/>
                      <a:pt x="548" y="1"/>
                    </a:cubicBezTo>
                    <a:close/>
                  </a:path>
                </a:pathLst>
              </a:custGeom>
              <a:solidFill>
                <a:srgbClr val="F9F9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64"/>
              <p:cNvSpPr/>
              <p:nvPr/>
            </p:nvSpPr>
            <p:spPr>
              <a:xfrm>
                <a:off x="-84850" y="4569250"/>
                <a:ext cx="65225" cy="36500"/>
              </a:xfrm>
              <a:custGeom>
                <a:avLst/>
                <a:gdLst/>
                <a:ahLst/>
                <a:cxnLst/>
                <a:rect l="l" t="t" r="r" b="b"/>
                <a:pathLst>
                  <a:path w="2609" h="1460" extrusionOk="0">
                    <a:moveTo>
                      <a:pt x="2003" y="1"/>
                    </a:moveTo>
                    <a:cubicBezTo>
                      <a:pt x="1790" y="1"/>
                      <a:pt x="1497" y="59"/>
                      <a:pt x="1096" y="199"/>
                    </a:cubicBezTo>
                    <a:cubicBezTo>
                      <a:pt x="1" y="580"/>
                      <a:pt x="310" y="1199"/>
                      <a:pt x="310" y="1199"/>
                    </a:cubicBezTo>
                    <a:cubicBezTo>
                      <a:pt x="392" y="1380"/>
                      <a:pt x="559" y="1460"/>
                      <a:pt x="806" y="1460"/>
                    </a:cubicBezTo>
                    <a:cubicBezTo>
                      <a:pt x="1029" y="1460"/>
                      <a:pt x="1317" y="1395"/>
                      <a:pt x="1668" y="1282"/>
                    </a:cubicBezTo>
                    <a:cubicBezTo>
                      <a:pt x="2275" y="1092"/>
                      <a:pt x="2608" y="723"/>
                      <a:pt x="2549" y="401"/>
                    </a:cubicBezTo>
                    <a:cubicBezTo>
                      <a:pt x="2503" y="175"/>
                      <a:pt x="2372" y="1"/>
                      <a:pt x="2003" y="1"/>
                    </a:cubicBezTo>
                    <a:close/>
                  </a:path>
                </a:pathLst>
              </a:custGeom>
              <a:solidFill>
                <a:srgbClr val="EED9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64"/>
              <p:cNvSpPr/>
              <p:nvPr/>
            </p:nvSpPr>
            <p:spPr>
              <a:xfrm>
                <a:off x="137200" y="4675775"/>
                <a:ext cx="55700" cy="43125"/>
              </a:xfrm>
              <a:custGeom>
                <a:avLst/>
                <a:gdLst/>
                <a:ahLst/>
                <a:cxnLst/>
                <a:rect l="l" t="t" r="r" b="b"/>
                <a:pathLst>
                  <a:path w="2228" h="1725" extrusionOk="0">
                    <a:moveTo>
                      <a:pt x="1329" y="1"/>
                    </a:moveTo>
                    <a:cubicBezTo>
                      <a:pt x="1150" y="1"/>
                      <a:pt x="965" y="57"/>
                      <a:pt x="775" y="164"/>
                    </a:cubicBezTo>
                    <a:cubicBezTo>
                      <a:pt x="1" y="617"/>
                      <a:pt x="406" y="1688"/>
                      <a:pt x="406" y="1700"/>
                    </a:cubicBezTo>
                    <a:cubicBezTo>
                      <a:pt x="418" y="1712"/>
                      <a:pt x="429" y="1724"/>
                      <a:pt x="441" y="1724"/>
                    </a:cubicBezTo>
                    <a:lnTo>
                      <a:pt x="465" y="1724"/>
                    </a:lnTo>
                    <a:cubicBezTo>
                      <a:pt x="477" y="1712"/>
                      <a:pt x="489" y="1688"/>
                      <a:pt x="489" y="1665"/>
                    </a:cubicBezTo>
                    <a:cubicBezTo>
                      <a:pt x="477" y="1653"/>
                      <a:pt x="108" y="653"/>
                      <a:pt x="822" y="236"/>
                    </a:cubicBezTo>
                    <a:cubicBezTo>
                      <a:pt x="996" y="137"/>
                      <a:pt x="1169" y="89"/>
                      <a:pt x="1331" y="89"/>
                    </a:cubicBezTo>
                    <a:cubicBezTo>
                      <a:pt x="1402" y="89"/>
                      <a:pt x="1471" y="98"/>
                      <a:pt x="1537" y="117"/>
                    </a:cubicBezTo>
                    <a:cubicBezTo>
                      <a:pt x="1930" y="224"/>
                      <a:pt x="2144" y="617"/>
                      <a:pt x="2144" y="617"/>
                    </a:cubicBezTo>
                    <a:cubicBezTo>
                      <a:pt x="2153" y="634"/>
                      <a:pt x="2168" y="645"/>
                      <a:pt x="2180" y="645"/>
                    </a:cubicBezTo>
                    <a:cubicBezTo>
                      <a:pt x="2184" y="645"/>
                      <a:pt x="2188" y="644"/>
                      <a:pt x="2192" y="641"/>
                    </a:cubicBezTo>
                    <a:cubicBezTo>
                      <a:pt x="2215" y="629"/>
                      <a:pt x="2227" y="605"/>
                      <a:pt x="2215" y="581"/>
                    </a:cubicBezTo>
                    <a:cubicBezTo>
                      <a:pt x="2203" y="569"/>
                      <a:pt x="1977" y="152"/>
                      <a:pt x="1561" y="33"/>
                    </a:cubicBezTo>
                    <a:cubicBezTo>
                      <a:pt x="1484" y="12"/>
                      <a:pt x="1407" y="1"/>
                      <a:pt x="1329" y="1"/>
                    </a:cubicBezTo>
                    <a:close/>
                  </a:path>
                </a:pathLst>
              </a:custGeom>
              <a:solidFill>
                <a:srgbClr val="6C48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2237;p64"/>
              <p:cNvSpPr/>
              <p:nvPr/>
            </p:nvSpPr>
            <p:spPr>
              <a:xfrm>
                <a:off x="144950" y="4691975"/>
                <a:ext cx="30975" cy="8450"/>
              </a:xfrm>
              <a:custGeom>
                <a:avLst/>
                <a:gdLst/>
                <a:ahLst/>
                <a:cxnLst/>
                <a:rect l="l" t="t" r="r" b="b"/>
                <a:pathLst>
                  <a:path w="1239" h="338" extrusionOk="0">
                    <a:moveTo>
                      <a:pt x="523" y="0"/>
                    </a:moveTo>
                    <a:cubicBezTo>
                      <a:pt x="360" y="0"/>
                      <a:pt x="187" y="51"/>
                      <a:pt x="24" y="195"/>
                    </a:cubicBezTo>
                    <a:cubicBezTo>
                      <a:pt x="0" y="207"/>
                      <a:pt x="0" y="231"/>
                      <a:pt x="12" y="255"/>
                    </a:cubicBezTo>
                    <a:cubicBezTo>
                      <a:pt x="24" y="261"/>
                      <a:pt x="36" y="263"/>
                      <a:pt x="46" y="263"/>
                    </a:cubicBezTo>
                    <a:cubicBezTo>
                      <a:pt x="57" y="263"/>
                      <a:pt x="66" y="261"/>
                      <a:pt x="72" y="255"/>
                    </a:cubicBezTo>
                    <a:cubicBezTo>
                      <a:pt x="218" y="126"/>
                      <a:pt x="375" y="81"/>
                      <a:pt x="524" y="81"/>
                    </a:cubicBezTo>
                    <a:cubicBezTo>
                      <a:pt x="870" y="81"/>
                      <a:pt x="1167" y="326"/>
                      <a:pt x="1167" y="326"/>
                    </a:cubicBezTo>
                    <a:cubicBezTo>
                      <a:pt x="1179" y="338"/>
                      <a:pt x="1191" y="338"/>
                      <a:pt x="1191" y="338"/>
                    </a:cubicBezTo>
                    <a:cubicBezTo>
                      <a:pt x="1203" y="338"/>
                      <a:pt x="1215" y="338"/>
                      <a:pt x="1227" y="326"/>
                    </a:cubicBezTo>
                    <a:cubicBezTo>
                      <a:pt x="1239" y="314"/>
                      <a:pt x="1239" y="278"/>
                      <a:pt x="1227" y="266"/>
                    </a:cubicBezTo>
                    <a:cubicBezTo>
                      <a:pt x="1218" y="266"/>
                      <a:pt x="898" y="0"/>
                      <a:pt x="523" y="0"/>
                    </a:cubicBezTo>
                    <a:close/>
                  </a:path>
                </a:pathLst>
              </a:custGeom>
              <a:solidFill>
                <a:srgbClr val="6C48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64"/>
              <p:cNvSpPr/>
              <p:nvPr/>
            </p:nvSpPr>
            <p:spPr>
              <a:xfrm>
                <a:off x="-12225" y="4572125"/>
                <a:ext cx="43500" cy="103725"/>
              </a:xfrm>
              <a:custGeom>
                <a:avLst/>
                <a:gdLst/>
                <a:ahLst/>
                <a:cxnLst/>
                <a:rect l="l" t="t" r="r" b="b"/>
                <a:pathLst>
                  <a:path w="1740" h="4149" extrusionOk="0">
                    <a:moveTo>
                      <a:pt x="1692" y="0"/>
                    </a:moveTo>
                    <a:cubicBezTo>
                      <a:pt x="1668" y="0"/>
                      <a:pt x="1644" y="12"/>
                      <a:pt x="1644" y="36"/>
                    </a:cubicBezTo>
                    <a:cubicBezTo>
                      <a:pt x="1656" y="762"/>
                      <a:pt x="1632" y="2679"/>
                      <a:pt x="1465" y="2894"/>
                    </a:cubicBezTo>
                    <a:cubicBezTo>
                      <a:pt x="1408" y="2977"/>
                      <a:pt x="1328" y="3017"/>
                      <a:pt x="1228" y="3017"/>
                    </a:cubicBezTo>
                    <a:cubicBezTo>
                      <a:pt x="1098" y="3017"/>
                      <a:pt x="934" y="2950"/>
                      <a:pt x="739" y="2822"/>
                    </a:cubicBezTo>
                    <a:cubicBezTo>
                      <a:pt x="739" y="2810"/>
                      <a:pt x="727" y="2810"/>
                      <a:pt x="715" y="2810"/>
                    </a:cubicBezTo>
                    <a:cubicBezTo>
                      <a:pt x="632" y="2757"/>
                      <a:pt x="552" y="2730"/>
                      <a:pt x="476" y="2730"/>
                    </a:cubicBezTo>
                    <a:cubicBezTo>
                      <a:pt x="400" y="2730"/>
                      <a:pt x="328" y="2757"/>
                      <a:pt x="263" y="2810"/>
                    </a:cubicBezTo>
                    <a:cubicBezTo>
                      <a:pt x="72" y="2977"/>
                      <a:pt x="1" y="3358"/>
                      <a:pt x="120" y="3632"/>
                    </a:cubicBezTo>
                    <a:cubicBezTo>
                      <a:pt x="251" y="3953"/>
                      <a:pt x="584" y="4132"/>
                      <a:pt x="608" y="4144"/>
                    </a:cubicBezTo>
                    <a:lnTo>
                      <a:pt x="620" y="4144"/>
                    </a:lnTo>
                    <a:cubicBezTo>
                      <a:pt x="623" y="4147"/>
                      <a:pt x="628" y="4149"/>
                      <a:pt x="633" y="4149"/>
                    </a:cubicBezTo>
                    <a:cubicBezTo>
                      <a:pt x="644" y="4149"/>
                      <a:pt x="656" y="4140"/>
                      <a:pt x="656" y="4132"/>
                    </a:cubicBezTo>
                    <a:cubicBezTo>
                      <a:pt x="668" y="4108"/>
                      <a:pt x="656" y="4084"/>
                      <a:pt x="644" y="4072"/>
                    </a:cubicBezTo>
                    <a:cubicBezTo>
                      <a:pt x="644" y="4072"/>
                      <a:pt x="322" y="3894"/>
                      <a:pt x="191" y="3596"/>
                    </a:cubicBezTo>
                    <a:cubicBezTo>
                      <a:pt x="96" y="3358"/>
                      <a:pt x="156" y="3013"/>
                      <a:pt x="322" y="2870"/>
                    </a:cubicBezTo>
                    <a:cubicBezTo>
                      <a:pt x="368" y="2829"/>
                      <a:pt x="420" y="2809"/>
                      <a:pt x="477" y="2809"/>
                    </a:cubicBezTo>
                    <a:cubicBezTo>
                      <a:pt x="538" y="2809"/>
                      <a:pt x="606" y="2832"/>
                      <a:pt x="680" y="2882"/>
                    </a:cubicBezTo>
                    <a:cubicBezTo>
                      <a:pt x="680" y="2882"/>
                      <a:pt x="691" y="2882"/>
                      <a:pt x="703" y="2894"/>
                    </a:cubicBezTo>
                    <a:cubicBezTo>
                      <a:pt x="924" y="3043"/>
                      <a:pt x="1094" y="3097"/>
                      <a:pt x="1224" y="3097"/>
                    </a:cubicBezTo>
                    <a:cubicBezTo>
                      <a:pt x="1375" y="3097"/>
                      <a:pt x="1473" y="3024"/>
                      <a:pt x="1537" y="2941"/>
                    </a:cubicBezTo>
                    <a:cubicBezTo>
                      <a:pt x="1739" y="2655"/>
                      <a:pt x="1727" y="310"/>
                      <a:pt x="1727" y="36"/>
                    </a:cubicBezTo>
                    <a:cubicBezTo>
                      <a:pt x="1727" y="12"/>
                      <a:pt x="1715" y="0"/>
                      <a:pt x="1692" y="0"/>
                    </a:cubicBezTo>
                    <a:close/>
                  </a:path>
                </a:pathLst>
              </a:custGeom>
              <a:solidFill>
                <a:srgbClr val="6C48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64"/>
              <p:cNvSpPr/>
              <p:nvPr/>
            </p:nvSpPr>
            <p:spPr>
              <a:xfrm>
                <a:off x="55650" y="4684700"/>
                <a:ext cx="69075" cy="36800"/>
              </a:xfrm>
              <a:custGeom>
                <a:avLst/>
                <a:gdLst/>
                <a:ahLst/>
                <a:cxnLst/>
                <a:rect l="l" t="t" r="r" b="b"/>
                <a:pathLst>
                  <a:path w="2763" h="1472" extrusionOk="0">
                    <a:moveTo>
                      <a:pt x="1608" y="1"/>
                    </a:moveTo>
                    <a:cubicBezTo>
                      <a:pt x="1504" y="1"/>
                      <a:pt x="1396" y="8"/>
                      <a:pt x="1286" y="22"/>
                    </a:cubicBezTo>
                    <a:cubicBezTo>
                      <a:pt x="548" y="117"/>
                      <a:pt x="0" y="522"/>
                      <a:pt x="48" y="915"/>
                    </a:cubicBezTo>
                    <a:cubicBezTo>
                      <a:pt x="89" y="1249"/>
                      <a:pt x="561" y="1471"/>
                      <a:pt x="1155" y="1471"/>
                    </a:cubicBezTo>
                    <a:cubicBezTo>
                      <a:pt x="1259" y="1471"/>
                      <a:pt x="1367" y="1465"/>
                      <a:pt x="1477" y="1450"/>
                    </a:cubicBezTo>
                    <a:cubicBezTo>
                      <a:pt x="2215" y="1355"/>
                      <a:pt x="2763" y="962"/>
                      <a:pt x="2715" y="557"/>
                    </a:cubicBezTo>
                    <a:cubicBezTo>
                      <a:pt x="2675" y="223"/>
                      <a:pt x="2203" y="1"/>
                      <a:pt x="1608" y="1"/>
                    </a:cubicBezTo>
                    <a:close/>
                  </a:path>
                </a:pathLst>
              </a:custGeom>
              <a:solidFill>
                <a:srgbClr val="F29F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2240;p64"/>
              <p:cNvSpPr/>
              <p:nvPr/>
            </p:nvSpPr>
            <p:spPr>
              <a:xfrm>
                <a:off x="-93775" y="4670075"/>
                <a:ext cx="70275" cy="39775"/>
              </a:xfrm>
              <a:custGeom>
                <a:avLst/>
                <a:gdLst/>
                <a:ahLst/>
                <a:cxnLst/>
                <a:rect l="l" t="t" r="r" b="b"/>
                <a:pathLst>
                  <a:path w="2811" h="1591" extrusionOk="0">
                    <a:moveTo>
                      <a:pt x="945" y="1"/>
                    </a:moveTo>
                    <a:cubicBezTo>
                      <a:pt x="527" y="1"/>
                      <a:pt x="199" y="138"/>
                      <a:pt x="120" y="392"/>
                    </a:cubicBezTo>
                    <a:cubicBezTo>
                      <a:pt x="1" y="773"/>
                      <a:pt x="477" y="1262"/>
                      <a:pt x="1191" y="1476"/>
                    </a:cubicBezTo>
                    <a:cubicBezTo>
                      <a:pt x="1431" y="1553"/>
                      <a:pt x="1668" y="1590"/>
                      <a:pt x="1881" y="1590"/>
                    </a:cubicBezTo>
                    <a:cubicBezTo>
                      <a:pt x="2292" y="1590"/>
                      <a:pt x="2613" y="1453"/>
                      <a:pt x="2691" y="1202"/>
                    </a:cubicBezTo>
                    <a:cubicBezTo>
                      <a:pt x="2810" y="821"/>
                      <a:pt x="2334" y="333"/>
                      <a:pt x="1620" y="107"/>
                    </a:cubicBezTo>
                    <a:cubicBezTo>
                      <a:pt x="1386" y="35"/>
                      <a:pt x="1154" y="1"/>
                      <a:pt x="945" y="1"/>
                    </a:cubicBezTo>
                    <a:close/>
                  </a:path>
                </a:pathLst>
              </a:custGeom>
              <a:solidFill>
                <a:srgbClr val="F29F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64"/>
              <p:cNvSpPr/>
              <p:nvPr/>
            </p:nvSpPr>
            <p:spPr>
              <a:xfrm>
                <a:off x="-136925" y="4450325"/>
                <a:ext cx="363150" cy="212150"/>
              </a:xfrm>
              <a:custGeom>
                <a:avLst/>
                <a:gdLst/>
                <a:ahLst/>
                <a:cxnLst/>
                <a:rect l="l" t="t" r="r" b="b"/>
                <a:pathLst>
                  <a:path w="14526" h="8486" extrusionOk="0">
                    <a:moveTo>
                      <a:pt x="6730" y="0"/>
                    </a:moveTo>
                    <a:cubicBezTo>
                      <a:pt x="4573" y="0"/>
                      <a:pt x="2694" y="869"/>
                      <a:pt x="1822" y="1765"/>
                    </a:cubicBezTo>
                    <a:cubicBezTo>
                      <a:pt x="512" y="3122"/>
                      <a:pt x="0" y="7373"/>
                      <a:pt x="619" y="7754"/>
                    </a:cubicBezTo>
                    <a:cubicBezTo>
                      <a:pt x="643" y="7768"/>
                      <a:pt x="677" y="7775"/>
                      <a:pt x="722" y="7775"/>
                    </a:cubicBezTo>
                    <a:cubicBezTo>
                      <a:pt x="1620" y="7775"/>
                      <a:pt x="6619" y="4904"/>
                      <a:pt x="8775" y="3860"/>
                    </a:cubicBezTo>
                    <a:cubicBezTo>
                      <a:pt x="8886" y="3806"/>
                      <a:pt x="9003" y="3781"/>
                      <a:pt x="9118" y="3781"/>
                    </a:cubicBezTo>
                    <a:cubicBezTo>
                      <a:pt x="9457" y="3781"/>
                      <a:pt x="9779" y="4001"/>
                      <a:pt x="9894" y="4348"/>
                    </a:cubicBezTo>
                    <a:cubicBezTo>
                      <a:pt x="10561" y="6468"/>
                      <a:pt x="11513" y="7658"/>
                      <a:pt x="12192" y="8277"/>
                    </a:cubicBezTo>
                    <a:cubicBezTo>
                      <a:pt x="12348" y="8419"/>
                      <a:pt x="12537" y="8486"/>
                      <a:pt x="12724" y="8486"/>
                    </a:cubicBezTo>
                    <a:cubicBezTo>
                      <a:pt x="13022" y="8486"/>
                      <a:pt x="13315" y="8316"/>
                      <a:pt x="13454" y="8016"/>
                    </a:cubicBezTo>
                    <a:cubicBezTo>
                      <a:pt x="13919" y="7039"/>
                      <a:pt x="14526" y="5396"/>
                      <a:pt x="14311" y="3908"/>
                    </a:cubicBezTo>
                    <a:cubicBezTo>
                      <a:pt x="14026" y="1801"/>
                      <a:pt x="10787" y="943"/>
                      <a:pt x="10251" y="824"/>
                    </a:cubicBezTo>
                    <a:cubicBezTo>
                      <a:pt x="10192" y="800"/>
                      <a:pt x="10144" y="788"/>
                      <a:pt x="10097" y="765"/>
                    </a:cubicBezTo>
                    <a:cubicBezTo>
                      <a:pt x="8966" y="219"/>
                      <a:pt x="7813" y="0"/>
                      <a:pt x="67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64"/>
              <p:cNvSpPr/>
              <p:nvPr/>
            </p:nvSpPr>
            <p:spPr>
              <a:xfrm>
                <a:off x="106250" y="4434125"/>
                <a:ext cx="61050" cy="57350"/>
              </a:xfrm>
              <a:custGeom>
                <a:avLst/>
                <a:gdLst/>
                <a:ahLst/>
                <a:cxnLst/>
                <a:rect l="l" t="t" r="r" b="b"/>
                <a:pathLst>
                  <a:path w="2442" h="2294" extrusionOk="0">
                    <a:moveTo>
                      <a:pt x="819" y="1"/>
                    </a:moveTo>
                    <a:cubicBezTo>
                      <a:pt x="787" y="1"/>
                      <a:pt x="753" y="7"/>
                      <a:pt x="715" y="20"/>
                    </a:cubicBezTo>
                    <a:cubicBezTo>
                      <a:pt x="1" y="270"/>
                      <a:pt x="48" y="1829"/>
                      <a:pt x="560" y="2187"/>
                    </a:cubicBezTo>
                    <a:lnTo>
                      <a:pt x="1167" y="2294"/>
                    </a:lnTo>
                    <a:cubicBezTo>
                      <a:pt x="1167" y="2294"/>
                      <a:pt x="2441" y="1163"/>
                      <a:pt x="1941" y="948"/>
                    </a:cubicBezTo>
                    <a:cubicBezTo>
                      <a:pt x="1899" y="930"/>
                      <a:pt x="1857" y="921"/>
                      <a:pt x="1815" y="921"/>
                    </a:cubicBezTo>
                    <a:cubicBezTo>
                      <a:pt x="1370" y="921"/>
                      <a:pt x="953" y="1865"/>
                      <a:pt x="953" y="1865"/>
                    </a:cubicBezTo>
                    <a:cubicBezTo>
                      <a:pt x="953" y="1865"/>
                      <a:pt x="1369" y="1"/>
                      <a:pt x="8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64"/>
              <p:cNvSpPr/>
              <p:nvPr/>
            </p:nvSpPr>
            <p:spPr>
              <a:xfrm>
                <a:off x="-53000" y="4642650"/>
                <a:ext cx="18775" cy="22375"/>
              </a:xfrm>
              <a:custGeom>
                <a:avLst/>
                <a:gdLst/>
                <a:ahLst/>
                <a:cxnLst/>
                <a:rect l="l" t="t" r="r" b="b"/>
                <a:pathLst>
                  <a:path w="751" h="895" extrusionOk="0">
                    <a:moveTo>
                      <a:pt x="365" y="1"/>
                    </a:moveTo>
                    <a:cubicBezTo>
                      <a:pt x="170" y="1"/>
                      <a:pt x="12" y="198"/>
                      <a:pt x="1" y="430"/>
                    </a:cubicBezTo>
                    <a:cubicBezTo>
                      <a:pt x="1" y="680"/>
                      <a:pt x="155" y="882"/>
                      <a:pt x="358" y="894"/>
                    </a:cubicBezTo>
                    <a:cubicBezTo>
                      <a:pt x="364" y="894"/>
                      <a:pt x="369" y="895"/>
                      <a:pt x="375" y="895"/>
                    </a:cubicBezTo>
                    <a:cubicBezTo>
                      <a:pt x="570" y="895"/>
                      <a:pt x="727" y="697"/>
                      <a:pt x="739" y="465"/>
                    </a:cubicBezTo>
                    <a:cubicBezTo>
                      <a:pt x="751" y="215"/>
                      <a:pt x="584" y="13"/>
                      <a:pt x="382" y="1"/>
                    </a:cubicBezTo>
                    <a:cubicBezTo>
                      <a:pt x="376" y="1"/>
                      <a:pt x="370" y="1"/>
                      <a:pt x="3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64"/>
              <p:cNvSpPr/>
              <p:nvPr/>
            </p:nvSpPr>
            <p:spPr>
              <a:xfrm>
                <a:off x="59525" y="4653075"/>
                <a:ext cx="18775" cy="22375"/>
              </a:xfrm>
              <a:custGeom>
                <a:avLst/>
                <a:gdLst/>
                <a:ahLst/>
                <a:cxnLst/>
                <a:rect l="l" t="t" r="r" b="b"/>
                <a:pathLst>
                  <a:path w="751" h="895" extrusionOk="0">
                    <a:moveTo>
                      <a:pt x="364" y="0"/>
                    </a:moveTo>
                    <a:cubicBezTo>
                      <a:pt x="170" y="0"/>
                      <a:pt x="12" y="198"/>
                      <a:pt x="0" y="429"/>
                    </a:cubicBezTo>
                    <a:cubicBezTo>
                      <a:pt x="0" y="679"/>
                      <a:pt x="155" y="882"/>
                      <a:pt x="357" y="894"/>
                    </a:cubicBezTo>
                    <a:cubicBezTo>
                      <a:pt x="363" y="894"/>
                      <a:pt x="369" y="894"/>
                      <a:pt x="374" y="894"/>
                    </a:cubicBezTo>
                    <a:cubicBezTo>
                      <a:pt x="569" y="894"/>
                      <a:pt x="727" y="697"/>
                      <a:pt x="738" y="465"/>
                    </a:cubicBezTo>
                    <a:cubicBezTo>
                      <a:pt x="750" y="215"/>
                      <a:pt x="584" y="13"/>
                      <a:pt x="381" y="1"/>
                    </a:cubicBezTo>
                    <a:cubicBezTo>
                      <a:pt x="376" y="0"/>
                      <a:pt x="370" y="0"/>
                      <a:pt x="3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64"/>
              <p:cNvSpPr/>
              <p:nvPr/>
            </p:nvSpPr>
            <p:spPr>
              <a:xfrm>
                <a:off x="-126825" y="4593975"/>
                <a:ext cx="339075" cy="121225"/>
              </a:xfrm>
              <a:custGeom>
                <a:avLst/>
                <a:gdLst/>
                <a:ahLst/>
                <a:cxnLst/>
                <a:rect l="l" t="t" r="r" b="b"/>
                <a:pathLst>
                  <a:path w="13563" h="4849" extrusionOk="0">
                    <a:moveTo>
                      <a:pt x="2268" y="119"/>
                    </a:moveTo>
                    <a:cubicBezTo>
                      <a:pt x="2325" y="119"/>
                      <a:pt x="2383" y="122"/>
                      <a:pt x="2442" y="126"/>
                    </a:cubicBezTo>
                    <a:cubicBezTo>
                      <a:pt x="3573" y="222"/>
                      <a:pt x="4418" y="1222"/>
                      <a:pt x="4323" y="2353"/>
                    </a:cubicBezTo>
                    <a:cubicBezTo>
                      <a:pt x="4244" y="3426"/>
                      <a:pt x="3340" y="4241"/>
                      <a:pt x="2272" y="4241"/>
                    </a:cubicBezTo>
                    <a:cubicBezTo>
                      <a:pt x="2214" y="4241"/>
                      <a:pt x="2155" y="4239"/>
                      <a:pt x="2096" y="4234"/>
                    </a:cubicBezTo>
                    <a:cubicBezTo>
                      <a:pt x="965" y="4139"/>
                      <a:pt x="120" y="3151"/>
                      <a:pt x="215" y="2008"/>
                    </a:cubicBezTo>
                    <a:cubicBezTo>
                      <a:pt x="306" y="935"/>
                      <a:pt x="1210" y="119"/>
                      <a:pt x="2268" y="119"/>
                    </a:cubicBezTo>
                    <a:close/>
                    <a:moveTo>
                      <a:pt x="8209" y="607"/>
                    </a:moveTo>
                    <a:cubicBezTo>
                      <a:pt x="8267" y="607"/>
                      <a:pt x="8325" y="610"/>
                      <a:pt x="8383" y="615"/>
                    </a:cubicBezTo>
                    <a:cubicBezTo>
                      <a:pt x="9514" y="710"/>
                      <a:pt x="10359" y="1710"/>
                      <a:pt x="10264" y="2841"/>
                    </a:cubicBezTo>
                    <a:cubicBezTo>
                      <a:pt x="10174" y="3915"/>
                      <a:pt x="9268" y="4741"/>
                      <a:pt x="8209" y="4741"/>
                    </a:cubicBezTo>
                    <a:cubicBezTo>
                      <a:pt x="8153" y="4741"/>
                      <a:pt x="8095" y="4739"/>
                      <a:pt x="8038" y="4734"/>
                    </a:cubicBezTo>
                    <a:cubicBezTo>
                      <a:pt x="6907" y="4639"/>
                      <a:pt x="6061" y="3639"/>
                      <a:pt x="6156" y="2508"/>
                    </a:cubicBezTo>
                    <a:cubicBezTo>
                      <a:pt x="6247" y="1424"/>
                      <a:pt x="7151" y="607"/>
                      <a:pt x="8209" y="607"/>
                    </a:cubicBezTo>
                    <a:close/>
                    <a:moveTo>
                      <a:pt x="2278" y="0"/>
                    </a:moveTo>
                    <a:cubicBezTo>
                      <a:pt x="1151" y="0"/>
                      <a:pt x="198" y="864"/>
                      <a:pt x="96" y="2008"/>
                    </a:cubicBezTo>
                    <a:cubicBezTo>
                      <a:pt x="1" y="3198"/>
                      <a:pt x="894" y="4258"/>
                      <a:pt x="2096" y="4353"/>
                    </a:cubicBezTo>
                    <a:cubicBezTo>
                      <a:pt x="2155" y="4358"/>
                      <a:pt x="2213" y="4360"/>
                      <a:pt x="2271" y="4360"/>
                    </a:cubicBezTo>
                    <a:cubicBezTo>
                      <a:pt x="3389" y="4360"/>
                      <a:pt x="4351" y="3497"/>
                      <a:pt x="4442" y="2365"/>
                    </a:cubicBezTo>
                    <a:cubicBezTo>
                      <a:pt x="4454" y="2270"/>
                      <a:pt x="4454" y="2186"/>
                      <a:pt x="4454" y="2103"/>
                    </a:cubicBezTo>
                    <a:cubicBezTo>
                      <a:pt x="4689" y="1989"/>
                      <a:pt x="4919" y="1948"/>
                      <a:pt x="5130" y="1948"/>
                    </a:cubicBezTo>
                    <a:cubicBezTo>
                      <a:pt x="5603" y="1948"/>
                      <a:pt x="5978" y="2156"/>
                      <a:pt x="6085" y="2222"/>
                    </a:cubicBezTo>
                    <a:cubicBezTo>
                      <a:pt x="6061" y="2317"/>
                      <a:pt x="6049" y="2401"/>
                      <a:pt x="6037" y="2496"/>
                    </a:cubicBezTo>
                    <a:cubicBezTo>
                      <a:pt x="5942" y="3686"/>
                      <a:pt x="6835" y="4746"/>
                      <a:pt x="8026" y="4841"/>
                    </a:cubicBezTo>
                    <a:cubicBezTo>
                      <a:pt x="8086" y="4846"/>
                      <a:pt x="8146" y="4849"/>
                      <a:pt x="8206" y="4849"/>
                    </a:cubicBezTo>
                    <a:cubicBezTo>
                      <a:pt x="9319" y="4849"/>
                      <a:pt x="10258" y="4020"/>
                      <a:pt x="10371" y="2912"/>
                    </a:cubicBezTo>
                    <a:lnTo>
                      <a:pt x="12967" y="3127"/>
                    </a:lnTo>
                    <a:cubicBezTo>
                      <a:pt x="13038" y="3163"/>
                      <a:pt x="13443" y="3401"/>
                      <a:pt x="13419" y="3805"/>
                    </a:cubicBezTo>
                    <a:cubicBezTo>
                      <a:pt x="13419" y="3841"/>
                      <a:pt x="13443" y="3865"/>
                      <a:pt x="13479" y="3865"/>
                    </a:cubicBezTo>
                    <a:cubicBezTo>
                      <a:pt x="13503" y="3865"/>
                      <a:pt x="13538" y="3841"/>
                      <a:pt x="13538" y="3817"/>
                    </a:cubicBezTo>
                    <a:cubicBezTo>
                      <a:pt x="13562" y="3293"/>
                      <a:pt x="13026" y="3032"/>
                      <a:pt x="13003" y="3032"/>
                    </a:cubicBezTo>
                    <a:cubicBezTo>
                      <a:pt x="13003" y="3020"/>
                      <a:pt x="12991" y="3020"/>
                      <a:pt x="12991" y="3020"/>
                    </a:cubicBezTo>
                    <a:lnTo>
                      <a:pt x="10383" y="2793"/>
                    </a:lnTo>
                    <a:cubicBezTo>
                      <a:pt x="10455" y="1627"/>
                      <a:pt x="9574" y="603"/>
                      <a:pt x="8395" y="507"/>
                    </a:cubicBezTo>
                    <a:cubicBezTo>
                      <a:pt x="8330" y="502"/>
                      <a:pt x="8265" y="499"/>
                      <a:pt x="8201" y="499"/>
                    </a:cubicBezTo>
                    <a:cubicBezTo>
                      <a:pt x="7210" y="499"/>
                      <a:pt x="6355" y="1175"/>
                      <a:pt x="6109" y="2103"/>
                    </a:cubicBezTo>
                    <a:cubicBezTo>
                      <a:pt x="5962" y="2021"/>
                      <a:pt x="5587" y="1840"/>
                      <a:pt x="5125" y="1840"/>
                    </a:cubicBezTo>
                    <a:cubicBezTo>
                      <a:pt x="4911" y="1840"/>
                      <a:pt x="4679" y="1878"/>
                      <a:pt x="4442" y="1984"/>
                    </a:cubicBezTo>
                    <a:cubicBezTo>
                      <a:pt x="4347" y="948"/>
                      <a:pt x="3525" y="103"/>
                      <a:pt x="2454" y="7"/>
                    </a:cubicBezTo>
                    <a:cubicBezTo>
                      <a:pt x="2395" y="3"/>
                      <a:pt x="2336" y="0"/>
                      <a:pt x="22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64"/>
              <p:cNvSpPr/>
              <p:nvPr/>
            </p:nvSpPr>
            <p:spPr>
              <a:xfrm>
                <a:off x="144650" y="4722425"/>
                <a:ext cx="20850" cy="28600"/>
              </a:xfrm>
              <a:custGeom>
                <a:avLst/>
                <a:gdLst/>
                <a:ahLst/>
                <a:cxnLst/>
                <a:rect l="l" t="t" r="r" b="b"/>
                <a:pathLst>
                  <a:path w="834" h="1144" extrusionOk="0">
                    <a:moveTo>
                      <a:pt x="417" y="1"/>
                    </a:moveTo>
                    <a:cubicBezTo>
                      <a:pt x="191" y="1"/>
                      <a:pt x="0" y="251"/>
                      <a:pt x="0" y="572"/>
                    </a:cubicBezTo>
                    <a:cubicBezTo>
                      <a:pt x="0" y="882"/>
                      <a:pt x="191" y="1144"/>
                      <a:pt x="417" y="1144"/>
                    </a:cubicBezTo>
                    <a:cubicBezTo>
                      <a:pt x="643" y="1144"/>
                      <a:pt x="834" y="882"/>
                      <a:pt x="834" y="572"/>
                    </a:cubicBezTo>
                    <a:cubicBezTo>
                      <a:pt x="834" y="251"/>
                      <a:pt x="643" y="1"/>
                      <a:pt x="417" y="1"/>
                    </a:cubicBezTo>
                    <a:close/>
                  </a:path>
                </a:pathLst>
              </a:custGeom>
              <a:solidFill>
                <a:srgbClr val="F3BD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250"/>
        <p:cNvGrpSpPr/>
        <p:nvPr/>
      </p:nvGrpSpPr>
      <p:grpSpPr>
        <a:xfrm>
          <a:off x="0" y="0"/>
          <a:ext cx="0" cy="0"/>
          <a:chOff x="0" y="0"/>
          <a:chExt cx="0" cy="0"/>
        </a:xfrm>
      </p:grpSpPr>
      <p:sp>
        <p:nvSpPr>
          <p:cNvPr id="2251" name="Google Shape;2251;p65"/>
          <p:cNvSpPr txBox="1">
            <a:spLocks noGrp="1"/>
          </p:cNvSpPr>
          <p:nvPr>
            <p:ph type="title"/>
          </p:nvPr>
        </p:nvSpPr>
        <p:spPr>
          <a:xfrm>
            <a:off x="5284800" y="770900"/>
            <a:ext cx="3146100" cy="240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Can’t wait to spend more time with them soon</a:t>
            </a:r>
            <a:endParaRPr/>
          </a:p>
        </p:txBody>
      </p:sp>
      <p:sp>
        <p:nvSpPr>
          <p:cNvPr id="2252" name="Google Shape;2252;p65"/>
          <p:cNvSpPr txBox="1">
            <a:spLocks noGrp="1"/>
          </p:cNvSpPr>
          <p:nvPr>
            <p:ph type="subTitle" idx="1"/>
          </p:nvPr>
        </p:nvSpPr>
        <p:spPr>
          <a:xfrm>
            <a:off x="5284800" y="3202900"/>
            <a:ext cx="3146100" cy="1046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one in the Solar System—it’s only a bit larger than our moon</a:t>
            </a:r>
            <a:endParaRPr/>
          </a:p>
        </p:txBody>
      </p:sp>
      <p:grpSp>
        <p:nvGrpSpPr>
          <p:cNvPr id="2253" name="Google Shape;2253;p65"/>
          <p:cNvGrpSpPr/>
          <p:nvPr/>
        </p:nvGrpSpPr>
        <p:grpSpPr>
          <a:xfrm>
            <a:off x="713112" y="770883"/>
            <a:ext cx="4008186" cy="3833191"/>
            <a:chOff x="451225" y="2684425"/>
            <a:chExt cx="1441275" cy="1378350"/>
          </a:xfrm>
        </p:grpSpPr>
        <p:sp>
          <p:nvSpPr>
            <p:cNvPr id="2254" name="Google Shape;2254;p65"/>
            <p:cNvSpPr/>
            <p:nvPr/>
          </p:nvSpPr>
          <p:spPr>
            <a:xfrm>
              <a:off x="844725" y="3337450"/>
              <a:ext cx="363125" cy="174325"/>
            </a:xfrm>
            <a:custGeom>
              <a:avLst/>
              <a:gdLst/>
              <a:ahLst/>
              <a:cxnLst/>
              <a:rect l="l" t="t" r="r" b="b"/>
              <a:pathLst>
                <a:path w="14525" h="6973" extrusionOk="0">
                  <a:moveTo>
                    <a:pt x="12045" y="0"/>
                  </a:moveTo>
                  <a:cubicBezTo>
                    <a:pt x="11740" y="0"/>
                    <a:pt x="10582" y="1122"/>
                    <a:pt x="9955" y="1643"/>
                  </a:cubicBezTo>
                  <a:lnTo>
                    <a:pt x="8609" y="2096"/>
                  </a:lnTo>
                  <a:lnTo>
                    <a:pt x="7931" y="2298"/>
                  </a:lnTo>
                  <a:lnTo>
                    <a:pt x="7585" y="2393"/>
                  </a:lnTo>
                  <a:lnTo>
                    <a:pt x="7419" y="2441"/>
                  </a:lnTo>
                  <a:lnTo>
                    <a:pt x="7240" y="2477"/>
                  </a:lnTo>
                  <a:lnTo>
                    <a:pt x="6561" y="2643"/>
                  </a:lnTo>
                  <a:cubicBezTo>
                    <a:pt x="6454" y="2667"/>
                    <a:pt x="6335" y="2691"/>
                    <a:pt x="6216" y="2715"/>
                  </a:cubicBezTo>
                  <a:lnTo>
                    <a:pt x="5883" y="2774"/>
                  </a:lnTo>
                  <a:lnTo>
                    <a:pt x="5192" y="2894"/>
                  </a:lnTo>
                  <a:lnTo>
                    <a:pt x="4513" y="2989"/>
                  </a:lnTo>
                  <a:cubicBezTo>
                    <a:pt x="3883" y="3055"/>
                    <a:pt x="3253" y="3098"/>
                    <a:pt x="2634" y="3098"/>
                  </a:cubicBezTo>
                  <a:cubicBezTo>
                    <a:pt x="2365" y="3098"/>
                    <a:pt x="2098" y="3090"/>
                    <a:pt x="1835" y="3072"/>
                  </a:cubicBezTo>
                  <a:cubicBezTo>
                    <a:pt x="1501" y="3048"/>
                    <a:pt x="1168" y="3024"/>
                    <a:pt x="846" y="2977"/>
                  </a:cubicBezTo>
                  <a:cubicBezTo>
                    <a:pt x="822" y="3048"/>
                    <a:pt x="799" y="3120"/>
                    <a:pt x="775" y="3191"/>
                  </a:cubicBezTo>
                  <a:cubicBezTo>
                    <a:pt x="596" y="3727"/>
                    <a:pt x="441" y="4263"/>
                    <a:pt x="287" y="4799"/>
                  </a:cubicBezTo>
                  <a:cubicBezTo>
                    <a:pt x="180" y="5501"/>
                    <a:pt x="96" y="6215"/>
                    <a:pt x="1" y="6918"/>
                  </a:cubicBezTo>
                  <a:cubicBezTo>
                    <a:pt x="25" y="6918"/>
                    <a:pt x="49" y="6918"/>
                    <a:pt x="72" y="6930"/>
                  </a:cubicBezTo>
                  <a:cubicBezTo>
                    <a:pt x="469" y="6961"/>
                    <a:pt x="856" y="6972"/>
                    <a:pt x="1235" y="6972"/>
                  </a:cubicBezTo>
                  <a:cubicBezTo>
                    <a:pt x="1424" y="6972"/>
                    <a:pt x="1612" y="6969"/>
                    <a:pt x="1799" y="6965"/>
                  </a:cubicBezTo>
                  <a:cubicBezTo>
                    <a:pt x="2942" y="6930"/>
                    <a:pt x="4037" y="6775"/>
                    <a:pt x="5097" y="6561"/>
                  </a:cubicBezTo>
                  <a:lnTo>
                    <a:pt x="5895" y="6382"/>
                  </a:lnTo>
                  <a:lnTo>
                    <a:pt x="6680" y="6168"/>
                  </a:lnTo>
                  <a:lnTo>
                    <a:pt x="7073" y="6061"/>
                  </a:lnTo>
                  <a:cubicBezTo>
                    <a:pt x="7192" y="6025"/>
                    <a:pt x="7323" y="5989"/>
                    <a:pt x="7454" y="5942"/>
                  </a:cubicBezTo>
                  <a:lnTo>
                    <a:pt x="8216" y="5691"/>
                  </a:lnTo>
                  <a:lnTo>
                    <a:pt x="8407" y="5632"/>
                  </a:lnTo>
                  <a:lnTo>
                    <a:pt x="8585" y="5561"/>
                  </a:lnTo>
                  <a:lnTo>
                    <a:pt x="8966" y="5418"/>
                  </a:lnTo>
                  <a:lnTo>
                    <a:pt x="9705" y="5132"/>
                  </a:lnTo>
                  <a:lnTo>
                    <a:pt x="11145" y="4489"/>
                  </a:lnTo>
                  <a:cubicBezTo>
                    <a:pt x="11145" y="4489"/>
                    <a:pt x="12884" y="3667"/>
                    <a:pt x="12931" y="3644"/>
                  </a:cubicBezTo>
                  <a:cubicBezTo>
                    <a:pt x="13241" y="3513"/>
                    <a:pt x="14372" y="3013"/>
                    <a:pt x="14336" y="2727"/>
                  </a:cubicBezTo>
                  <a:cubicBezTo>
                    <a:pt x="14324" y="2655"/>
                    <a:pt x="14250" y="2626"/>
                    <a:pt x="14141" y="2626"/>
                  </a:cubicBezTo>
                  <a:cubicBezTo>
                    <a:pt x="13738" y="2626"/>
                    <a:pt x="12852" y="3019"/>
                    <a:pt x="12813" y="3036"/>
                  </a:cubicBezTo>
                  <a:lnTo>
                    <a:pt x="12813" y="3036"/>
                  </a:lnTo>
                  <a:cubicBezTo>
                    <a:pt x="12866" y="3012"/>
                    <a:pt x="14525" y="2269"/>
                    <a:pt x="14408" y="1929"/>
                  </a:cubicBezTo>
                  <a:cubicBezTo>
                    <a:pt x="14389" y="1868"/>
                    <a:pt x="14323" y="1842"/>
                    <a:pt x="14226" y="1842"/>
                  </a:cubicBezTo>
                  <a:cubicBezTo>
                    <a:pt x="13760" y="1842"/>
                    <a:pt x="12586" y="2429"/>
                    <a:pt x="12586" y="2429"/>
                  </a:cubicBezTo>
                  <a:cubicBezTo>
                    <a:pt x="12586" y="2429"/>
                    <a:pt x="14503" y="1465"/>
                    <a:pt x="14360" y="1191"/>
                  </a:cubicBezTo>
                  <a:cubicBezTo>
                    <a:pt x="14324" y="1125"/>
                    <a:pt x="14250" y="1098"/>
                    <a:pt x="14150" y="1098"/>
                  </a:cubicBezTo>
                  <a:cubicBezTo>
                    <a:pt x="13777" y="1098"/>
                    <a:pt x="13049" y="1478"/>
                    <a:pt x="12645" y="1703"/>
                  </a:cubicBezTo>
                  <a:cubicBezTo>
                    <a:pt x="13074" y="1441"/>
                    <a:pt x="13824" y="941"/>
                    <a:pt x="13765" y="691"/>
                  </a:cubicBezTo>
                  <a:cubicBezTo>
                    <a:pt x="13752" y="638"/>
                    <a:pt x="13689" y="616"/>
                    <a:pt x="13592" y="616"/>
                  </a:cubicBezTo>
                  <a:cubicBezTo>
                    <a:pt x="13050" y="616"/>
                    <a:pt x="11431" y="1310"/>
                    <a:pt x="11431" y="1310"/>
                  </a:cubicBezTo>
                  <a:cubicBezTo>
                    <a:pt x="11431" y="1310"/>
                    <a:pt x="12348" y="12"/>
                    <a:pt x="12050" y="0"/>
                  </a:cubicBezTo>
                  <a:cubicBezTo>
                    <a:pt x="12049" y="0"/>
                    <a:pt x="12047" y="0"/>
                    <a:pt x="12045" y="0"/>
                  </a:cubicBezTo>
                  <a:close/>
                </a:path>
              </a:pathLst>
            </a:custGeom>
            <a:solidFill>
              <a:srgbClr val="FCB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65"/>
            <p:cNvSpPr/>
            <p:nvPr/>
          </p:nvSpPr>
          <p:spPr>
            <a:xfrm>
              <a:off x="704550" y="3364975"/>
              <a:ext cx="191100" cy="151100"/>
            </a:xfrm>
            <a:custGeom>
              <a:avLst/>
              <a:gdLst/>
              <a:ahLst/>
              <a:cxnLst/>
              <a:rect l="l" t="t" r="r" b="b"/>
              <a:pathLst>
                <a:path w="7644" h="6044" extrusionOk="0">
                  <a:moveTo>
                    <a:pt x="4308" y="0"/>
                  </a:moveTo>
                  <a:cubicBezTo>
                    <a:pt x="3571" y="0"/>
                    <a:pt x="2795" y="240"/>
                    <a:pt x="2179" y="995"/>
                  </a:cubicBezTo>
                  <a:cubicBezTo>
                    <a:pt x="2179" y="995"/>
                    <a:pt x="0" y="3793"/>
                    <a:pt x="3941" y="5674"/>
                  </a:cubicBezTo>
                  <a:cubicBezTo>
                    <a:pt x="3941" y="5674"/>
                    <a:pt x="5167" y="5995"/>
                    <a:pt x="5870" y="6043"/>
                  </a:cubicBezTo>
                  <a:cubicBezTo>
                    <a:pt x="5873" y="6043"/>
                    <a:pt x="5876" y="6043"/>
                    <a:pt x="5878" y="6043"/>
                  </a:cubicBezTo>
                  <a:cubicBezTo>
                    <a:pt x="6404" y="6043"/>
                    <a:pt x="7360" y="2773"/>
                    <a:pt x="7608" y="1400"/>
                  </a:cubicBezTo>
                  <a:cubicBezTo>
                    <a:pt x="7644" y="1233"/>
                    <a:pt x="7263" y="971"/>
                    <a:pt x="6763" y="721"/>
                  </a:cubicBezTo>
                  <a:cubicBezTo>
                    <a:pt x="6763" y="721"/>
                    <a:pt x="6763" y="721"/>
                    <a:pt x="6763" y="721"/>
                  </a:cubicBezTo>
                  <a:cubicBezTo>
                    <a:pt x="6751" y="721"/>
                    <a:pt x="5588" y="0"/>
                    <a:pt x="4308" y="0"/>
                  </a:cubicBezTo>
                  <a:close/>
                </a:path>
              </a:pathLst>
            </a:custGeom>
            <a:solidFill>
              <a:srgbClr val="FCAB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65"/>
            <p:cNvSpPr/>
            <p:nvPr/>
          </p:nvSpPr>
          <p:spPr>
            <a:xfrm>
              <a:off x="1394200" y="3333275"/>
              <a:ext cx="131950" cy="107850"/>
            </a:xfrm>
            <a:custGeom>
              <a:avLst/>
              <a:gdLst/>
              <a:ahLst/>
              <a:cxnLst/>
              <a:rect l="l" t="t" r="r" b="b"/>
              <a:pathLst>
                <a:path w="5278" h="4314" extrusionOk="0">
                  <a:moveTo>
                    <a:pt x="1168" y="13"/>
                  </a:moveTo>
                  <a:lnTo>
                    <a:pt x="1" y="3275"/>
                  </a:lnTo>
                  <a:cubicBezTo>
                    <a:pt x="1" y="3275"/>
                    <a:pt x="2073" y="3906"/>
                    <a:pt x="2132" y="3930"/>
                  </a:cubicBezTo>
                  <a:cubicBezTo>
                    <a:pt x="2409" y="4022"/>
                    <a:pt x="3263" y="4314"/>
                    <a:pt x="3724" y="4314"/>
                  </a:cubicBezTo>
                  <a:cubicBezTo>
                    <a:pt x="3858" y="4314"/>
                    <a:pt x="3958" y="4289"/>
                    <a:pt x="4001" y="4227"/>
                  </a:cubicBezTo>
                  <a:cubicBezTo>
                    <a:pt x="4216" y="3918"/>
                    <a:pt x="2492" y="3335"/>
                    <a:pt x="2489" y="3334"/>
                  </a:cubicBezTo>
                  <a:lnTo>
                    <a:pt x="2489" y="3334"/>
                  </a:lnTo>
                  <a:cubicBezTo>
                    <a:pt x="2491" y="3335"/>
                    <a:pt x="3717" y="3748"/>
                    <a:pt x="4333" y="3748"/>
                  </a:cubicBezTo>
                  <a:cubicBezTo>
                    <a:pt x="4506" y="3748"/>
                    <a:pt x="4632" y="3716"/>
                    <a:pt x="4668" y="3632"/>
                  </a:cubicBezTo>
                  <a:cubicBezTo>
                    <a:pt x="4846" y="3252"/>
                    <a:pt x="2769" y="2657"/>
                    <a:pt x="2763" y="2656"/>
                  </a:cubicBezTo>
                  <a:lnTo>
                    <a:pt x="2763" y="2656"/>
                  </a:lnTo>
                  <a:cubicBezTo>
                    <a:pt x="2768" y="2657"/>
                    <a:pt x="4237" y="3076"/>
                    <a:pt x="4883" y="3076"/>
                  </a:cubicBezTo>
                  <a:cubicBezTo>
                    <a:pt x="5051" y="3076"/>
                    <a:pt x="5163" y="3048"/>
                    <a:pt x="5180" y="2977"/>
                  </a:cubicBezTo>
                  <a:cubicBezTo>
                    <a:pt x="5277" y="2598"/>
                    <a:pt x="4028" y="2258"/>
                    <a:pt x="3374" y="2107"/>
                  </a:cubicBezTo>
                  <a:lnTo>
                    <a:pt x="3374" y="2107"/>
                  </a:lnTo>
                  <a:cubicBezTo>
                    <a:pt x="3714" y="2174"/>
                    <a:pt x="4212" y="2257"/>
                    <a:pt x="4584" y="2257"/>
                  </a:cubicBezTo>
                  <a:cubicBezTo>
                    <a:pt x="4829" y="2257"/>
                    <a:pt x="5019" y="2221"/>
                    <a:pt x="5073" y="2120"/>
                  </a:cubicBezTo>
                  <a:cubicBezTo>
                    <a:pt x="5263" y="1751"/>
                    <a:pt x="2656" y="858"/>
                    <a:pt x="2656" y="858"/>
                  </a:cubicBezTo>
                  <a:cubicBezTo>
                    <a:pt x="2656" y="858"/>
                    <a:pt x="4418" y="477"/>
                    <a:pt x="4168" y="239"/>
                  </a:cubicBezTo>
                  <a:cubicBezTo>
                    <a:pt x="3930" y="1"/>
                    <a:pt x="2096" y="48"/>
                    <a:pt x="1168" y="13"/>
                  </a:cubicBezTo>
                  <a:close/>
                </a:path>
              </a:pathLst>
            </a:custGeom>
            <a:solidFill>
              <a:srgbClr val="FCB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65"/>
            <p:cNvSpPr/>
            <p:nvPr/>
          </p:nvSpPr>
          <p:spPr>
            <a:xfrm>
              <a:off x="1443325" y="3358875"/>
              <a:ext cx="18775" cy="61350"/>
            </a:xfrm>
            <a:custGeom>
              <a:avLst/>
              <a:gdLst/>
              <a:ahLst/>
              <a:cxnLst/>
              <a:rect l="l" t="t" r="r" b="b"/>
              <a:pathLst>
                <a:path w="751" h="2454" extrusionOk="0">
                  <a:moveTo>
                    <a:pt x="715" y="1"/>
                  </a:moveTo>
                  <a:lnTo>
                    <a:pt x="715" y="12"/>
                  </a:lnTo>
                  <a:cubicBezTo>
                    <a:pt x="703" y="60"/>
                    <a:pt x="703" y="120"/>
                    <a:pt x="691" y="167"/>
                  </a:cubicBezTo>
                  <a:lnTo>
                    <a:pt x="655" y="334"/>
                  </a:lnTo>
                  <a:cubicBezTo>
                    <a:pt x="643" y="441"/>
                    <a:pt x="620" y="536"/>
                    <a:pt x="596" y="643"/>
                  </a:cubicBezTo>
                  <a:cubicBezTo>
                    <a:pt x="548" y="846"/>
                    <a:pt x="500" y="1048"/>
                    <a:pt x="441" y="1251"/>
                  </a:cubicBezTo>
                  <a:cubicBezTo>
                    <a:pt x="393" y="1453"/>
                    <a:pt x="322" y="1656"/>
                    <a:pt x="250" y="1846"/>
                  </a:cubicBezTo>
                  <a:cubicBezTo>
                    <a:pt x="215" y="1953"/>
                    <a:pt x="167" y="2048"/>
                    <a:pt x="131" y="2144"/>
                  </a:cubicBezTo>
                  <a:lnTo>
                    <a:pt x="72" y="2298"/>
                  </a:lnTo>
                  <a:cubicBezTo>
                    <a:pt x="48" y="2346"/>
                    <a:pt x="24" y="2394"/>
                    <a:pt x="0" y="2453"/>
                  </a:cubicBezTo>
                  <a:lnTo>
                    <a:pt x="12" y="2453"/>
                  </a:lnTo>
                  <a:cubicBezTo>
                    <a:pt x="262" y="2108"/>
                    <a:pt x="465" y="1703"/>
                    <a:pt x="584" y="1286"/>
                  </a:cubicBezTo>
                  <a:cubicBezTo>
                    <a:pt x="703" y="870"/>
                    <a:pt x="751" y="441"/>
                    <a:pt x="739" y="1"/>
                  </a:cubicBezTo>
                  <a:close/>
                </a:path>
              </a:pathLst>
            </a:custGeom>
            <a:solidFill>
              <a:srgbClr val="9930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65"/>
            <p:cNvSpPr/>
            <p:nvPr/>
          </p:nvSpPr>
          <p:spPr>
            <a:xfrm>
              <a:off x="803950" y="3992875"/>
              <a:ext cx="52725" cy="44075"/>
            </a:xfrm>
            <a:custGeom>
              <a:avLst/>
              <a:gdLst/>
              <a:ahLst/>
              <a:cxnLst/>
              <a:rect l="l" t="t" r="r" b="b"/>
              <a:pathLst>
                <a:path w="2109" h="1763" extrusionOk="0">
                  <a:moveTo>
                    <a:pt x="1846" y="1"/>
                  </a:moveTo>
                  <a:lnTo>
                    <a:pt x="1846" y="1"/>
                  </a:lnTo>
                  <a:cubicBezTo>
                    <a:pt x="1" y="358"/>
                    <a:pt x="322" y="1513"/>
                    <a:pt x="322" y="1525"/>
                  </a:cubicBezTo>
                  <a:cubicBezTo>
                    <a:pt x="858" y="1632"/>
                    <a:pt x="1132" y="1703"/>
                    <a:pt x="1763" y="1763"/>
                  </a:cubicBezTo>
                  <a:cubicBezTo>
                    <a:pt x="2037" y="1191"/>
                    <a:pt x="2108" y="596"/>
                    <a:pt x="184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65"/>
            <p:cNvSpPr/>
            <p:nvPr/>
          </p:nvSpPr>
          <p:spPr>
            <a:xfrm>
              <a:off x="847425" y="3949875"/>
              <a:ext cx="135100" cy="88200"/>
            </a:xfrm>
            <a:custGeom>
              <a:avLst/>
              <a:gdLst/>
              <a:ahLst/>
              <a:cxnLst/>
              <a:rect l="l" t="t" r="r" b="b"/>
              <a:pathLst>
                <a:path w="5404" h="3528" extrusionOk="0">
                  <a:moveTo>
                    <a:pt x="1952" y="0"/>
                  </a:moveTo>
                  <a:cubicBezTo>
                    <a:pt x="536" y="0"/>
                    <a:pt x="703" y="1578"/>
                    <a:pt x="703" y="1578"/>
                  </a:cubicBezTo>
                  <a:cubicBezTo>
                    <a:pt x="524" y="1590"/>
                    <a:pt x="512" y="1590"/>
                    <a:pt x="72" y="1685"/>
                  </a:cubicBezTo>
                  <a:cubicBezTo>
                    <a:pt x="345" y="2280"/>
                    <a:pt x="274" y="2876"/>
                    <a:pt x="0" y="3435"/>
                  </a:cubicBezTo>
                  <a:cubicBezTo>
                    <a:pt x="827" y="3503"/>
                    <a:pt x="1619" y="3528"/>
                    <a:pt x="2330" y="3528"/>
                  </a:cubicBezTo>
                  <a:cubicBezTo>
                    <a:pt x="4106" y="3528"/>
                    <a:pt x="5370" y="3376"/>
                    <a:pt x="5370" y="3376"/>
                  </a:cubicBezTo>
                  <a:lnTo>
                    <a:pt x="5394" y="1471"/>
                  </a:lnTo>
                  <a:cubicBezTo>
                    <a:pt x="5403" y="871"/>
                    <a:pt x="4910" y="431"/>
                    <a:pt x="4359" y="431"/>
                  </a:cubicBezTo>
                  <a:cubicBezTo>
                    <a:pt x="4221" y="431"/>
                    <a:pt x="4079" y="459"/>
                    <a:pt x="3941" y="518"/>
                  </a:cubicBezTo>
                  <a:cubicBezTo>
                    <a:pt x="3510" y="705"/>
                    <a:pt x="3376" y="936"/>
                    <a:pt x="3303" y="1125"/>
                  </a:cubicBezTo>
                  <a:lnTo>
                    <a:pt x="3303" y="1125"/>
                  </a:lnTo>
                  <a:cubicBezTo>
                    <a:pt x="3303" y="1124"/>
                    <a:pt x="3302" y="1124"/>
                    <a:pt x="3302" y="1124"/>
                  </a:cubicBezTo>
                  <a:cubicBezTo>
                    <a:pt x="3301" y="1124"/>
                    <a:pt x="3300" y="1125"/>
                    <a:pt x="3299" y="1127"/>
                  </a:cubicBezTo>
                  <a:lnTo>
                    <a:pt x="3299" y="1127"/>
                  </a:lnTo>
                  <a:cubicBezTo>
                    <a:pt x="3338" y="766"/>
                    <a:pt x="2933" y="77"/>
                    <a:pt x="2108" y="6"/>
                  </a:cubicBezTo>
                  <a:cubicBezTo>
                    <a:pt x="2054" y="2"/>
                    <a:pt x="2002" y="0"/>
                    <a:pt x="195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65"/>
            <p:cNvSpPr/>
            <p:nvPr/>
          </p:nvSpPr>
          <p:spPr>
            <a:xfrm>
              <a:off x="810675" y="4029775"/>
              <a:ext cx="171600" cy="21450"/>
            </a:xfrm>
            <a:custGeom>
              <a:avLst/>
              <a:gdLst/>
              <a:ahLst/>
              <a:cxnLst/>
              <a:rect l="l" t="t" r="r" b="b"/>
              <a:pathLst>
                <a:path w="6864" h="858" extrusionOk="0">
                  <a:moveTo>
                    <a:pt x="116" y="0"/>
                  </a:moveTo>
                  <a:cubicBezTo>
                    <a:pt x="1" y="0"/>
                    <a:pt x="149" y="489"/>
                    <a:pt x="149" y="489"/>
                  </a:cubicBezTo>
                  <a:cubicBezTo>
                    <a:pt x="1231" y="772"/>
                    <a:pt x="2486" y="858"/>
                    <a:pt x="3616" y="858"/>
                  </a:cubicBezTo>
                  <a:cubicBezTo>
                    <a:pt x="5395" y="858"/>
                    <a:pt x="6864" y="644"/>
                    <a:pt x="6864" y="644"/>
                  </a:cubicBezTo>
                  <a:lnTo>
                    <a:pt x="6864" y="215"/>
                  </a:lnTo>
                  <a:cubicBezTo>
                    <a:pt x="6864" y="215"/>
                    <a:pt x="5844" y="316"/>
                    <a:pt x="4369" y="316"/>
                  </a:cubicBezTo>
                  <a:cubicBezTo>
                    <a:pt x="3158" y="316"/>
                    <a:pt x="1639" y="248"/>
                    <a:pt x="125" y="1"/>
                  </a:cubicBezTo>
                  <a:cubicBezTo>
                    <a:pt x="122" y="1"/>
                    <a:pt x="119" y="0"/>
                    <a:pt x="11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65"/>
            <p:cNvSpPr/>
            <p:nvPr/>
          </p:nvSpPr>
          <p:spPr>
            <a:xfrm>
              <a:off x="1153100" y="3992875"/>
              <a:ext cx="53025" cy="44075"/>
            </a:xfrm>
            <a:custGeom>
              <a:avLst/>
              <a:gdLst/>
              <a:ahLst/>
              <a:cxnLst/>
              <a:rect l="l" t="t" r="r" b="b"/>
              <a:pathLst>
                <a:path w="2121" h="1763" extrusionOk="0">
                  <a:moveTo>
                    <a:pt x="275" y="1"/>
                  </a:moveTo>
                  <a:lnTo>
                    <a:pt x="275" y="1"/>
                  </a:lnTo>
                  <a:cubicBezTo>
                    <a:pt x="1" y="596"/>
                    <a:pt x="84" y="1191"/>
                    <a:pt x="346" y="1763"/>
                  </a:cubicBezTo>
                  <a:cubicBezTo>
                    <a:pt x="989" y="1703"/>
                    <a:pt x="1263" y="1632"/>
                    <a:pt x="1799" y="1525"/>
                  </a:cubicBezTo>
                  <a:cubicBezTo>
                    <a:pt x="1799" y="1513"/>
                    <a:pt x="2120" y="358"/>
                    <a:pt x="27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65"/>
            <p:cNvSpPr/>
            <p:nvPr/>
          </p:nvSpPr>
          <p:spPr>
            <a:xfrm>
              <a:off x="1027550" y="3949875"/>
              <a:ext cx="134800" cy="88200"/>
            </a:xfrm>
            <a:custGeom>
              <a:avLst/>
              <a:gdLst/>
              <a:ahLst/>
              <a:cxnLst/>
              <a:rect l="l" t="t" r="r" b="b"/>
              <a:pathLst>
                <a:path w="5392" h="3528" extrusionOk="0">
                  <a:moveTo>
                    <a:pt x="3451" y="0"/>
                  </a:moveTo>
                  <a:cubicBezTo>
                    <a:pt x="3401" y="0"/>
                    <a:pt x="3350" y="2"/>
                    <a:pt x="3296" y="6"/>
                  </a:cubicBezTo>
                  <a:cubicBezTo>
                    <a:pt x="2463" y="78"/>
                    <a:pt x="2058" y="780"/>
                    <a:pt x="2106" y="1137"/>
                  </a:cubicBezTo>
                  <a:cubicBezTo>
                    <a:pt x="2034" y="947"/>
                    <a:pt x="1903" y="709"/>
                    <a:pt x="1451" y="518"/>
                  </a:cubicBezTo>
                  <a:cubicBezTo>
                    <a:pt x="1315" y="459"/>
                    <a:pt x="1175" y="431"/>
                    <a:pt x="1039" y="431"/>
                  </a:cubicBezTo>
                  <a:cubicBezTo>
                    <a:pt x="494" y="431"/>
                    <a:pt x="1" y="871"/>
                    <a:pt x="10" y="1471"/>
                  </a:cubicBezTo>
                  <a:lnTo>
                    <a:pt x="34" y="3376"/>
                  </a:lnTo>
                  <a:cubicBezTo>
                    <a:pt x="34" y="3376"/>
                    <a:pt x="1298" y="3528"/>
                    <a:pt x="3070" y="3528"/>
                  </a:cubicBezTo>
                  <a:cubicBezTo>
                    <a:pt x="3778" y="3528"/>
                    <a:pt x="4569" y="3503"/>
                    <a:pt x="5392" y="3435"/>
                  </a:cubicBezTo>
                  <a:cubicBezTo>
                    <a:pt x="5130" y="2876"/>
                    <a:pt x="5059" y="2280"/>
                    <a:pt x="5320" y="1685"/>
                  </a:cubicBezTo>
                  <a:cubicBezTo>
                    <a:pt x="4892" y="1590"/>
                    <a:pt x="4880" y="1590"/>
                    <a:pt x="4701" y="1578"/>
                  </a:cubicBezTo>
                  <a:cubicBezTo>
                    <a:pt x="4701" y="1578"/>
                    <a:pt x="4857" y="0"/>
                    <a:pt x="345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65"/>
            <p:cNvSpPr/>
            <p:nvPr/>
          </p:nvSpPr>
          <p:spPr>
            <a:xfrm>
              <a:off x="1027800" y="4029775"/>
              <a:ext cx="171300" cy="21450"/>
            </a:xfrm>
            <a:custGeom>
              <a:avLst/>
              <a:gdLst/>
              <a:ahLst/>
              <a:cxnLst/>
              <a:rect l="l" t="t" r="r" b="b"/>
              <a:pathLst>
                <a:path w="6852" h="858" extrusionOk="0">
                  <a:moveTo>
                    <a:pt x="6747" y="0"/>
                  </a:moveTo>
                  <a:cubicBezTo>
                    <a:pt x="6744" y="0"/>
                    <a:pt x="6742" y="1"/>
                    <a:pt x="6739" y="1"/>
                  </a:cubicBezTo>
                  <a:cubicBezTo>
                    <a:pt x="5225" y="248"/>
                    <a:pt x="3706" y="316"/>
                    <a:pt x="2494" y="316"/>
                  </a:cubicBezTo>
                  <a:cubicBezTo>
                    <a:pt x="1020" y="316"/>
                    <a:pt x="0" y="215"/>
                    <a:pt x="0" y="215"/>
                  </a:cubicBezTo>
                  <a:lnTo>
                    <a:pt x="0" y="644"/>
                  </a:lnTo>
                  <a:cubicBezTo>
                    <a:pt x="0" y="644"/>
                    <a:pt x="1469" y="858"/>
                    <a:pt x="3248" y="858"/>
                  </a:cubicBezTo>
                  <a:cubicBezTo>
                    <a:pt x="4378" y="858"/>
                    <a:pt x="5633" y="772"/>
                    <a:pt x="6715" y="489"/>
                  </a:cubicBezTo>
                  <a:cubicBezTo>
                    <a:pt x="6715" y="489"/>
                    <a:pt x="6852" y="0"/>
                    <a:pt x="674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65"/>
            <p:cNvSpPr/>
            <p:nvPr/>
          </p:nvSpPr>
          <p:spPr>
            <a:xfrm>
              <a:off x="834325" y="3485675"/>
              <a:ext cx="344700" cy="520325"/>
            </a:xfrm>
            <a:custGeom>
              <a:avLst/>
              <a:gdLst/>
              <a:ahLst/>
              <a:cxnLst/>
              <a:rect l="l" t="t" r="r" b="b"/>
              <a:pathLst>
                <a:path w="13788" h="20813" extrusionOk="0">
                  <a:moveTo>
                    <a:pt x="13788" y="1"/>
                  </a:moveTo>
                  <a:lnTo>
                    <a:pt x="10787" y="620"/>
                  </a:lnTo>
                  <a:lnTo>
                    <a:pt x="2727" y="774"/>
                  </a:lnTo>
                  <a:lnTo>
                    <a:pt x="0" y="334"/>
                  </a:lnTo>
                  <a:lnTo>
                    <a:pt x="0" y="334"/>
                  </a:lnTo>
                  <a:cubicBezTo>
                    <a:pt x="0" y="334"/>
                    <a:pt x="310" y="16050"/>
                    <a:pt x="1191" y="20098"/>
                  </a:cubicBezTo>
                  <a:cubicBezTo>
                    <a:pt x="1191" y="20098"/>
                    <a:pt x="2497" y="20812"/>
                    <a:pt x="4097" y="20812"/>
                  </a:cubicBezTo>
                  <a:cubicBezTo>
                    <a:pt x="4673" y="20812"/>
                    <a:pt x="5288" y="20720"/>
                    <a:pt x="5894" y="20467"/>
                  </a:cubicBezTo>
                  <a:lnTo>
                    <a:pt x="6072" y="6073"/>
                  </a:lnTo>
                  <a:lnTo>
                    <a:pt x="6072" y="5942"/>
                  </a:lnTo>
                  <a:cubicBezTo>
                    <a:pt x="6525" y="5918"/>
                    <a:pt x="7013" y="5906"/>
                    <a:pt x="7513" y="5906"/>
                  </a:cubicBezTo>
                  <a:lnTo>
                    <a:pt x="7513" y="6049"/>
                  </a:lnTo>
                  <a:lnTo>
                    <a:pt x="7775" y="20336"/>
                  </a:lnTo>
                  <a:cubicBezTo>
                    <a:pt x="8448" y="20620"/>
                    <a:pt x="9128" y="20721"/>
                    <a:pt x="9752" y="20721"/>
                  </a:cubicBezTo>
                  <a:cubicBezTo>
                    <a:pt x="11245" y="20721"/>
                    <a:pt x="12418" y="20146"/>
                    <a:pt x="12418" y="20146"/>
                  </a:cubicBezTo>
                  <a:cubicBezTo>
                    <a:pt x="13597" y="13800"/>
                    <a:pt x="13788" y="1"/>
                    <a:pt x="137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65"/>
            <p:cNvSpPr/>
            <p:nvPr/>
          </p:nvSpPr>
          <p:spPr>
            <a:xfrm>
              <a:off x="834325" y="3485675"/>
              <a:ext cx="344700" cy="93175"/>
            </a:xfrm>
            <a:custGeom>
              <a:avLst/>
              <a:gdLst/>
              <a:ahLst/>
              <a:cxnLst/>
              <a:rect l="l" t="t" r="r" b="b"/>
              <a:pathLst>
                <a:path w="13788" h="3727" extrusionOk="0">
                  <a:moveTo>
                    <a:pt x="13788" y="1"/>
                  </a:moveTo>
                  <a:lnTo>
                    <a:pt x="10787" y="620"/>
                  </a:lnTo>
                  <a:lnTo>
                    <a:pt x="2727" y="774"/>
                  </a:lnTo>
                  <a:lnTo>
                    <a:pt x="0" y="334"/>
                  </a:lnTo>
                  <a:lnTo>
                    <a:pt x="0" y="334"/>
                  </a:lnTo>
                  <a:cubicBezTo>
                    <a:pt x="0" y="334"/>
                    <a:pt x="60" y="1465"/>
                    <a:pt x="167" y="3168"/>
                  </a:cubicBezTo>
                  <a:cubicBezTo>
                    <a:pt x="1606" y="3457"/>
                    <a:pt x="3575" y="3727"/>
                    <a:pt x="5949" y="3727"/>
                  </a:cubicBezTo>
                  <a:cubicBezTo>
                    <a:pt x="8173" y="3727"/>
                    <a:pt x="10752" y="3490"/>
                    <a:pt x="13585" y="2810"/>
                  </a:cubicBezTo>
                  <a:cubicBezTo>
                    <a:pt x="13716" y="1132"/>
                    <a:pt x="13788" y="1"/>
                    <a:pt x="137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65"/>
            <p:cNvSpPr/>
            <p:nvPr/>
          </p:nvSpPr>
          <p:spPr>
            <a:xfrm>
              <a:off x="933725" y="3629425"/>
              <a:ext cx="142325" cy="5825"/>
            </a:xfrm>
            <a:custGeom>
              <a:avLst/>
              <a:gdLst/>
              <a:ahLst/>
              <a:cxnLst/>
              <a:rect l="l" t="t" r="r" b="b"/>
              <a:pathLst>
                <a:path w="5693" h="233" extrusionOk="0">
                  <a:moveTo>
                    <a:pt x="4579" y="0"/>
                  </a:moveTo>
                  <a:cubicBezTo>
                    <a:pt x="3997" y="0"/>
                    <a:pt x="3416" y="10"/>
                    <a:pt x="2835" y="25"/>
                  </a:cubicBezTo>
                  <a:cubicBezTo>
                    <a:pt x="2370" y="25"/>
                    <a:pt x="1906" y="49"/>
                    <a:pt x="1442" y="73"/>
                  </a:cubicBezTo>
                  <a:cubicBezTo>
                    <a:pt x="965" y="97"/>
                    <a:pt x="501" y="120"/>
                    <a:pt x="37" y="156"/>
                  </a:cubicBezTo>
                  <a:cubicBezTo>
                    <a:pt x="25" y="156"/>
                    <a:pt x="1" y="180"/>
                    <a:pt x="1" y="192"/>
                  </a:cubicBezTo>
                  <a:cubicBezTo>
                    <a:pt x="1" y="216"/>
                    <a:pt x="25" y="228"/>
                    <a:pt x="49" y="228"/>
                  </a:cubicBezTo>
                  <a:cubicBezTo>
                    <a:pt x="185" y="231"/>
                    <a:pt x="321" y="232"/>
                    <a:pt x="457" y="232"/>
                  </a:cubicBezTo>
                  <a:cubicBezTo>
                    <a:pt x="785" y="232"/>
                    <a:pt x="1113" y="224"/>
                    <a:pt x="1442" y="216"/>
                  </a:cubicBezTo>
                  <a:lnTo>
                    <a:pt x="2835" y="180"/>
                  </a:lnTo>
                  <a:lnTo>
                    <a:pt x="5656" y="85"/>
                  </a:lnTo>
                  <a:cubicBezTo>
                    <a:pt x="5668" y="85"/>
                    <a:pt x="5692" y="73"/>
                    <a:pt x="5692" y="49"/>
                  </a:cubicBezTo>
                  <a:cubicBezTo>
                    <a:pt x="5692" y="25"/>
                    <a:pt x="5680" y="13"/>
                    <a:pt x="5656" y="13"/>
                  </a:cubicBezTo>
                  <a:cubicBezTo>
                    <a:pt x="5297" y="4"/>
                    <a:pt x="4938" y="0"/>
                    <a:pt x="457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65"/>
            <p:cNvSpPr/>
            <p:nvPr/>
          </p:nvSpPr>
          <p:spPr>
            <a:xfrm>
              <a:off x="1001000" y="3472575"/>
              <a:ext cx="4800" cy="130475"/>
            </a:xfrm>
            <a:custGeom>
              <a:avLst/>
              <a:gdLst/>
              <a:ahLst/>
              <a:cxnLst/>
              <a:rect l="l" t="t" r="r" b="b"/>
              <a:pathLst>
                <a:path w="192" h="5219" extrusionOk="0">
                  <a:moveTo>
                    <a:pt x="132" y="1"/>
                  </a:moveTo>
                  <a:cubicBezTo>
                    <a:pt x="108" y="1"/>
                    <a:pt x="84" y="13"/>
                    <a:pt x="84" y="36"/>
                  </a:cubicBezTo>
                  <a:cubicBezTo>
                    <a:pt x="48" y="477"/>
                    <a:pt x="36" y="918"/>
                    <a:pt x="25" y="1346"/>
                  </a:cubicBezTo>
                  <a:cubicBezTo>
                    <a:pt x="13" y="1787"/>
                    <a:pt x="1" y="2215"/>
                    <a:pt x="13" y="2644"/>
                  </a:cubicBezTo>
                  <a:cubicBezTo>
                    <a:pt x="13" y="3501"/>
                    <a:pt x="25" y="4346"/>
                    <a:pt x="108" y="5192"/>
                  </a:cubicBezTo>
                  <a:cubicBezTo>
                    <a:pt x="108" y="5201"/>
                    <a:pt x="123" y="5219"/>
                    <a:pt x="142" y="5219"/>
                  </a:cubicBezTo>
                  <a:cubicBezTo>
                    <a:pt x="146" y="5219"/>
                    <a:pt x="151" y="5218"/>
                    <a:pt x="156" y="5216"/>
                  </a:cubicBezTo>
                  <a:cubicBezTo>
                    <a:pt x="179" y="5216"/>
                    <a:pt x="191" y="5204"/>
                    <a:pt x="191" y="5180"/>
                  </a:cubicBezTo>
                  <a:cubicBezTo>
                    <a:pt x="179" y="4763"/>
                    <a:pt x="179" y="4346"/>
                    <a:pt x="179" y="3918"/>
                  </a:cubicBezTo>
                  <a:lnTo>
                    <a:pt x="191" y="2644"/>
                  </a:lnTo>
                  <a:lnTo>
                    <a:pt x="191" y="1346"/>
                  </a:lnTo>
                  <a:cubicBezTo>
                    <a:pt x="191" y="918"/>
                    <a:pt x="191" y="477"/>
                    <a:pt x="179" y="36"/>
                  </a:cubicBezTo>
                  <a:cubicBezTo>
                    <a:pt x="167" y="13"/>
                    <a:pt x="156" y="1"/>
                    <a:pt x="13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65"/>
            <p:cNvSpPr/>
            <p:nvPr/>
          </p:nvSpPr>
          <p:spPr>
            <a:xfrm>
              <a:off x="1003375" y="3513650"/>
              <a:ext cx="25050" cy="82950"/>
            </a:xfrm>
            <a:custGeom>
              <a:avLst/>
              <a:gdLst/>
              <a:ahLst/>
              <a:cxnLst/>
              <a:rect l="l" t="t" r="r" b="b"/>
              <a:pathLst>
                <a:path w="1002" h="3318" extrusionOk="0">
                  <a:moveTo>
                    <a:pt x="906" y="1"/>
                  </a:moveTo>
                  <a:cubicBezTo>
                    <a:pt x="882" y="1"/>
                    <a:pt x="870" y="13"/>
                    <a:pt x="870" y="36"/>
                  </a:cubicBezTo>
                  <a:cubicBezTo>
                    <a:pt x="846" y="644"/>
                    <a:pt x="834" y="1251"/>
                    <a:pt x="775" y="1846"/>
                  </a:cubicBezTo>
                  <a:cubicBezTo>
                    <a:pt x="751" y="2144"/>
                    <a:pt x="727" y="2442"/>
                    <a:pt x="632" y="2715"/>
                  </a:cubicBezTo>
                  <a:cubicBezTo>
                    <a:pt x="596" y="2846"/>
                    <a:pt x="537" y="2977"/>
                    <a:pt x="442" y="3084"/>
                  </a:cubicBezTo>
                  <a:cubicBezTo>
                    <a:pt x="365" y="3171"/>
                    <a:pt x="258" y="3226"/>
                    <a:pt x="145" y="3226"/>
                  </a:cubicBezTo>
                  <a:cubicBezTo>
                    <a:pt x="117" y="3226"/>
                    <a:pt x="89" y="3223"/>
                    <a:pt x="61" y="3215"/>
                  </a:cubicBezTo>
                  <a:cubicBezTo>
                    <a:pt x="37" y="3215"/>
                    <a:pt x="13" y="3227"/>
                    <a:pt x="1" y="3239"/>
                  </a:cubicBezTo>
                  <a:cubicBezTo>
                    <a:pt x="1" y="3263"/>
                    <a:pt x="1" y="3275"/>
                    <a:pt x="25" y="3287"/>
                  </a:cubicBezTo>
                  <a:cubicBezTo>
                    <a:pt x="77" y="3308"/>
                    <a:pt x="132" y="3317"/>
                    <a:pt x="187" y="3317"/>
                  </a:cubicBezTo>
                  <a:cubicBezTo>
                    <a:pt x="321" y="3317"/>
                    <a:pt x="456" y="3261"/>
                    <a:pt x="549" y="3168"/>
                  </a:cubicBezTo>
                  <a:cubicBezTo>
                    <a:pt x="668" y="3049"/>
                    <a:pt x="739" y="2906"/>
                    <a:pt x="799" y="2751"/>
                  </a:cubicBezTo>
                  <a:cubicBezTo>
                    <a:pt x="894" y="2453"/>
                    <a:pt x="930" y="2156"/>
                    <a:pt x="953" y="1846"/>
                  </a:cubicBezTo>
                  <a:cubicBezTo>
                    <a:pt x="1001" y="1251"/>
                    <a:pt x="1001" y="644"/>
                    <a:pt x="953" y="36"/>
                  </a:cubicBezTo>
                  <a:cubicBezTo>
                    <a:pt x="953" y="13"/>
                    <a:pt x="930" y="1"/>
                    <a:pt x="90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65"/>
            <p:cNvSpPr/>
            <p:nvPr/>
          </p:nvSpPr>
          <p:spPr>
            <a:xfrm>
              <a:off x="842050" y="3508000"/>
              <a:ext cx="41700" cy="66100"/>
            </a:xfrm>
            <a:custGeom>
              <a:avLst/>
              <a:gdLst/>
              <a:ahLst/>
              <a:cxnLst/>
              <a:rect l="l" t="t" r="r" b="b"/>
              <a:pathLst>
                <a:path w="1668" h="2644" extrusionOk="0">
                  <a:moveTo>
                    <a:pt x="1596" y="1"/>
                  </a:moveTo>
                  <a:cubicBezTo>
                    <a:pt x="1572" y="1"/>
                    <a:pt x="1561" y="24"/>
                    <a:pt x="1549" y="36"/>
                  </a:cubicBezTo>
                  <a:lnTo>
                    <a:pt x="1549" y="48"/>
                  </a:lnTo>
                  <a:cubicBezTo>
                    <a:pt x="1549" y="179"/>
                    <a:pt x="1549" y="310"/>
                    <a:pt x="1537" y="429"/>
                  </a:cubicBezTo>
                  <a:cubicBezTo>
                    <a:pt x="1513" y="560"/>
                    <a:pt x="1513" y="691"/>
                    <a:pt x="1477" y="810"/>
                  </a:cubicBezTo>
                  <a:lnTo>
                    <a:pt x="1430" y="1001"/>
                  </a:lnTo>
                  <a:lnTo>
                    <a:pt x="1370" y="1179"/>
                  </a:lnTo>
                  <a:cubicBezTo>
                    <a:pt x="1346" y="1239"/>
                    <a:pt x="1322" y="1298"/>
                    <a:pt x="1287" y="1358"/>
                  </a:cubicBezTo>
                  <a:cubicBezTo>
                    <a:pt x="1251" y="1417"/>
                    <a:pt x="1239" y="1477"/>
                    <a:pt x="1191" y="1525"/>
                  </a:cubicBezTo>
                  <a:cubicBezTo>
                    <a:pt x="1072" y="1751"/>
                    <a:pt x="894" y="1953"/>
                    <a:pt x="691" y="2120"/>
                  </a:cubicBezTo>
                  <a:cubicBezTo>
                    <a:pt x="501" y="2298"/>
                    <a:pt x="275" y="2453"/>
                    <a:pt x="25" y="2572"/>
                  </a:cubicBezTo>
                  <a:cubicBezTo>
                    <a:pt x="1" y="2584"/>
                    <a:pt x="1" y="2596"/>
                    <a:pt x="1" y="2620"/>
                  </a:cubicBezTo>
                  <a:cubicBezTo>
                    <a:pt x="13" y="2632"/>
                    <a:pt x="37" y="2644"/>
                    <a:pt x="60" y="2644"/>
                  </a:cubicBezTo>
                  <a:cubicBezTo>
                    <a:pt x="334" y="2560"/>
                    <a:pt x="584" y="2418"/>
                    <a:pt x="810" y="2239"/>
                  </a:cubicBezTo>
                  <a:cubicBezTo>
                    <a:pt x="1025" y="2060"/>
                    <a:pt x="1227" y="1846"/>
                    <a:pt x="1358" y="1608"/>
                  </a:cubicBezTo>
                  <a:cubicBezTo>
                    <a:pt x="1394" y="1548"/>
                    <a:pt x="1418" y="1477"/>
                    <a:pt x="1441" y="1417"/>
                  </a:cubicBezTo>
                  <a:cubicBezTo>
                    <a:pt x="1477" y="1358"/>
                    <a:pt x="1501" y="1298"/>
                    <a:pt x="1525" y="1227"/>
                  </a:cubicBezTo>
                  <a:lnTo>
                    <a:pt x="1584" y="1036"/>
                  </a:lnTo>
                  <a:lnTo>
                    <a:pt x="1632" y="834"/>
                  </a:lnTo>
                  <a:cubicBezTo>
                    <a:pt x="1644" y="774"/>
                    <a:pt x="1656" y="703"/>
                    <a:pt x="1656" y="643"/>
                  </a:cubicBezTo>
                  <a:lnTo>
                    <a:pt x="1668" y="441"/>
                  </a:lnTo>
                  <a:cubicBezTo>
                    <a:pt x="1668" y="310"/>
                    <a:pt x="1644" y="167"/>
                    <a:pt x="1644" y="36"/>
                  </a:cubicBezTo>
                  <a:cubicBezTo>
                    <a:pt x="1632" y="24"/>
                    <a:pt x="1620" y="1"/>
                    <a:pt x="159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65"/>
            <p:cNvSpPr/>
            <p:nvPr/>
          </p:nvSpPr>
          <p:spPr>
            <a:xfrm>
              <a:off x="1134050" y="3502050"/>
              <a:ext cx="42300" cy="65325"/>
            </a:xfrm>
            <a:custGeom>
              <a:avLst/>
              <a:gdLst/>
              <a:ahLst/>
              <a:cxnLst/>
              <a:rect l="l" t="t" r="r" b="b"/>
              <a:pathLst>
                <a:path w="1692" h="2613" extrusionOk="0">
                  <a:moveTo>
                    <a:pt x="84" y="0"/>
                  </a:moveTo>
                  <a:cubicBezTo>
                    <a:pt x="60" y="0"/>
                    <a:pt x="37" y="24"/>
                    <a:pt x="37" y="48"/>
                  </a:cubicBezTo>
                  <a:cubicBezTo>
                    <a:pt x="25" y="179"/>
                    <a:pt x="1" y="310"/>
                    <a:pt x="1" y="453"/>
                  </a:cubicBezTo>
                  <a:lnTo>
                    <a:pt x="13" y="655"/>
                  </a:lnTo>
                  <a:cubicBezTo>
                    <a:pt x="13" y="715"/>
                    <a:pt x="25" y="786"/>
                    <a:pt x="37" y="858"/>
                  </a:cubicBezTo>
                  <a:lnTo>
                    <a:pt x="72" y="1048"/>
                  </a:lnTo>
                  <a:lnTo>
                    <a:pt x="132" y="1251"/>
                  </a:lnTo>
                  <a:cubicBezTo>
                    <a:pt x="156" y="1310"/>
                    <a:pt x="179" y="1370"/>
                    <a:pt x="215" y="1429"/>
                  </a:cubicBezTo>
                  <a:cubicBezTo>
                    <a:pt x="239" y="1489"/>
                    <a:pt x="263" y="1560"/>
                    <a:pt x="310" y="1620"/>
                  </a:cubicBezTo>
                  <a:cubicBezTo>
                    <a:pt x="441" y="1858"/>
                    <a:pt x="632" y="2060"/>
                    <a:pt x="858" y="2227"/>
                  </a:cubicBezTo>
                  <a:cubicBezTo>
                    <a:pt x="1084" y="2405"/>
                    <a:pt x="1334" y="2536"/>
                    <a:pt x="1620" y="2608"/>
                  </a:cubicBezTo>
                  <a:cubicBezTo>
                    <a:pt x="1627" y="2611"/>
                    <a:pt x="1634" y="2613"/>
                    <a:pt x="1641" y="2613"/>
                  </a:cubicBezTo>
                  <a:cubicBezTo>
                    <a:pt x="1657" y="2613"/>
                    <a:pt x="1671" y="2604"/>
                    <a:pt x="1680" y="2596"/>
                  </a:cubicBezTo>
                  <a:cubicBezTo>
                    <a:pt x="1692" y="2572"/>
                    <a:pt x="1680" y="2548"/>
                    <a:pt x="1656" y="2548"/>
                  </a:cubicBezTo>
                  <a:lnTo>
                    <a:pt x="1656" y="2536"/>
                  </a:lnTo>
                  <a:cubicBezTo>
                    <a:pt x="1406" y="2429"/>
                    <a:pt x="1168" y="2286"/>
                    <a:pt x="977" y="2120"/>
                  </a:cubicBezTo>
                  <a:cubicBezTo>
                    <a:pt x="775" y="1953"/>
                    <a:pt x="596" y="1751"/>
                    <a:pt x="465" y="1536"/>
                  </a:cubicBezTo>
                  <a:cubicBezTo>
                    <a:pt x="429" y="1477"/>
                    <a:pt x="406" y="1417"/>
                    <a:pt x="382" y="1370"/>
                  </a:cubicBezTo>
                  <a:cubicBezTo>
                    <a:pt x="346" y="1310"/>
                    <a:pt x="322" y="1251"/>
                    <a:pt x="298" y="1191"/>
                  </a:cubicBezTo>
                  <a:lnTo>
                    <a:pt x="239" y="1012"/>
                  </a:lnTo>
                  <a:lnTo>
                    <a:pt x="191" y="822"/>
                  </a:lnTo>
                  <a:cubicBezTo>
                    <a:pt x="156" y="703"/>
                    <a:pt x="156" y="572"/>
                    <a:pt x="132" y="441"/>
                  </a:cubicBezTo>
                  <a:cubicBezTo>
                    <a:pt x="120" y="310"/>
                    <a:pt x="132" y="179"/>
                    <a:pt x="120" y="48"/>
                  </a:cubicBezTo>
                  <a:lnTo>
                    <a:pt x="120" y="36"/>
                  </a:lnTo>
                  <a:cubicBezTo>
                    <a:pt x="120" y="24"/>
                    <a:pt x="108" y="0"/>
                    <a:pt x="84" y="0"/>
                  </a:cubicBezTo>
                  <a:close/>
                </a:path>
              </a:pathLst>
            </a:custGeom>
            <a:solidFill>
              <a:srgbClr val="635B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65"/>
            <p:cNvSpPr/>
            <p:nvPr/>
          </p:nvSpPr>
          <p:spPr>
            <a:xfrm>
              <a:off x="932250" y="3062875"/>
              <a:ext cx="142900" cy="26950"/>
            </a:xfrm>
            <a:custGeom>
              <a:avLst/>
              <a:gdLst/>
              <a:ahLst/>
              <a:cxnLst/>
              <a:rect l="l" t="t" r="r" b="b"/>
              <a:pathLst>
                <a:path w="5716" h="1078" extrusionOk="0">
                  <a:moveTo>
                    <a:pt x="523" y="0"/>
                  </a:moveTo>
                  <a:cubicBezTo>
                    <a:pt x="381" y="0"/>
                    <a:pt x="234" y="2"/>
                    <a:pt x="84" y="6"/>
                  </a:cubicBezTo>
                  <a:cubicBezTo>
                    <a:pt x="60" y="280"/>
                    <a:pt x="36" y="577"/>
                    <a:pt x="0" y="923"/>
                  </a:cubicBezTo>
                  <a:cubicBezTo>
                    <a:pt x="884" y="877"/>
                    <a:pt x="1800" y="830"/>
                    <a:pt x="2714" y="830"/>
                  </a:cubicBezTo>
                  <a:cubicBezTo>
                    <a:pt x="3733" y="830"/>
                    <a:pt x="4749" y="889"/>
                    <a:pt x="5715" y="1077"/>
                  </a:cubicBezTo>
                  <a:cubicBezTo>
                    <a:pt x="5692" y="720"/>
                    <a:pt x="5668" y="387"/>
                    <a:pt x="5644" y="101"/>
                  </a:cubicBezTo>
                  <a:cubicBezTo>
                    <a:pt x="5181" y="76"/>
                    <a:pt x="4780" y="67"/>
                    <a:pt x="4433" y="67"/>
                  </a:cubicBezTo>
                  <a:cubicBezTo>
                    <a:pt x="3621" y="67"/>
                    <a:pt x="3117" y="116"/>
                    <a:pt x="2858" y="125"/>
                  </a:cubicBezTo>
                  <a:cubicBezTo>
                    <a:pt x="2561" y="114"/>
                    <a:pt x="1672" y="0"/>
                    <a:pt x="523" y="0"/>
                  </a:cubicBezTo>
                  <a:close/>
                </a:path>
              </a:pathLst>
            </a:custGeom>
            <a:solidFill>
              <a:srgbClr val="F269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65"/>
            <p:cNvSpPr/>
            <p:nvPr/>
          </p:nvSpPr>
          <p:spPr>
            <a:xfrm>
              <a:off x="901300" y="3072500"/>
              <a:ext cx="190525" cy="466525"/>
            </a:xfrm>
            <a:custGeom>
              <a:avLst/>
              <a:gdLst/>
              <a:ahLst/>
              <a:cxnLst/>
              <a:rect l="l" t="t" r="r" b="b"/>
              <a:pathLst>
                <a:path w="7621" h="18661" extrusionOk="0">
                  <a:moveTo>
                    <a:pt x="3995" y="0"/>
                  </a:moveTo>
                  <a:cubicBezTo>
                    <a:pt x="3067" y="0"/>
                    <a:pt x="2136" y="51"/>
                    <a:pt x="1238" y="97"/>
                  </a:cubicBezTo>
                  <a:cubicBezTo>
                    <a:pt x="893" y="3955"/>
                    <a:pt x="0" y="11968"/>
                    <a:pt x="584" y="18433"/>
                  </a:cubicBezTo>
                  <a:cubicBezTo>
                    <a:pt x="1730" y="18551"/>
                    <a:pt x="3226" y="18660"/>
                    <a:pt x="4646" y="18660"/>
                  </a:cubicBezTo>
                  <a:cubicBezTo>
                    <a:pt x="5511" y="18660"/>
                    <a:pt x="6348" y="18620"/>
                    <a:pt x="7061" y="18516"/>
                  </a:cubicBezTo>
                  <a:cubicBezTo>
                    <a:pt x="7620" y="12146"/>
                    <a:pt x="7215" y="4181"/>
                    <a:pt x="6953" y="252"/>
                  </a:cubicBezTo>
                  <a:cubicBezTo>
                    <a:pt x="6001" y="60"/>
                    <a:pt x="5000" y="0"/>
                    <a:pt x="39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2273;p65"/>
            <p:cNvSpPr/>
            <p:nvPr/>
          </p:nvSpPr>
          <p:spPr>
            <a:xfrm>
              <a:off x="606025" y="3063000"/>
              <a:ext cx="328325" cy="500975"/>
            </a:xfrm>
            <a:custGeom>
              <a:avLst/>
              <a:gdLst/>
              <a:ahLst/>
              <a:cxnLst/>
              <a:rect l="l" t="t" r="r" b="b"/>
              <a:pathLst>
                <a:path w="13133" h="20039" extrusionOk="0">
                  <a:moveTo>
                    <a:pt x="13133" y="1"/>
                  </a:moveTo>
                  <a:lnTo>
                    <a:pt x="13133" y="1"/>
                  </a:lnTo>
                  <a:cubicBezTo>
                    <a:pt x="12466" y="25"/>
                    <a:pt x="11752" y="84"/>
                    <a:pt x="11013" y="227"/>
                  </a:cubicBezTo>
                  <a:cubicBezTo>
                    <a:pt x="8335" y="751"/>
                    <a:pt x="6846" y="5216"/>
                    <a:pt x="6572" y="6109"/>
                  </a:cubicBezTo>
                  <a:cubicBezTo>
                    <a:pt x="6549" y="6144"/>
                    <a:pt x="6537" y="6192"/>
                    <a:pt x="6513" y="6228"/>
                  </a:cubicBezTo>
                  <a:cubicBezTo>
                    <a:pt x="6001" y="7073"/>
                    <a:pt x="5382" y="7883"/>
                    <a:pt x="4715" y="8657"/>
                  </a:cubicBezTo>
                  <a:lnTo>
                    <a:pt x="4203" y="9240"/>
                  </a:lnTo>
                  <a:lnTo>
                    <a:pt x="3655" y="9800"/>
                  </a:lnTo>
                  <a:lnTo>
                    <a:pt x="3382" y="10073"/>
                  </a:lnTo>
                  <a:cubicBezTo>
                    <a:pt x="3286" y="10169"/>
                    <a:pt x="3191" y="10252"/>
                    <a:pt x="3096" y="10347"/>
                  </a:cubicBezTo>
                  <a:lnTo>
                    <a:pt x="2512" y="10883"/>
                  </a:lnTo>
                  <a:lnTo>
                    <a:pt x="2358" y="11014"/>
                  </a:lnTo>
                  <a:lnTo>
                    <a:pt x="2215" y="11145"/>
                  </a:lnTo>
                  <a:lnTo>
                    <a:pt x="1905" y="11395"/>
                  </a:lnTo>
                  <a:lnTo>
                    <a:pt x="1286" y="11907"/>
                  </a:lnTo>
                  <a:lnTo>
                    <a:pt x="0" y="12871"/>
                  </a:lnTo>
                  <a:lnTo>
                    <a:pt x="1893" y="15788"/>
                  </a:lnTo>
                  <a:lnTo>
                    <a:pt x="3405" y="14848"/>
                  </a:lnTo>
                  <a:lnTo>
                    <a:pt x="4144" y="14348"/>
                  </a:lnTo>
                  <a:lnTo>
                    <a:pt x="4513" y="14086"/>
                  </a:lnTo>
                  <a:lnTo>
                    <a:pt x="4691" y="13967"/>
                  </a:lnTo>
                  <a:lnTo>
                    <a:pt x="4882" y="13824"/>
                  </a:lnTo>
                  <a:lnTo>
                    <a:pt x="5596" y="13276"/>
                  </a:lnTo>
                  <a:cubicBezTo>
                    <a:pt x="5715" y="13181"/>
                    <a:pt x="5834" y="13098"/>
                    <a:pt x="5953" y="13002"/>
                  </a:cubicBezTo>
                  <a:lnTo>
                    <a:pt x="6299" y="12705"/>
                  </a:lnTo>
                  <a:lnTo>
                    <a:pt x="7561" y="12121"/>
                  </a:lnTo>
                  <a:lnTo>
                    <a:pt x="7561" y="12121"/>
                  </a:lnTo>
                  <a:cubicBezTo>
                    <a:pt x="7406" y="14205"/>
                    <a:pt x="6918" y="17360"/>
                    <a:pt x="8156" y="19146"/>
                  </a:cubicBezTo>
                  <a:cubicBezTo>
                    <a:pt x="8513" y="19658"/>
                    <a:pt x="10763" y="19837"/>
                    <a:pt x="12811" y="20039"/>
                  </a:cubicBezTo>
                  <a:cubicBezTo>
                    <a:pt x="12192" y="13169"/>
                    <a:pt x="12883" y="3287"/>
                    <a:pt x="131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2274;p65"/>
            <p:cNvSpPr/>
            <p:nvPr/>
          </p:nvSpPr>
          <p:spPr>
            <a:xfrm>
              <a:off x="891175" y="3080875"/>
              <a:ext cx="30675" cy="477150"/>
            </a:xfrm>
            <a:custGeom>
              <a:avLst/>
              <a:gdLst/>
              <a:ahLst/>
              <a:cxnLst/>
              <a:rect l="l" t="t" r="r" b="b"/>
              <a:pathLst>
                <a:path w="1227" h="19086" extrusionOk="0">
                  <a:moveTo>
                    <a:pt x="1155" y="0"/>
                  </a:moveTo>
                  <a:cubicBezTo>
                    <a:pt x="822" y="1560"/>
                    <a:pt x="619" y="3155"/>
                    <a:pt x="453" y="4739"/>
                  </a:cubicBezTo>
                  <a:cubicBezTo>
                    <a:pt x="298" y="6322"/>
                    <a:pt x="179" y="7918"/>
                    <a:pt x="107" y="9513"/>
                  </a:cubicBezTo>
                  <a:cubicBezTo>
                    <a:pt x="24" y="11109"/>
                    <a:pt x="0" y="12716"/>
                    <a:pt x="36" y="14311"/>
                  </a:cubicBezTo>
                  <a:cubicBezTo>
                    <a:pt x="72" y="15907"/>
                    <a:pt x="143" y="17502"/>
                    <a:pt x="310" y="19086"/>
                  </a:cubicBezTo>
                  <a:lnTo>
                    <a:pt x="381" y="19086"/>
                  </a:lnTo>
                  <a:cubicBezTo>
                    <a:pt x="310" y="18288"/>
                    <a:pt x="274" y="17490"/>
                    <a:pt x="238" y="16705"/>
                  </a:cubicBezTo>
                  <a:cubicBezTo>
                    <a:pt x="191" y="15907"/>
                    <a:pt x="179" y="15109"/>
                    <a:pt x="167" y="14311"/>
                  </a:cubicBezTo>
                  <a:cubicBezTo>
                    <a:pt x="143" y="12716"/>
                    <a:pt x="179" y="11121"/>
                    <a:pt x="238" y="9525"/>
                  </a:cubicBezTo>
                  <a:cubicBezTo>
                    <a:pt x="310" y="7930"/>
                    <a:pt x="417" y="6334"/>
                    <a:pt x="572" y="4751"/>
                  </a:cubicBezTo>
                  <a:cubicBezTo>
                    <a:pt x="643" y="3953"/>
                    <a:pt x="739" y="3167"/>
                    <a:pt x="846" y="2369"/>
                  </a:cubicBezTo>
                  <a:cubicBezTo>
                    <a:pt x="953" y="1584"/>
                    <a:pt x="1060" y="798"/>
                    <a:pt x="1227" y="12"/>
                  </a:cubicBezTo>
                  <a:lnTo>
                    <a:pt x="115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65"/>
            <p:cNvSpPr/>
            <p:nvPr/>
          </p:nvSpPr>
          <p:spPr>
            <a:xfrm>
              <a:off x="1054275" y="3064925"/>
              <a:ext cx="369425" cy="491925"/>
            </a:xfrm>
            <a:custGeom>
              <a:avLst/>
              <a:gdLst/>
              <a:ahLst/>
              <a:cxnLst/>
              <a:rect l="l" t="t" r="r" b="b"/>
              <a:pathLst>
                <a:path w="14777" h="19677" extrusionOk="0">
                  <a:moveTo>
                    <a:pt x="292" y="1"/>
                  </a:moveTo>
                  <a:cubicBezTo>
                    <a:pt x="179" y="1"/>
                    <a:pt x="80" y="3"/>
                    <a:pt x="1" y="7"/>
                  </a:cubicBezTo>
                  <a:cubicBezTo>
                    <a:pt x="692" y="2960"/>
                    <a:pt x="1454" y="12890"/>
                    <a:pt x="846" y="19676"/>
                  </a:cubicBezTo>
                  <a:cubicBezTo>
                    <a:pt x="2573" y="19438"/>
                    <a:pt x="4656" y="19557"/>
                    <a:pt x="5359" y="18783"/>
                  </a:cubicBezTo>
                  <a:cubicBezTo>
                    <a:pt x="6657" y="17366"/>
                    <a:pt x="6061" y="12949"/>
                    <a:pt x="5775" y="10675"/>
                  </a:cubicBezTo>
                  <a:lnTo>
                    <a:pt x="5775" y="10675"/>
                  </a:lnTo>
                  <a:cubicBezTo>
                    <a:pt x="6192" y="10961"/>
                    <a:pt x="6561" y="10877"/>
                    <a:pt x="6990" y="11139"/>
                  </a:cubicBezTo>
                  <a:lnTo>
                    <a:pt x="7788" y="11592"/>
                  </a:lnTo>
                  <a:lnTo>
                    <a:pt x="8597" y="12009"/>
                  </a:lnTo>
                  <a:lnTo>
                    <a:pt x="9002" y="12223"/>
                  </a:lnTo>
                  <a:cubicBezTo>
                    <a:pt x="9145" y="12282"/>
                    <a:pt x="9288" y="12342"/>
                    <a:pt x="9419" y="12413"/>
                  </a:cubicBezTo>
                  <a:lnTo>
                    <a:pt x="10240" y="12782"/>
                  </a:lnTo>
                  <a:lnTo>
                    <a:pt x="10455" y="12878"/>
                  </a:lnTo>
                  <a:lnTo>
                    <a:pt x="10657" y="12949"/>
                  </a:lnTo>
                  <a:lnTo>
                    <a:pt x="11074" y="13116"/>
                  </a:lnTo>
                  <a:lnTo>
                    <a:pt x="11907" y="13449"/>
                  </a:lnTo>
                  <a:lnTo>
                    <a:pt x="13598" y="14021"/>
                  </a:lnTo>
                  <a:lnTo>
                    <a:pt x="14777" y="10747"/>
                  </a:lnTo>
                  <a:lnTo>
                    <a:pt x="13300" y="10092"/>
                  </a:lnTo>
                  <a:lnTo>
                    <a:pt x="12586" y="9734"/>
                  </a:lnTo>
                  <a:lnTo>
                    <a:pt x="12229" y="9556"/>
                  </a:lnTo>
                  <a:lnTo>
                    <a:pt x="12050" y="9473"/>
                  </a:lnTo>
                  <a:lnTo>
                    <a:pt x="11883" y="9377"/>
                  </a:lnTo>
                  <a:lnTo>
                    <a:pt x="11193" y="8984"/>
                  </a:lnTo>
                  <a:cubicBezTo>
                    <a:pt x="11074" y="8913"/>
                    <a:pt x="10967" y="8853"/>
                    <a:pt x="10848" y="8794"/>
                  </a:cubicBezTo>
                  <a:lnTo>
                    <a:pt x="10514" y="8580"/>
                  </a:lnTo>
                  <a:lnTo>
                    <a:pt x="9859" y="8163"/>
                  </a:lnTo>
                  <a:lnTo>
                    <a:pt x="9228" y="7710"/>
                  </a:lnTo>
                  <a:cubicBezTo>
                    <a:pt x="8419" y="7127"/>
                    <a:pt x="7288" y="5734"/>
                    <a:pt x="6728" y="4877"/>
                  </a:cubicBezTo>
                  <a:cubicBezTo>
                    <a:pt x="5966" y="3210"/>
                    <a:pt x="4287" y="626"/>
                    <a:pt x="1942" y="114"/>
                  </a:cubicBezTo>
                  <a:cubicBezTo>
                    <a:pt x="1647" y="45"/>
                    <a:pt x="824" y="1"/>
                    <a:pt x="29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65"/>
            <p:cNvSpPr/>
            <p:nvPr/>
          </p:nvSpPr>
          <p:spPr>
            <a:xfrm>
              <a:off x="935825" y="2975800"/>
              <a:ext cx="106875" cy="145950"/>
            </a:xfrm>
            <a:custGeom>
              <a:avLst/>
              <a:gdLst/>
              <a:ahLst/>
              <a:cxnLst/>
              <a:rect l="l" t="t" r="r" b="b"/>
              <a:pathLst>
                <a:path w="4275" h="5838" extrusionOk="0">
                  <a:moveTo>
                    <a:pt x="1940" y="1"/>
                  </a:moveTo>
                  <a:cubicBezTo>
                    <a:pt x="1846" y="1"/>
                    <a:pt x="1751" y="8"/>
                    <a:pt x="1655" y="24"/>
                  </a:cubicBezTo>
                  <a:lnTo>
                    <a:pt x="1572" y="48"/>
                  </a:lnTo>
                  <a:cubicBezTo>
                    <a:pt x="631" y="203"/>
                    <a:pt x="0" y="1096"/>
                    <a:pt x="167" y="2024"/>
                  </a:cubicBezTo>
                  <a:lnTo>
                    <a:pt x="643" y="4846"/>
                  </a:lnTo>
                  <a:cubicBezTo>
                    <a:pt x="765" y="5579"/>
                    <a:pt x="1296" y="5838"/>
                    <a:pt x="1977" y="5838"/>
                  </a:cubicBezTo>
                  <a:cubicBezTo>
                    <a:pt x="2158" y="5838"/>
                    <a:pt x="2350" y="5819"/>
                    <a:pt x="2548" y="5787"/>
                  </a:cubicBezTo>
                  <a:lnTo>
                    <a:pt x="2632" y="5763"/>
                  </a:lnTo>
                  <a:cubicBezTo>
                    <a:pt x="3572" y="5608"/>
                    <a:pt x="4275" y="5179"/>
                    <a:pt x="4120" y="4251"/>
                  </a:cubicBezTo>
                  <a:lnTo>
                    <a:pt x="3644" y="1429"/>
                  </a:lnTo>
                  <a:cubicBezTo>
                    <a:pt x="3494" y="595"/>
                    <a:pt x="2768" y="1"/>
                    <a:pt x="1940" y="1"/>
                  </a:cubicBezTo>
                  <a:close/>
                </a:path>
              </a:pathLst>
            </a:custGeom>
            <a:solidFill>
              <a:srgbClr val="FABA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65"/>
            <p:cNvSpPr/>
            <p:nvPr/>
          </p:nvSpPr>
          <p:spPr>
            <a:xfrm>
              <a:off x="935825" y="2975800"/>
              <a:ext cx="106875" cy="145950"/>
            </a:xfrm>
            <a:custGeom>
              <a:avLst/>
              <a:gdLst/>
              <a:ahLst/>
              <a:cxnLst/>
              <a:rect l="l" t="t" r="r" b="b"/>
              <a:pathLst>
                <a:path w="4275" h="5838" extrusionOk="0">
                  <a:moveTo>
                    <a:pt x="1940" y="1"/>
                  </a:moveTo>
                  <a:cubicBezTo>
                    <a:pt x="1846" y="1"/>
                    <a:pt x="1751" y="8"/>
                    <a:pt x="1655" y="24"/>
                  </a:cubicBezTo>
                  <a:lnTo>
                    <a:pt x="1572" y="48"/>
                  </a:lnTo>
                  <a:cubicBezTo>
                    <a:pt x="631" y="203"/>
                    <a:pt x="0" y="1096"/>
                    <a:pt x="167" y="2024"/>
                  </a:cubicBezTo>
                  <a:lnTo>
                    <a:pt x="643" y="4846"/>
                  </a:lnTo>
                  <a:cubicBezTo>
                    <a:pt x="765" y="5579"/>
                    <a:pt x="1296" y="5838"/>
                    <a:pt x="1977" y="5838"/>
                  </a:cubicBezTo>
                  <a:cubicBezTo>
                    <a:pt x="2158" y="5838"/>
                    <a:pt x="2350" y="5819"/>
                    <a:pt x="2548" y="5787"/>
                  </a:cubicBezTo>
                  <a:lnTo>
                    <a:pt x="2632" y="5763"/>
                  </a:lnTo>
                  <a:cubicBezTo>
                    <a:pt x="3572" y="5608"/>
                    <a:pt x="4275" y="5179"/>
                    <a:pt x="4120" y="4251"/>
                  </a:cubicBezTo>
                  <a:lnTo>
                    <a:pt x="3644" y="1429"/>
                  </a:lnTo>
                  <a:cubicBezTo>
                    <a:pt x="3494" y="595"/>
                    <a:pt x="2768" y="1"/>
                    <a:pt x="1940" y="1"/>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65"/>
            <p:cNvSpPr/>
            <p:nvPr/>
          </p:nvSpPr>
          <p:spPr>
            <a:xfrm>
              <a:off x="756625" y="2923975"/>
              <a:ext cx="113725" cy="108975"/>
            </a:xfrm>
            <a:custGeom>
              <a:avLst/>
              <a:gdLst/>
              <a:ahLst/>
              <a:cxnLst/>
              <a:rect l="l" t="t" r="r" b="b"/>
              <a:pathLst>
                <a:path w="4549" h="4359" extrusionOk="0">
                  <a:moveTo>
                    <a:pt x="2283" y="1"/>
                  </a:moveTo>
                  <a:cubicBezTo>
                    <a:pt x="2206" y="1"/>
                    <a:pt x="2127" y="5"/>
                    <a:pt x="2049" y="13"/>
                  </a:cubicBezTo>
                  <a:cubicBezTo>
                    <a:pt x="858" y="133"/>
                    <a:pt x="1" y="1204"/>
                    <a:pt x="120" y="2395"/>
                  </a:cubicBezTo>
                  <a:cubicBezTo>
                    <a:pt x="231" y="3523"/>
                    <a:pt x="1172" y="4358"/>
                    <a:pt x="2271" y="4358"/>
                  </a:cubicBezTo>
                  <a:cubicBezTo>
                    <a:pt x="2343" y="4358"/>
                    <a:pt x="2416" y="4355"/>
                    <a:pt x="2489" y="4347"/>
                  </a:cubicBezTo>
                  <a:cubicBezTo>
                    <a:pt x="3680" y="4228"/>
                    <a:pt x="4549" y="3157"/>
                    <a:pt x="4430" y="1966"/>
                  </a:cubicBezTo>
                  <a:cubicBezTo>
                    <a:pt x="4319" y="843"/>
                    <a:pt x="3377" y="1"/>
                    <a:pt x="2283" y="1"/>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65"/>
            <p:cNvSpPr/>
            <p:nvPr/>
          </p:nvSpPr>
          <p:spPr>
            <a:xfrm>
              <a:off x="768825" y="2959125"/>
              <a:ext cx="92000" cy="34825"/>
            </a:xfrm>
            <a:custGeom>
              <a:avLst/>
              <a:gdLst/>
              <a:ahLst/>
              <a:cxnLst/>
              <a:rect l="l" t="t" r="r" b="b"/>
              <a:pathLst>
                <a:path w="3680" h="1393" extrusionOk="0">
                  <a:moveTo>
                    <a:pt x="2156" y="0"/>
                  </a:moveTo>
                  <a:cubicBezTo>
                    <a:pt x="1989" y="24"/>
                    <a:pt x="1811" y="36"/>
                    <a:pt x="1644" y="96"/>
                  </a:cubicBezTo>
                  <a:cubicBezTo>
                    <a:pt x="1311" y="179"/>
                    <a:pt x="1001" y="334"/>
                    <a:pt x="727" y="536"/>
                  </a:cubicBezTo>
                  <a:cubicBezTo>
                    <a:pt x="584" y="643"/>
                    <a:pt x="453" y="751"/>
                    <a:pt x="346" y="882"/>
                  </a:cubicBezTo>
                  <a:cubicBezTo>
                    <a:pt x="215" y="1001"/>
                    <a:pt x="120" y="1132"/>
                    <a:pt x="25" y="1274"/>
                  </a:cubicBezTo>
                  <a:cubicBezTo>
                    <a:pt x="1" y="1310"/>
                    <a:pt x="13" y="1346"/>
                    <a:pt x="37" y="1370"/>
                  </a:cubicBezTo>
                  <a:cubicBezTo>
                    <a:pt x="47" y="1386"/>
                    <a:pt x="63" y="1392"/>
                    <a:pt x="79" y="1392"/>
                  </a:cubicBezTo>
                  <a:cubicBezTo>
                    <a:pt x="99" y="1392"/>
                    <a:pt x="119" y="1383"/>
                    <a:pt x="132" y="1370"/>
                  </a:cubicBezTo>
                  <a:lnTo>
                    <a:pt x="144" y="1358"/>
                  </a:lnTo>
                  <a:cubicBezTo>
                    <a:pt x="346" y="1120"/>
                    <a:pt x="584" y="893"/>
                    <a:pt x="846" y="703"/>
                  </a:cubicBezTo>
                  <a:cubicBezTo>
                    <a:pt x="1108" y="524"/>
                    <a:pt x="1394" y="370"/>
                    <a:pt x="1703" y="286"/>
                  </a:cubicBezTo>
                  <a:cubicBezTo>
                    <a:pt x="1899" y="231"/>
                    <a:pt x="2105" y="202"/>
                    <a:pt x="2314" y="202"/>
                  </a:cubicBezTo>
                  <a:cubicBezTo>
                    <a:pt x="2423" y="202"/>
                    <a:pt x="2534" y="210"/>
                    <a:pt x="2644" y="227"/>
                  </a:cubicBezTo>
                  <a:cubicBezTo>
                    <a:pt x="2811" y="227"/>
                    <a:pt x="2954" y="286"/>
                    <a:pt x="3120" y="322"/>
                  </a:cubicBezTo>
                  <a:cubicBezTo>
                    <a:pt x="3192" y="334"/>
                    <a:pt x="3263" y="370"/>
                    <a:pt x="3347" y="405"/>
                  </a:cubicBezTo>
                  <a:lnTo>
                    <a:pt x="3573" y="489"/>
                  </a:lnTo>
                  <a:lnTo>
                    <a:pt x="3573" y="501"/>
                  </a:lnTo>
                  <a:cubicBezTo>
                    <a:pt x="3579" y="503"/>
                    <a:pt x="3586" y="504"/>
                    <a:pt x="3593" y="504"/>
                  </a:cubicBezTo>
                  <a:cubicBezTo>
                    <a:pt x="3625" y="504"/>
                    <a:pt x="3658" y="484"/>
                    <a:pt x="3668" y="465"/>
                  </a:cubicBezTo>
                  <a:cubicBezTo>
                    <a:pt x="3680" y="429"/>
                    <a:pt x="3668" y="381"/>
                    <a:pt x="3632" y="370"/>
                  </a:cubicBezTo>
                  <a:lnTo>
                    <a:pt x="3406" y="262"/>
                  </a:lnTo>
                  <a:cubicBezTo>
                    <a:pt x="3323" y="227"/>
                    <a:pt x="3251" y="179"/>
                    <a:pt x="3168" y="167"/>
                  </a:cubicBezTo>
                  <a:cubicBezTo>
                    <a:pt x="3001" y="108"/>
                    <a:pt x="2846" y="48"/>
                    <a:pt x="2668" y="36"/>
                  </a:cubicBezTo>
                  <a:cubicBezTo>
                    <a:pt x="2600" y="27"/>
                    <a:pt x="2533" y="9"/>
                    <a:pt x="2466" y="9"/>
                  </a:cubicBezTo>
                  <a:cubicBezTo>
                    <a:pt x="2450" y="9"/>
                    <a:pt x="2434" y="10"/>
                    <a:pt x="2418" y="12"/>
                  </a:cubicBezTo>
                  <a:lnTo>
                    <a:pt x="2156" y="0"/>
                  </a:lnTo>
                  <a:close/>
                </a:path>
              </a:pathLst>
            </a:custGeom>
            <a:solidFill>
              <a:srgbClr val="9930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65"/>
            <p:cNvSpPr/>
            <p:nvPr/>
          </p:nvSpPr>
          <p:spPr>
            <a:xfrm>
              <a:off x="808425" y="2972825"/>
              <a:ext cx="71450" cy="27250"/>
            </a:xfrm>
            <a:custGeom>
              <a:avLst/>
              <a:gdLst/>
              <a:ahLst/>
              <a:cxnLst/>
              <a:rect l="l" t="t" r="r" b="b"/>
              <a:pathLst>
                <a:path w="2858" h="1090" extrusionOk="0">
                  <a:moveTo>
                    <a:pt x="1667" y="0"/>
                  </a:moveTo>
                  <a:cubicBezTo>
                    <a:pt x="1536" y="12"/>
                    <a:pt x="1405" y="24"/>
                    <a:pt x="1274" y="72"/>
                  </a:cubicBezTo>
                  <a:cubicBezTo>
                    <a:pt x="1012" y="131"/>
                    <a:pt x="762" y="250"/>
                    <a:pt x="548" y="417"/>
                  </a:cubicBezTo>
                  <a:cubicBezTo>
                    <a:pt x="334" y="572"/>
                    <a:pt x="143" y="774"/>
                    <a:pt x="12" y="1012"/>
                  </a:cubicBezTo>
                  <a:cubicBezTo>
                    <a:pt x="0" y="1024"/>
                    <a:pt x="12" y="1060"/>
                    <a:pt x="24" y="1072"/>
                  </a:cubicBezTo>
                  <a:cubicBezTo>
                    <a:pt x="36" y="1084"/>
                    <a:pt x="51" y="1090"/>
                    <a:pt x="64" y="1090"/>
                  </a:cubicBezTo>
                  <a:cubicBezTo>
                    <a:pt x="78" y="1090"/>
                    <a:pt x="90" y="1084"/>
                    <a:pt x="96" y="1072"/>
                  </a:cubicBezTo>
                  <a:lnTo>
                    <a:pt x="108" y="1072"/>
                  </a:lnTo>
                  <a:cubicBezTo>
                    <a:pt x="274" y="893"/>
                    <a:pt x="465" y="726"/>
                    <a:pt x="667" y="584"/>
                  </a:cubicBezTo>
                  <a:cubicBezTo>
                    <a:pt x="870" y="441"/>
                    <a:pt x="1084" y="322"/>
                    <a:pt x="1322" y="250"/>
                  </a:cubicBezTo>
                  <a:cubicBezTo>
                    <a:pt x="1499" y="206"/>
                    <a:pt x="1682" y="182"/>
                    <a:pt x="1862" y="182"/>
                  </a:cubicBezTo>
                  <a:cubicBezTo>
                    <a:pt x="1924" y="182"/>
                    <a:pt x="1987" y="185"/>
                    <a:pt x="2048" y="191"/>
                  </a:cubicBezTo>
                  <a:cubicBezTo>
                    <a:pt x="2167" y="203"/>
                    <a:pt x="2286" y="238"/>
                    <a:pt x="2417" y="262"/>
                  </a:cubicBezTo>
                  <a:cubicBezTo>
                    <a:pt x="2536" y="298"/>
                    <a:pt x="2644" y="357"/>
                    <a:pt x="2763" y="393"/>
                  </a:cubicBezTo>
                  <a:lnTo>
                    <a:pt x="2775" y="393"/>
                  </a:lnTo>
                  <a:cubicBezTo>
                    <a:pt x="2781" y="396"/>
                    <a:pt x="2788" y="398"/>
                    <a:pt x="2796" y="398"/>
                  </a:cubicBezTo>
                  <a:cubicBezTo>
                    <a:pt x="2816" y="398"/>
                    <a:pt x="2837" y="387"/>
                    <a:pt x="2846" y="369"/>
                  </a:cubicBezTo>
                  <a:cubicBezTo>
                    <a:pt x="2858" y="334"/>
                    <a:pt x="2846" y="310"/>
                    <a:pt x="2822" y="298"/>
                  </a:cubicBezTo>
                  <a:cubicBezTo>
                    <a:pt x="2703" y="238"/>
                    <a:pt x="2584" y="179"/>
                    <a:pt x="2453" y="131"/>
                  </a:cubicBezTo>
                  <a:cubicBezTo>
                    <a:pt x="2334" y="95"/>
                    <a:pt x="2203" y="48"/>
                    <a:pt x="2072" y="24"/>
                  </a:cubicBezTo>
                  <a:cubicBezTo>
                    <a:pt x="1941" y="0"/>
                    <a:pt x="1810" y="0"/>
                    <a:pt x="1667" y="0"/>
                  </a:cubicBezTo>
                  <a:close/>
                </a:path>
              </a:pathLst>
            </a:custGeom>
            <a:solidFill>
              <a:srgbClr val="9930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65"/>
            <p:cNvSpPr/>
            <p:nvPr/>
          </p:nvSpPr>
          <p:spPr>
            <a:xfrm>
              <a:off x="745925" y="2684425"/>
              <a:ext cx="409875" cy="367750"/>
            </a:xfrm>
            <a:custGeom>
              <a:avLst/>
              <a:gdLst/>
              <a:ahLst/>
              <a:cxnLst/>
              <a:rect l="l" t="t" r="r" b="b"/>
              <a:pathLst>
                <a:path w="16395" h="14710" extrusionOk="0">
                  <a:moveTo>
                    <a:pt x="8318" y="0"/>
                  </a:moveTo>
                  <a:cubicBezTo>
                    <a:pt x="7209" y="0"/>
                    <a:pt x="6090" y="227"/>
                    <a:pt x="5060" y="690"/>
                  </a:cubicBezTo>
                  <a:cubicBezTo>
                    <a:pt x="1536" y="2285"/>
                    <a:pt x="0" y="6476"/>
                    <a:pt x="1619" y="10060"/>
                  </a:cubicBezTo>
                  <a:cubicBezTo>
                    <a:pt x="2825" y="12738"/>
                    <a:pt x="4976" y="14710"/>
                    <a:pt x="7811" y="14710"/>
                  </a:cubicBezTo>
                  <a:cubicBezTo>
                    <a:pt x="8782" y="14710"/>
                    <a:pt x="9833" y="14478"/>
                    <a:pt x="10954" y="13965"/>
                  </a:cubicBezTo>
                  <a:cubicBezTo>
                    <a:pt x="15061" y="12096"/>
                    <a:pt x="16395" y="7452"/>
                    <a:pt x="14776" y="3869"/>
                  </a:cubicBezTo>
                  <a:cubicBezTo>
                    <a:pt x="13630" y="1332"/>
                    <a:pt x="11004" y="0"/>
                    <a:pt x="8318" y="0"/>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65"/>
            <p:cNvSpPr/>
            <p:nvPr/>
          </p:nvSpPr>
          <p:spPr>
            <a:xfrm>
              <a:off x="1051600" y="2732575"/>
              <a:ext cx="94400" cy="280775"/>
            </a:xfrm>
            <a:custGeom>
              <a:avLst/>
              <a:gdLst/>
              <a:ahLst/>
              <a:cxnLst/>
              <a:rect l="l" t="t" r="r" b="b"/>
              <a:pathLst>
                <a:path w="3776" h="11231" extrusionOk="0">
                  <a:moveTo>
                    <a:pt x="1356" y="0"/>
                  </a:moveTo>
                  <a:cubicBezTo>
                    <a:pt x="1341" y="0"/>
                    <a:pt x="1326" y="1"/>
                    <a:pt x="1310" y="2"/>
                  </a:cubicBezTo>
                  <a:cubicBezTo>
                    <a:pt x="1180" y="2"/>
                    <a:pt x="1060" y="61"/>
                    <a:pt x="929" y="109"/>
                  </a:cubicBezTo>
                  <a:cubicBezTo>
                    <a:pt x="691" y="204"/>
                    <a:pt x="429" y="311"/>
                    <a:pt x="263" y="526"/>
                  </a:cubicBezTo>
                  <a:cubicBezTo>
                    <a:pt x="1" y="859"/>
                    <a:pt x="60" y="1335"/>
                    <a:pt x="156" y="1752"/>
                  </a:cubicBezTo>
                  <a:cubicBezTo>
                    <a:pt x="513" y="3145"/>
                    <a:pt x="1287" y="4467"/>
                    <a:pt x="1215" y="5907"/>
                  </a:cubicBezTo>
                  <a:lnTo>
                    <a:pt x="1144" y="6324"/>
                  </a:lnTo>
                  <a:cubicBezTo>
                    <a:pt x="715" y="7765"/>
                    <a:pt x="489" y="9265"/>
                    <a:pt x="477" y="10765"/>
                  </a:cubicBezTo>
                  <a:cubicBezTo>
                    <a:pt x="477" y="10884"/>
                    <a:pt x="477" y="11015"/>
                    <a:pt x="560" y="11110"/>
                  </a:cubicBezTo>
                  <a:cubicBezTo>
                    <a:pt x="626" y="11197"/>
                    <a:pt x="723" y="11231"/>
                    <a:pt x="829" y="11231"/>
                  </a:cubicBezTo>
                  <a:cubicBezTo>
                    <a:pt x="972" y="11231"/>
                    <a:pt x="1133" y="11169"/>
                    <a:pt x="1263" y="11087"/>
                  </a:cubicBezTo>
                  <a:cubicBezTo>
                    <a:pt x="2168" y="10551"/>
                    <a:pt x="2858" y="9670"/>
                    <a:pt x="3251" y="8693"/>
                  </a:cubicBezTo>
                  <a:cubicBezTo>
                    <a:pt x="3656" y="7705"/>
                    <a:pt x="3775" y="6622"/>
                    <a:pt x="3680" y="5574"/>
                  </a:cubicBezTo>
                  <a:cubicBezTo>
                    <a:pt x="3644" y="5086"/>
                    <a:pt x="3549" y="4610"/>
                    <a:pt x="3466" y="4133"/>
                  </a:cubicBezTo>
                  <a:cubicBezTo>
                    <a:pt x="3239" y="2847"/>
                    <a:pt x="2977" y="1514"/>
                    <a:pt x="2168" y="502"/>
                  </a:cubicBezTo>
                  <a:cubicBezTo>
                    <a:pt x="1963" y="240"/>
                    <a:pt x="1682" y="0"/>
                    <a:pt x="13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65"/>
            <p:cNvSpPr/>
            <p:nvPr/>
          </p:nvSpPr>
          <p:spPr>
            <a:xfrm>
              <a:off x="786400" y="2814925"/>
              <a:ext cx="363450" cy="284350"/>
            </a:xfrm>
            <a:custGeom>
              <a:avLst/>
              <a:gdLst/>
              <a:ahLst/>
              <a:cxnLst/>
              <a:rect l="l" t="t" r="r" b="b"/>
              <a:pathLst>
                <a:path w="14538" h="11374" extrusionOk="0">
                  <a:moveTo>
                    <a:pt x="12175" y="1"/>
                  </a:moveTo>
                  <a:cubicBezTo>
                    <a:pt x="11953" y="1"/>
                    <a:pt x="11738" y="153"/>
                    <a:pt x="11597" y="375"/>
                  </a:cubicBezTo>
                  <a:cubicBezTo>
                    <a:pt x="11252" y="935"/>
                    <a:pt x="11871" y="4625"/>
                    <a:pt x="10109" y="5161"/>
                  </a:cubicBezTo>
                  <a:cubicBezTo>
                    <a:pt x="9442" y="5364"/>
                    <a:pt x="8120" y="5399"/>
                    <a:pt x="6287" y="6066"/>
                  </a:cubicBezTo>
                  <a:cubicBezTo>
                    <a:pt x="4608" y="6685"/>
                    <a:pt x="4322" y="6900"/>
                    <a:pt x="3656" y="6923"/>
                  </a:cubicBezTo>
                  <a:cubicBezTo>
                    <a:pt x="3646" y="6924"/>
                    <a:pt x="3637" y="6924"/>
                    <a:pt x="3628" y="6924"/>
                  </a:cubicBezTo>
                  <a:cubicBezTo>
                    <a:pt x="2406" y="6924"/>
                    <a:pt x="982" y="4789"/>
                    <a:pt x="191" y="4789"/>
                  </a:cubicBezTo>
                  <a:cubicBezTo>
                    <a:pt x="123" y="4789"/>
                    <a:pt x="59" y="4805"/>
                    <a:pt x="0" y="4840"/>
                  </a:cubicBezTo>
                  <a:cubicBezTo>
                    <a:pt x="0" y="4840"/>
                    <a:pt x="1215" y="10519"/>
                    <a:pt x="5525" y="11233"/>
                  </a:cubicBezTo>
                  <a:cubicBezTo>
                    <a:pt x="6092" y="11329"/>
                    <a:pt x="6620" y="11373"/>
                    <a:pt x="7113" y="11373"/>
                  </a:cubicBezTo>
                  <a:cubicBezTo>
                    <a:pt x="10440" y="11373"/>
                    <a:pt x="12124" y="9338"/>
                    <a:pt x="13276" y="7150"/>
                  </a:cubicBezTo>
                  <a:cubicBezTo>
                    <a:pt x="14538" y="4733"/>
                    <a:pt x="13276" y="3030"/>
                    <a:pt x="13026" y="1363"/>
                  </a:cubicBezTo>
                  <a:cubicBezTo>
                    <a:pt x="12875" y="356"/>
                    <a:pt x="12515" y="1"/>
                    <a:pt x="121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65"/>
            <p:cNvSpPr/>
            <p:nvPr/>
          </p:nvSpPr>
          <p:spPr>
            <a:xfrm>
              <a:off x="977200" y="2942750"/>
              <a:ext cx="49725" cy="46475"/>
            </a:xfrm>
            <a:custGeom>
              <a:avLst/>
              <a:gdLst/>
              <a:ahLst/>
              <a:cxnLst/>
              <a:rect l="l" t="t" r="r" b="b"/>
              <a:pathLst>
                <a:path w="1989" h="1859" extrusionOk="0">
                  <a:moveTo>
                    <a:pt x="24" y="1"/>
                  </a:moveTo>
                  <a:lnTo>
                    <a:pt x="0" y="48"/>
                  </a:lnTo>
                  <a:cubicBezTo>
                    <a:pt x="405" y="251"/>
                    <a:pt x="774" y="513"/>
                    <a:pt x="1108" y="810"/>
                  </a:cubicBezTo>
                  <a:cubicBezTo>
                    <a:pt x="1429" y="1120"/>
                    <a:pt x="1715" y="1477"/>
                    <a:pt x="1941" y="1858"/>
                  </a:cubicBezTo>
                  <a:lnTo>
                    <a:pt x="1989" y="1834"/>
                  </a:lnTo>
                  <a:cubicBezTo>
                    <a:pt x="1798" y="1429"/>
                    <a:pt x="1512" y="1048"/>
                    <a:pt x="1179" y="739"/>
                  </a:cubicBezTo>
                  <a:cubicBezTo>
                    <a:pt x="846" y="417"/>
                    <a:pt x="453" y="167"/>
                    <a:pt x="24" y="1"/>
                  </a:cubicBezTo>
                  <a:close/>
                </a:path>
              </a:pathLst>
            </a:custGeom>
            <a:solidFill>
              <a:srgbClr val="C9C5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65"/>
            <p:cNvSpPr/>
            <p:nvPr/>
          </p:nvSpPr>
          <p:spPr>
            <a:xfrm>
              <a:off x="912300" y="2955850"/>
              <a:ext cx="12225" cy="66700"/>
            </a:xfrm>
            <a:custGeom>
              <a:avLst/>
              <a:gdLst/>
              <a:ahLst/>
              <a:cxnLst/>
              <a:rect l="l" t="t" r="r" b="b"/>
              <a:pathLst>
                <a:path w="489" h="2668" extrusionOk="0">
                  <a:moveTo>
                    <a:pt x="429" y="1"/>
                  </a:moveTo>
                  <a:cubicBezTo>
                    <a:pt x="215" y="393"/>
                    <a:pt x="96" y="846"/>
                    <a:pt x="48" y="1310"/>
                  </a:cubicBezTo>
                  <a:cubicBezTo>
                    <a:pt x="1" y="1763"/>
                    <a:pt x="48" y="2227"/>
                    <a:pt x="179" y="2668"/>
                  </a:cubicBezTo>
                  <a:lnTo>
                    <a:pt x="227" y="2656"/>
                  </a:lnTo>
                  <a:cubicBezTo>
                    <a:pt x="132" y="2215"/>
                    <a:pt x="108" y="1763"/>
                    <a:pt x="155" y="1322"/>
                  </a:cubicBezTo>
                  <a:cubicBezTo>
                    <a:pt x="203" y="870"/>
                    <a:pt x="322" y="441"/>
                    <a:pt x="489" y="12"/>
                  </a:cubicBezTo>
                  <a:lnTo>
                    <a:pt x="429" y="1"/>
                  </a:lnTo>
                  <a:close/>
                </a:path>
              </a:pathLst>
            </a:custGeom>
            <a:solidFill>
              <a:srgbClr val="C9C5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65"/>
            <p:cNvSpPr/>
            <p:nvPr/>
          </p:nvSpPr>
          <p:spPr>
            <a:xfrm>
              <a:off x="984925" y="2887950"/>
              <a:ext cx="34550" cy="30375"/>
            </a:xfrm>
            <a:custGeom>
              <a:avLst/>
              <a:gdLst/>
              <a:ahLst/>
              <a:cxnLst/>
              <a:rect l="l" t="t" r="r" b="b"/>
              <a:pathLst>
                <a:path w="1382" h="1215" extrusionOk="0">
                  <a:moveTo>
                    <a:pt x="684" y="0"/>
                  </a:moveTo>
                  <a:cubicBezTo>
                    <a:pt x="577" y="0"/>
                    <a:pt x="468" y="28"/>
                    <a:pt x="370" y="85"/>
                  </a:cubicBezTo>
                  <a:cubicBezTo>
                    <a:pt x="84" y="264"/>
                    <a:pt x="1" y="645"/>
                    <a:pt x="179" y="931"/>
                  </a:cubicBezTo>
                  <a:cubicBezTo>
                    <a:pt x="295" y="1115"/>
                    <a:pt x="489" y="1215"/>
                    <a:pt x="689" y="1215"/>
                  </a:cubicBezTo>
                  <a:cubicBezTo>
                    <a:pt x="799" y="1215"/>
                    <a:pt x="911" y="1185"/>
                    <a:pt x="1013" y="1121"/>
                  </a:cubicBezTo>
                  <a:cubicBezTo>
                    <a:pt x="1299" y="942"/>
                    <a:pt x="1382" y="573"/>
                    <a:pt x="1203" y="288"/>
                  </a:cubicBezTo>
                  <a:cubicBezTo>
                    <a:pt x="1086" y="100"/>
                    <a:pt x="887" y="0"/>
                    <a:pt x="6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287;p65"/>
            <p:cNvSpPr/>
            <p:nvPr/>
          </p:nvSpPr>
          <p:spPr>
            <a:xfrm>
              <a:off x="841175" y="2924525"/>
              <a:ext cx="36325" cy="32100"/>
            </a:xfrm>
            <a:custGeom>
              <a:avLst/>
              <a:gdLst/>
              <a:ahLst/>
              <a:cxnLst/>
              <a:rect l="l" t="t" r="r" b="b"/>
              <a:pathLst>
                <a:path w="1453" h="1284" extrusionOk="0">
                  <a:moveTo>
                    <a:pt x="717" y="1"/>
                  </a:moveTo>
                  <a:cubicBezTo>
                    <a:pt x="602" y="1"/>
                    <a:pt x="485" y="32"/>
                    <a:pt x="381" y="99"/>
                  </a:cubicBezTo>
                  <a:cubicBezTo>
                    <a:pt x="83" y="289"/>
                    <a:pt x="0" y="682"/>
                    <a:pt x="191" y="980"/>
                  </a:cubicBezTo>
                  <a:cubicBezTo>
                    <a:pt x="308" y="1176"/>
                    <a:pt x="519" y="1284"/>
                    <a:pt x="734" y="1284"/>
                  </a:cubicBezTo>
                  <a:cubicBezTo>
                    <a:pt x="845" y="1284"/>
                    <a:pt x="958" y="1255"/>
                    <a:pt x="1060" y="1194"/>
                  </a:cubicBezTo>
                  <a:cubicBezTo>
                    <a:pt x="1369" y="1003"/>
                    <a:pt x="1453" y="611"/>
                    <a:pt x="1262" y="313"/>
                  </a:cubicBezTo>
                  <a:cubicBezTo>
                    <a:pt x="1146" y="111"/>
                    <a:pt x="933" y="1"/>
                    <a:pt x="7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2288;p65"/>
            <p:cNvSpPr/>
            <p:nvPr/>
          </p:nvSpPr>
          <p:spPr>
            <a:xfrm>
              <a:off x="941475" y="2957225"/>
              <a:ext cx="40500" cy="25400"/>
            </a:xfrm>
            <a:custGeom>
              <a:avLst/>
              <a:gdLst/>
              <a:ahLst/>
              <a:cxnLst/>
              <a:rect l="l" t="t" r="r" b="b"/>
              <a:pathLst>
                <a:path w="1620" h="1016" extrusionOk="0">
                  <a:moveTo>
                    <a:pt x="1571" y="0"/>
                  </a:moveTo>
                  <a:cubicBezTo>
                    <a:pt x="1560" y="0"/>
                    <a:pt x="1548" y="9"/>
                    <a:pt x="1548" y="17"/>
                  </a:cubicBezTo>
                  <a:lnTo>
                    <a:pt x="1536" y="29"/>
                  </a:lnTo>
                  <a:cubicBezTo>
                    <a:pt x="1394" y="303"/>
                    <a:pt x="1179" y="541"/>
                    <a:pt x="929" y="708"/>
                  </a:cubicBezTo>
                  <a:cubicBezTo>
                    <a:pt x="798" y="791"/>
                    <a:pt x="655" y="850"/>
                    <a:pt x="501" y="886"/>
                  </a:cubicBezTo>
                  <a:cubicBezTo>
                    <a:pt x="346" y="922"/>
                    <a:pt x="191" y="922"/>
                    <a:pt x="36" y="934"/>
                  </a:cubicBezTo>
                  <a:cubicBezTo>
                    <a:pt x="12" y="934"/>
                    <a:pt x="0" y="946"/>
                    <a:pt x="0" y="969"/>
                  </a:cubicBezTo>
                  <a:cubicBezTo>
                    <a:pt x="0" y="981"/>
                    <a:pt x="12" y="993"/>
                    <a:pt x="24" y="993"/>
                  </a:cubicBezTo>
                  <a:cubicBezTo>
                    <a:pt x="116" y="1006"/>
                    <a:pt x="207" y="1016"/>
                    <a:pt x="299" y="1016"/>
                  </a:cubicBezTo>
                  <a:cubicBezTo>
                    <a:pt x="374" y="1016"/>
                    <a:pt x="449" y="1009"/>
                    <a:pt x="524" y="993"/>
                  </a:cubicBezTo>
                  <a:cubicBezTo>
                    <a:pt x="691" y="981"/>
                    <a:pt x="858" y="910"/>
                    <a:pt x="1001" y="827"/>
                  </a:cubicBezTo>
                  <a:cubicBezTo>
                    <a:pt x="1143" y="731"/>
                    <a:pt x="1274" y="624"/>
                    <a:pt x="1382" y="493"/>
                  </a:cubicBezTo>
                  <a:cubicBezTo>
                    <a:pt x="1477" y="362"/>
                    <a:pt x="1560" y="207"/>
                    <a:pt x="1608" y="41"/>
                  </a:cubicBezTo>
                  <a:cubicBezTo>
                    <a:pt x="1620" y="29"/>
                    <a:pt x="1608" y="5"/>
                    <a:pt x="1584" y="5"/>
                  </a:cubicBezTo>
                  <a:cubicBezTo>
                    <a:pt x="1581" y="2"/>
                    <a:pt x="1576" y="0"/>
                    <a:pt x="1571" y="0"/>
                  </a:cubicBezTo>
                  <a:close/>
                </a:path>
              </a:pathLst>
            </a:custGeom>
            <a:solidFill>
              <a:srgbClr val="9930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289;p65"/>
            <p:cNvSpPr/>
            <p:nvPr/>
          </p:nvSpPr>
          <p:spPr>
            <a:xfrm>
              <a:off x="956050" y="2974975"/>
              <a:ext cx="21475" cy="13350"/>
            </a:xfrm>
            <a:custGeom>
              <a:avLst/>
              <a:gdLst/>
              <a:ahLst/>
              <a:cxnLst/>
              <a:rect l="l" t="t" r="r" b="b"/>
              <a:pathLst>
                <a:path w="859" h="534" extrusionOk="0">
                  <a:moveTo>
                    <a:pt x="830" y="0"/>
                  </a:moveTo>
                  <a:cubicBezTo>
                    <a:pt x="825" y="0"/>
                    <a:pt x="822" y="3"/>
                    <a:pt x="822" y="9"/>
                  </a:cubicBezTo>
                  <a:cubicBezTo>
                    <a:pt x="727" y="140"/>
                    <a:pt x="620" y="259"/>
                    <a:pt x="477" y="343"/>
                  </a:cubicBezTo>
                  <a:cubicBezTo>
                    <a:pt x="346" y="426"/>
                    <a:pt x="191" y="474"/>
                    <a:pt x="25" y="486"/>
                  </a:cubicBezTo>
                  <a:cubicBezTo>
                    <a:pt x="13" y="486"/>
                    <a:pt x="1" y="498"/>
                    <a:pt x="1" y="509"/>
                  </a:cubicBezTo>
                  <a:cubicBezTo>
                    <a:pt x="1" y="521"/>
                    <a:pt x="13" y="533"/>
                    <a:pt x="25" y="533"/>
                  </a:cubicBezTo>
                  <a:cubicBezTo>
                    <a:pt x="191" y="533"/>
                    <a:pt x="358" y="486"/>
                    <a:pt x="513" y="402"/>
                  </a:cubicBezTo>
                  <a:cubicBezTo>
                    <a:pt x="656" y="319"/>
                    <a:pt x="787" y="188"/>
                    <a:pt x="858" y="33"/>
                  </a:cubicBezTo>
                  <a:cubicBezTo>
                    <a:pt x="858" y="21"/>
                    <a:pt x="858" y="9"/>
                    <a:pt x="846" y="9"/>
                  </a:cubicBezTo>
                  <a:cubicBezTo>
                    <a:pt x="840" y="3"/>
                    <a:pt x="834" y="0"/>
                    <a:pt x="830" y="0"/>
                  </a:cubicBezTo>
                  <a:close/>
                </a:path>
              </a:pathLst>
            </a:custGeom>
            <a:solidFill>
              <a:srgbClr val="9930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2290;p65"/>
            <p:cNvSpPr/>
            <p:nvPr/>
          </p:nvSpPr>
          <p:spPr>
            <a:xfrm>
              <a:off x="952775" y="2785550"/>
              <a:ext cx="97875" cy="46775"/>
            </a:xfrm>
            <a:custGeom>
              <a:avLst/>
              <a:gdLst/>
              <a:ahLst/>
              <a:cxnLst/>
              <a:rect l="l" t="t" r="r" b="b"/>
              <a:pathLst>
                <a:path w="3915" h="1871" extrusionOk="0">
                  <a:moveTo>
                    <a:pt x="1136" y="0"/>
                  </a:moveTo>
                  <a:cubicBezTo>
                    <a:pt x="958" y="0"/>
                    <a:pt x="805" y="50"/>
                    <a:pt x="691" y="169"/>
                  </a:cubicBezTo>
                  <a:cubicBezTo>
                    <a:pt x="1" y="871"/>
                    <a:pt x="2168" y="1705"/>
                    <a:pt x="2489" y="1800"/>
                  </a:cubicBezTo>
                  <a:cubicBezTo>
                    <a:pt x="2610" y="1830"/>
                    <a:pt x="2862" y="1870"/>
                    <a:pt x="3103" y="1870"/>
                  </a:cubicBezTo>
                  <a:cubicBezTo>
                    <a:pt x="3525" y="1870"/>
                    <a:pt x="3915" y="1748"/>
                    <a:pt x="3513" y="1240"/>
                  </a:cubicBezTo>
                  <a:cubicBezTo>
                    <a:pt x="3513" y="1240"/>
                    <a:pt x="2025" y="0"/>
                    <a:pt x="11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291;p65"/>
            <p:cNvSpPr/>
            <p:nvPr/>
          </p:nvSpPr>
          <p:spPr>
            <a:xfrm>
              <a:off x="793700" y="2826575"/>
              <a:ext cx="87075" cy="59750"/>
            </a:xfrm>
            <a:custGeom>
              <a:avLst/>
              <a:gdLst/>
              <a:ahLst/>
              <a:cxnLst/>
              <a:rect l="l" t="t" r="r" b="b"/>
              <a:pathLst>
                <a:path w="3483" h="2390" extrusionOk="0">
                  <a:moveTo>
                    <a:pt x="2360" y="1"/>
                  </a:moveTo>
                  <a:cubicBezTo>
                    <a:pt x="1483" y="1"/>
                    <a:pt x="185" y="1838"/>
                    <a:pt x="185" y="1838"/>
                  </a:cubicBezTo>
                  <a:cubicBezTo>
                    <a:pt x="1" y="2260"/>
                    <a:pt x="156" y="2389"/>
                    <a:pt x="407" y="2389"/>
                  </a:cubicBezTo>
                  <a:cubicBezTo>
                    <a:pt x="708" y="2389"/>
                    <a:pt x="1148" y="2203"/>
                    <a:pt x="1304" y="2112"/>
                  </a:cubicBezTo>
                  <a:cubicBezTo>
                    <a:pt x="1601" y="1945"/>
                    <a:pt x="3483" y="588"/>
                    <a:pt x="2637" y="76"/>
                  </a:cubicBezTo>
                  <a:cubicBezTo>
                    <a:pt x="2552" y="24"/>
                    <a:pt x="2458" y="1"/>
                    <a:pt x="23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65"/>
            <p:cNvSpPr/>
            <p:nvPr/>
          </p:nvSpPr>
          <p:spPr>
            <a:xfrm>
              <a:off x="1090900" y="2807050"/>
              <a:ext cx="106275" cy="109050"/>
            </a:xfrm>
            <a:custGeom>
              <a:avLst/>
              <a:gdLst/>
              <a:ahLst/>
              <a:cxnLst/>
              <a:rect l="l" t="t" r="r" b="b"/>
              <a:pathLst>
                <a:path w="4251" h="4362" extrusionOk="0">
                  <a:moveTo>
                    <a:pt x="536" y="3738"/>
                  </a:moveTo>
                  <a:cubicBezTo>
                    <a:pt x="536" y="3809"/>
                    <a:pt x="536" y="3881"/>
                    <a:pt x="524" y="3952"/>
                  </a:cubicBezTo>
                  <a:cubicBezTo>
                    <a:pt x="789" y="4142"/>
                    <a:pt x="1092" y="4269"/>
                    <a:pt x="1408" y="4327"/>
                  </a:cubicBezTo>
                  <a:lnTo>
                    <a:pt x="1408" y="4327"/>
                  </a:lnTo>
                  <a:cubicBezTo>
                    <a:pt x="1044" y="4250"/>
                    <a:pt x="728" y="4049"/>
                    <a:pt x="536" y="3738"/>
                  </a:cubicBezTo>
                  <a:close/>
                  <a:moveTo>
                    <a:pt x="1764" y="1"/>
                  </a:moveTo>
                  <a:cubicBezTo>
                    <a:pt x="1403" y="1"/>
                    <a:pt x="1038" y="93"/>
                    <a:pt x="703" y="285"/>
                  </a:cubicBezTo>
                  <a:cubicBezTo>
                    <a:pt x="405" y="452"/>
                    <a:pt x="179" y="666"/>
                    <a:pt x="0" y="928"/>
                  </a:cubicBezTo>
                  <a:cubicBezTo>
                    <a:pt x="143" y="1297"/>
                    <a:pt x="298" y="1785"/>
                    <a:pt x="405" y="2333"/>
                  </a:cubicBezTo>
                  <a:cubicBezTo>
                    <a:pt x="477" y="2250"/>
                    <a:pt x="548" y="2166"/>
                    <a:pt x="631" y="2095"/>
                  </a:cubicBezTo>
                  <a:cubicBezTo>
                    <a:pt x="691" y="2035"/>
                    <a:pt x="751" y="1964"/>
                    <a:pt x="822" y="1916"/>
                  </a:cubicBezTo>
                  <a:lnTo>
                    <a:pt x="1024" y="1773"/>
                  </a:lnTo>
                  <a:cubicBezTo>
                    <a:pt x="1096" y="1738"/>
                    <a:pt x="1167" y="1690"/>
                    <a:pt x="1239" y="1654"/>
                  </a:cubicBezTo>
                  <a:cubicBezTo>
                    <a:pt x="1251" y="1642"/>
                    <a:pt x="1274" y="1631"/>
                    <a:pt x="1286" y="1619"/>
                  </a:cubicBezTo>
                  <a:cubicBezTo>
                    <a:pt x="1595" y="1449"/>
                    <a:pt x="1929" y="1372"/>
                    <a:pt x="2245" y="1372"/>
                  </a:cubicBezTo>
                  <a:cubicBezTo>
                    <a:pt x="2307" y="1372"/>
                    <a:pt x="2369" y="1375"/>
                    <a:pt x="2429" y="1381"/>
                  </a:cubicBezTo>
                  <a:lnTo>
                    <a:pt x="2501" y="1381"/>
                  </a:lnTo>
                  <a:cubicBezTo>
                    <a:pt x="2679" y="1381"/>
                    <a:pt x="2846" y="1404"/>
                    <a:pt x="3013" y="1440"/>
                  </a:cubicBezTo>
                  <a:cubicBezTo>
                    <a:pt x="3179" y="1464"/>
                    <a:pt x="3346" y="1511"/>
                    <a:pt x="3501" y="1571"/>
                  </a:cubicBezTo>
                  <a:cubicBezTo>
                    <a:pt x="3537" y="1583"/>
                    <a:pt x="3560" y="1619"/>
                    <a:pt x="3548" y="1654"/>
                  </a:cubicBezTo>
                  <a:cubicBezTo>
                    <a:pt x="3539" y="1694"/>
                    <a:pt x="3512" y="1717"/>
                    <a:pt x="3483" y="1717"/>
                  </a:cubicBezTo>
                  <a:cubicBezTo>
                    <a:pt x="3477" y="1717"/>
                    <a:pt x="3471" y="1716"/>
                    <a:pt x="3465" y="1714"/>
                  </a:cubicBezTo>
                  <a:lnTo>
                    <a:pt x="3453" y="1714"/>
                  </a:lnTo>
                  <a:cubicBezTo>
                    <a:pt x="3346" y="1678"/>
                    <a:pt x="3227" y="1666"/>
                    <a:pt x="3108" y="1642"/>
                  </a:cubicBezTo>
                  <a:lnTo>
                    <a:pt x="3108" y="1642"/>
                  </a:lnTo>
                  <a:cubicBezTo>
                    <a:pt x="3251" y="1750"/>
                    <a:pt x="3370" y="1869"/>
                    <a:pt x="3465" y="2023"/>
                  </a:cubicBezTo>
                  <a:cubicBezTo>
                    <a:pt x="3846" y="2714"/>
                    <a:pt x="3501" y="3643"/>
                    <a:pt x="2691" y="4107"/>
                  </a:cubicBezTo>
                  <a:cubicBezTo>
                    <a:pt x="2394" y="4275"/>
                    <a:pt x="2076" y="4358"/>
                    <a:pt x="1773" y="4362"/>
                  </a:cubicBezTo>
                  <a:lnTo>
                    <a:pt x="1773" y="4362"/>
                  </a:lnTo>
                  <a:cubicBezTo>
                    <a:pt x="1650" y="4360"/>
                    <a:pt x="1528" y="4348"/>
                    <a:pt x="1408" y="4327"/>
                  </a:cubicBezTo>
                  <a:lnTo>
                    <a:pt x="1408" y="4327"/>
                  </a:lnTo>
                  <a:cubicBezTo>
                    <a:pt x="1519" y="4350"/>
                    <a:pt x="1634" y="4362"/>
                    <a:pt x="1752" y="4362"/>
                  </a:cubicBezTo>
                  <a:cubicBezTo>
                    <a:pt x="1759" y="4362"/>
                    <a:pt x="1766" y="4362"/>
                    <a:pt x="1773" y="4362"/>
                  </a:cubicBezTo>
                  <a:lnTo>
                    <a:pt x="1773" y="4362"/>
                  </a:lnTo>
                  <a:cubicBezTo>
                    <a:pt x="1781" y="4362"/>
                    <a:pt x="1789" y="4362"/>
                    <a:pt x="1796" y="4362"/>
                  </a:cubicBezTo>
                  <a:cubicBezTo>
                    <a:pt x="2154" y="4362"/>
                    <a:pt x="2515" y="4272"/>
                    <a:pt x="2846" y="4083"/>
                  </a:cubicBezTo>
                  <a:cubicBezTo>
                    <a:pt x="3894" y="3488"/>
                    <a:pt x="4251" y="2166"/>
                    <a:pt x="3656" y="1119"/>
                  </a:cubicBezTo>
                  <a:cubicBezTo>
                    <a:pt x="3253" y="402"/>
                    <a:pt x="2518" y="1"/>
                    <a:pt x="1764" y="1"/>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65"/>
            <p:cNvSpPr/>
            <p:nvPr/>
          </p:nvSpPr>
          <p:spPr>
            <a:xfrm>
              <a:off x="1121850" y="2841225"/>
              <a:ext cx="29800" cy="7200"/>
            </a:xfrm>
            <a:custGeom>
              <a:avLst/>
              <a:gdLst/>
              <a:ahLst/>
              <a:cxnLst/>
              <a:rect l="l" t="t" r="r" b="b"/>
              <a:pathLst>
                <a:path w="1192" h="288" extrusionOk="0">
                  <a:moveTo>
                    <a:pt x="985" y="0"/>
                  </a:moveTo>
                  <a:cubicBezTo>
                    <a:pt x="675" y="0"/>
                    <a:pt x="350" y="86"/>
                    <a:pt x="48" y="252"/>
                  </a:cubicBezTo>
                  <a:cubicBezTo>
                    <a:pt x="24" y="264"/>
                    <a:pt x="13" y="275"/>
                    <a:pt x="1" y="287"/>
                  </a:cubicBezTo>
                  <a:cubicBezTo>
                    <a:pt x="84" y="252"/>
                    <a:pt x="167" y="204"/>
                    <a:pt x="251" y="180"/>
                  </a:cubicBezTo>
                  <a:cubicBezTo>
                    <a:pt x="548" y="73"/>
                    <a:pt x="870" y="14"/>
                    <a:pt x="1191" y="14"/>
                  </a:cubicBezTo>
                  <a:cubicBezTo>
                    <a:pt x="1124" y="5"/>
                    <a:pt x="1055" y="0"/>
                    <a:pt x="985" y="0"/>
                  </a:cubicBezTo>
                  <a:close/>
                </a:path>
              </a:pathLst>
            </a:custGeom>
            <a:solidFill>
              <a:srgbClr val="EDA3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65"/>
            <p:cNvSpPr/>
            <p:nvPr/>
          </p:nvSpPr>
          <p:spPr>
            <a:xfrm>
              <a:off x="1121850" y="2841225"/>
              <a:ext cx="29800" cy="7200"/>
            </a:xfrm>
            <a:custGeom>
              <a:avLst/>
              <a:gdLst/>
              <a:ahLst/>
              <a:cxnLst/>
              <a:rect l="l" t="t" r="r" b="b"/>
              <a:pathLst>
                <a:path w="1192" h="288" extrusionOk="0">
                  <a:moveTo>
                    <a:pt x="985" y="0"/>
                  </a:moveTo>
                  <a:cubicBezTo>
                    <a:pt x="675" y="0"/>
                    <a:pt x="350" y="86"/>
                    <a:pt x="48" y="252"/>
                  </a:cubicBezTo>
                  <a:cubicBezTo>
                    <a:pt x="24" y="264"/>
                    <a:pt x="13" y="275"/>
                    <a:pt x="1" y="287"/>
                  </a:cubicBezTo>
                  <a:cubicBezTo>
                    <a:pt x="84" y="252"/>
                    <a:pt x="167" y="204"/>
                    <a:pt x="251" y="180"/>
                  </a:cubicBezTo>
                  <a:cubicBezTo>
                    <a:pt x="548" y="73"/>
                    <a:pt x="870" y="14"/>
                    <a:pt x="1191" y="14"/>
                  </a:cubicBezTo>
                  <a:cubicBezTo>
                    <a:pt x="1124" y="5"/>
                    <a:pt x="1055" y="0"/>
                    <a:pt x="985" y="0"/>
                  </a:cubicBezTo>
                  <a:close/>
                </a:path>
              </a:pathLst>
            </a:custGeom>
            <a:solidFill>
              <a:srgbClr val="9930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65"/>
            <p:cNvSpPr/>
            <p:nvPr/>
          </p:nvSpPr>
          <p:spPr>
            <a:xfrm>
              <a:off x="1121850" y="2841225"/>
              <a:ext cx="29800" cy="7200"/>
            </a:xfrm>
            <a:custGeom>
              <a:avLst/>
              <a:gdLst/>
              <a:ahLst/>
              <a:cxnLst/>
              <a:rect l="l" t="t" r="r" b="b"/>
              <a:pathLst>
                <a:path w="1192" h="288" extrusionOk="0">
                  <a:moveTo>
                    <a:pt x="985" y="0"/>
                  </a:moveTo>
                  <a:cubicBezTo>
                    <a:pt x="675" y="0"/>
                    <a:pt x="350" y="86"/>
                    <a:pt x="48" y="252"/>
                  </a:cubicBezTo>
                  <a:cubicBezTo>
                    <a:pt x="24" y="264"/>
                    <a:pt x="13" y="275"/>
                    <a:pt x="1" y="287"/>
                  </a:cubicBezTo>
                  <a:cubicBezTo>
                    <a:pt x="84" y="252"/>
                    <a:pt x="167" y="204"/>
                    <a:pt x="251" y="180"/>
                  </a:cubicBezTo>
                  <a:cubicBezTo>
                    <a:pt x="548" y="73"/>
                    <a:pt x="870" y="14"/>
                    <a:pt x="1191" y="14"/>
                  </a:cubicBezTo>
                  <a:cubicBezTo>
                    <a:pt x="1124" y="5"/>
                    <a:pt x="1055" y="0"/>
                    <a:pt x="985" y="0"/>
                  </a:cubicBezTo>
                  <a:close/>
                </a:path>
              </a:pathLst>
            </a:custGeom>
            <a:solidFill>
              <a:srgbClr val="9930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65"/>
            <p:cNvSpPr/>
            <p:nvPr/>
          </p:nvSpPr>
          <p:spPr>
            <a:xfrm>
              <a:off x="1151625" y="2841550"/>
              <a:ext cx="28300" cy="8350"/>
            </a:xfrm>
            <a:custGeom>
              <a:avLst/>
              <a:gdLst/>
              <a:ahLst/>
              <a:cxnLst/>
              <a:rect l="l" t="t" r="r" b="b"/>
              <a:pathLst>
                <a:path w="1132" h="334" extrusionOk="0">
                  <a:moveTo>
                    <a:pt x="0" y="1"/>
                  </a:moveTo>
                  <a:cubicBezTo>
                    <a:pt x="250" y="36"/>
                    <a:pt x="488" y="120"/>
                    <a:pt x="679" y="262"/>
                  </a:cubicBezTo>
                  <a:cubicBezTo>
                    <a:pt x="798" y="274"/>
                    <a:pt x="917" y="298"/>
                    <a:pt x="1024" y="322"/>
                  </a:cubicBezTo>
                  <a:lnTo>
                    <a:pt x="1036" y="334"/>
                  </a:lnTo>
                  <a:cubicBezTo>
                    <a:pt x="1072" y="334"/>
                    <a:pt x="1108" y="310"/>
                    <a:pt x="1119" y="274"/>
                  </a:cubicBezTo>
                  <a:cubicBezTo>
                    <a:pt x="1131" y="239"/>
                    <a:pt x="1108" y="203"/>
                    <a:pt x="1072" y="191"/>
                  </a:cubicBezTo>
                  <a:cubicBezTo>
                    <a:pt x="917" y="131"/>
                    <a:pt x="750" y="84"/>
                    <a:pt x="584" y="48"/>
                  </a:cubicBezTo>
                  <a:cubicBezTo>
                    <a:pt x="417" y="24"/>
                    <a:pt x="250" y="1"/>
                    <a:pt x="72" y="1"/>
                  </a:cubicBezTo>
                  <a:close/>
                </a:path>
              </a:pathLst>
            </a:custGeom>
            <a:solidFill>
              <a:srgbClr val="9930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65"/>
            <p:cNvSpPr/>
            <p:nvPr/>
          </p:nvSpPr>
          <p:spPr>
            <a:xfrm>
              <a:off x="1101025" y="2848400"/>
              <a:ext cx="20850" cy="20850"/>
            </a:xfrm>
            <a:custGeom>
              <a:avLst/>
              <a:gdLst/>
              <a:ahLst/>
              <a:cxnLst/>
              <a:rect l="l" t="t" r="r" b="b"/>
              <a:pathLst>
                <a:path w="834" h="834" extrusionOk="0">
                  <a:moveTo>
                    <a:pt x="834" y="0"/>
                  </a:moveTo>
                  <a:cubicBezTo>
                    <a:pt x="762" y="36"/>
                    <a:pt x="691" y="84"/>
                    <a:pt x="619" y="119"/>
                  </a:cubicBezTo>
                  <a:lnTo>
                    <a:pt x="417" y="274"/>
                  </a:lnTo>
                  <a:cubicBezTo>
                    <a:pt x="346" y="310"/>
                    <a:pt x="286" y="381"/>
                    <a:pt x="226" y="441"/>
                  </a:cubicBezTo>
                  <a:cubicBezTo>
                    <a:pt x="143" y="512"/>
                    <a:pt x="72" y="596"/>
                    <a:pt x="0" y="679"/>
                  </a:cubicBezTo>
                  <a:cubicBezTo>
                    <a:pt x="12" y="727"/>
                    <a:pt x="24" y="786"/>
                    <a:pt x="36" y="834"/>
                  </a:cubicBezTo>
                  <a:cubicBezTo>
                    <a:pt x="60" y="822"/>
                    <a:pt x="84" y="798"/>
                    <a:pt x="107" y="786"/>
                  </a:cubicBezTo>
                  <a:lnTo>
                    <a:pt x="119" y="786"/>
                  </a:lnTo>
                  <a:cubicBezTo>
                    <a:pt x="262" y="477"/>
                    <a:pt x="500" y="203"/>
                    <a:pt x="834" y="0"/>
                  </a:cubicBezTo>
                  <a:close/>
                </a:path>
              </a:pathLst>
            </a:custGeom>
            <a:solidFill>
              <a:srgbClr val="9930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65"/>
            <p:cNvSpPr/>
            <p:nvPr/>
          </p:nvSpPr>
          <p:spPr>
            <a:xfrm>
              <a:off x="1103700" y="2841550"/>
              <a:ext cx="64900" cy="26525"/>
            </a:xfrm>
            <a:custGeom>
              <a:avLst/>
              <a:gdLst/>
              <a:ahLst/>
              <a:cxnLst/>
              <a:rect l="l" t="t" r="r" b="b"/>
              <a:pathLst>
                <a:path w="2596" h="1061" extrusionOk="0">
                  <a:moveTo>
                    <a:pt x="1917" y="1"/>
                  </a:moveTo>
                  <a:cubicBezTo>
                    <a:pt x="1596" y="1"/>
                    <a:pt x="1274" y="60"/>
                    <a:pt x="977" y="167"/>
                  </a:cubicBezTo>
                  <a:cubicBezTo>
                    <a:pt x="893" y="191"/>
                    <a:pt x="810" y="239"/>
                    <a:pt x="727" y="274"/>
                  </a:cubicBezTo>
                  <a:cubicBezTo>
                    <a:pt x="393" y="477"/>
                    <a:pt x="155" y="751"/>
                    <a:pt x="0" y="1060"/>
                  </a:cubicBezTo>
                  <a:cubicBezTo>
                    <a:pt x="24" y="1048"/>
                    <a:pt x="36" y="1036"/>
                    <a:pt x="60" y="1024"/>
                  </a:cubicBezTo>
                  <a:cubicBezTo>
                    <a:pt x="119" y="965"/>
                    <a:pt x="167" y="893"/>
                    <a:pt x="239" y="846"/>
                  </a:cubicBezTo>
                  <a:cubicBezTo>
                    <a:pt x="477" y="620"/>
                    <a:pt x="750" y="465"/>
                    <a:pt x="1048" y="358"/>
                  </a:cubicBezTo>
                  <a:cubicBezTo>
                    <a:pt x="1346" y="251"/>
                    <a:pt x="1667" y="203"/>
                    <a:pt x="1989" y="203"/>
                  </a:cubicBezTo>
                  <a:cubicBezTo>
                    <a:pt x="2191" y="203"/>
                    <a:pt x="2394" y="227"/>
                    <a:pt x="2596" y="262"/>
                  </a:cubicBezTo>
                  <a:cubicBezTo>
                    <a:pt x="2405" y="120"/>
                    <a:pt x="2167" y="36"/>
                    <a:pt x="1917" y="1"/>
                  </a:cubicBezTo>
                  <a:close/>
                </a:path>
              </a:pathLst>
            </a:custGeom>
            <a:solidFill>
              <a:srgbClr val="9930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65"/>
            <p:cNvSpPr/>
            <p:nvPr/>
          </p:nvSpPr>
          <p:spPr>
            <a:xfrm>
              <a:off x="1102200" y="2869825"/>
              <a:ext cx="625" cy="1525"/>
            </a:xfrm>
            <a:custGeom>
              <a:avLst/>
              <a:gdLst/>
              <a:ahLst/>
              <a:cxnLst/>
              <a:rect l="l" t="t" r="r" b="b"/>
              <a:pathLst>
                <a:path w="25" h="61" extrusionOk="0">
                  <a:moveTo>
                    <a:pt x="25" y="1"/>
                  </a:moveTo>
                  <a:lnTo>
                    <a:pt x="1" y="36"/>
                  </a:lnTo>
                  <a:cubicBezTo>
                    <a:pt x="1" y="48"/>
                    <a:pt x="1" y="48"/>
                    <a:pt x="1" y="60"/>
                  </a:cubicBezTo>
                  <a:cubicBezTo>
                    <a:pt x="13" y="36"/>
                    <a:pt x="25" y="24"/>
                    <a:pt x="25" y="1"/>
                  </a:cubicBezTo>
                  <a:close/>
                </a:path>
              </a:pathLst>
            </a:custGeom>
            <a:solidFill>
              <a:srgbClr val="9930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65"/>
            <p:cNvSpPr/>
            <p:nvPr/>
          </p:nvSpPr>
          <p:spPr>
            <a:xfrm>
              <a:off x="1102200" y="2862750"/>
              <a:ext cx="44975" cy="9900"/>
            </a:xfrm>
            <a:custGeom>
              <a:avLst/>
              <a:gdLst/>
              <a:ahLst/>
              <a:cxnLst/>
              <a:rect l="l" t="t" r="r" b="b"/>
              <a:pathLst>
                <a:path w="1799" h="396" extrusionOk="0">
                  <a:moveTo>
                    <a:pt x="796" y="0"/>
                  </a:moveTo>
                  <a:cubicBezTo>
                    <a:pt x="741" y="0"/>
                    <a:pt x="686" y="3"/>
                    <a:pt x="632" y="10"/>
                  </a:cubicBezTo>
                  <a:cubicBezTo>
                    <a:pt x="537" y="22"/>
                    <a:pt x="429" y="45"/>
                    <a:pt x="334" y="81"/>
                  </a:cubicBezTo>
                  <a:cubicBezTo>
                    <a:pt x="263" y="105"/>
                    <a:pt x="191" y="141"/>
                    <a:pt x="120" y="176"/>
                  </a:cubicBezTo>
                  <a:cubicBezTo>
                    <a:pt x="84" y="212"/>
                    <a:pt x="60" y="248"/>
                    <a:pt x="25" y="284"/>
                  </a:cubicBezTo>
                  <a:cubicBezTo>
                    <a:pt x="25" y="307"/>
                    <a:pt x="13" y="319"/>
                    <a:pt x="1" y="343"/>
                  </a:cubicBezTo>
                  <a:cubicBezTo>
                    <a:pt x="1" y="355"/>
                    <a:pt x="13" y="367"/>
                    <a:pt x="13" y="391"/>
                  </a:cubicBezTo>
                  <a:cubicBezTo>
                    <a:pt x="48" y="367"/>
                    <a:pt x="84" y="343"/>
                    <a:pt x="120" y="319"/>
                  </a:cubicBezTo>
                  <a:cubicBezTo>
                    <a:pt x="287" y="236"/>
                    <a:pt x="465" y="176"/>
                    <a:pt x="656" y="165"/>
                  </a:cubicBezTo>
                  <a:cubicBezTo>
                    <a:pt x="704" y="158"/>
                    <a:pt x="752" y="155"/>
                    <a:pt x="801" y="155"/>
                  </a:cubicBezTo>
                  <a:cubicBezTo>
                    <a:pt x="936" y="155"/>
                    <a:pt x="1073" y="177"/>
                    <a:pt x="1203" y="212"/>
                  </a:cubicBezTo>
                  <a:cubicBezTo>
                    <a:pt x="1382" y="248"/>
                    <a:pt x="1561" y="319"/>
                    <a:pt x="1739" y="391"/>
                  </a:cubicBezTo>
                  <a:cubicBezTo>
                    <a:pt x="1746" y="394"/>
                    <a:pt x="1753" y="396"/>
                    <a:pt x="1760" y="396"/>
                  </a:cubicBezTo>
                  <a:cubicBezTo>
                    <a:pt x="1776" y="396"/>
                    <a:pt x="1790" y="387"/>
                    <a:pt x="1799" y="379"/>
                  </a:cubicBezTo>
                  <a:cubicBezTo>
                    <a:pt x="1799" y="355"/>
                    <a:pt x="1799" y="343"/>
                    <a:pt x="1787" y="331"/>
                  </a:cubicBezTo>
                  <a:cubicBezTo>
                    <a:pt x="1620" y="200"/>
                    <a:pt x="1442" y="117"/>
                    <a:pt x="1239" y="57"/>
                  </a:cubicBezTo>
                  <a:cubicBezTo>
                    <a:pt x="1100" y="23"/>
                    <a:pt x="947" y="0"/>
                    <a:pt x="796" y="0"/>
                  </a:cubicBezTo>
                  <a:close/>
                </a:path>
              </a:pathLst>
            </a:custGeom>
            <a:solidFill>
              <a:srgbClr val="9930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65"/>
            <p:cNvSpPr/>
            <p:nvPr/>
          </p:nvSpPr>
          <p:spPr>
            <a:xfrm>
              <a:off x="1101900" y="2871325"/>
              <a:ext cx="625" cy="1500"/>
            </a:xfrm>
            <a:custGeom>
              <a:avLst/>
              <a:gdLst/>
              <a:ahLst/>
              <a:cxnLst/>
              <a:rect l="l" t="t" r="r" b="b"/>
              <a:pathLst>
                <a:path w="25" h="60" extrusionOk="0">
                  <a:moveTo>
                    <a:pt x="13" y="0"/>
                  </a:moveTo>
                  <a:cubicBezTo>
                    <a:pt x="13" y="24"/>
                    <a:pt x="1" y="36"/>
                    <a:pt x="1" y="60"/>
                  </a:cubicBezTo>
                  <a:lnTo>
                    <a:pt x="25" y="48"/>
                  </a:lnTo>
                  <a:cubicBezTo>
                    <a:pt x="25" y="24"/>
                    <a:pt x="13" y="12"/>
                    <a:pt x="13" y="0"/>
                  </a:cubicBezTo>
                  <a:close/>
                </a:path>
              </a:pathLst>
            </a:custGeom>
            <a:solidFill>
              <a:srgbClr val="9930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65"/>
            <p:cNvSpPr/>
            <p:nvPr/>
          </p:nvSpPr>
          <p:spPr>
            <a:xfrm>
              <a:off x="1101900" y="2868050"/>
              <a:ext cx="1825" cy="2700"/>
            </a:xfrm>
            <a:custGeom>
              <a:avLst/>
              <a:gdLst/>
              <a:ahLst/>
              <a:cxnLst/>
              <a:rect l="l" t="t" r="r" b="b"/>
              <a:pathLst>
                <a:path w="73" h="108" extrusionOk="0">
                  <a:moveTo>
                    <a:pt x="72" y="0"/>
                  </a:moveTo>
                  <a:lnTo>
                    <a:pt x="72" y="0"/>
                  </a:lnTo>
                  <a:cubicBezTo>
                    <a:pt x="49" y="12"/>
                    <a:pt x="25" y="36"/>
                    <a:pt x="1" y="48"/>
                  </a:cubicBezTo>
                  <a:cubicBezTo>
                    <a:pt x="1" y="72"/>
                    <a:pt x="13" y="84"/>
                    <a:pt x="13" y="107"/>
                  </a:cubicBezTo>
                  <a:cubicBezTo>
                    <a:pt x="25" y="95"/>
                    <a:pt x="37" y="84"/>
                    <a:pt x="37" y="72"/>
                  </a:cubicBezTo>
                  <a:cubicBezTo>
                    <a:pt x="49" y="48"/>
                    <a:pt x="60" y="24"/>
                    <a:pt x="72" y="0"/>
                  </a:cubicBezTo>
                  <a:close/>
                </a:path>
              </a:pathLst>
            </a:custGeom>
            <a:solidFill>
              <a:srgbClr val="9930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65"/>
            <p:cNvSpPr/>
            <p:nvPr/>
          </p:nvSpPr>
          <p:spPr>
            <a:xfrm>
              <a:off x="1103100" y="2867150"/>
              <a:ext cx="2100" cy="2700"/>
            </a:xfrm>
            <a:custGeom>
              <a:avLst/>
              <a:gdLst/>
              <a:ahLst/>
              <a:cxnLst/>
              <a:rect l="l" t="t" r="r" b="b"/>
              <a:pathLst>
                <a:path w="84" h="108" extrusionOk="0">
                  <a:moveTo>
                    <a:pt x="84" y="0"/>
                  </a:moveTo>
                  <a:cubicBezTo>
                    <a:pt x="72" y="12"/>
                    <a:pt x="48" y="24"/>
                    <a:pt x="36" y="36"/>
                  </a:cubicBezTo>
                  <a:cubicBezTo>
                    <a:pt x="12" y="60"/>
                    <a:pt x="1" y="84"/>
                    <a:pt x="1" y="108"/>
                  </a:cubicBezTo>
                  <a:cubicBezTo>
                    <a:pt x="24" y="72"/>
                    <a:pt x="60" y="36"/>
                    <a:pt x="84" y="0"/>
                  </a:cubicBezTo>
                  <a:close/>
                </a:path>
              </a:pathLst>
            </a:custGeom>
            <a:solidFill>
              <a:srgbClr val="9930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65"/>
            <p:cNvSpPr/>
            <p:nvPr/>
          </p:nvSpPr>
          <p:spPr>
            <a:xfrm>
              <a:off x="760800" y="2837075"/>
              <a:ext cx="47050" cy="127125"/>
            </a:xfrm>
            <a:custGeom>
              <a:avLst/>
              <a:gdLst/>
              <a:ahLst/>
              <a:cxnLst/>
              <a:rect l="l" t="t" r="r" b="b"/>
              <a:pathLst>
                <a:path w="1882" h="5085" extrusionOk="0">
                  <a:moveTo>
                    <a:pt x="596" y="1"/>
                  </a:moveTo>
                  <a:cubicBezTo>
                    <a:pt x="489" y="1"/>
                    <a:pt x="405" y="120"/>
                    <a:pt x="369" y="227"/>
                  </a:cubicBezTo>
                  <a:cubicBezTo>
                    <a:pt x="0" y="1156"/>
                    <a:pt x="108" y="2204"/>
                    <a:pt x="322" y="3180"/>
                  </a:cubicBezTo>
                  <a:cubicBezTo>
                    <a:pt x="393" y="3501"/>
                    <a:pt x="477" y="3811"/>
                    <a:pt x="631" y="4109"/>
                  </a:cubicBezTo>
                  <a:cubicBezTo>
                    <a:pt x="858" y="4537"/>
                    <a:pt x="1227" y="4882"/>
                    <a:pt x="1667" y="5085"/>
                  </a:cubicBezTo>
                  <a:lnTo>
                    <a:pt x="1882" y="5013"/>
                  </a:lnTo>
                  <a:cubicBezTo>
                    <a:pt x="1322" y="3632"/>
                    <a:pt x="1286" y="2108"/>
                    <a:pt x="1001" y="644"/>
                  </a:cubicBezTo>
                  <a:cubicBezTo>
                    <a:pt x="965" y="441"/>
                    <a:pt x="917" y="215"/>
                    <a:pt x="762" y="72"/>
                  </a:cubicBezTo>
                  <a:cubicBezTo>
                    <a:pt x="715" y="37"/>
                    <a:pt x="655" y="1"/>
                    <a:pt x="5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305;p65"/>
            <p:cNvSpPr/>
            <p:nvPr/>
          </p:nvSpPr>
          <p:spPr>
            <a:xfrm>
              <a:off x="930450" y="2868050"/>
              <a:ext cx="18200" cy="60450"/>
            </a:xfrm>
            <a:custGeom>
              <a:avLst/>
              <a:gdLst/>
              <a:ahLst/>
              <a:cxnLst/>
              <a:rect l="l" t="t" r="r" b="b"/>
              <a:pathLst>
                <a:path w="728" h="2418" extrusionOk="0">
                  <a:moveTo>
                    <a:pt x="13" y="0"/>
                  </a:moveTo>
                  <a:cubicBezTo>
                    <a:pt x="1" y="12"/>
                    <a:pt x="1" y="24"/>
                    <a:pt x="1" y="36"/>
                  </a:cubicBezTo>
                  <a:cubicBezTo>
                    <a:pt x="84" y="262"/>
                    <a:pt x="168" y="488"/>
                    <a:pt x="251" y="715"/>
                  </a:cubicBezTo>
                  <a:cubicBezTo>
                    <a:pt x="322" y="941"/>
                    <a:pt x="394" y="1167"/>
                    <a:pt x="453" y="1393"/>
                  </a:cubicBezTo>
                  <a:cubicBezTo>
                    <a:pt x="513" y="1619"/>
                    <a:pt x="584" y="1846"/>
                    <a:pt x="596" y="2072"/>
                  </a:cubicBezTo>
                  <a:cubicBezTo>
                    <a:pt x="596" y="2131"/>
                    <a:pt x="596" y="2191"/>
                    <a:pt x="584" y="2239"/>
                  </a:cubicBezTo>
                  <a:cubicBezTo>
                    <a:pt x="584" y="2262"/>
                    <a:pt x="572" y="2286"/>
                    <a:pt x="561" y="2298"/>
                  </a:cubicBezTo>
                  <a:cubicBezTo>
                    <a:pt x="596" y="2334"/>
                    <a:pt x="620" y="2381"/>
                    <a:pt x="644" y="2417"/>
                  </a:cubicBezTo>
                  <a:cubicBezTo>
                    <a:pt x="692" y="2370"/>
                    <a:pt x="715" y="2310"/>
                    <a:pt x="715" y="2262"/>
                  </a:cubicBezTo>
                  <a:cubicBezTo>
                    <a:pt x="727" y="2191"/>
                    <a:pt x="727" y="2131"/>
                    <a:pt x="727" y="2072"/>
                  </a:cubicBezTo>
                  <a:cubicBezTo>
                    <a:pt x="703" y="1822"/>
                    <a:pt x="644" y="1584"/>
                    <a:pt x="572" y="1357"/>
                  </a:cubicBezTo>
                  <a:cubicBezTo>
                    <a:pt x="430" y="893"/>
                    <a:pt x="251" y="453"/>
                    <a:pt x="60" y="24"/>
                  </a:cubicBezTo>
                  <a:cubicBezTo>
                    <a:pt x="49" y="0"/>
                    <a:pt x="37" y="0"/>
                    <a:pt x="13" y="0"/>
                  </a:cubicBezTo>
                  <a:close/>
                </a:path>
              </a:pathLst>
            </a:custGeom>
            <a:solidFill>
              <a:srgbClr val="9930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306;p65"/>
            <p:cNvSpPr/>
            <p:nvPr/>
          </p:nvSpPr>
          <p:spPr>
            <a:xfrm>
              <a:off x="771800" y="2814800"/>
              <a:ext cx="339950" cy="192225"/>
            </a:xfrm>
            <a:custGeom>
              <a:avLst/>
              <a:gdLst/>
              <a:ahLst/>
              <a:cxnLst/>
              <a:rect l="l" t="t" r="r" b="b"/>
              <a:pathLst>
                <a:path w="13598" h="7689" extrusionOk="0">
                  <a:moveTo>
                    <a:pt x="10224" y="300"/>
                  </a:moveTo>
                  <a:cubicBezTo>
                    <a:pt x="11173" y="300"/>
                    <a:pt x="12094" y="809"/>
                    <a:pt x="12574" y="1702"/>
                  </a:cubicBezTo>
                  <a:cubicBezTo>
                    <a:pt x="13253" y="2999"/>
                    <a:pt x="12764" y="4595"/>
                    <a:pt x="11479" y="5285"/>
                  </a:cubicBezTo>
                  <a:cubicBezTo>
                    <a:pt x="11082" y="5497"/>
                    <a:pt x="10657" y="5596"/>
                    <a:pt x="10238" y="5596"/>
                  </a:cubicBezTo>
                  <a:cubicBezTo>
                    <a:pt x="9289" y="5596"/>
                    <a:pt x="8374" y="5082"/>
                    <a:pt x="7895" y="4190"/>
                  </a:cubicBezTo>
                  <a:cubicBezTo>
                    <a:pt x="7204" y="2904"/>
                    <a:pt x="7704" y="1297"/>
                    <a:pt x="8990" y="606"/>
                  </a:cubicBezTo>
                  <a:cubicBezTo>
                    <a:pt x="9383" y="399"/>
                    <a:pt x="9806" y="300"/>
                    <a:pt x="10224" y="300"/>
                  </a:cubicBezTo>
                  <a:close/>
                  <a:moveTo>
                    <a:pt x="3367" y="2093"/>
                  </a:moveTo>
                  <a:cubicBezTo>
                    <a:pt x="4314" y="2093"/>
                    <a:pt x="5233" y="2607"/>
                    <a:pt x="5704" y="3499"/>
                  </a:cubicBezTo>
                  <a:cubicBezTo>
                    <a:pt x="6395" y="4785"/>
                    <a:pt x="5906" y="6393"/>
                    <a:pt x="4621" y="7083"/>
                  </a:cubicBezTo>
                  <a:cubicBezTo>
                    <a:pt x="4224" y="7291"/>
                    <a:pt x="3798" y="7389"/>
                    <a:pt x="3379" y="7389"/>
                  </a:cubicBezTo>
                  <a:cubicBezTo>
                    <a:pt x="2427" y="7389"/>
                    <a:pt x="1508" y="6881"/>
                    <a:pt x="1037" y="5988"/>
                  </a:cubicBezTo>
                  <a:cubicBezTo>
                    <a:pt x="346" y="4690"/>
                    <a:pt x="834" y="3083"/>
                    <a:pt x="2132" y="2404"/>
                  </a:cubicBezTo>
                  <a:cubicBezTo>
                    <a:pt x="2525" y="2193"/>
                    <a:pt x="2949" y="2093"/>
                    <a:pt x="3367" y="2093"/>
                  </a:cubicBezTo>
                  <a:close/>
                  <a:moveTo>
                    <a:pt x="10229" y="0"/>
                  </a:moveTo>
                  <a:cubicBezTo>
                    <a:pt x="9762" y="0"/>
                    <a:pt x="9288" y="111"/>
                    <a:pt x="8847" y="344"/>
                  </a:cubicBezTo>
                  <a:cubicBezTo>
                    <a:pt x="7645" y="975"/>
                    <a:pt x="7073" y="2333"/>
                    <a:pt x="7359" y="3595"/>
                  </a:cubicBezTo>
                  <a:cubicBezTo>
                    <a:pt x="7264" y="3561"/>
                    <a:pt x="7097" y="3517"/>
                    <a:pt x="6897" y="3517"/>
                  </a:cubicBezTo>
                  <a:cubicBezTo>
                    <a:pt x="6673" y="3517"/>
                    <a:pt x="6408" y="3572"/>
                    <a:pt x="6156" y="3761"/>
                  </a:cubicBezTo>
                  <a:cubicBezTo>
                    <a:pt x="6109" y="3630"/>
                    <a:pt x="6049" y="3487"/>
                    <a:pt x="5978" y="3357"/>
                  </a:cubicBezTo>
                  <a:cubicBezTo>
                    <a:pt x="5451" y="2360"/>
                    <a:pt x="4428" y="1791"/>
                    <a:pt x="3374" y="1791"/>
                  </a:cubicBezTo>
                  <a:cubicBezTo>
                    <a:pt x="2905" y="1791"/>
                    <a:pt x="2430" y="1904"/>
                    <a:pt x="1989" y="2142"/>
                  </a:cubicBezTo>
                  <a:cubicBezTo>
                    <a:pt x="549" y="2904"/>
                    <a:pt x="1" y="4690"/>
                    <a:pt x="763" y="6131"/>
                  </a:cubicBezTo>
                  <a:cubicBezTo>
                    <a:pt x="1300" y="7122"/>
                    <a:pt x="2324" y="7689"/>
                    <a:pt x="3382" y="7689"/>
                  </a:cubicBezTo>
                  <a:cubicBezTo>
                    <a:pt x="3849" y="7689"/>
                    <a:pt x="4322" y="7578"/>
                    <a:pt x="4763" y="7345"/>
                  </a:cubicBezTo>
                  <a:cubicBezTo>
                    <a:pt x="5990" y="6690"/>
                    <a:pt x="6573" y="5273"/>
                    <a:pt x="6216" y="3976"/>
                  </a:cubicBezTo>
                  <a:cubicBezTo>
                    <a:pt x="6435" y="3820"/>
                    <a:pt x="6693" y="3776"/>
                    <a:pt x="6917" y="3776"/>
                  </a:cubicBezTo>
                  <a:cubicBezTo>
                    <a:pt x="7156" y="3776"/>
                    <a:pt x="7357" y="3826"/>
                    <a:pt x="7430" y="3845"/>
                  </a:cubicBezTo>
                  <a:cubicBezTo>
                    <a:pt x="7478" y="4011"/>
                    <a:pt x="7549" y="4178"/>
                    <a:pt x="7633" y="4333"/>
                  </a:cubicBezTo>
                  <a:cubicBezTo>
                    <a:pt x="8162" y="5333"/>
                    <a:pt x="9184" y="5903"/>
                    <a:pt x="10242" y="5903"/>
                  </a:cubicBezTo>
                  <a:cubicBezTo>
                    <a:pt x="10708" y="5903"/>
                    <a:pt x="11181" y="5792"/>
                    <a:pt x="11621" y="5559"/>
                  </a:cubicBezTo>
                  <a:cubicBezTo>
                    <a:pt x="13050" y="4785"/>
                    <a:pt x="13598" y="2999"/>
                    <a:pt x="12836" y="1559"/>
                  </a:cubicBezTo>
                  <a:cubicBezTo>
                    <a:pt x="12307" y="567"/>
                    <a:pt x="11286" y="0"/>
                    <a:pt x="10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2307;p65"/>
            <p:cNvSpPr/>
            <p:nvPr/>
          </p:nvSpPr>
          <p:spPr>
            <a:xfrm>
              <a:off x="913200" y="2925500"/>
              <a:ext cx="34550" cy="36625"/>
            </a:xfrm>
            <a:custGeom>
              <a:avLst/>
              <a:gdLst/>
              <a:ahLst/>
              <a:cxnLst/>
              <a:rect l="l" t="t" r="r" b="b"/>
              <a:pathLst>
                <a:path w="1382" h="1465" extrusionOk="0">
                  <a:moveTo>
                    <a:pt x="1251" y="0"/>
                  </a:moveTo>
                  <a:cubicBezTo>
                    <a:pt x="1251" y="24"/>
                    <a:pt x="1239" y="36"/>
                    <a:pt x="1227" y="36"/>
                  </a:cubicBezTo>
                  <a:cubicBezTo>
                    <a:pt x="1131" y="83"/>
                    <a:pt x="1012" y="83"/>
                    <a:pt x="905" y="83"/>
                  </a:cubicBezTo>
                  <a:cubicBezTo>
                    <a:pt x="786" y="72"/>
                    <a:pt x="667" y="72"/>
                    <a:pt x="548" y="72"/>
                  </a:cubicBezTo>
                  <a:cubicBezTo>
                    <a:pt x="417" y="72"/>
                    <a:pt x="286" y="72"/>
                    <a:pt x="167" y="155"/>
                  </a:cubicBezTo>
                  <a:cubicBezTo>
                    <a:pt x="131" y="179"/>
                    <a:pt x="108" y="202"/>
                    <a:pt x="84" y="226"/>
                  </a:cubicBezTo>
                  <a:lnTo>
                    <a:pt x="48" y="274"/>
                  </a:lnTo>
                  <a:cubicBezTo>
                    <a:pt x="48" y="286"/>
                    <a:pt x="36" y="310"/>
                    <a:pt x="36" y="322"/>
                  </a:cubicBezTo>
                  <a:cubicBezTo>
                    <a:pt x="0" y="393"/>
                    <a:pt x="0" y="453"/>
                    <a:pt x="0" y="524"/>
                  </a:cubicBezTo>
                  <a:cubicBezTo>
                    <a:pt x="0" y="583"/>
                    <a:pt x="0" y="643"/>
                    <a:pt x="12" y="714"/>
                  </a:cubicBezTo>
                  <a:lnTo>
                    <a:pt x="36" y="810"/>
                  </a:lnTo>
                  <a:cubicBezTo>
                    <a:pt x="48" y="834"/>
                    <a:pt x="60" y="869"/>
                    <a:pt x="72" y="893"/>
                  </a:cubicBezTo>
                  <a:cubicBezTo>
                    <a:pt x="96" y="964"/>
                    <a:pt x="131" y="1012"/>
                    <a:pt x="167" y="1060"/>
                  </a:cubicBezTo>
                  <a:cubicBezTo>
                    <a:pt x="215" y="1107"/>
                    <a:pt x="250" y="1167"/>
                    <a:pt x="310" y="1191"/>
                  </a:cubicBezTo>
                  <a:cubicBezTo>
                    <a:pt x="405" y="1274"/>
                    <a:pt x="524" y="1322"/>
                    <a:pt x="643" y="1369"/>
                  </a:cubicBezTo>
                  <a:cubicBezTo>
                    <a:pt x="870" y="1441"/>
                    <a:pt x="1120" y="1465"/>
                    <a:pt x="1358" y="1465"/>
                  </a:cubicBezTo>
                  <a:cubicBezTo>
                    <a:pt x="1370" y="1465"/>
                    <a:pt x="1382" y="1441"/>
                    <a:pt x="1382" y="1429"/>
                  </a:cubicBezTo>
                  <a:cubicBezTo>
                    <a:pt x="1382" y="1417"/>
                    <a:pt x="1370" y="1405"/>
                    <a:pt x="1358" y="1405"/>
                  </a:cubicBezTo>
                  <a:cubicBezTo>
                    <a:pt x="1120" y="1393"/>
                    <a:pt x="881" y="1357"/>
                    <a:pt x="667" y="1274"/>
                  </a:cubicBezTo>
                  <a:cubicBezTo>
                    <a:pt x="572" y="1226"/>
                    <a:pt x="465" y="1179"/>
                    <a:pt x="381" y="1107"/>
                  </a:cubicBezTo>
                  <a:cubicBezTo>
                    <a:pt x="334" y="1072"/>
                    <a:pt x="298" y="1024"/>
                    <a:pt x="262" y="988"/>
                  </a:cubicBezTo>
                  <a:cubicBezTo>
                    <a:pt x="239" y="941"/>
                    <a:pt x="203" y="905"/>
                    <a:pt x="179" y="845"/>
                  </a:cubicBezTo>
                  <a:cubicBezTo>
                    <a:pt x="179" y="822"/>
                    <a:pt x="167" y="798"/>
                    <a:pt x="155" y="774"/>
                  </a:cubicBezTo>
                  <a:lnTo>
                    <a:pt x="143" y="691"/>
                  </a:lnTo>
                  <a:cubicBezTo>
                    <a:pt x="131" y="643"/>
                    <a:pt x="131" y="583"/>
                    <a:pt x="131" y="524"/>
                  </a:cubicBezTo>
                  <a:cubicBezTo>
                    <a:pt x="131" y="417"/>
                    <a:pt x="167" y="310"/>
                    <a:pt x="239" y="262"/>
                  </a:cubicBezTo>
                  <a:cubicBezTo>
                    <a:pt x="310" y="214"/>
                    <a:pt x="429" y="202"/>
                    <a:pt x="548" y="202"/>
                  </a:cubicBezTo>
                  <a:cubicBezTo>
                    <a:pt x="655" y="202"/>
                    <a:pt x="774" y="214"/>
                    <a:pt x="905" y="226"/>
                  </a:cubicBezTo>
                  <a:cubicBezTo>
                    <a:pt x="1024" y="226"/>
                    <a:pt x="1155" y="226"/>
                    <a:pt x="1286" y="167"/>
                  </a:cubicBezTo>
                  <a:cubicBezTo>
                    <a:pt x="1310" y="155"/>
                    <a:pt x="1322" y="143"/>
                    <a:pt x="1334" y="119"/>
                  </a:cubicBezTo>
                  <a:cubicBezTo>
                    <a:pt x="1310" y="83"/>
                    <a:pt x="1286" y="36"/>
                    <a:pt x="1251" y="0"/>
                  </a:cubicBezTo>
                  <a:close/>
                </a:path>
              </a:pathLst>
            </a:custGeom>
            <a:solidFill>
              <a:srgbClr val="9930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2308;p65"/>
            <p:cNvSpPr/>
            <p:nvPr/>
          </p:nvSpPr>
          <p:spPr>
            <a:xfrm>
              <a:off x="845325" y="2770700"/>
              <a:ext cx="113150" cy="33675"/>
            </a:xfrm>
            <a:custGeom>
              <a:avLst/>
              <a:gdLst/>
              <a:ahLst/>
              <a:cxnLst/>
              <a:rect l="l" t="t" r="r" b="b"/>
              <a:pathLst>
                <a:path w="4526" h="1347" extrusionOk="0">
                  <a:moveTo>
                    <a:pt x="4525" y="1"/>
                  </a:moveTo>
                  <a:cubicBezTo>
                    <a:pt x="3739" y="37"/>
                    <a:pt x="2954" y="168"/>
                    <a:pt x="2192" y="394"/>
                  </a:cubicBezTo>
                  <a:cubicBezTo>
                    <a:pt x="1430" y="608"/>
                    <a:pt x="691" y="906"/>
                    <a:pt x="1" y="1299"/>
                  </a:cubicBezTo>
                  <a:lnTo>
                    <a:pt x="25" y="1346"/>
                  </a:lnTo>
                  <a:cubicBezTo>
                    <a:pt x="739" y="1001"/>
                    <a:pt x="1465" y="715"/>
                    <a:pt x="2215" y="489"/>
                  </a:cubicBezTo>
                  <a:cubicBezTo>
                    <a:pt x="2977" y="275"/>
                    <a:pt x="3751" y="132"/>
                    <a:pt x="4525" y="48"/>
                  </a:cubicBezTo>
                  <a:lnTo>
                    <a:pt x="4525" y="1"/>
                  </a:lnTo>
                  <a:close/>
                </a:path>
              </a:pathLst>
            </a:custGeom>
            <a:solidFill>
              <a:srgbClr val="9930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65"/>
            <p:cNvSpPr/>
            <p:nvPr/>
          </p:nvSpPr>
          <p:spPr>
            <a:xfrm>
              <a:off x="1173050" y="3220175"/>
              <a:ext cx="30675" cy="164025"/>
            </a:xfrm>
            <a:custGeom>
              <a:avLst/>
              <a:gdLst/>
              <a:ahLst/>
              <a:cxnLst/>
              <a:rect l="l" t="t" r="r" b="b"/>
              <a:pathLst>
                <a:path w="1227" h="6561" extrusionOk="0">
                  <a:moveTo>
                    <a:pt x="72" y="0"/>
                  </a:moveTo>
                  <a:lnTo>
                    <a:pt x="1" y="24"/>
                  </a:lnTo>
                  <a:cubicBezTo>
                    <a:pt x="155" y="548"/>
                    <a:pt x="298" y="1096"/>
                    <a:pt x="417" y="1631"/>
                  </a:cubicBezTo>
                  <a:cubicBezTo>
                    <a:pt x="548" y="2167"/>
                    <a:pt x="655" y="2715"/>
                    <a:pt x="763" y="3263"/>
                  </a:cubicBezTo>
                  <a:cubicBezTo>
                    <a:pt x="858" y="3798"/>
                    <a:pt x="941" y="4346"/>
                    <a:pt x="1013" y="4906"/>
                  </a:cubicBezTo>
                  <a:cubicBezTo>
                    <a:pt x="1084" y="5453"/>
                    <a:pt x="1120" y="6001"/>
                    <a:pt x="1155" y="6561"/>
                  </a:cubicBezTo>
                  <a:lnTo>
                    <a:pt x="1227" y="6549"/>
                  </a:lnTo>
                  <a:cubicBezTo>
                    <a:pt x="1215" y="6001"/>
                    <a:pt x="1191" y="5441"/>
                    <a:pt x="1132" y="4882"/>
                  </a:cubicBezTo>
                  <a:cubicBezTo>
                    <a:pt x="1084" y="4334"/>
                    <a:pt x="1001" y="3775"/>
                    <a:pt x="905" y="3227"/>
                  </a:cubicBezTo>
                  <a:cubicBezTo>
                    <a:pt x="810" y="2679"/>
                    <a:pt x="691" y="2143"/>
                    <a:pt x="560" y="1596"/>
                  </a:cubicBezTo>
                  <a:cubicBezTo>
                    <a:pt x="417" y="1060"/>
                    <a:pt x="262" y="524"/>
                    <a:pt x="7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310;p65"/>
            <p:cNvSpPr/>
            <p:nvPr/>
          </p:nvSpPr>
          <p:spPr>
            <a:xfrm>
              <a:off x="793550" y="3224925"/>
              <a:ext cx="30375" cy="163750"/>
            </a:xfrm>
            <a:custGeom>
              <a:avLst/>
              <a:gdLst/>
              <a:ahLst/>
              <a:cxnLst/>
              <a:rect l="l" t="t" r="r" b="b"/>
              <a:pathLst>
                <a:path w="1215" h="6550" extrusionOk="0">
                  <a:moveTo>
                    <a:pt x="1155" y="1"/>
                  </a:moveTo>
                  <a:cubicBezTo>
                    <a:pt x="964" y="525"/>
                    <a:pt x="810" y="1060"/>
                    <a:pt x="667" y="1596"/>
                  </a:cubicBezTo>
                  <a:cubicBezTo>
                    <a:pt x="536" y="2132"/>
                    <a:pt x="417" y="2680"/>
                    <a:pt x="322" y="3227"/>
                  </a:cubicBezTo>
                  <a:cubicBezTo>
                    <a:pt x="226" y="3775"/>
                    <a:pt x="143" y="4335"/>
                    <a:pt x="95" y="4882"/>
                  </a:cubicBezTo>
                  <a:cubicBezTo>
                    <a:pt x="36" y="5442"/>
                    <a:pt x="12" y="5990"/>
                    <a:pt x="0" y="6549"/>
                  </a:cubicBezTo>
                  <a:lnTo>
                    <a:pt x="72" y="6549"/>
                  </a:lnTo>
                  <a:cubicBezTo>
                    <a:pt x="107" y="6001"/>
                    <a:pt x="143" y="5454"/>
                    <a:pt x="214" y="4894"/>
                  </a:cubicBezTo>
                  <a:cubicBezTo>
                    <a:pt x="286" y="4347"/>
                    <a:pt x="357" y="3799"/>
                    <a:pt x="464" y="3251"/>
                  </a:cubicBezTo>
                  <a:cubicBezTo>
                    <a:pt x="560" y="2715"/>
                    <a:pt x="667" y="2168"/>
                    <a:pt x="798" y="1632"/>
                  </a:cubicBezTo>
                  <a:cubicBezTo>
                    <a:pt x="929" y="1084"/>
                    <a:pt x="1060" y="548"/>
                    <a:pt x="1215" y="25"/>
                  </a:cubicBezTo>
                  <a:lnTo>
                    <a:pt x="1155" y="1"/>
                  </a:lnTo>
                  <a:close/>
                </a:path>
              </a:pathLst>
            </a:custGeom>
            <a:solidFill>
              <a:srgbClr val="3FAA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2311;p65"/>
            <p:cNvSpPr/>
            <p:nvPr/>
          </p:nvSpPr>
          <p:spPr>
            <a:xfrm>
              <a:off x="1074825" y="3073725"/>
              <a:ext cx="30375" cy="477175"/>
            </a:xfrm>
            <a:custGeom>
              <a:avLst/>
              <a:gdLst/>
              <a:ahLst/>
              <a:cxnLst/>
              <a:rect l="l" t="t" r="r" b="b"/>
              <a:pathLst>
                <a:path w="1215" h="19087" extrusionOk="0">
                  <a:moveTo>
                    <a:pt x="60" y="0"/>
                  </a:moveTo>
                  <a:lnTo>
                    <a:pt x="0" y="12"/>
                  </a:lnTo>
                  <a:cubicBezTo>
                    <a:pt x="155" y="798"/>
                    <a:pt x="274" y="1584"/>
                    <a:pt x="381" y="2370"/>
                  </a:cubicBezTo>
                  <a:cubicBezTo>
                    <a:pt x="477" y="3167"/>
                    <a:pt x="572" y="3953"/>
                    <a:pt x="655" y="4751"/>
                  </a:cubicBezTo>
                  <a:cubicBezTo>
                    <a:pt x="798" y="6346"/>
                    <a:pt x="905" y="7930"/>
                    <a:pt x="977" y="9525"/>
                  </a:cubicBezTo>
                  <a:cubicBezTo>
                    <a:pt x="1048" y="11121"/>
                    <a:pt x="1084" y="12716"/>
                    <a:pt x="1060" y="14312"/>
                  </a:cubicBezTo>
                  <a:cubicBezTo>
                    <a:pt x="1048" y="15109"/>
                    <a:pt x="1024" y="15907"/>
                    <a:pt x="989" y="16705"/>
                  </a:cubicBezTo>
                  <a:cubicBezTo>
                    <a:pt x="953" y="17491"/>
                    <a:pt x="917" y="18288"/>
                    <a:pt x="846" y="19086"/>
                  </a:cubicBezTo>
                  <a:lnTo>
                    <a:pt x="905" y="19086"/>
                  </a:lnTo>
                  <a:cubicBezTo>
                    <a:pt x="1084" y="17503"/>
                    <a:pt x="1155" y="15907"/>
                    <a:pt x="1191" y="14312"/>
                  </a:cubicBezTo>
                  <a:cubicBezTo>
                    <a:pt x="1215" y="12716"/>
                    <a:pt x="1203" y="11109"/>
                    <a:pt x="1120" y="9513"/>
                  </a:cubicBezTo>
                  <a:cubicBezTo>
                    <a:pt x="1048" y="7918"/>
                    <a:pt x="929" y="6334"/>
                    <a:pt x="762" y="4739"/>
                  </a:cubicBezTo>
                  <a:cubicBezTo>
                    <a:pt x="608" y="3156"/>
                    <a:pt x="405" y="1560"/>
                    <a:pt x="6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12;p65"/>
            <p:cNvSpPr/>
            <p:nvPr/>
          </p:nvSpPr>
          <p:spPr>
            <a:xfrm>
              <a:off x="1081075" y="3524375"/>
              <a:ext cx="14025" cy="14000"/>
            </a:xfrm>
            <a:custGeom>
              <a:avLst/>
              <a:gdLst/>
              <a:ahLst/>
              <a:cxnLst/>
              <a:rect l="l" t="t" r="r" b="b"/>
              <a:pathLst>
                <a:path w="561" h="560" extrusionOk="0">
                  <a:moveTo>
                    <a:pt x="370" y="167"/>
                  </a:moveTo>
                  <a:cubicBezTo>
                    <a:pt x="393" y="167"/>
                    <a:pt x="405" y="191"/>
                    <a:pt x="405" y="215"/>
                  </a:cubicBezTo>
                  <a:cubicBezTo>
                    <a:pt x="405" y="239"/>
                    <a:pt x="393" y="250"/>
                    <a:pt x="370" y="250"/>
                  </a:cubicBezTo>
                  <a:cubicBezTo>
                    <a:pt x="334" y="250"/>
                    <a:pt x="322" y="239"/>
                    <a:pt x="322" y="215"/>
                  </a:cubicBezTo>
                  <a:cubicBezTo>
                    <a:pt x="322" y="191"/>
                    <a:pt x="334" y="167"/>
                    <a:pt x="370" y="167"/>
                  </a:cubicBezTo>
                  <a:close/>
                  <a:moveTo>
                    <a:pt x="203" y="179"/>
                  </a:moveTo>
                  <a:cubicBezTo>
                    <a:pt x="227" y="179"/>
                    <a:pt x="239" y="203"/>
                    <a:pt x="239" y="227"/>
                  </a:cubicBezTo>
                  <a:cubicBezTo>
                    <a:pt x="239" y="250"/>
                    <a:pt x="227" y="262"/>
                    <a:pt x="203" y="262"/>
                  </a:cubicBezTo>
                  <a:cubicBezTo>
                    <a:pt x="167" y="262"/>
                    <a:pt x="155" y="250"/>
                    <a:pt x="155" y="227"/>
                  </a:cubicBezTo>
                  <a:cubicBezTo>
                    <a:pt x="155" y="191"/>
                    <a:pt x="167" y="179"/>
                    <a:pt x="203" y="179"/>
                  </a:cubicBezTo>
                  <a:close/>
                  <a:moveTo>
                    <a:pt x="370" y="322"/>
                  </a:moveTo>
                  <a:cubicBezTo>
                    <a:pt x="393" y="322"/>
                    <a:pt x="405" y="346"/>
                    <a:pt x="405" y="369"/>
                  </a:cubicBezTo>
                  <a:cubicBezTo>
                    <a:pt x="405" y="393"/>
                    <a:pt x="393" y="417"/>
                    <a:pt x="370" y="417"/>
                  </a:cubicBezTo>
                  <a:cubicBezTo>
                    <a:pt x="334" y="417"/>
                    <a:pt x="322" y="393"/>
                    <a:pt x="322" y="369"/>
                  </a:cubicBezTo>
                  <a:cubicBezTo>
                    <a:pt x="322" y="346"/>
                    <a:pt x="334" y="322"/>
                    <a:pt x="370" y="322"/>
                  </a:cubicBezTo>
                  <a:close/>
                  <a:moveTo>
                    <a:pt x="203" y="334"/>
                  </a:moveTo>
                  <a:cubicBezTo>
                    <a:pt x="227" y="334"/>
                    <a:pt x="239" y="358"/>
                    <a:pt x="239" y="381"/>
                  </a:cubicBezTo>
                  <a:cubicBezTo>
                    <a:pt x="239" y="405"/>
                    <a:pt x="227" y="429"/>
                    <a:pt x="203" y="429"/>
                  </a:cubicBezTo>
                  <a:cubicBezTo>
                    <a:pt x="167" y="429"/>
                    <a:pt x="155" y="405"/>
                    <a:pt x="155" y="381"/>
                  </a:cubicBezTo>
                  <a:cubicBezTo>
                    <a:pt x="155" y="358"/>
                    <a:pt x="167" y="334"/>
                    <a:pt x="203" y="334"/>
                  </a:cubicBezTo>
                  <a:close/>
                  <a:moveTo>
                    <a:pt x="274" y="0"/>
                  </a:moveTo>
                  <a:cubicBezTo>
                    <a:pt x="120" y="0"/>
                    <a:pt x="1" y="131"/>
                    <a:pt x="1" y="286"/>
                  </a:cubicBezTo>
                  <a:cubicBezTo>
                    <a:pt x="1" y="441"/>
                    <a:pt x="120" y="560"/>
                    <a:pt x="274" y="560"/>
                  </a:cubicBezTo>
                  <a:cubicBezTo>
                    <a:pt x="429" y="560"/>
                    <a:pt x="560" y="441"/>
                    <a:pt x="560" y="286"/>
                  </a:cubicBezTo>
                  <a:cubicBezTo>
                    <a:pt x="560" y="131"/>
                    <a:pt x="429" y="0"/>
                    <a:pt x="274" y="0"/>
                  </a:cubicBezTo>
                  <a:close/>
                </a:path>
              </a:pathLst>
            </a:custGeom>
            <a:solidFill>
              <a:srgbClr val="3FAA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65"/>
            <p:cNvSpPr/>
            <p:nvPr/>
          </p:nvSpPr>
          <p:spPr>
            <a:xfrm>
              <a:off x="1084350" y="3452925"/>
              <a:ext cx="13725" cy="13725"/>
            </a:xfrm>
            <a:custGeom>
              <a:avLst/>
              <a:gdLst/>
              <a:ahLst/>
              <a:cxnLst/>
              <a:rect l="l" t="t" r="r" b="b"/>
              <a:pathLst>
                <a:path w="549" h="549" extrusionOk="0">
                  <a:moveTo>
                    <a:pt x="358" y="156"/>
                  </a:moveTo>
                  <a:cubicBezTo>
                    <a:pt x="393" y="156"/>
                    <a:pt x="405" y="180"/>
                    <a:pt x="405" y="203"/>
                  </a:cubicBezTo>
                  <a:cubicBezTo>
                    <a:pt x="405" y="227"/>
                    <a:pt x="381" y="251"/>
                    <a:pt x="358" y="251"/>
                  </a:cubicBezTo>
                  <a:cubicBezTo>
                    <a:pt x="334" y="251"/>
                    <a:pt x="322" y="227"/>
                    <a:pt x="322" y="203"/>
                  </a:cubicBezTo>
                  <a:cubicBezTo>
                    <a:pt x="322" y="180"/>
                    <a:pt x="334" y="156"/>
                    <a:pt x="358" y="156"/>
                  </a:cubicBezTo>
                  <a:close/>
                  <a:moveTo>
                    <a:pt x="191" y="168"/>
                  </a:moveTo>
                  <a:cubicBezTo>
                    <a:pt x="227" y="168"/>
                    <a:pt x="239" y="191"/>
                    <a:pt x="239" y="215"/>
                  </a:cubicBezTo>
                  <a:cubicBezTo>
                    <a:pt x="239" y="239"/>
                    <a:pt x="227" y="263"/>
                    <a:pt x="191" y="263"/>
                  </a:cubicBezTo>
                  <a:cubicBezTo>
                    <a:pt x="167" y="263"/>
                    <a:pt x="155" y="239"/>
                    <a:pt x="155" y="215"/>
                  </a:cubicBezTo>
                  <a:cubicBezTo>
                    <a:pt x="155" y="191"/>
                    <a:pt x="167" y="168"/>
                    <a:pt x="191" y="168"/>
                  </a:cubicBezTo>
                  <a:close/>
                  <a:moveTo>
                    <a:pt x="358" y="322"/>
                  </a:moveTo>
                  <a:cubicBezTo>
                    <a:pt x="393" y="322"/>
                    <a:pt x="405" y="334"/>
                    <a:pt x="405" y="358"/>
                  </a:cubicBezTo>
                  <a:cubicBezTo>
                    <a:pt x="405" y="382"/>
                    <a:pt x="381" y="406"/>
                    <a:pt x="358" y="406"/>
                  </a:cubicBezTo>
                  <a:cubicBezTo>
                    <a:pt x="334" y="406"/>
                    <a:pt x="322" y="382"/>
                    <a:pt x="322" y="358"/>
                  </a:cubicBezTo>
                  <a:cubicBezTo>
                    <a:pt x="322" y="334"/>
                    <a:pt x="334" y="322"/>
                    <a:pt x="358" y="322"/>
                  </a:cubicBezTo>
                  <a:close/>
                  <a:moveTo>
                    <a:pt x="191" y="334"/>
                  </a:moveTo>
                  <a:cubicBezTo>
                    <a:pt x="227" y="334"/>
                    <a:pt x="239" y="346"/>
                    <a:pt x="239" y="370"/>
                  </a:cubicBezTo>
                  <a:cubicBezTo>
                    <a:pt x="239" y="394"/>
                    <a:pt x="227" y="418"/>
                    <a:pt x="191" y="418"/>
                  </a:cubicBezTo>
                  <a:cubicBezTo>
                    <a:pt x="167" y="418"/>
                    <a:pt x="155" y="394"/>
                    <a:pt x="155" y="370"/>
                  </a:cubicBezTo>
                  <a:cubicBezTo>
                    <a:pt x="155" y="346"/>
                    <a:pt x="167" y="334"/>
                    <a:pt x="191" y="334"/>
                  </a:cubicBezTo>
                  <a:close/>
                  <a:moveTo>
                    <a:pt x="274" y="1"/>
                  </a:moveTo>
                  <a:cubicBezTo>
                    <a:pt x="120" y="1"/>
                    <a:pt x="0" y="120"/>
                    <a:pt x="0" y="275"/>
                  </a:cubicBezTo>
                  <a:cubicBezTo>
                    <a:pt x="0" y="430"/>
                    <a:pt x="120" y="549"/>
                    <a:pt x="274" y="549"/>
                  </a:cubicBezTo>
                  <a:cubicBezTo>
                    <a:pt x="429" y="549"/>
                    <a:pt x="548" y="430"/>
                    <a:pt x="548" y="275"/>
                  </a:cubicBezTo>
                  <a:cubicBezTo>
                    <a:pt x="548" y="120"/>
                    <a:pt x="429" y="1"/>
                    <a:pt x="274" y="1"/>
                  </a:cubicBezTo>
                  <a:close/>
                </a:path>
              </a:pathLst>
            </a:custGeom>
            <a:solidFill>
              <a:srgbClr val="3FAA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65"/>
            <p:cNvSpPr/>
            <p:nvPr/>
          </p:nvSpPr>
          <p:spPr>
            <a:xfrm>
              <a:off x="1085250" y="3379125"/>
              <a:ext cx="14000" cy="14000"/>
            </a:xfrm>
            <a:custGeom>
              <a:avLst/>
              <a:gdLst/>
              <a:ahLst/>
              <a:cxnLst/>
              <a:rect l="l" t="t" r="r" b="b"/>
              <a:pathLst>
                <a:path w="560" h="560" extrusionOk="0">
                  <a:moveTo>
                    <a:pt x="357" y="167"/>
                  </a:moveTo>
                  <a:cubicBezTo>
                    <a:pt x="393" y="167"/>
                    <a:pt x="405" y="179"/>
                    <a:pt x="405" y="203"/>
                  </a:cubicBezTo>
                  <a:cubicBezTo>
                    <a:pt x="405" y="226"/>
                    <a:pt x="393" y="250"/>
                    <a:pt x="357" y="250"/>
                  </a:cubicBezTo>
                  <a:cubicBezTo>
                    <a:pt x="334" y="250"/>
                    <a:pt x="322" y="226"/>
                    <a:pt x="322" y="203"/>
                  </a:cubicBezTo>
                  <a:cubicBezTo>
                    <a:pt x="322" y="179"/>
                    <a:pt x="334" y="167"/>
                    <a:pt x="357" y="167"/>
                  </a:cubicBezTo>
                  <a:close/>
                  <a:moveTo>
                    <a:pt x="203" y="167"/>
                  </a:moveTo>
                  <a:cubicBezTo>
                    <a:pt x="226" y="167"/>
                    <a:pt x="238" y="191"/>
                    <a:pt x="238" y="214"/>
                  </a:cubicBezTo>
                  <a:cubicBezTo>
                    <a:pt x="238" y="238"/>
                    <a:pt x="226" y="262"/>
                    <a:pt x="203" y="262"/>
                  </a:cubicBezTo>
                  <a:cubicBezTo>
                    <a:pt x="167" y="262"/>
                    <a:pt x="155" y="238"/>
                    <a:pt x="155" y="214"/>
                  </a:cubicBezTo>
                  <a:cubicBezTo>
                    <a:pt x="155" y="191"/>
                    <a:pt x="167" y="167"/>
                    <a:pt x="203" y="167"/>
                  </a:cubicBezTo>
                  <a:close/>
                  <a:moveTo>
                    <a:pt x="203" y="334"/>
                  </a:moveTo>
                  <a:cubicBezTo>
                    <a:pt x="226" y="334"/>
                    <a:pt x="238" y="357"/>
                    <a:pt x="238" y="381"/>
                  </a:cubicBezTo>
                  <a:cubicBezTo>
                    <a:pt x="238" y="405"/>
                    <a:pt x="226" y="417"/>
                    <a:pt x="203" y="417"/>
                  </a:cubicBezTo>
                  <a:cubicBezTo>
                    <a:pt x="167" y="417"/>
                    <a:pt x="155" y="405"/>
                    <a:pt x="155" y="381"/>
                  </a:cubicBezTo>
                  <a:cubicBezTo>
                    <a:pt x="155" y="357"/>
                    <a:pt x="167" y="334"/>
                    <a:pt x="203" y="334"/>
                  </a:cubicBezTo>
                  <a:close/>
                  <a:moveTo>
                    <a:pt x="357" y="322"/>
                  </a:moveTo>
                  <a:cubicBezTo>
                    <a:pt x="393" y="322"/>
                    <a:pt x="405" y="345"/>
                    <a:pt x="405" y="369"/>
                  </a:cubicBezTo>
                  <a:cubicBezTo>
                    <a:pt x="405" y="393"/>
                    <a:pt x="393" y="417"/>
                    <a:pt x="357" y="417"/>
                  </a:cubicBezTo>
                  <a:cubicBezTo>
                    <a:pt x="334" y="417"/>
                    <a:pt x="322" y="393"/>
                    <a:pt x="322" y="369"/>
                  </a:cubicBezTo>
                  <a:cubicBezTo>
                    <a:pt x="322" y="345"/>
                    <a:pt x="334" y="322"/>
                    <a:pt x="357" y="322"/>
                  </a:cubicBezTo>
                  <a:close/>
                  <a:moveTo>
                    <a:pt x="274" y="0"/>
                  </a:moveTo>
                  <a:cubicBezTo>
                    <a:pt x="119" y="0"/>
                    <a:pt x="0" y="119"/>
                    <a:pt x="0" y="274"/>
                  </a:cubicBezTo>
                  <a:cubicBezTo>
                    <a:pt x="0" y="429"/>
                    <a:pt x="119" y="560"/>
                    <a:pt x="274" y="560"/>
                  </a:cubicBezTo>
                  <a:cubicBezTo>
                    <a:pt x="429" y="560"/>
                    <a:pt x="560" y="429"/>
                    <a:pt x="560" y="274"/>
                  </a:cubicBezTo>
                  <a:cubicBezTo>
                    <a:pt x="560" y="119"/>
                    <a:pt x="429" y="0"/>
                    <a:pt x="27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65"/>
            <p:cNvSpPr/>
            <p:nvPr/>
          </p:nvSpPr>
          <p:spPr>
            <a:xfrm>
              <a:off x="1081675" y="3291600"/>
              <a:ext cx="14000" cy="13725"/>
            </a:xfrm>
            <a:custGeom>
              <a:avLst/>
              <a:gdLst/>
              <a:ahLst/>
              <a:cxnLst/>
              <a:rect l="l" t="t" r="r" b="b"/>
              <a:pathLst>
                <a:path w="560" h="549" extrusionOk="0">
                  <a:moveTo>
                    <a:pt x="369" y="156"/>
                  </a:moveTo>
                  <a:cubicBezTo>
                    <a:pt x="393" y="156"/>
                    <a:pt x="417" y="179"/>
                    <a:pt x="417" y="203"/>
                  </a:cubicBezTo>
                  <a:cubicBezTo>
                    <a:pt x="417" y="227"/>
                    <a:pt x="393" y="251"/>
                    <a:pt x="369" y="251"/>
                  </a:cubicBezTo>
                  <a:cubicBezTo>
                    <a:pt x="346" y="251"/>
                    <a:pt x="322" y="227"/>
                    <a:pt x="322" y="203"/>
                  </a:cubicBezTo>
                  <a:cubicBezTo>
                    <a:pt x="322" y="179"/>
                    <a:pt x="346" y="156"/>
                    <a:pt x="369" y="156"/>
                  </a:cubicBezTo>
                  <a:close/>
                  <a:moveTo>
                    <a:pt x="203" y="167"/>
                  </a:moveTo>
                  <a:cubicBezTo>
                    <a:pt x="227" y="167"/>
                    <a:pt x="250" y="191"/>
                    <a:pt x="250" y="215"/>
                  </a:cubicBezTo>
                  <a:cubicBezTo>
                    <a:pt x="250" y="239"/>
                    <a:pt x="227" y="263"/>
                    <a:pt x="203" y="263"/>
                  </a:cubicBezTo>
                  <a:cubicBezTo>
                    <a:pt x="179" y="263"/>
                    <a:pt x="155" y="239"/>
                    <a:pt x="155" y="215"/>
                  </a:cubicBezTo>
                  <a:cubicBezTo>
                    <a:pt x="155" y="191"/>
                    <a:pt x="179" y="167"/>
                    <a:pt x="203" y="167"/>
                  </a:cubicBezTo>
                  <a:close/>
                  <a:moveTo>
                    <a:pt x="369" y="322"/>
                  </a:moveTo>
                  <a:cubicBezTo>
                    <a:pt x="393" y="322"/>
                    <a:pt x="417" y="346"/>
                    <a:pt x="417" y="370"/>
                  </a:cubicBezTo>
                  <a:cubicBezTo>
                    <a:pt x="417" y="394"/>
                    <a:pt x="393" y="406"/>
                    <a:pt x="369" y="406"/>
                  </a:cubicBezTo>
                  <a:cubicBezTo>
                    <a:pt x="346" y="406"/>
                    <a:pt x="322" y="394"/>
                    <a:pt x="322" y="370"/>
                  </a:cubicBezTo>
                  <a:cubicBezTo>
                    <a:pt x="322" y="346"/>
                    <a:pt x="346" y="322"/>
                    <a:pt x="369" y="322"/>
                  </a:cubicBezTo>
                  <a:close/>
                  <a:moveTo>
                    <a:pt x="203" y="334"/>
                  </a:moveTo>
                  <a:cubicBezTo>
                    <a:pt x="227" y="334"/>
                    <a:pt x="250" y="346"/>
                    <a:pt x="250" y="370"/>
                  </a:cubicBezTo>
                  <a:cubicBezTo>
                    <a:pt x="250" y="394"/>
                    <a:pt x="227" y="417"/>
                    <a:pt x="203" y="417"/>
                  </a:cubicBezTo>
                  <a:cubicBezTo>
                    <a:pt x="179" y="417"/>
                    <a:pt x="155" y="394"/>
                    <a:pt x="155" y="370"/>
                  </a:cubicBezTo>
                  <a:cubicBezTo>
                    <a:pt x="155" y="346"/>
                    <a:pt x="179" y="334"/>
                    <a:pt x="203" y="334"/>
                  </a:cubicBezTo>
                  <a:close/>
                  <a:moveTo>
                    <a:pt x="286" y="1"/>
                  </a:moveTo>
                  <a:cubicBezTo>
                    <a:pt x="131" y="1"/>
                    <a:pt x="0" y="120"/>
                    <a:pt x="0" y="275"/>
                  </a:cubicBezTo>
                  <a:cubicBezTo>
                    <a:pt x="0" y="429"/>
                    <a:pt x="131" y="548"/>
                    <a:pt x="286" y="548"/>
                  </a:cubicBezTo>
                  <a:cubicBezTo>
                    <a:pt x="429" y="548"/>
                    <a:pt x="560" y="429"/>
                    <a:pt x="560" y="275"/>
                  </a:cubicBezTo>
                  <a:cubicBezTo>
                    <a:pt x="560" y="120"/>
                    <a:pt x="429" y="1"/>
                    <a:pt x="28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65"/>
            <p:cNvSpPr/>
            <p:nvPr/>
          </p:nvSpPr>
          <p:spPr>
            <a:xfrm>
              <a:off x="1076325" y="3204100"/>
              <a:ext cx="14000" cy="14000"/>
            </a:xfrm>
            <a:custGeom>
              <a:avLst/>
              <a:gdLst/>
              <a:ahLst/>
              <a:cxnLst/>
              <a:rect l="l" t="t" r="r" b="b"/>
              <a:pathLst>
                <a:path w="560" h="560" extrusionOk="0">
                  <a:moveTo>
                    <a:pt x="369" y="155"/>
                  </a:moveTo>
                  <a:cubicBezTo>
                    <a:pt x="393" y="155"/>
                    <a:pt x="417" y="179"/>
                    <a:pt x="417" y="203"/>
                  </a:cubicBezTo>
                  <a:cubicBezTo>
                    <a:pt x="417" y="227"/>
                    <a:pt x="393" y="250"/>
                    <a:pt x="369" y="250"/>
                  </a:cubicBezTo>
                  <a:cubicBezTo>
                    <a:pt x="345" y="250"/>
                    <a:pt x="321" y="227"/>
                    <a:pt x="321" y="203"/>
                  </a:cubicBezTo>
                  <a:cubicBezTo>
                    <a:pt x="321" y="179"/>
                    <a:pt x="345" y="155"/>
                    <a:pt x="369" y="155"/>
                  </a:cubicBezTo>
                  <a:close/>
                  <a:moveTo>
                    <a:pt x="202" y="167"/>
                  </a:moveTo>
                  <a:cubicBezTo>
                    <a:pt x="226" y="167"/>
                    <a:pt x="250" y="191"/>
                    <a:pt x="250" y="215"/>
                  </a:cubicBezTo>
                  <a:cubicBezTo>
                    <a:pt x="250" y="238"/>
                    <a:pt x="226" y="262"/>
                    <a:pt x="202" y="262"/>
                  </a:cubicBezTo>
                  <a:cubicBezTo>
                    <a:pt x="179" y="262"/>
                    <a:pt x="155" y="238"/>
                    <a:pt x="155" y="215"/>
                  </a:cubicBezTo>
                  <a:cubicBezTo>
                    <a:pt x="155" y="191"/>
                    <a:pt x="179" y="167"/>
                    <a:pt x="202" y="167"/>
                  </a:cubicBezTo>
                  <a:close/>
                  <a:moveTo>
                    <a:pt x="369" y="322"/>
                  </a:moveTo>
                  <a:cubicBezTo>
                    <a:pt x="393" y="322"/>
                    <a:pt x="417" y="346"/>
                    <a:pt x="417" y="369"/>
                  </a:cubicBezTo>
                  <a:cubicBezTo>
                    <a:pt x="417" y="393"/>
                    <a:pt x="393" y="405"/>
                    <a:pt x="369" y="405"/>
                  </a:cubicBezTo>
                  <a:cubicBezTo>
                    <a:pt x="345" y="405"/>
                    <a:pt x="321" y="393"/>
                    <a:pt x="321" y="369"/>
                  </a:cubicBezTo>
                  <a:cubicBezTo>
                    <a:pt x="321" y="346"/>
                    <a:pt x="345" y="322"/>
                    <a:pt x="369" y="322"/>
                  </a:cubicBezTo>
                  <a:close/>
                  <a:moveTo>
                    <a:pt x="202" y="334"/>
                  </a:moveTo>
                  <a:cubicBezTo>
                    <a:pt x="226" y="334"/>
                    <a:pt x="250" y="346"/>
                    <a:pt x="250" y="369"/>
                  </a:cubicBezTo>
                  <a:cubicBezTo>
                    <a:pt x="250" y="393"/>
                    <a:pt x="226" y="417"/>
                    <a:pt x="202" y="417"/>
                  </a:cubicBezTo>
                  <a:cubicBezTo>
                    <a:pt x="179" y="417"/>
                    <a:pt x="155" y="393"/>
                    <a:pt x="155" y="369"/>
                  </a:cubicBezTo>
                  <a:cubicBezTo>
                    <a:pt x="155" y="346"/>
                    <a:pt x="179" y="334"/>
                    <a:pt x="202" y="334"/>
                  </a:cubicBezTo>
                  <a:close/>
                  <a:moveTo>
                    <a:pt x="286" y="0"/>
                  </a:moveTo>
                  <a:cubicBezTo>
                    <a:pt x="131" y="0"/>
                    <a:pt x="0" y="119"/>
                    <a:pt x="0" y="274"/>
                  </a:cubicBezTo>
                  <a:cubicBezTo>
                    <a:pt x="0" y="429"/>
                    <a:pt x="131" y="560"/>
                    <a:pt x="286" y="560"/>
                  </a:cubicBezTo>
                  <a:cubicBezTo>
                    <a:pt x="429" y="560"/>
                    <a:pt x="560" y="429"/>
                    <a:pt x="560" y="274"/>
                  </a:cubicBezTo>
                  <a:cubicBezTo>
                    <a:pt x="560" y="119"/>
                    <a:pt x="429" y="0"/>
                    <a:pt x="28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65"/>
            <p:cNvSpPr/>
            <p:nvPr/>
          </p:nvSpPr>
          <p:spPr>
            <a:xfrm>
              <a:off x="1067675" y="3121050"/>
              <a:ext cx="13725" cy="14025"/>
            </a:xfrm>
            <a:custGeom>
              <a:avLst/>
              <a:gdLst/>
              <a:ahLst/>
              <a:cxnLst/>
              <a:rect l="l" t="t" r="r" b="b"/>
              <a:pathLst>
                <a:path w="549" h="561" extrusionOk="0">
                  <a:moveTo>
                    <a:pt x="191" y="179"/>
                  </a:moveTo>
                  <a:cubicBezTo>
                    <a:pt x="215" y="179"/>
                    <a:pt x="239" y="203"/>
                    <a:pt x="239" y="227"/>
                  </a:cubicBezTo>
                  <a:cubicBezTo>
                    <a:pt x="239" y="250"/>
                    <a:pt x="215" y="262"/>
                    <a:pt x="191" y="262"/>
                  </a:cubicBezTo>
                  <a:cubicBezTo>
                    <a:pt x="167" y="262"/>
                    <a:pt x="144" y="250"/>
                    <a:pt x="144" y="227"/>
                  </a:cubicBezTo>
                  <a:cubicBezTo>
                    <a:pt x="144" y="203"/>
                    <a:pt x="167" y="179"/>
                    <a:pt x="191" y="179"/>
                  </a:cubicBezTo>
                  <a:close/>
                  <a:moveTo>
                    <a:pt x="358" y="167"/>
                  </a:moveTo>
                  <a:cubicBezTo>
                    <a:pt x="382" y="167"/>
                    <a:pt x="406" y="191"/>
                    <a:pt x="406" y="215"/>
                  </a:cubicBezTo>
                  <a:cubicBezTo>
                    <a:pt x="406" y="239"/>
                    <a:pt x="382" y="262"/>
                    <a:pt x="358" y="262"/>
                  </a:cubicBezTo>
                  <a:cubicBezTo>
                    <a:pt x="334" y="262"/>
                    <a:pt x="322" y="239"/>
                    <a:pt x="322" y="215"/>
                  </a:cubicBezTo>
                  <a:cubicBezTo>
                    <a:pt x="322" y="191"/>
                    <a:pt x="334" y="167"/>
                    <a:pt x="358" y="167"/>
                  </a:cubicBezTo>
                  <a:close/>
                  <a:moveTo>
                    <a:pt x="358" y="334"/>
                  </a:moveTo>
                  <a:cubicBezTo>
                    <a:pt x="382" y="334"/>
                    <a:pt x="406" y="346"/>
                    <a:pt x="406" y="370"/>
                  </a:cubicBezTo>
                  <a:cubicBezTo>
                    <a:pt x="406" y="393"/>
                    <a:pt x="382" y="417"/>
                    <a:pt x="358" y="417"/>
                  </a:cubicBezTo>
                  <a:cubicBezTo>
                    <a:pt x="334" y="417"/>
                    <a:pt x="322" y="393"/>
                    <a:pt x="322" y="370"/>
                  </a:cubicBezTo>
                  <a:cubicBezTo>
                    <a:pt x="322" y="346"/>
                    <a:pt x="334" y="334"/>
                    <a:pt x="358" y="334"/>
                  </a:cubicBezTo>
                  <a:close/>
                  <a:moveTo>
                    <a:pt x="191" y="334"/>
                  </a:moveTo>
                  <a:cubicBezTo>
                    <a:pt x="215" y="334"/>
                    <a:pt x="239" y="358"/>
                    <a:pt x="239" y="381"/>
                  </a:cubicBezTo>
                  <a:cubicBezTo>
                    <a:pt x="239" y="405"/>
                    <a:pt x="215" y="429"/>
                    <a:pt x="191" y="429"/>
                  </a:cubicBezTo>
                  <a:cubicBezTo>
                    <a:pt x="167" y="429"/>
                    <a:pt x="144" y="405"/>
                    <a:pt x="144" y="381"/>
                  </a:cubicBezTo>
                  <a:cubicBezTo>
                    <a:pt x="144" y="358"/>
                    <a:pt x="167" y="334"/>
                    <a:pt x="191" y="334"/>
                  </a:cubicBezTo>
                  <a:close/>
                  <a:moveTo>
                    <a:pt x="275" y="0"/>
                  </a:moveTo>
                  <a:cubicBezTo>
                    <a:pt x="120" y="0"/>
                    <a:pt x="1" y="131"/>
                    <a:pt x="1" y="286"/>
                  </a:cubicBezTo>
                  <a:cubicBezTo>
                    <a:pt x="1" y="441"/>
                    <a:pt x="120" y="560"/>
                    <a:pt x="275" y="560"/>
                  </a:cubicBezTo>
                  <a:cubicBezTo>
                    <a:pt x="429" y="560"/>
                    <a:pt x="548" y="441"/>
                    <a:pt x="548" y="286"/>
                  </a:cubicBezTo>
                  <a:cubicBezTo>
                    <a:pt x="548" y="131"/>
                    <a:pt x="429" y="0"/>
                    <a:pt x="27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65"/>
            <p:cNvSpPr/>
            <p:nvPr/>
          </p:nvSpPr>
          <p:spPr>
            <a:xfrm>
              <a:off x="1017375" y="3498475"/>
              <a:ext cx="144400" cy="133625"/>
            </a:xfrm>
            <a:custGeom>
              <a:avLst/>
              <a:gdLst/>
              <a:ahLst/>
              <a:cxnLst/>
              <a:rect l="l" t="t" r="r" b="b"/>
              <a:pathLst>
                <a:path w="5776" h="5345" extrusionOk="0">
                  <a:moveTo>
                    <a:pt x="3334" y="1"/>
                  </a:moveTo>
                  <a:lnTo>
                    <a:pt x="3120" y="227"/>
                  </a:lnTo>
                  <a:cubicBezTo>
                    <a:pt x="2263" y="643"/>
                    <a:pt x="536" y="1334"/>
                    <a:pt x="405" y="1656"/>
                  </a:cubicBezTo>
                  <a:cubicBezTo>
                    <a:pt x="365" y="1755"/>
                    <a:pt x="510" y="1790"/>
                    <a:pt x="729" y="1790"/>
                  </a:cubicBezTo>
                  <a:cubicBezTo>
                    <a:pt x="1217" y="1790"/>
                    <a:pt x="2072" y="1620"/>
                    <a:pt x="2072" y="1620"/>
                  </a:cubicBezTo>
                  <a:lnTo>
                    <a:pt x="2072" y="1620"/>
                  </a:lnTo>
                  <a:cubicBezTo>
                    <a:pt x="2072" y="1620"/>
                    <a:pt x="1" y="3525"/>
                    <a:pt x="334" y="3775"/>
                  </a:cubicBezTo>
                  <a:cubicBezTo>
                    <a:pt x="367" y="3801"/>
                    <a:pt x="413" y="3813"/>
                    <a:pt x="468" y="3813"/>
                  </a:cubicBezTo>
                  <a:cubicBezTo>
                    <a:pt x="807" y="3813"/>
                    <a:pt x="1509" y="3359"/>
                    <a:pt x="1929" y="3072"/>
                  </a:cubicBezTo>
                  <a:lnTo>
                    <a:pt x="1929" y="3072"/>
                  </a:lnTo>
                  <a:cubicBezTo>
                    <a:pt x="1382" y="3477"/>
                    <a:pt x="334" y="4311"/>
                    <a:pt x="584" y="4632"/>
                  </a:cubicBezTo>
                  <a:cubicBezTo>
                    <a:pt x="602" y="4656"/>
                    <a:pt x="632" y="4667"/>
                    <a:pt x="672" y="4667"/>
                  </a:cubicBezTo>
                  <a:cubicBezTo>
                    <a:pt x="1103" y="4667"/>
                    <a:pt x="2692" y="3367"/>
                    <a:pt x="2703" y="3358"/>
                  </a:cubicBezTo>
                  <a:lnTo>
                    <a:pt x="2703" y="3358"/>
                  </a:lnTo>
                  <a:cubicBezTo>
                    <a:pt x="2692" y="3368"/>
                    <a:pt x="1002" y="4752"/>
                    <a:pt x="1322" y="5037"/>
                  </a:cubicBezTo>
                  <a:cubicBezTo>
                    <a:pt x="1351" y="5062"/>
                    <a:pt x="1390" y="5074"/>
                    <a:pt x="1437" y="5074"/>
                  </a:cubicBezTo>
                  <a:cubicBezTo>
                    <a:pt x="1916" y="5074"/>
                    <a:pt x="3237" y="3872"/>
                    <a:pt x="3239" y="3870"/>
                  </a:cubicBezTo>
                  <a:lnTo>
                    <a:pt x="3239" y="3870"/>
                  </a:lnTo>
                  <a:cubicBezTo>
                    <a:pt x="3237" y="3872"/>
                    <a:pt x="1870" y="5120"/>
                    <a:pt x="2191" y="5323"/>
                  </a:cubicBezTo>
                  <a:cubicBezTo>
                    <a:pt x="2215" y="5338"/>
                    <a:pt x="2245" y="5345"/>
                    <a:pt x="2279" y="5345"/>
                  </a:cubicBezTo>
                  <a:cubicBezTo>
                    <a:pt x="2649" y="5345"/>
                    <a:pt x="3561" y="4515"/>
                    <a:pt x="3822" y="4275"/>
                  </a:cubicBezTo>
                  <a:cubicBezTo>
                    <a:pt x="3858" y="4239"/>
                    <a:pt x="5537" y="2810"/>
                    <a:pt x="5537" y="2810"/>
                  </a:cubicBezTo>
                  <a:lnTo>
                    <a:pt x="5775" y="2608"/>
                  </a:lnTo>
                  <a:cubicBezTo>
                    <a:pt x="4811" y="1882"/>
                    <a:pt x="4013" y="989"/>
                    <a:pt x="3334" y="1"/>
                  </a:cubicBezTo>
                  <a:close/>
                </a:path>
              </a:pathLst>
            </a:custGeom>
            <a:solidFill>
              <a:srgbClr val="FCB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319;p65"/>
            <p:cNvSpPr/>
            <p:nvPr/>
          </p:nvSpPr>
          <p:spPr>
            <a:xfrm>
              <a:off x="1487675" y="3770025"/>
              <a:ext cx="120275" cy="269200"/>
            </a:xfrm>
            <a:custGeom>
              <a:avLst/>
              <a:gdLst/>
              <a:ahLst/>
              <a:cxnLst/>
              <a:rect l="l" t="t" r="r" b="b"/>
              <a:pathLst>
                <a:path w="4811" h="10768" extrusionOk="0">
                  <a:moveTo>
                    <a:pt x="3753" y="0"/>
                  </a:moveTo>
                  <a:cubicBezTo>
                    <a:pt x="2507" y="0"/>
                    <a:pt x="1374" y="63"/>
                    <a:pt x="60" y="92"/>
                  </a:cubicBezTo>
                  <a:cubicBezTo>
                    <a:pt x="0" y="1414"/>
                    <a:pt x="108" y="7569"/>
                    <a:pt x="96" y="8796"/>
                  </a:cubicBezTo>
                  <a:cubicBezTo>
                    <a:pt x="96" y="8808"/>
                    <a:pt x="96" y="8820"/>
                    <a:pt x="96" y="8831"/>
                  </a:cubicBezTo>
                  <a:lnTo>
                    <a:pt x="96" y="8879"/>
                  </a:lnTo>
                  <a:cubicBezTo>
                    <a:pt x="96" y="8974"/>
                    <a:pt x="96" y="9070"/>
                    <a:pt x="96" y="9153"/>
                  </a:cubicBezTo>
                  <a:cubicBezTo>
                    <a:pt x="96" y="9153"/>
                    <a:pt x="96" y="9153"/>
                    <a:pt x="96" y="9165"/>
                  </a:cubicBezTo>
                  <a:lnTo>
                    <a:pt x="120" y="10760"/>
                  </a:lnTo>
                  <a:cubicBezTo>
                    <a:pt x="120" y="10760"/>
                    <a:pt x="411" y="10768"/>
                    <a:pt x="906" y="10768"/>
                  </a:cubicBezTo>
                  <a:cubicBezTo>
                    <a:pt x="1649" y="10768"/>
                    <a:pt x="2851" y="10751"/>
                    <a:pt x="4215" y="10665"/>
                  </a:cubicBezTo>
                  <a:cubicBezTo>
                    <a:pt x="4311" y="10082"/>
                    <a:pt x="4513" y="9498"/>
                    <a:pt x="4811" y="8998"/>
                  </a:cubicBezTo>
                  <a:cubicBezTo>
                    <a:pt x="4477" y="8927"/>
                    <a:pt x="4239" y="8879"/>
                    <a:pt x="4084" y="8867"/>
                  </a:cubicBezTo>
                  <a:cubicBezTo>
                    <a:pt x="4084" y="8867"/>
                    <a:pt x="4096" y="8808"/>
                    <a:pt x="4096" y="8712"/>
                  </a:cubicBezTo>
                  <a:lnTo>
                    <a:pt x="4537" y="9"/>
                  </a:lnTo>
                  <a:cubicBezTo>
                    <a:pt x="4269" y="3"/>
                    <a:pt x="4009" y="0"/>
                    <a:pt x="3753" y="0"/>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320;p65"/>
            <p:cNvSpPr/>
            <p:nvPr/>
          </p:nvSpPr>
          <p:spPr>
            <a:xfrm>
              <a:off x="1593050" y="3994975"/>
              <a:ext cx="68775" cy="41975"/>
            </a:xfrm>
            <a:custGeom>
              <a:avLst/>
              <a:gdLst/>
              <a:ahLst/>
              <a:cxnLst/>
              <a:rect l="l" t="t" r="r" b="b"/>
              <a:pathLst>
                <a:path w="2751" h="1679" extrusionOk="0">
                  <a:moveTo>
                    <a:pt x="596" y="0"/>
                  </a:moveTo>
                  <a:cubicBezTo>
                    <a:pt x="298" y="500"/>
                    <a:pt x="96" y="1084"/>
                    <a:pt x="0" y="1679"/>
                  </a:cubicBezTo>
                  <a:cubicBezTo>
                    <a:pt x="238" y="1655"/>
                    <a:pt x="477" y="1643"/>
                    <a:pt x="727" y="1619"/>
                  </a:cubicBezTo>
                  <a:cubicBezTo>
                    <a:pt x="727" y="1631"/>
                    <a:pt x="738" y="1643"/>
                    <a:pt x="738" y="1655"/>
                  </a:cubicBezTo>
                  <a:cubicBezTo>
                    <a:pt x="1322" y="1607"/>
                    <a:pt x="2262" y="1536"/>
                    <a:pt x="2751" y="1441"/>
                  </a:cubicBezTo>
                  <a:cubicBezTo>
                    <a:pt x="2751" y="1429"/>
                    <a:pt x="2346" y="393"/>
                    <a:pt x="679" y="60"/>
                  </a:cubicBezTo>
                  <a:cubicBezTo>
                    <a:pt x="691" y="48"/>
                    <a:pt x="691" y="36"/>
                    <a:pt x="703" y="24"/>
                  </a:cubicBezTo>
                  <a:cubicBezTo>
                    <a:pt x="667" y="12"/>
                    <a:pt x="631" y="12"/>
                    <a:pt x="5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65"/>
            <p:cNvSpPr/>
            <p:nvPr/>
          </p:nvSpPr>
          <p:spPr>
            <a:xfrm>
              <a:off x="1490050" y="4029775"/>
              <a:ext cx="175250" cy="19400"/>
            </a:xfrm>
            <a:custGeom>
              <a:avLst/>
              <a:gdLst/>
              <a:ahLst/>
              <a:cxnLst/>
              <a:rect l="l" t="t" r="r" b="b"/>
              <a:pathLst>
                <a:path w="7010" h="776" extrusionOk="0">
                  <a:moveTo>
                    <a:pt x="6910" y="1"/>
                  </a:moveTo>
                  <a:cubicBezTo>
                    <a:pt x="6909" y="1"/>
                    <a:pt x="6908" y="1"/>
                    <a:pt x="6906" y="1"/>
                  </a:cubicBezTo>
                  <a:cubicBezTo>
                    <a:pt x="5523" y="225"/>
                    <a:pt x="3997" y="286"/>
                    <a:pt x="2733" y="286"/>
                  </a:cubicBezTo>
                  <a:cubicBezTo>
                    <a:pt x="1167" y="286"/>
                    <a:pt x="1" y="192"/>
                    <a:pt x="1" y="192"/>
                  </a:cubicBezTo>
                  <a:lnTo>
                    <a:pt x="1" y="585"/>
                  </a:lnTo>
                  <a:cubicBezTo>
                    <a:pt x="1" y="585"/>
                    <a:pt x="1604" y="775"/>
                    <a:pt x="3436" y="775"/>
                  </a:cubicBezTo>
                  <a:cubicBezTo>
                    <a:pt x="4607" y="775"/>
                    <a:pt x="5872" y="697"/>
                    <a:pt x="6871" y="442"/>
                  </a:cubicBezTo>
                  <a:cubicBezTo>
                    <a:pt x="6871" y="442"/>
                    <a:pt x="7010" y="1"/>
                    <a:pt x="69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65"/>
            <p:cNvSpPr/>
            <p:nvPr/>
          </p:nvSpPr>
          <p:spPr>
            <a:xfrm>
              <a:off x="1608525" y="4003600"/>
              <a:ext cx="35750" cy="41700"/>
            </a:xfrm>
            <a:custGeom>
              <a:avLst/>
              <a:gdLst/>
              <a:ahLst/>
              <a:cxnLst/>
              <a:rect l="l" t="t" r="r" b="b"/>
              <a:pathLst>
                <a:path w="1430" h="1668" extrusionOk="0">
                  <a:moveTo>
                    <a:pt x="905" y="0"/>
                  </a:moveTo>
                  <a:cubicBezTo>
                    <a:pt x="0" y="560"/>
                    <a:pt x="72" y="1667"/>
                    <a:pt x="72" y="1667"/>
                  </a:cubicBezTo>
                  <a:lnTo>
                    <a:pt x="786" y="1620"/>
                  </a:lnTo>
                  <a:cubicBezTo>
                    <a:pt x="881" y="500"/>
                    <a:pt x="1429" y="274"/>
                    <a:pt x="1429" y="274"/>
                  </a:cubicBezTo>
                  <a:cubicBezTo>
                    <a:pt x="1251" y="96"/>
                    <a:pt x="905" y="0"/>
                    <a:pt x="9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65"/>
            <p:cNvSpPr/>
            <p:nvPr/>
          </p:nvSpPr>
          <p:spPr>
            <a:xfrm>
              <a:off x="1583825" y="3994675"/>
              <a:ext cx="37825" cy="43775"/>
            </a:xfrm>
            <a:custGeom>
              <a:avLst/>
              <a:gdLst/>
              <a:ahLst/>
              <a:cxnLst/>
              <a:rect l="l" t="t" r="r" b="b"/>
              <a:pathLst>
                <a:path w="1513" h="1751" extrusionOk="0">
                  <a:moveTo>
                    <a:pt x="929" y="0"/>
                  </a:moveTo>
                  <a:cubicBezTo>
                    <a:pt x="36" y="560"/>
                    <a:pt x="0" y="1750"/>
                    <a:pt x="0" y="1750"/>
                  </a:cubicBezTo>
                  <a:lnTo>
                    <a:pt x="715" y="1703"/>
                  </a:lnTo>
                  <a:cubicBezTo>
                    <a:pt x="810" y="584"/>
                    <a:pt x="1512" y="191"/>
                    <a:pt x="1512" y="191"/>
                  </a:cubicBezTo>
                  <a:cubicBezTo>
                    <a:pt x="1334" y="12"/>
                    <a:pt x="929" y="0"/>
                    <a:pt x="9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65"/>
            <p:cNvSpPr/>
            <p:nvPr/>
          </p:nvSpPr>
          <p:spPr>
            <a:xfrm>
              <a:off x="1259375" y="3997350"/>
              <a:ext cx="72650" cy="39600"/>
            </a:xfrm>
            <a:custGeom>
              <a:avLst/>
              <a:gdLst/>
              <a:ahLst/>
              <a:cxnLst/>
              <a:rect l="l" t="t" r="r" b="b"/>
              <a:pathLst>
                <a:path w="2906" h="1584" extrusionOk="0">
                  <a:moveTo>
                    <a:pt x="1893" y="0"/>
                  </a:moveTo>
                  <a:cubicBezTo>
                    <a:pt x="381" y="369"/>
                    <a:pt x="0" y="1346"/>
                    <a:pt x="0" y="1346"/>
                  </a:cubicBezTo>
                  <a:cubicBezTo>
                    <a:pt x="489" y="1441"/>
                    <a:pt x="1429" y="1512"/>
                    <a:pt x="2001" y="1560"/>
                  </a:cubicBezTo>
                  <a:cubicBezTo>
                    <a:pt x="2013" y="1548"/>
                    <a:pt x="2013" y="1536"/>
                    <a:pt x="2024" y="1524"/>
                  </a:cubicBezTo>
                  <a:cubicBezTo>
                    <a:pt x="2322" y="1548"/>
                    <a:pt x="2620" y="1572"/>
                    <a:pt x="2905" y="1584"/>
                  </a:cubicBezTo>
                  <a:cubicBezTo>
                    <a:pt x="2715" y="965"/>
                    <a:pt x="2382" y="393"/>
                    <a:pt x="18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65"/>
            <p:cNvSpPr/>
            <p:nvPr/>
          </p:nvSpPr>
          <p:spPr>
            <a:xfrm>
              <a:off x="1306700" y="3760800"/>
              <a:ext cx="126225" cy="278550"/>
            </a:xfrm>
            <a:custGeom>
              <a:avLst/>
              <a:gdLst/>
              <a:ahLst/>
              <a:cxnLst/>
              <a:rect l="l" t="t" r="r" b="b"/>
              <a:pathLst>
                <a:path w="5049" h="11142" extrusionOk="0">
                  <a:moveTo>
                    <a:pt x="1317" y="0"/>
                  </a:moveTo>
                  <a:cubicBezTo>
                    <a:pt x="1058" y="0"/>
                    <a:pt x="795" y="3"/>
                    <a:pt x="524" y="9"/>
                  </a:cubicBezTo>
                  <a:lnTo>
                    <a:pt x="977" y="9081"/>
                  </a:lnTo>
                  <a:cubicBezTo>
                    <a:pt x="977" y="9177"/>
                    <a:pt x="977" y="9236"/>
                    <a:pt x="977" y="9236"/>
                  </a:cubicBezTo>
                  <a:cubicBezTo>
                    <a:pt x="810" y="9248"/>
                    <a:pt x="548" y="9308"/>
                    <a:pt x="155" y="9391"/>
                  </a:cubicBezTo>
                  <a:cubicBezTo>
                    <a:pt x="155" y="9403"/>
                    <a:pt x="167" y="9415"/>
                    <a:pt x="167" y="9427"/>
                  </a:cubicBezTo>
                  <a:cubicBezTo>
                    <a:pt x="108" y="9439"/>
                    <a:pt x="48" y="9450"/>
                    <a:pt x="0" y="9462"/>
                  </a:cubicBezTo>
                  <a:cubicBezTo>
                    <a:pt x="489" y="9855"/>
                    <a:pt x="822" y="10427"/>
                    <a:pt x="1012" y="11046"/>
                  </a:cubicBezTo>
                  <a:cubicBezTo>
                    <a:pt x="2214" y="11124"/>
                    <a:pt x="3274" y="11142"/>
                    <a:pt x="3989" y="11142"/>
                  </a:cubicBezTo>
                  <a:cubicBezTo>
                    <a:pt x="4585" y="11142"/>
                    <a:pt x="4942" y="11129"/>
                    <a:pt x="4942" y="11129"/>
                  </a:cubicBezTo>
                  <a:lnTo>
                    <a:pt x="4965" y="9534"/>
                  </a:lnTo>
                  <a:lnTo>
                    <a:pt x="4977" y="9534"/>
                  </a:lnTo>
                  <a:cubicBezTo>
                    <a:pt x="4977" y="9439"/>
                    <a:pt x="4977" y="9343"/>
                    <a:pt x="4977" y="9248"/>
                  </a:cubicBezTo>
                  <a:lnTo>
                    <a:pt x="4977" y="9200"/>
                  </a:lnTo>
                  <a:cubicBezTo>
                    <a:pt x="4977" y="9189"/>
                    <a:pt x="4965" y="9177"/>
                    <a:pt x="4965" y="9165"/>
                  </a:cubicBezTo>
                  <a:cubicBezTo>
                    <a:pt x="4953" y="7938"/>
                    <a:pt x="5049" y="1414"/>
                    <a:pt x="5001" y="80"/>
                  </a:cubicBezTo>
                  <a:cubicBezTo>
                    <a:pt x="3690" y="61"/>
                    <a:pt x="2559" y="0"/>
                    <a:pt x="1317" y="0"/>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65"/>
            <p:cNvSpPr/>
            <p:nvPr/>
          </p:nvSpPr>
          <p:spPr>
            <a:xfrm>
              <a:off x="1255875" y="4029775"/>
              <a:ext cx="175275" cy="19400"/>
            </a:xfrm>
            <a:custGeom>
              <a:avLst/>
              <a:gdLst/>
              <a:ahLst/>
              <a:cxnLst/>
              <a:rect l="l" t="t" r="r" b="b"/>
              <a:pathLst>
                <a:path w="7011" h="776" extrusionOk="0">
                  <a:moveTo>
                    <a:pt x="101" y="1"/>
                  </a:moveTo>
                  <a:cubicBezTo>
                    <a:pt x="1" y="1"/>
                    <a:pt x="128" y="442"/>
                    <a:pt x="128" y="442"/>
                  </a:cubicBezTo>
                  <a:cubicBezTo>
                    <a:pt x="1132" y="697"/>
                    <a:pt x="2399" y="775"/>
                    <a:pt x="3572" y="775"/>
                  </a:cubicBezTo>
                  <a:cubicBezTo>
                    <a:pt x="5407" y="775"/>
                    <a:pt x="7010" y="585"/>
                    <a:pt x="7010" y="585"/>
                  </a:cubicBezTo>
                  <a:lnTo>
                    <a:pt x="7010" y="192"/>
                  </a:lnTo>
                  <a:cubicBezTo>
                    <a:pt x="7010" y="192"/>
                    <a:pt x="5844" y="286"/>
                    <a:pt x="4278" y="286"/>
                  </a:cubicBezTo>
                  <a:cubicBezTo>
                    <a:pt x="3014" y="286"/>
                    <a:pt x="1488" y="225"/>
                    <a:pt x="105" y="1"/>
                  </a:cubicBezTo>
                  <a:cubicBezTo>
                    <a:pt x="103" y="1"/>
                    <a:pt x="102" y="1"/>
                    <a:pt x="1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65"/>
            <p:cNvSpPr/>
            <p:nvPr/>
          </p:nvSpPr>
          <p:spPr>
            <a:xfrm>
              <a:off x="1276925" y="4003600"/>
              <a:ext cx="35450" cy="41700"/>
            </a:xfrm>
            <a:custGeom>
              <a:avLst/>
              <a:gdLst/>
              <a:ahLst/>
              <a:cxnLst/>
              <a:rect l="l" t="t" r="r" b="b"/>
              <a:pathLst>
                <a:path w="1418" h="1668" extrusionOk="0">
                  <a:moveTo>
                    <a:pt x="525" y="0"/>
                  </a:moveTo>
                  <a:cubicBezTo>
                    <a:pt x="525" y="0"/>
                    <a:pt x="168" y="96"/>
                    <a:pt x="1" y="274"/>
                  </a:cubicBezTo>
                  <a:cubicBezTo>
                    <a:pt x="1" y="274"/>
                    <a:pt x="549" y="500"/>
                    <a:pt x="644" y="1620"/>
                  </a:cubicBezTo>
                  <a:lnTo>
                    <a:pt x="1346" y="1667"/>
                  </a:lnTo>
                  <a:cubicBezTo>
                    <a:pt x="1346" y="1667"/>
                    <a:pt x="1418" y="560"/>
                    <a:pt x="5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65"/>
            <p:cNvSpPr/>
            <p:nvPr/>
          </p:nvSpPr>
          <p:spPr>
            <a:xfrm>
              <a:off x="1299550" y="3994675"/>
              <a:ext cx="37825" cy="43775"/>
            </a:xfrm>
            <a:custGeom>
              <a:avLst/>
              <a:gdLst/>
              <a:ahLst/>
              <a:cxnLst/>
              <a:rect l="l" t="t" r="r" b="b"/>
              <a:pathLst>
                <a:path w="1513" h="1751" extrusionOk="0">
                  <a:moveTo>
                    <a:pt x="572" y="0"/>
                  </a:moveTo>
                  <a:cubicBezTo>
                    <a:pt x="572" y="0"/>
                    <a:pt x="572" y="0"/>
                    <a:pt x="572" y="0"/>
                  </a:cubicBezTo>
                  <a:lnTo>
                    <a:pt x="572" y="0"/>
                  </a:lnTo>
                  <a:cubicBezTo>
                    <a:pt x="573" y="0"/>
                    <a:pt x="573" y="0"/>
                    <a:pt x="572" y="0"/>
                  </a:cubicBezTo>
                  <a:close/>
                  <a:moveTo>
                    <a:pt x="572" y="0"/>
                  </a:moveTo>
                  <a:cubicBezTo>
                    <a:pt x="562" y="1"/>
                    <a:pt x="174" y="17"/>
                    <a:pt x="1" y="191"/>
                  </a:cubicBezTo>
                  <a:cubicBezTo>
                    <a:pt x="1" y="191"/>
                    <a:pt x="691" y="584"/>
                    <a:pt x="798" y="1703"/>
                  </a:cubicBezTo>
                  <a:lnTo>
                    <a:pt x="1513" y="1750"/>
                  </a:lnTo>
                  <a:cubicBezTo>
                    <a:pt x="1513" y="1750"/>
                    <a:pt x="1477" y="560"/>
                    <a:pt x="5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65"/>
            <p:cNvSpPr/>
            <p:nvPr/>
          </p:nvSpPr>
          <p:spPr>
            <a:xfrm>
              <a:off x="1263825" y="3377625"/>
              <a:ext cx="401575" cy="446800"/>
            </a:xfrm>
            <a:custGeom>
              <a:avLst/>
              <a:gdLst/>
              <a:ahLst/>
              <a:cxnLst/>
              <a:rect l="l" t="t" r="r" b="b"/>
              <a:pathLst>
                <a:path w="16063" h="17872" extrusionOk="0">
                  <a:moveTo>
                    <a:pt x="3073" y="1"/>
                  </a:moveTo>
                  <a:cubicBezTo>
                    <a:pt x="3073" y="1"/>
                    <a:pt x="1" y="1382"/>
                    <a:pt x="1" y="16919"/>
                  </a:cubicBezTo>
                  <a:cubicBezTo>
                    <a:pt x="1" y="16919"/>
                    <a:pt x="2597" y="17872"/>
                    <a:pt x="7407" y="17872"/>
                  </a:cubicBezTo>
                  <a:cubicBezTo>
                    <a:pt x="13193" y="17872"/>
                    <a:pt x="15312" y="17146"/>
                    <a:pt x="15312" y="17146"/>
                  </a:cubicBezTo>
                  <a:cubicBezTo>
                    <a:pt x="16062" y="3751"/>
                    <a:pt x="14396" y="1882"/>
                    <a:pt x="13765" y="679"/>
                  </a:cubicBezTo>
                  <a:lnTo>
                    <a:pt x="13765" y="120"/>
                  </a:lnTo>
                  <a:lnTo>
                    <a:pt x="3228" y="120"/>
                  </a:lnTo>
                  <a:lnTo>
                    <a:pt x="307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30;p65"/>
            <p:cNvSpPr/>
            <p:nvPr/>
          </p:nvSpPr>
          <p:spPr>
            <a:xfrm>
              <a:off x="1336475" y="3404125"/>
              <a:ext cx="258075" cy="26250"/>
            </a:xfrm>
            <a:custGeom>
              <a:avLst/>
              <a:gdLst/>
              <a:ahLst/>
              <a:cxnLst/>
              <a:rect l="l" t="t" r="r" b="b"/>
              <a:pathLst>
                <a:path w="10323" h="1050" extrusionOk="0">
                  <a:moveTo>
                    <a:pt x="12" y="0"/>
                  </a:moveTo>
                  <a:lnTo>
                    <a:pt x="0" y="12"/>
                  </a:lnTo>
                  <a:cubicBezTo>
                    <a:pt x="822" y="334"/>
                    <a:pt x="1655" y="619"/>
                    <a:pt x="2524" y="762"/>
                  </a:cubicBezTo>
                  <a:lnTo>
                    <a:pt x="2846" y="834"/>
                  </a:lnTo>
                  <a:cubicBezTo>
                    <a:pt x="2953" y="858"/>
                    <a:pt x="3060" y="869"/>
                    <a:pt x="3167" y="881"/>
                  </a:cubicBezTo>
                  <a:lnTo>
                    <a:pt x="3822" y="965"/>
                  </a:lnTo>
                  <a:cubicBezTo>
                    <a:pt x="4263" y="1000"/>
                    <a:pt x="4691" y="1048"/>
                    <a:pt x="5132" y="1048"/>
                  </a:cubicBezTo>
                  <a:cubicBezTo>
                    <a:pt x="5205" y="1049"/>
                    <a:pt x="5279" y="1050"/>
                    <a:pt x="5352" y="1050"/>
                  </a:cubicBezTo>
                  <a:cubicBezTo>
                    <a:pt x="6159" y="1050"/>
                    <a:pt x="6966" y="989"/>
                    <a:pt x="7763" y="869"/>
                  </a:cubicBezTo>
                  <a:cubicBezTo>
                    <a:pt x="8632" y="750"/>
                    <a:pt x="9489" y="560"/>
                    <a:pt x="10323" y="274"/>
                  </a:cubicBezTo>
                  <a:lnTo>
                    <a:pt x="10311" y="262"/>
                  </a:lnTo>
                  <a:cubicBezTo>
                    <a:pt x="9894" y="369"/>
                    <a:pt x="9466" y="477"/>
                    <a:pt x="9037" y="548"/>
                  </a:cubicBezTo>
                  <a:cubicBezTo>
                    <a:pt x="8823" y="596"/>
                    <a:pt x="8608" y="631"/>
                    <a:pt x="8394" y="667"/>
                  </a:cubicBezTo>
                  <a:lnTo>
                    <a:pt x="7739" y="750"/>
                  </a:lnTo>
                  <a:cubicBezTo>
                    <a:pt x="7051" y="836"/>
                    <a:pt x="6347" y="892"/>
                    <a:pt x="5653" y="892"/>
                  </a:cubicBezTo>
                  <a:cubicBezTo>
                    <a:pt x="5483" y="892"/>
                    <a:pt x="5313" y="888"/>
                    <a:pt x="5144" y="881"/>
                  </a:cubicBezTo>
                  <a:cubicBezTo>
                    <a:pt x="5083" y="883"/>
                    <a:pt x="5023" y="884"/>
                    <a:pt x="4964" y="884"/>
                  </a:cubicBezTo>
                  <a:cubicBezTo>
                    <a:pt x="4586" y="884"/>
                    <a:pt x="4214" y="854"/>
                    <a:pt x="3834" y="834"/>
                  </a:cubicBezTo>
                  <a:lnTo>
                    <a:pt x="3191" y="750"/>
                  </a:lnTo>
                  <a:cubicBezTo>
                    <a:pt x="3084" y="738"/>
                    <a:pt x="2977" y="727"/>
                    <a:pt x="2869" y="703"/>
                  </a:cubicBezTo>
                  <a:lnTo>
                    <a:pt x="2548" y="643"/>
                  </a:lnTo>
                  <a:cubicBezTo>
                    <a:pt x="2334" y="608"/>
                    <a:pt x="2107" y="572"/>
                    <a:pt x="1905" y="536"/>
                  </a:cubicBezTo>
                  <a:lnTo>
                    <a:pt x="1262" y="369"/>
                  </a:lnTo>
                  <a:cubicBezTo>
                    <a:pt x="1155" y="346"/>
                    <a:pt x="1048" y="322"/>
                    <a:pt x="953" y="298"/>
                  </a:cubicBezTo>
                  <a:lnTo>
                    <a:pt x="631" y="191"/>
                  </a:lnTo>
                  <a:cubicBezTo>
                    <a:pt x="429" y="131"/>
                    <a:pt x="214" y="60"/>
                    <a:pt x="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31;p65"/>
            <p:cNvSpPr/>
            <p:nvPr/>
          </p:nvSpPr>
          <p:spPr>
            <a:xfrm>
              <a:off x="1097150" y="3088050"/>
              <a:ext cx="715000" cy="479200"/>
            </a:xfrm>
            <a:custGeom>
              <a:avLst/>
              <a:gdLst/>
              <a:ahLst/>
              <a:cxnLst/>
              <a:rect l="l" t="t" r="r" b="b"/>
              <a:pathLst>
                <a:path w="28600" h="19168" extrusionOk="0">
                  <a:moveTo>
                    <a:pt x="16164" y="0"/>
                  </a:moveTo>
                  <a:cubicBezTo>
                    <a:pt x="15246" y="0"/>
                    <a:pt x="14798" y="174"/>
                    <a:pt x="14514" y="189"/>
                  </a:cubicBezTo>
                  <a:cubicBezTo>
                    <a:pt x="14363" y="181"/>
                    <a:pt x="14164" y="175"/>
                    <a:pt x="13887" y="175"/>
                  </a:cubicBezTo>
                  <a:cubicBezTo>
                    <a:pt x="13333" y="175"/>
                    <a:pt x="12470" y="201"/>
                    <a:pt x="11073" y="297"/>
                  </a:cubicBezTo>
                  <a:cubicBezTo>
                    <a:pt x="10788" y="308"/>
                    <a:pt x="10490" y="356"/>
                    <a:pt x="10192" y="368"/>
                  </a:cubicBezTo>
                  <a:cubicBezTo>
                    <a:pt x="8109" y="475"/>
                    <a:pt x="7085" y="3368"/>
                    <a:pt x="6692" y="4202"/>
                  </a:cubicBezTo>
                  <a:cubicBezTo>
                    <a:pt x="6096" y="5452"/>
                    <a:pt x="6001" y="5595"/>
                    <a:pt x="5108" y="8286"/>
                  </a:cubicBezTo>
                  <a:cubicBezTo>
                    <a:pt x="5073" y="8321"/>
                    <a:pt x="5049" y="8381"/>
                    <a:pt x="5013" y="8464"/>
                  </a:cubicBezTo>
                  <a:cubicBezTo>
                    <a:pt x="4656" y="9405"/>
                    <a:pt x="4275" y="10798"/>
                    <a:pt x="3739" y="11703"/>
                  </a:cubicBezTo>
                  <a:lnTo>
                    <a:pt x="3334" y="12381"/>
                  </a:lnTo>
                  <a:lnTo>
                    <a:pt x="2882" y="13036"/>
                  </a:lnTo>
                  <a:lnTo>
                    <a:pt x="2656" y="13370"/>
                  </a:lnTo>
                  <a:cubicBezTo>
                    <a:pt x="2584" y="13477"/>
                    <a:pt x="2501" y="13584"/>
                    <a:pt x="2417" y="13691"/>
                  </a:cubicBezTo>
                  <a:lnTo>
                    <a:pt x="1929" y="14334"/>
                  </a:lnTo>
                  <a:lnTo>
                    <a:pt x="1810" y="14501"/>
                  </a:lnTo>
                  <a:lnTo>
                    <a:pt x="1679" y="14655"/>
                  </a:lnTo>
                  <a:lnTo>
                    <a:pt x="1417" y="14965"/>
                  </a:lnTo>
                  <a:lnTo>
                    <a:pt x="893" y="15584"/>
                  </a:lnTo>
                  <a:lnTo>
                    <a:pt x="0" y="16560"/>
                  </a:lnTo>
                  <a:cubicBezTo>
                    <a:pt x="679" y="17549"/>
                    <a:pt x="1489" y="18442"/>
                    <a:pt x="2441" y="19168"/>
                  </a:cubicBezTo>
                  <a:lnTo>
                    <a:pt x="3560" y="18156"/>
                  </a:lnTo>
                  <a:lnTo>
                    <a:pt x="4203" y="17513"/>
                  </a:lnTo>
                  <a:lnTo>
                    <a:pt x="4525" y="17191"/>
                  </a:lnTo>
                  <a:lnTo>
                    <a:pt x="4692" y="17025"/>
                  </a:lnTo>
                  <a:lnTo>
                    <a:pt x="4846" y="16858"/>
                  </a:lnTo>
                  <a:lnTo>
                    <a:pt x="5465" y="16168"/>
                  </a:lnTo>
                  <a:cubicBezTo>
                    <a:pt x="5573" y="16060"/>
                    <a:pt x="5668" y="15941"/>
                    <a:pt x="5775" y="15834"/>
                  </a:cubicBezTo>
                  <a:lnTo>
                    <a:pt x="6073" y="15465"/>
                  </a:lnTo>
                  <a:lnTo>
                    <a:pt x="6656" y="14751"/>
                  </a:lnTo>
                  <a:lnTo>
                    <a:pt x="7216" y="14001"/>
                  </a:lnTo>
                  <a:cubicBezTo>
                    <a:pt x="7585" y="13477"/>
                    <a:pt x="8109" y="12834"/>
                    <a:pt x="8597" y="12191"/>
                  </a:cubicBezTo>
                  <a:lnTo>
                    <a:pt x="8954" y="12298"/>
                  </a:lnTo>
                  <a:cubicBezTo>
                    <a:pt x="8954" y="12298"/>
                    <a:pt x="9347" y="12822"/>
                    <a:pt x="14455" y="13120"/>
                  </a:cubicBezTo>
                  <a:cubicBezTo>
                    <a:pt x="14900" y="13145"/>
                    <a:pt x="15314" y="13157"/>
                    <a:pt x="15697" y="13157"/>
                  </a:cubicBezTo>
                  <a:cubicBezTo>
                    <a:pt x="19627" y="13157"/>
                    <a:pt x="20408" y="11941"/>
                    <a:pt x="20408" y="11941"/>
                  </a:cubicBezTo>
                  <a:lnTo>
                    <a:pt x="20479" y="11322"/>
                  </a:lnTo>
                  <a:cubicBezTo>
                    <a:pt x="20622" y="11560"/>
                    <a:pt x="20765" y="11786"/>
                    <a:pt x="20884" y="11988"/>
                  </a:cubicBezTo>
                  <a:lnTo>
                    <a:pt x="21372" y="12786"/>
                  </a:lnTo>
                  <a:lnTo>
                    <a:pt x="21896" y="13560"/>
                  </a:lnTo>
                  <a:lnTo>
                    <a:pt x="22158" y="13941"/>
                  </a:lnTo>
                  <a:cubicBezTo>
                    <a:pt x="22253" y="14072"/>
                    <a:pt x="22348" y="14191"/>
                    <a:pt x="22444" y="14310"/>
                  </a:cubicBezTo>
                  <a:lnTo>
                    <a:pt x="22991" y="15048"/>
                  </a:lnTo>
                  <a:lnTo>
                    <a:pt x="23134" y="15227"/>
                  </a:lnTo>
                  <a:lnTo>
                    <a:pt x="23289" y="15406"/>
                  </a:lnTo>
                  <a:lnTo>
                    <a:pt x="23575" y="15751"/>
                  </a:lnTo>
                  <a:lnTo>
                    <a:pt x="24170" y="16453"/>
                  </a:lnTo>
                  <a:lnTo>
                    <a:pt x="25194" y="17549"/>
                  </a:lnTo>
                  <a:cubicBezTo>
                    <a:pt x="26206" y="16918"/>
                    <a:pt x="27837" y="17144"/>
                    <a:pt x="28599" y="16215"/>
                  </a:cubicBezTo>
                  <a:lnTo>
                    <a:pt x="27040" y="14120"/>
                  </a:lnTo>
                  <a:lnTo>
                    <a:pt x="26575" y="13453"/>
                  </a:lnTo>
                  <a:lnTo>
                    <a:pt x="26337" y="13120"/>
                  </a:lnTo>
                  <a:lnTo>
                    <a:pt x="26230" y="12953"/>
                  </a:lnTo>
                  <a:lnTo>
                    <a:pt x="26123" y="12786"/>
                  </a:lnTo>
                  <a:lnTo>
                    <a:pt x="25694" y="12096"/>
                  </a:lnTo>
                  <a:cubicBezTo>
                    <a:pt x="25623" y="11988"/>
                    <a:pt x="25539" y="11881"/>
                    <a:pt x="25480" y="11762"/>
                  </a:cubicBezTo>
                  <a:lnTo>
                    <a:pt x="25277" y="11417"/>
                  </a:lnTo>
                  <a:lnTo>
                    <a:pt x="24896" y="10714"/>
                  </a:lnTo>
                  <a:lnTo>
                    <a:pt x="24539" y="10012"/>
                  </a:lnTo>
                  <a:cubicBezTo>
                    <a:pt x="24099" y="9060"/>
                    <a:pt x="23825" y="7631"/>
                    <a:pt x="23563" y="6666"/>
                  </a:cubicBezTo>
                  <a:cubicBezTo>
                    <a:pt x="23515" y="6512"/>
                    <a:pt x="23456" y="6440"/>
                    <a:pt x="23396" y="6381"/>
                  </a:cubicBezTo>
                  <a:cubicBezTo>
                    <a:pt x="22837" y="3714"/>
                    <a:pt x="21456" y="844"/>
                    <a:pt x="18157" y="213"/>
                  </a:cubicBezTo>
                  <a:cubicBezTo>
                    <a:pt x="17317" y="53"/>
                    <a:pt x="16669" y="0"/>
                    <a:pt x="161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65"/>
            <p:cNvSpPr/>
            <p:nvPr/>
          </p:nvSpPr>
          <p:spPr>
            <a:xfrm>
              <a:off x="1368025" y="3089475"/>
              <a:ext cx="174750" cy="99225"/>
            </a:xfrm>
            <a:custGeom>
              <a:avLst/>
              <a:gdLst/>
              <a:ahLst/>
              <a:cxnLst/>
              <a:rect l="l" t="t" r="r" b="b"/>
              <a:pathLst>
                <a:path w="6990" h="3969" extrusionOk="0">
                  <a:moveTo>
                    <a:pt x="3017" y="0"/>
                  </a:moveTo>
                  <a:cubicBezTo>
                    <a:pt x="2354" y="0"/>
                    <a:pt x="1632" y="43"/>
                    <a:pt x="869" y="168"/>
                  </a:cubicBezTo>
                  <a:cubicBezTo>
                    <a:pt x="83" y="299"/>
                    <a:pt x="60" y="1013"/>
                    <a:pt x="60" y="1013"/>
                  </a:cubicBezTo>
                  <a:cubicBezTo>
                    <a:pt x="0" y="2561"/>
                    <a:pt x="953" y="3799"/>
                    <a:pt x="2703" y="3954"/>
                  </a:cubicBezTo>
                  <a:lnTo>
                    <a:pt x="3989" y="3966"/>
                  </a:lnTo>
                  <a:cubicBezTo>
                    <a:pt x="4025" y="3968"/>
                    <a:pt x="4061" y="3968"/>
                    <a:pt x="4097" y="3968"/>
                  </a:cubicBezTo>
                  <a:cubicBezTo>
                    <a:pt x="5586" y="3968"/>
                    <a:pt x="6836" y="2769"/>
                    <a:pt x="6906" y="1025"/>
                  </a:cubicBezTo>
                  <a:cubicBezTo>
                    <a:pt x="6906" y="1025"/>
                    <a:pt x="6989" y="228"/>
                    <a:pt x="6179" y="204"/>
                  </a:cubicBezTo>
                  <a:cubicBezTo>
                    <a:pt x="5484" y="180"/>
                    <a:pt x="4374" y="0"/>
                    <a:pt x="3017" y="0"/>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65"/>
            <p:cNvSpPr/>
            <p:nvPr/>
          </p:nvSpPr>
          <p:spPr>
            <a:xfrm>
              <a:off x="1472800" y="2874600"/>
              <a:ext cx="200925" cy="200925"/>
            </a:xfrm>
            <a:custGeom>
              <a:avLst/>
              <a:gdLst/>
              <a:ahLst/>
              <a:cxnLst/>
              <a:rect l="l" t="t" r="r" b="b"/>
              <a:pathLst>
                <a:path w="8037" h="8037" extrusionOk="0">
                  <a:moveTo>
                    <a:pt x="4013" y="0"/>
                  </a:moveTo>
                  <a:cubicBezTo>
                    <a:pt x="1798" y="0"/>
                    <a:pt x="0" y="1798"/>
                    <a:pt x="0" y="4013"/>
                  </a:cubicBezTo>
                  <a:cubicBezTo>
                    <a:pt x="0" y="6239"/>
                    <a:pt x="1798" y="8037"/>
                    <a:pt x="4013" y="8037"/>
                  </a:cubicBezTo>
                  <a:cubicBezTo>
                    <a:pt x="6239" y="8037"/>
                    <a:pt x="8037" y="6239"/>
                    <a:pt x="8037" y="4013"/>
                  </a:cubicBezTo>
                  <a:cubicBezTo>
                    <a:pt x="8037" y="1798"/>
                    <a:pt x="6239" y="0"/>
                    <a:pt x="4013" y="0"/>
                  </a:cubicBezTo>
                  <a:close/>
                </a:path>
              </a:pathLst>
            </a:custGeom>
            <a:solidFill>
              <a:srgbClr val="E5E4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65"/>
            <p:cNvSpPr/>
            <p:nvPr/>
          </p:nvSpPr>
          <p:spPr>
            <a:xfrm>
              <a:off x="1472800" y="2874600"/>
              <a:ext cx="200925" cy="200925"/>
            </a:xfrm>
            <a:custGeom>
              <a:avLst/>
              <a:gdLst/>
              <a:ahLst/>
              <a:cxnLst/>
              <a:rect l="l" t="t" r="r" b="b"/>
              <a:pathLst>
                <a:path w="8037" h="8037" extrusionOk="0">
                  <a:moveTo>
                    <a:pt x="4013" y="0"/>
                  </a:moveTo>
                  <a:cubicBezTo>
                    <a:pt x="1798" y="0"/>
                    <a:pt x="0" y="1798"/>
                    <a:pt x="0" y="4013"/>
                  </a:cubicBezTo>
                  <a:cubicBezTo>
                    <a:pt x="0" y="6239"/>
                    <a:pt x="1798" y="8037"/>
                    <a:pt x="4013" y="8037"/>
                  </a:cubicBezTo>
                  <a:cubicBezTo>
                    <a:pt x="6239" y="8037"/>
                    <a:pt x="8037" y="6239"/>
                    <a:pt x="8037" y="4013"/>
                  </a:cubicBezTo>
                  <a:cubicBezTo>
                    <a:pt x="8037" y="1798"/>
                    <a:pt x="6239" y="0"/>
                    <a:pt x="4013"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65"/>
            <p:cNvSpPr/>
            <p:nvPr/>
          </p:nvSpPr>
          <p:spPr>
            <a:xfrm>
              <a:off x="1192400" y="2710750"/>
              <a:ext cx="441450" cy="386025"/>
            </a:xfrm>
            <a:custGeom>
              <a:avLst/>
              <a:gdLst/>
              <a:ahLst/>
              <a:cxnLst/>
              <a:rect l="l" t="t" r="r" b="b"/>
              <a:pathLst>
                <a:path w="17658" h="15441" extrusionOk="0">
                  <a:moveTo>
                    <a:pt x="9112" y="0"/>
                  </a:moveTo>
                  <a:cubicBezTo>
                    <a:pt x="8399" y="0"/>
                    <a:pt x="7670" y="90"/>
                    <a:pt x="6942" y="280"/>
                  </a:cubicBezTo>
                  <a:cubicBezTo>
                    <a:pt x="2644" y="1399"/>
                    <a:pt x="0" y="5554"/>
                    <a:pt x="1036" y="9554"/>
                  </a:cubicBezTo>
                  <a:cubicBezTo>
                    <a:pt x="1902" y="12859"/>
                    <a:pt x="4262" y="15440"/>
                    <a:pt x="8083" y="15440"/>
                  </a:cubicBezTo>
                  <a:cubicBezTo>
                    <a:pt x="8888" y="15440"/>
                    <a:pt x="9758" y="15326"/>
                    <a:pt x="10692" y="15079"/>
                  </a:cubicBezTo>
                  <a:cubicBezTo>
                    <a:pt x="15717" y="13745"/>
                    <a:pt x="17657" y="9507"/>
                    <a:pt x="16610" y="5506"/>
                  </a:cubicBezTo>
                  <a:cubicBezTo>
                    <a:pt x="15749" y="2182"/>
                    <a:pt x="12619" y="0"/>
                    <a:pt x="9112"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336;p65"/>
            <p:cNvSpPr/>
            <p:nvPr/>
          </p:nvSpPr>
          <p:spPr>
            <a:xfrm>
              <a:off x="1401650" y="3006750"/>
              <a:ext cx="98550" cy="145875"/>
            </a:xfrm>
            <a:custGeom>
              <a:avLst/>
              <a:gdLst/>
              <a:ahLst/>
              <a:cxnLst/>
              <a:rect l="l" t="t" r="r" b="b"/>
              <a:pathLst>
                <a:path w="3942" h="5835" extrusionOk="0">
                  <a:moveTo>
                    <a:pt x="1905" y="0"/>
                  </a:moveTo>
                  <a:cubicBezTo>
                    <a:pt x="868" y="0"/>
                    <a:pt x="24" y="758"/>
                    <a:pt x="24" y="1703"/>
                  </a:cubicBezTo>
                  <a:lnTo>
                    <a:pt x="1" y="4572"/>
                  </a:lnTo>
                  <a:cubicBezTo>
                    <a:pt x="1" y="5513"/>
                    <a:pt x="846" y="5823"/>
                    <a:pt x="1894" y="5835"/>
                  </a:cubicBezTo>
                  <a:lnTo>
                    <a:pt x="2001" y="5835"/>
                  </a:lnTo>
                  <a:cubicBezTo>
                    <a:pt x="3049" y="5835"/>
                    <a:pt x="3906" y="5549"/>
                    <a:pt x="3918" y="4596"/>
                  </a:cubicBezTo>
                  <a:lnTo>
                    <a:pt x="3930" y="1727"/>
                  </a:lnTo>
                  <a:cubicBezTo>
                    <a:pt x="3942" y="774"/>
                    <a:pt x="3096" y="0"/>
                    <a:pt x="2048" y="0"/>
                  </a:cubicBezTo>
                  <a:lnTo>
                    <a:pt x="1929" y="0"/>
                  </a:lnTo>
                  <a:cubicBezTo>
                    <a:pt x="1921" y="0"/>
                    <a:pt x="1913" y="0"/>
                    <a:pt x="1905" y="0"/>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37;p65"/>
            <p:cNvSpPr/>
            <p:nvPr/>
          </p:nvSpPr>
          <p:spPr>
            <a:xfrm>
              <a:off x="1212925" y="2951375"/>
              <a:ext cx="108975" cy="109575"/>
            </a:xfrm>
            <a:custGeom>
              <a:avLst/>
              <a:gdLst/>
              <a:ahLst/>
              <a:cxnLst/>
              <a:rect l="l" t="t" r="r" b="b"/>
              <a:pathLst>
                <a:path w="4359" h="4383" extrusionOk="0">
                  <a:moveTo>
                    <a:pt x="2180" y="1"/>
                  </a:moveTo>
                  <a:cubicBezTo>
                    <a:pt x="977" y="13"/>
                    <a:pt x="1" y="989"/>
                    <a:pt x="1" y="2204"/>
                  </a:cubicBezTo>
                  <a:cubicBezTo>
                    <a:pt x="13" y="3406"/>
                    <a:pt x="989" y="4382"/>
                    <a:pt x="2192" y="4382"/>
                  </a:cubicBezTo>
                  <a:cubicBezTo>
                    <a:pt x="3382" y="4382"/>
                    <a:pt x="4359" y="3394"/>
                    <a:pt x="4359" y="2192"/>
                  </a:cubicBezTo>
                  <a:cubicBezTo>
                    <a:pt x="4347" y="977"/>
                    <a:pt x="3370" y="1"/>
                    <a:pt x="2180"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65"/>
            <p:cNvSpPr/>
            <p:nvPr/>
          </p:nvSpPr>
          <p:spPr>
            <a:xfrm>
              <a:off x="1221575" y="2988000"/>
              <a:ext cx="94075" cy="29350"/>
            </a:xfrm>
            <a:custGeom>
              <a:avLst/>
              <a:gdLst/>
              <a:ahLst/>
              <a:cxnLst/>
              <a:rect l="l" t="t" r="r" b="b"/>
              <a:pathLst>
                <a:path w="3763" h="1174" extrusionOk="0">
                  <a:moveTo>
                    <a:pt x="2274" y="0"/>
                  </a:moveTo>
                  <a:cubicBezTo>
                    <a:pt x="2108" y="0"/>
                    <a:pt x="1929" y="0"/>
                    <a:pt x="1762" y="36"/>
                  </a:cubicBezTo>
                  <a:cubicBezTo>
                    <a:pt x="1417" y="96"/>
                    <a:pt x="1096" y="215"/>
                    <a:pt x="798" y="393"/>
                  </a:cubicBezTo>
                  <a:cubicBezTo>
                    <a:pt x="655" y="477"/>
                    <a:pt x="512" y="584"/>
                    <a:pt x="381" y="691"/>
                  </a:cubicBezTo>
                  <a:cubicBezTo>
                    <a:pt x="250" y="798"/>
                    <a:pt x="131" y="917"/>
                    <a:pt x="24" y="1060"/>
                  </a:cubicBezTo>
                  <a:cubicBezTo>
                    <a:pt x="0" y="1084"/>
                    <a:pt x="0" y="1131"/>
                    <a:pt x="36" y="1155"/>
                  </a:cubicBezTo>
                  <a:cubicBezTo>
                    <a:pt x="48" y="1167"/>
                    <a:pt x="66" y="1173"/>
                    <a:pt x="84" y="1173"/>
                  </a:cubicBezTo>
                  <a:cubicBezTo>
                    <a:pt x="101" y="1173"/>
                    <a:pt x="119" y="1167"/>
                    <a:pt x="131" y="1155"/>
                  </a:cubicBezTo>
                  <a:lnTo>
                    <a:pt x="131" y="1143"/>
                  </a:lnTo>
                  <a:cubicBezTo>
                    <a:pt x="357" y="929"/>
                    <a:pt x="631" y="727"/>
                    <a:pt x="905" y="560"/>
                  </a:cubicBezTo>
                  <a:cubicBezTo>
                    <a:pt x="1179" y="405"/>
                    <a:pt x="1489" y="286"/>
                    <a:pt x="1798" y="227"/>
                  </a:cubicBezTo>
                  <a:cubicBezTo>
                    <a:pt x="1937" y="205"/>
                    <a:pt x="2081" y="193"/>
                    <a:pt x="2226" y="193"/>
                  </a:cubicBezTo>
                  <a:cubicBezTo>
                    <a:pt x="2403" y="193"/>
                    <a:pt x="2580" y="211"/>
                    <a:pt x="2751" y="250"/>
                  </a:cubicBezTo>
                  <a:cubicBezTo>
                    <a:pt x="2905" y="286"/>
                    <a:pt x="3048" y="346"/>
                    <a:pt x="3203" y="405"/>
                  </a:cubicBezTo>
                  <a:cubicBezTo>
                    <a:pt x="3286" y="417"/>
                    <a:pt x="3358" y="465"/>
                    <a:pt x="3429" y="500"/>
                  </a:cubicBezTo>
                  <a:lnTo>
                    <a:pt x="3644" y="620"/>
                  </a:lnTo>
                  <a:lnTo>
                    <a:pt x="3655" y="620"/>
                  </a:lnTo>
                  <a:cubicBezTo>
                    <a:pt x="3664" y="628"/>
                    <a:pt x="3675" y="632"/>
                    <a:pt x="3687" y="632"/>
                  </a:cubicBezTo>
                  <a:cubicBezTo>
                    <a:pt x="3709" y="632"/>
                    <a:pt x="3731" y="619"/>
                    <a:pt x="3739" y="596"/>
                  </a:cubicBezTo>
                  <a:cubicBezTo>
                    <a:pt x="3763" y="560"/>
                    <a:pt x="3751" y="512"/>
                    <a:pt x="3715" y="500"/>
                  </a:cubicBezTo>
                  <a:lnTo>
                    <a:pt x="3501" y="369"/>
                  </a:lnTo>
                  <a:cubicBezTo>
                    <a:pt x="3429" y="334"/>
                    <a:pt x="3358" y="274"/>
                    <a:pt x="3274" y="250"/>
                  </a:cubicBezTo>
                  <a:cubicBezTo>
                    <a:pt x="3120" y="191"/>
                    <a:pt x="2965" y="108"/>
                    <a:pt x="2786" y="84"/>
                  </a:cubicBezTo>
                  <a:cubicBezTo>
                    <a:pt x="2703" y="60"/>
                    <a:pt x="2620" y="24"/>
                    <a:pt x="2536" y="24"/>
                  </a:cubicBezTo>
                  <a:lnTo>
                    <a:pt x="227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339;p65"/>
            <p:cNvSpPr/>
            <p:nvPr/>
          </p:nvSpPr>
          <p:spPr>
            <a:xfrm>
              <a:off x="1260550" y="3004200"/>
              <a:ext cx="72950" cy="23250"/>
            </a:xfrm>
            <a:custGeom>
              <a:avLst/>
              <a:gdLst/>
              <a:ahLst/>
              <a:cxnLst/>
              <a:rect l="l" t="t" r="r" b="b"/>
              <a:pathLst>
                <a:path w="2918" h="930" extrusionOk="0">
                  <a:moveTo>
                    <a:pt x="1616" y="0"/>
                  </a:moveTo>
                  <a:cubicBezTo>
                    <a:pt x="1529" y="0"/>
                    <a:pt x="1441" y="8"/>
                    <a:pt x="1358" y="31"/>
                  </a:cubicBezTo>
                  <a:cubicBezTo>
                    <a:pt x="1096" y="67"/>
                    <a:pt x="834" y="162"/>
                    <a:pt x="596" y="305"/>
                  </a:cubicBezTo>
                  <a:cubicBezTo>
                    <a:pt x="370" y="448"/>
                    <a:pt x="168" y="626"/>
                    <a:pt x="13" y="841"/>
                  </a:cubicBezTo>
                  <a:cubicBezTo>
                    <a:pt x="1" y="864"/>
                    <a:pt x="1" y="888"/>
                    <a:pt x="13" y="912"/>
                  </a:cubicBezTo>
                  <a:cubicBezTo>
                    <a:pt x="25" y="924"/>
                    <a:pt x="40" y="930"/>
                    <a:pt x="55" y="930"/>
                  </a:cubicBezTo>
                  <a:cubicBezTo>
                    <a:pt x="69" y="930"/>
                    <a:pt x="84" y="924"/>
                    <a:pt x="96" y="912"/>
                  </a:cubicBezTo>
                  <a:cubicBezTo>
                    <a:pt x="287" y="745"/>
                    <a:pt x="489" y="603"/>
                    <a:pt x="703" y="483"/>
                  </a:cubicBezTo>
                  <a:cubicBezTo>
                    <a:pt x="918" y="353"/>
                    <a:pt x="1156" y="257"/>
                    <a:pt x="1394" y="222"/>
                  </a:cubicBezTo>
                  <a:cubicBezTo>
                    <a:pt x="1506" y="199"/>
                    <a:pt x="1622" y="187"/>
                    <a:pt x="1737" y="187"/>
                  </a:cubicBezTo>
                  <a:cubicBezTo>
                    <a:pt x="1866" y="187"/>
                    <a:pt x="1995" y="202"/>
                    <a:pt x="2120" y="233"/>
                  </a:cubicBezTo>
                  <a:cubicBezTo>
                    <a:pt x="2251" y="257"/>
                    <a:pt x="2358" y="305"/>
                    <a:pt x="2477" y="341"/>
                  </a:cubicBezTo>
                  <a:cubicBezTo>
                    <a:pt x="2597" y="388"/>
                    <a:pt x="2704" y="448"/>
                    <a:pt x="2823" y="507"/>
                  </a:cubicBezTo>
                  <a:lnTo>
                    <a:pt x="2835" y="507"/>
                  </a:lnTo>
                  <a:cubicBezTo>
                    <a:pt x="2841" y="510"/>
                    <a:pt x="2847" y="512"/>
                    <a:pt x="2854" y="512"/>
                  </a:cubicBezTo>
                  <a:cubicBezTo>
                    <a:pt x="2870" y="512"/>
                    <a:pt x="2885" y="501"/>
                    <a:pt x="2894" y="483"/>
                  </a:cubicBezTo>
                  <a:cubicBezTo>
                    <a:pt x="2918" y="460"/>
                    <a:pt x="2906" y="424"/>
                    <a:pt x="2882" y="412"/>
                  </a:cubicBezTo>
                  <a:cubicBezTo>
                    <a:pt x="2763" y="341"/>
                    <a:pt x="2656" y="269"/>
                    <a:pt x="2537" y="210"/>
                  </a:cubicBezTo>
                  <a:cubicBezTo>
                    <a:pt x="2418" y="162"/>
                    <a:pt x="2299" y="102"/>
                    <a:pt x="2168" y="67"/>
                  </a:cubicBezTo>
                  <a:cubicBezTo>
                    <a:pt x="2037" y="31"/>
                    <a:pt x="1894" y="19"/>
                    <a:pt x="1763" y="7"/>
                  </a:cubicBezTo>
                  <a:cubicBezTo>
                    <a:pt x="1715" y="3"/>
                    <a:pt x="1666" y="0"/>
                    <a:pt x="161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65"/>
            <p:cNvSpPr/>
            <p:nvPr/>
          </p:nvSpPr>
          <p:spPr>
            <a:xfrm>
              <a:off x="1212925" y="2726775"/>
              <a:ext cx="395325" cy="366275"/>
            </a:xfrm>
            <a:custGeom>
              <a:avLst/>
              <a:gdLst/>
              <a:ahLst/>
              <a:cxnLst/>
              <a:rect l="l" t="t" r="r" b="b"/>
              <a:pathLst>
                <a:path w="15813" h="14651" extrusionOk="0">
                  <a:moveTo>
                    <a:pt x="7832" y="1"/>
                  </a:moveTo>
                  <a:cubicBezTo>
                    <a:pt x="7099" y="1"/>
                    <a:pt x="6354" y="118"/>
                    <a:pt x="5621" y="365"/>
                  </a:cubicBezTo>
                  <a:cubicBezTo>
                    <a:pt x="1954" y="1603"/>
                    <a:pt x="1" y="5639"/>
                    <a:pt x="1263" y="9378"/>
                  </a:cubicBezTo>
                  <a:cubicBezTo>
                    <a:pt x="2271" y="12363"/>
                    <a:pt x="4448" y="14650"/>
                    <a:pt x="7618" y="14650"/>
                  </a:cubicBezTo>
                  <a:cubicBezTo>
                    <a:pt x="8418" y="14650"/>
                    <a:pt x="9281" y="14505"/>
                    <a:pt x="10205" y="14188"/>
                  </a:cubicBezTo>
                  <a:cubicBezTo>
                    <a:pt x="14491" y="12723"/>
                    <a:pt x="15812" y="8628"/>
                    <a:pt x="14550" y="4889"/>
                  </a:cubicBezTo>
                  <a:cubicBezTo>
                    <a:pt x="13540" y="1895"/>
                    <a:pt x="10781" y="1"/>
                    <a:pt x="7832"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65"/>
            <p:cNvSpPr/>
            <p:nvPr/>
          </p:nvSpPr>
          <p:spPr>
            <a:xfrm>
              <a:off x="1178100" y="2714550"/>
              <a:ext cx="409325" cy="246100"/>
            </a:xfrm>
            <a:custGeom>
              <a:avLst/>
              <a:gdLst/>
              <a:ahLst/>
              <a:cxnLst/>
              <a:rect l="l" t="t" r="r" b="b"/>
              <a:pathLst>
                <a:path w="16373" h="9844" extrusionOk="0">
                  <a:moveTo>
                    <a:pt x="9458" y="1"/>
                  </a:moveTo>
                  <a:cubicBezTo>
                    <a:pt x="8434" y="1"/>
                    <a:pt x="7281" y="207"/>
                    <a:pt x="6002" y="723"/>
                  </a:cubicBezTo>
                  <a:cubicBezTo>
                    <a:pt x="1" y="3140"/>
                    <a:pt x="2513" y="9843"/>
                    <a:pt x="2513" y="9843"/>
                  </a:cubicBezTo>
                  <a:cubicBezTo>
                    <a:pt x="4466" y="9236"/>
                    <a:pt x="6788" y="3604"/>
                    <a:pt x="6788" y="3604"/>
                  </a:cubicBezTo>
                  <a:cubicBezTo>
                    <a:pt x="10836" y="6021"/>
                    <a:pt x="15717" y="6819"/>
                    <a:pt x="15717" y="6819"/>
                  </a:cubicBezTo>
                  <a:lnTo>
                    <a:pt x="16372" y="6438"/>
                  </a:lnTo>
                  <a:cubicBezTo>
                    <a:pt x="16372" y="6438"/>
                    <a:pt x="15765" y="3985"/>
                    <a:pt x="15479" y="3330"/>
                  </a:cubicBezTo>
                  <a:cubicBezTo>
                    <a:pt x="15264" y="2815"/>
                    <a:pt x="13235" y="1"/>
                    <a:pt x="9458"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65"/>
            <p:cNvSpPr/>
            <p:nvPr/>
          </p:nvSpPr>
          <p:spPr>
            <a:xfrm>
              <a:off x="1559100" y="2866350"/>
              <a:ext cx="103025" cy="109425"/>
            </a:xfrm>
            <a:custGeom>
              <a:avLst/>
              <a:gdLst/>
              <a:ahLst/>
              <a:cxnLst/>
              <a:rect l="l" t="t" r="r" b="b"/>
              <a:pathLst>
                <a:path w="4121" h="4377" extrusionOk="0">
                  <a:moveTo>
                    <a:pt x="1639" y="0"/>
                  </a:moveTo>
                  <a:cubicBezTo>
                    <a:pt x="1345" y="0"/>
                    <a:pt x="1048" y="60"/>
                    <a:pt x="763" y="187"/>
                  </a:cubicBezTo>
                  <a:cubicBezTo>
                    <a:pt x="453" y="318"/>
                    <a:pt x="203" y="521"/>
                    <a:pt x="1" y="759"/>
                  </a:cubicBezTo>
                  <a:cubicBezTo>
                    <a:pt x="96" y="1140"/>
                    <a:pt x="215" y="1652"/>
                    <a:pt x="263" y="2199"/>
                  </a:cubicBezTo>
                  <a:cubicBezTo>
                    <a:pt x="346" y="2128"/>
                    <a:pt x="418" y="2045"/>
                    <a:pt x="513" y="1985"/>
                  </a:cubicBezTo>
                  <a:cubicBezTo>
                    <a:pt x="572" y="1937"/>
                    <a:pt x="644" y="1878"/>
                    <a:pt x="715" y="1830"/>
                  </a:cubicBezTo>
                  <a:lnTo>
                    <a:pt x="942" y="1699"/>
                  </a:lnTo>
                  <a:cubicBezTo>
                    <a:pt x="1013" y="1676"/>
                    <a:pt x="1084" y="1640"/>
                    <a:pt x="1168" y="1616"/>
                  </a:cubicBezTo>
                  <a:cubicBezTo>
                    <a:pt x="1180" y="1604"/>
                    <a:pt x="1192" y="1592"/>
                    <a:pt x="1215" y="1580"/>
                  </a:cubicBezTo>
                  <a:cubicBezTo>
                    <a:pt x="1474" y="1467"/>
                    <a:pt x="1749" y="1414"/>
                    <a:pt x="2010" y="1414"/>
                  </a:cubicBezTo>
                  <a:cubicBezTo>
                    <a:pt x="2134" y="1414"/>
                    <a:pt x="2255" y="1426"/>
                    <a:pt x="2370" y="1449"/>
                  </a:cubicBezTo>
                  <a:cubicBezTo>
                    <a:pt x="2394" y="1461"/>
                    <a:pt x="2430" y="1461"/>
                    <a:pt x="2454" y="1461"/>
                  </a:cubicBezTo>
                  <a:cubicBezTo>
                    <a:pt x="2620" y="1485"/>
                    <a:pt x="2787" y="1509"/>
                    <a:pt x="2954" y="1568"/>
                  </a:cubicBezTo>
                  <a:cubicBezTo>
                    <a:pt x="3120" y="1616"/>
                    <a:pt x="3275" y="1676"/>
                    <a:pt x="3430" y="1759"/>
                  </a:cubicBezTo>
                  <a:cubicBezTo>
                    <a:pt x="3466" y="1771"/>
                    <a:pt x="3478" y="1806"/>
                    <a:pt x="3466" y="1842"/>
                  </a:cubicBezTo>
                  <a:cubicBezTo>
                    <a:pt x="3456" y="1872"/>
                    <a:pt x="3422" y="1893"/>
                    <a:pt x="3390" y="1893"/>
                  </a:cubicBezTo>
                  <a:cubicBezTo>
                    <a:pt x="3383" y="1893"/>
                    <a:pt x="3377" y="1892"/>
                    <a:pt x="3370" y="1890"/>
                  </a:cubicBezTo>
                  <a:lnTo>
                    <a:pt x="3370" y="1878"/>
                  </a:lnTo>
                  <a:cubicBezTo>
                    <a:pt x="3263" y="1842"/>
                    <a:pt x="3144" y="1818"/>
                    <a:pt x="3037" y="1783"/>
                  </a:cubicBezTo>
                  <a:lnTo>
                    <a:pt x="3037" y="1783"/>
                  </a:lnTo>
                  <a:cubicBezTo>
                    <a:pt x="3168" y="1902"/>
                    <a:pt x="3263" y="2045"/>
                    <a:pt x="3347" y="2199"/>
                  </a:cubicBezTo>
                  <a:cubicBezTo>
                    <a:pt x="3668" y="2926"/>
                    <a:pt x="3228" y="3819"/>
                    <a:pt x="2370" y="4200"/>
                  </a:cubicBezTo>
                  <a:cubicBezTo>
                    <a:pt x="2109" y="4314"/>
                    <a:pt x="1841" y="4367"/>
                    <a:pt x="1584" y="4367"/>
                  </a:cubicBezTo>
                  <a:cubicBezTo>
                    <a:pt x="1008" y="4367"/>
                    <a:pt x="493" y="4097"/>
                    <a:pt x="263" y="3628"/>
                  </a:cubicBezTo>
                  <a:cubicBezTo>
                    <a:pt x="251" y="3700"/>
                    <a:pt x="239" y="3771"/>
                    <a:pt x="227" y="3831"/>
                  </a:cubicBezTo>
                  <a:cubicBezTo>
                    <a:pt x="624" y="4182"/>
                    <a:pt x="1134" y="4376"/>
                    <a:pt x="1659" y="4376"/>
                  </a:cubicBezTo>
                  <a:cubicBezTo>
                    <a:pt x="1953" y="4376"/>
                    <a:pt x="2251" y="4316"/>
                    <a:pt x="2537" y="4188"/>
                  </a:cubicBezTo>
                  <a:cubicBezTo>
                    <a:pt x="3632" y="3700"/>
                    <a:pt x="4121" y="2414"/>
                    <a:pt x="3632" y="1306"/>
                  </a:cubicBezTo>
                  <a:cubicBezTo>
                    <a:pt x="3271" y="487"/>
                    <a:pt x="2473" y="0"/>
                    <a:pt x="1639" y="0"/>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65"/>
            <p:cNvSpPr/>
            <p:nvPr/>
          </p:nvSpPr>
          <p:spPr>
            <a:xfrm>
              <a:off x="1587975" y="2901800"/>
              <a:ext cx="30400" cy="4950"/>
            </a:xfrm>
            <a:custGeom>
              <a:avLst/>
              <a:gdLst/>
              <a:ahLst/>
              <a:cxnLst/>
              <a:rect l="l" t="t" r="r" b="b"/>
              <a:pathLst>
                <a:path w="1216" h="198" extrusionOk="0">
                  <a:moveTo>
                    <a:pt x="836" y="0"/>
                  </a:moveTo>
                  <a:cubicBezTo>
                    <a:pt x="580" y="0"/>
                    <a:pt x="312" y="56"/>
                    <a:pt x="60" y="174"/>
                  </a:cubicBezTo>
                  <a:cubicBezTo>
                    <a:pt x="37" y="174"/>
                    <a:pt x="25" y="186"/>
                    <a:pt x="1" y="198"/>
                  </a:cubicBezTo>
                  <a:cubicBezTo>
                    <a:pt x="96" y="162"/>
                    <a:pt x="179" y="127"/>
                    <a:pt x="275" y="115"/>
                  </a:cubicBezTo>
                  <a:cubicBezTo>
                    <a:pt x="491" y="56"/>
                    <a:pt x="714" y="27"/>
                    <a:pt x="934" y="27"/>
                  </a:cubicBezTo>
                  <a:cubicBezTo>
                    <a:pt x="1028" y="27"/>
                    <a:pt x="1122" y="32"/>
                    <a:pt x="1215" y="43"/>
                  </a:cubicBezTo>
                  <a:cubicBezTo>
                    <a:pt x="1094" y="15"/>
                    <a:pt x="967" y="0"/>
                    <a:pt x="836" y="0"/>
                  </a:cubicBezTo>
                  <a:close/>
                </a:path>
              </a:pathLst>
            </a:custGeom>
            <a:solidFill>
              <a:srgbClr val="7F47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65"/>
            <p:cNvSpPr/>
            <p:nvPr/>
          </p:nvSpPr>
          <p:spPr>
            <a:xfrm>
              <a:off x="1587975" y="2901800"/>
              <a:ext cx="30400" cy="4950"/>
            </a:xfrm>
            <a:custGeom>
              <a:avLst/>
              <a:gdLst/>
              <a:ahLst/>
              <a:cxnLst/>
              <a:rect l="l" t="t" r="r" b="b"/>
              <a:pathLst>
                <a:path w="1216" h="198" extrusionOk="0">
                  <a:moveTo>
                    <a:pt x="836" y="0"/>
                  </a:moveTo>
                  <a:cubicBezTo>
                    <a:pt x="580" y="0"/>
                    <a:pt x="312" y="56"/>
                    <a:pt x="60" y="174"/>
                  </a:cubicBezTo>
                  <a:cubicBezTo>
                    <a:pt x="37" y="174"/>
                    <a:pt x="25" y="186"/>
                    <a:pt x="1" y="198"/>
                  </a:cubicBezTo>
                  <a:cubicBezTo>
                    <a:pt x="96" y="162"/>
                    <a:pt x="179" y="127"/>
                    <a:pt x="275" y="115"/>
                  </a:cubicBezTo>
                  <a:cubicBezTo>
                    <a:pt x="491" y="56"/>
                    <a:pt x="714" y="27"/>
                    <a:pt x="934" y="27"/>
                  </a:cubicBezTo>
                  <a:cubicBezTo>
                    <a:pt x="1028" y="27"/>
                    <a:pt x="1122" y="32"/>
                    <a:pt x="1215" y="43"/>
                  </a:cubicBezTo>
                  <a:cubicBezTo>
                    <a:pt x="1094" y="15"/>
                    <a:pt x="967" y="0"/>
                    <a:pt x="836" y="0"/>
                  </a:cubicBezTo>
                  <a:close/>
                </a:path>
              </a:pathLst>
            </a:custGeom>
            <a:solidFill>
              <a:srgbClr val="9930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65"/>
            <p:cNvSpPr/>
            <p:nvPr/>
          </p:nvSpPr>
          <p:spPr>
            <a:xfrm>
              <a:off x="1587975" y="2901800"/>
              <a:ext cx="30400" cy="4950"/>
            </a:xfrm>
            <a:custGeom>
              <a:avLst/>
              <a:gdLst/>
              <a:ahLst/>
              <a:cxnLst/>
              <a:rect l="l" t="t" r="r" b="b"/>
              <a:pathLst>
                <a:path w="1216" h="198" extrusionOk="0">
                  <a:moveTo>
                    <a:pt x="836" y="0"/>
                  </a:moveTo>
                  <a:cubicBezTo>
                    <a:pt x="580" y="0"/>
                    <a:pt x="312" y="56"/>
                    <a:pt x="60" y="174"/>
                  </a:cubicBezTo>
                  <a:cubicBezTo>
                    <a:pt x="37" y="174"/>
                    <a:pt x="25" y="186"/>
                    <a:pt x="1" y="198"/>
                  </a:cubicBezTo>
                  <a:cubicBezTo>
                    <a:pt x="96" y="162"/>
                    <a:pt x="179" y="127"/>
                    <a:pt x="275" y="115"/>
                  </a:cubicBezTo>
                  <a:cubicBezTo>
                    <a:pt x="491" y="56"/>
                    <a:pt x="714" y="27"/>
                    <a:pt x="934" y="27"/>
                  </a:cubicBezTo>
                  <a:cubicBezTo>
                    <a:pt x="1028" y="27"/>
                    <a:pt x="1122" y="32"/>
                    <a:pt x="1215" y="43"/>
                  </a:cubicBezTo>
                  <a:cubicBezTo>
                    <a:pt x="1094" y="15"/>
                    <a:pt x="967" y="0"/>
                    <a:pt x="836" y="0"/>
                  </a:cubicBezTo>
                  <a:close/>
                </a:path>
              </a:pathLst>
            </a:custGeom>
            <a:solidFill>
              <a:srgbClr val="6837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65"/>
            <p:cNvSpPr/>
            <p:nvPr/>
          </p:nvSpPr>
          <p:spPr>
            <a:xfrm>
              <a:off x="1565650" y="2907450"/>
              <a:ext cx="84875" cy="68075"/>
            </a:xfrm>
            <a:custGeom>
              <a:avLst/>
              <a:gdLst/>
              <a:ahLst/>
              <a:cxnLst/>
              <a:rect l="l" t="t" r="r" b="b"/>
              <a:pathLst>
                <a:path w="3395" h="2723" extrusionOk="0">
                  <a:moveTo>
                    <a:pt x="1835" y="1"/>
                  </a:moveTo>
                  <a:cubicBezTo>
                    <a:pt x="1626" y="1"/>
                    <a:pt x="1418" y="25"/>
                    <a:pt x="1215" y="79"/>
                  </a:cubicBezTo>
                  <a:cubicBezTo>
                    <a:pt x="906" y="151"/>
                    <a:pt x="608" y="293"/>
                    <a:pt x="358" y="484"/>
                  </a:cubicBezTo>
                  <a:cubicBezTo>
                    <a:pt x="287" y="532"/>
                    <a:pt x="215" y="591"/>
                    <a:pt x="156" y="651"/>
                  </a:cubicBezTo>
                  <a:cubicBezTo>
                    <a:pt x="227" y="627"/>
                    <a:pt x="310" y="591"/>
                    <a:pt x="382" y="567"/>
                  </a:cubicBezTo>
                  <a:cubicBezTo>
                    <a:pt x="489" y="555"/>
                    <a:pt x="584" y="532"/>
                    <a:pt x="691" y="532"/>
                  </a:cubicBezTo>
                  <a:cubicBezTo>
                    <a:pt x="894" y="532"/>
                    <a:pt x="1096" y="567"/>
                    <a:pt x="1287" y="639"/>
                  </a:cubicBezTo>
                  <a:cubicBezTo>
                    <a:pt x="1477" y="710"/>
                    <a:pt x="1656" y="817"/>
                    <a:pt x="1799" y="960"/>
                  </a:cubicBezTo>
                  <a:cubicBezTo>
                    <a:pt x="1811" y="972"/>
                    <a:pt x="1823" y="996"/>
                    <a:pt x="1811" y="1008"/>
                  </a:cubicBezTo>
                  <a:cubicBezTo>
                    <a:pt x="1802" y="1025"/>
                    <a:pt x="1787" y="1036"/>
                    <a:pt x="1770" y="1036"/>
                  </a:cubicBezTo>
                  <a:cubicBezTo>
                    <a:pt x="1764" y="1036"/>
                    <a:pt x="1757" y="1035"/>
                    <a:pt x="1751" y="1032"/>
                  </a:cubicBezTo>
                  <a:cubicBezTo>
                    <a:pt x="1584" y="936"/>
                    <a:pt x="1418" y="853"/>
                    <a:pt x="1239" y="794"/>
                  </a:cubicBezTo>
                  <a:cubicBezTo>
                    <a:pt x="1061" y="722"/>
                    <a:pt x="882" y="686"/>
                    <a:pt x="691" y="686"/>
                  </a:cubicBezTo>
                  <a:cubicBezTo>
                    <a:pt x="513" y="686"/>
                    <a:pt x="322" y="722"/>
                    <a:pt x="144" y="794"/>
                  </a:cubicBezTo>
                  <a:cubicBezTo>
                    <a:pt x="108" y="817"/>
                    <a:pt x="72" y="829"/>
                    <a:pt x="25" y="853"/>
                  </a:cubicBezTo>
                  <a:cubicBezTo>
                    <a:pt x="60" y="1222"/>
                    <a:pt x="49" y="1603"/>
                    <a:pt x="1" y="1972"/>
                  </a:cubicBezTo>
                  <a:cubicBezTo>
                    <a:pt x="232" y="2450"/>
                    <a:pt x="754" y="2723"/>
                    <a:pt x="1329" y="2723"/>
                  </a:cubicBezTo>
                  <a:cubicBezTo>
                    <a:pt x="1585" y="2723"/>
                    <a:pt x="1852" y="2669"/>
                    <a:pt x="2108" y="2556"/>
                  </a:cubicBezTo>
                  <a:cubicBezTo>
                    <a:pt x="2966" y="2175"/>
                    <a:pt x="3394" y="1282"/>
                    <a:pt x="3085" y="555"/>
                  </a:cubicBezTo>
                  <a:cubicBezTo>
                    <a:pt x="3013" y="389"/>
                    <a:pt x="2906" y="258"/>
                    <a:pt x="2775" y="139"/>
                  </a:cubicBezTo>
                  <a:cubicBezTo>
                    <a:pt x="2573" y="79"/>
                    <a:pt x="2370" y="43"/>
                    <a:pt x="2168" y="20"/>
                  </a:cubicBezTo>
                  <a:cubicBezTo>
                    <a:pt x="2057" y="7"/>
                    <a:pt x="1946" y="1"/>
                    <a:pt x="1835"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65"/>
            <p:cNvSpPr/>
            <p:nvPr/>
          </p:nvSpPr>
          <p:spPr>
            <a:xfrm>
              <a:off x="1618350" y="2902875"/>
              <a:ext cx="27700" cy="10800"/>
            </a:xfrm>
            <a:custGeom>
              <a:avLst/>
              <a:gdLst/>
              <a:ahLst/>
              <a:cxnLst/>
              <a:rect l="l" t="t" r="r" b="b"/>
              <a:pathLst>
                <a:path w="1108" h="432" extrusionOk="0">
                  <a:moveTo>
                    <a:pt x="0" y="0"/>
                  </a:moveTo>
                  <a:cubicBezTo>
                    <a:pt x="250" y="48"/>
                    <a:pt x="477" y="167"/>
                    <a:pt x="655" y="322"/>
                  </a:cubicBezTo>
                  <a:cubicBezTo>
                    <a:pt x="774" y="357"/>
                    <a:pt x="893" y="381"/>
                    <a:pt x="1000" y="429"/>
                  </a:cubicBezTo>
                  <a:cubicBezTo>
                    <a:pt x="1007" y="431"/>
                    <a:pt x="1013" y="432"/>
                    <a:pt x="1020" y="432"/>
                  </a:cubicBezTo>
                  <a:cubicBezTo>
                    <a:pt x="1052" y="432"/>
                    <a:pt x="1086" y="411"/>
                    <a:pt x="1096" y="381"/>
                  </a:cubicBezTo>
                  <a:cubicBezTo>
                    <a:pt x="1108" y="345"/>
                    <a:pt x="1096" y="310"/>
                    <a:pt x="1060" y="298"/>
                  </a:cubicBezTo>
                  <a:cubicBezTo>
                    <a:pt x="905" y="215"/>
                    <a:pt x="750" y="155"/>
                    <a:pt x="584" y="107"/>
                  </a:cubicBezTo>
                  <a:cubicBezTo>
                    <a:pt x="417" y="60"/>
                    <a:pt x="250" y="24"/>
                    <a:pt x="8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65"/>
            <p:cNvSpPr/>
            <p:nvPr/>
          </p:nvSpPr>
          <p:spPr>
            <a:xfrm>
              <a:off x="1565650" y="2906725"/>
              <a:ext cx="22650" cy="18800"/>
            </a:xfrm>
            <a:custGeom>
              <a:avLst/>
              <a:gdLst/>
              <a:ahLst/>
              <a:cxnLst/>
              <a:rect l="l" t="t" r="r" b="b"/>
              <a:pathLst>
                <a:path w="906" h="752" extrusionOk="0">
                  <a:moveTo>
                    <a:pt x="906" y="1"/>
                  </a:moveTo>
                  <a:cubicBezTo>
                    <a:pt x="822" y="25"/>
                    <a:pt x="751" y="61"/>
                    <a:pt x="680" y="96"/>
                  </a:cubicBezTo>
                  <a:lnTo>
                    <a:pt x="453" y="227"/>
                  </a:lnTo>
                  <a:cubicBezTo>
                    <a:pt x="382" y="263"/>
                    <a:pt x="310" y="322"/>
                    <a:pt x="251" y="370"/>
                  </a:cubicBezTo>
                  <a:cubicBezTo>
                    <a:pt x="156" y="442"/>
                    <a:pt x="84" y="513"/>
                    <a:pt x="1" y="596"/>
                  </a:cubicBezTo>
                  <a:cubicBezTo>
                    <a:pt x="13" y="644"/>
                    <a:pt x="13" y="692"/>
                    <a:pt x="25" y="751"/>
                  </a:cubicBezTo>
                  <a:cubicBezTo>
                    <a:pt x="49" y="739"/>
                    <a:pt x="72" y="715"/>
                    <a:pt x="96" y="703"/>
                  </a:cubicBezTo>
                  <a:lnTo>
                    <a:pt x="108" y="703"/>
                  </a:lnTo>
                  <a:cubicBezTo>
                    <a:pt x="287" y="418"/>
                    <a:pt x="549" y="168"/>
                    <a:pt x="90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65"/>
            <p:cNvSpPr/>
            <p:nvPr/>
          </p:nvSpPr>
          <p:spPr>
            <a:xfrm>
              <a:off x="1568350" y="2902475"/>
              <a:ext cx="66700" cy="21850"/>
            </a:xfrm>
            <a:custGeom>
              <a:avLst/>
              <a:gdLst/>
              <a:ahLst/>
              <a:cxnLst/>
              <a:rect l="l" t="t" r="r" b="b"/>
              <a:pathLst>
                <a:path w="2668" h="874" extrusionOk="0">
                  <a:moveTo>
                    <a:pt x="1719" y="0"/>
                  </a:moveTo>
                  <a:cubicBezTo>
                    <a:pt x="1499" y="0"/>
                    <a:pt x="1276" y="29"/>
                    <a:pt x="1060" y="88"/>
                  </a:cubicBezTo>
                  <a:cubicBezTo>
                    <a:pt x="964" y="100"/>
                    <a:pt x="881" y="135"/>
                    <a:pt x="798" y="171"/>
                  </a:cubicBezTo>
                  <a:cubicBezTo>
                    <a:pt x="441" y="338"/>
                    <a:pt x="179" y="588"/>
                    <a:pt x="0" y="873"/>
                  </a:cubicBezTo>
                  <a:cubicBezTo>
                    <a:pt x="12" y="862"/>
                    <a:pt x="36" y="862"/>
                    <a:pt x="48" y="850"/>
                  </a:cubicBezTo>
                  <a:cubicBezTo>
                    <a:pt x="119" y="790"/>
                    <a:pt x="179" y="731"/>
                    <a:pt x="250" y="695"/>
                  </a:cubicBezTo>
                  <a:cubicBezTo>
                    <a:pt x="500" y="492"/>
                    <a:pt x="798" y="361"/>
                    <a:pt x="1107" y="278"/>
                  </a:cubicBezTo>
                  <a:cubicBezTo>
                    <a:pt x="1323" y="228"/>
                    <a:pt x="1545" y="207"/>
                    <a:pt x="1768" y="207"/>
                  </a:cubicBezTo>
                  <a:cubicBezTo>
                    <a:pt x="1865" y="207"/>
                    <a:pt x="1962" y="211"/>
                    <a:pt x="2060" y="219"/>
                  </a:cubicBezTo>
                  <a:cubicBezTo>
                    <a:pt x="2262" y="242"/>
                    <a:pt x="2465" y="290"/>
                    <a:pt x="2667" y="338"/>
                  </a:cubicBezTo>
                  <a:cubicBezTo>
                    <a:pt x="2477" y="183"/>
                    <a:pt x="2250" y="64"/>
                    <a:pt x="2000" y="16"/>
                  </a:cubicBezTo>
                  <a:cubicBezTo>
                    <a:pt x="1907" y="5"/>
                    <a:pt x="1813" y="0"/>
                    <a:pt x="171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65"/>
            <p:cNvSpPr/>
            <p:nvPr/>
          </p:nvSpPr>
          <p:spPr>
            <a:xfrm>
              <a:off x="1566250" y="2926075"/>
              <a:ext cx="925" cy="1525"/>
            </a:xfrm>
            <a:custGeom>
              <a:avLst/>
              <a:gdLst/>
              <a:ahLst/>
              <a:cxnLst/>
              <a:rect l="l" t="t" r="r" b="b"/>
              <a:pathLst>
                <a:path w="37" h="61" extrusionOk="0">
                  <a:moveTo>
                    <a:pt x="36" y="1"/>
                  </a:moveTo>
                  <a:lnTo>
                    <a:pt x="36" y="1"/>
                  </a:lnTo>
                  <a:cubicBezTo>
                    <a:pt x="25" y="13"/>
                    <a:pt x="13" y="25"/>
                    <a:pt x="1" y="37"/>
                  </a:cubicBezTo>
                  <a:cubicBezTo>
                    <a:pt x="1" y="49"/>
                    <a:pt x="1" y="49"/>
                    <a:pt x="1" y="60"/>
                  </a:cubicBezTo>
                  <a:cubicBezTo>
                    <a:pt x="13" y="37"/>
                    <a:pt x="25" y="25"/>
                    <a:pt x="36" y="1"/>
                  </a:cubicBezTo>
                  <a:close/>
                </a:path>
              </a:pathLst>
            </a:custGeom>
            <a:solidFill>
              <a:srgbClr val="BF5E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65"/>
            <p:cNvSpPr/>
            <p:nvPr/>
          </p:nvSpPr>
          <p:spPr>
            <a:xfrm>
              <a:off x="1566250" y="2920950"/>
              <a:ext cx="44975" cy="12425"/>
            </a:xfrm>
            <a:custGeom>
              <a:avLst/>
              <a:gdLst/>
              <a:ahLst/>
              <a:cxnLst/>
              <a:rect l="l" t="t" r="r" b="b"/>
              <a:pathLst>
                <a:path w="1799" h="497" extrusionOk="0">
                  <a:moveTo>
                    <a:pt x="610" y="0"/>
                  </a:moveTo>
                  <a:cubicBezTo>
                    <a:pt x="525" y="0"/>
                    <a:pt x="445" y="20"/>
                    <a:pt x="358" y="39"/>
                  </a:cubicBezTo>
                  <a:cubicBezTo>
                    <a:pt x="286" y="63"/>
                    <a:pt x="203" y="87"/>
                    <a:pt x="132" y="111"/>
                  </a:cubicBezTo>
                  <a:cubicBezTo>
                    <a:pt x="108" y="146"/>
                    <a:pt x="72" y="182"/>
                    <a:pt x="36" y="206"/>
                  </a:cubicBezTo>
                  <a:cubicBezTo>
                    <a:pt x="25" y="230"/>
                    <a:pt x="13" y="242"/>
                    <a:pt x="1" y="265"/>
                  </a:cubicBezTo>
                  <a:cubicBezTo>
                    <a:pt x="1" y="277"/>
                    <a:pt x="1" y="301"/>
                    <a:pt x="13" y="313"/>
                  </a:cubicBezTo>
                  <a:cubicBezTo>
                    <a:pt x="48" y="289"/>
                    <a:pt x="84" y="277"/>
                    <a:pt x="132" y="254"/>
                  </a:cubicBezTo>
                  <a:cubicBezTo>
                    <a:pt x="298" y="182"/>
                    <a:pt x="489" y="146"/>
                    <a:pt x="667" y="146"/>
                  </a:cubicBezTo>
                  <a:cubicBezTo>
                    <a:pt x="858" y="146"/>
                    <a:pt x="1037" y="182"/>
                    <a:pt x="1215" y="254"/>
                  </a:cubicBezTo>
                  <a:cubicBezTo>
                    <a:pt x="1394" y="313"/>
                    <a:pt x="1560" y="396"/>
                    <a:pt x="1727" y="492"/>
                  </a:cubicBezTo>
                  <a:cubicBezTo>
                    <a:pt x="1734" y="495"/>
                    <a:pt x="1741" y="497"/>
                    <a:pt x="1748" y="497"/>
                  </a:cubicBezTo>
                  <a:cubicBezTo>
                    <a:pt x="1764" y="497"/>
                    <a:pt x="1778" y="488"/>
                    <a:pt x="1787" y="480"/>
                  </a:cubicBezTo>
                  <a:cubicBezTo>
                    <a:pt x="1799" y="456"/>
                    <a:pt x="1799" y="444"/>
                    <a:pt x="1775" y="420"/>
                  </a:cubicBezTo>
                  <a:cubicBezTo>
                    <a:pt x="1632" y="277"/>
                    <a:pt x="1453" y="182"/>
                    <a:pt x="1263" y="99"/>
                  </a:cubicBezTo>
                  <a:cubicBezTo>
                    <a:pt x="1096" y="36"/>
                    <a:pt x="921" y="1"/>
                    <a:pt x="745" y="1"/>
                  </a:cubicBezTo>
                  <a:cubicBezTo>
                    <a:pt x="719" y="1"/>
                    <a:pt x="693" y="2"/>
                    <a:pt x="667" y="3"/>
                  </a:cubicBezTo>
                  <a:cubicBezTo>
                    <a:pt x="648" y="1"/>
                    <a:pt x="629" y="0"/>
                    <a:pt x="61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65"/>
            <p:cNvSpPr/>
            <p:nvPr/>
          </p:nvSpPr>
          <p:spPr>
            <a:xfrm>
              <a:off x="1565650" y="2927575"/>
              <a:ext cx="625" cy="1500"/>
            </a:xfrm>
            <a:custGeom>
              <a:avLst/>
              <a:gdLst/>
              <a:ahLst/>
              <a:cxnLst/>
              <a:rect l="l" t="t" r="r" b="b"/>
              <a:pathLst>
                <a:path w="25" h="60" extrusionOk="0">
                  <a:moveTo>
                    <a:pt x="25" y="0"/>
                  </a:moveTo>
                  <a:cubicBezTo>
                    <a:pt x="13" y="24"/>
                    <a:pt x="13" y="36"/>
                    <a:pt x="1" y="60"/>
                  </a:cubicBezTo>
                  <a:cubicBezTo>
                    <a:pt x="13" y="60"/>
                    <a:pt x="25" y="48"/>
                    <a:pt x="25" y="48"/>
                  </a:cubicBezTo>
                  <a:cubicBezTo>
                    <a:pt x="25" y="36"/>
                    <a:pt x="25" y="12"/>
                    <a:pt x="25" y="0"/>
                  </a:cubicBezTo>
                  <a:close/>
                </a:path>
              </a:pathLst>
            </a:custGeom>
            <a:solidFill>
              <a:srgbClr val="BF5E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65"/>
            <p:cNvSpPr/>
            <p:nvPr/>
          </p:nvSpPr>
          <p:spPr>
            <a:xfrm>
              <a:off x="1565950" y="2924300"/>
              <a:ext cx="2425" cy="2700"/>
            </a:xfrm>
            <a:custGeom>
              <a:avLst/>
              <a:gdLst/>
              <a:ahLst/>
              <a:cxnLst/>
              <a:rect l="l" t="t" r="r" b="b"/>
              <a:pathLst>
                <a:path w="97" h="108" extrusionOk="0">
                  <a:moveTo>
                    <a:pt x="84" y="0"/>
                  </a:moveTo>
                  <a:cubicBezTo>
                    <a:pt x="60" y="12"/>
                    <a:pt x="37" y="36"/>
                    <a:pt x="1" y="48"/>
                  </a:cubicBezTo>
                  <a:cubicBezTo>
                    <a:pt x="13" y="72"/>
                    <a:pt x="13" y="84"/>
                    <a:pt x="13" y="108"/>
                  </a:cubicBezTo>
                  <a:cubicBezTo>
                    <a:pt x="25" y="96"/>
                    <a:pt x="37" y="84"/>
                    <a:pt x="48" y="72"/>
                  </a:cubicBezTo>
                  <a:cubicBezTo>
                    <a:pt x="60" y="48"/>
                    <a:pt x="72" y="24"/>
                    <a:pt x="96" y="0"/>
                  </a:cubicBezTo>
                  <a:close/>
                </a:path>
              </a:pathLst>
            </a:custGeom>
            <a:solidFill>
              <a:srgbClr val="BF5E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65"/>
            <p:cNvSpPr/>
            <p:nvPr/>
          </p:nvSpPr>
          <p:spPr>
            <a:xfrm>
              <a:off x="1567150" y="2923700"/>
              <a:ext cx="2400" cy="2400"/>
            </a:xfrm>
            <a:custGeom>
              <a:avLst/>
              <a:gdLst/>
              <a:ahLst/>
              <a:cxnLst/>
              <a:rect l="l" t="t" r="r" b="b"/>
              <a:pathLst>
                <a:path w="96" h="96" extrusionOk="0">
                  <a:moveTo>
                    <a:pt x="96" y="1"/>
                  </a:moveTo>
                  <a:cubicBezTo>
                    <a:pt x="84" y="13"/>
                    <a:pt x="60" y="24"/>
                    <a:pt x="48" y="24"/>
                  </a:cubicBezTo>
                  <a:cubicBezTo>
                    <a:pt x="24" y="48"/>
                    <a:pt x="12" y="72"/>
                    <a:pt x="0" y="96"/>
                  </a:cubicBezTo>
                  <a:cubicBezTo>
                    <a:pt x="36" y="72"/>
                    <a:pt x="60" y="36"/>
                    <a:pt x="96" y="1"/>
                  </a:cubicBezTo>
                  <a:close/>
                </a:path>
              </a:pathLst>
            </a:custGeom>
            <a:solidFill>
              <a:srgbClr val="BF5E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65"/>
            <p:cNvSpPr/>
            <p:nvPr/>
          </p:nvSpPr>
          <p:spPr>
            <a:xfrm>
              <a:off x="1453750" y="2943500"/>
              <a:ext cx="34550" cy="30550"/>
            </a:xfrm>
            <a:custGeom>
              <a:avLst/>
              <a:gdLst/>
              <a:ahLst/>
              <a:cxnLst/>
              <a:rect l="l" t="t" r="r" b="b"/>
              <a:pathLst>
                <a:path w="1382" h="1222" extrusionOk="0">
                  <a:moveTo>
                    <a:pt x="685" y="0"/>
                  </a:moveTo>
                  <a:cubicBezTo>
                    <a:pt x="594" y="0"/>
                    <a:pt x="503" y="21"/>
                    <a:pt x="417" y="66"/>
                  </a:cubicBezTo>
                  <a:cubicBezTo>
                    <a:pt x="119" y="209"/>
                    <a:pt x="0" y="578"/>
                    <a:pt x="143" y="876"/>
                  </a:cubicBezTo>
                  <a:cubicBezTo>
                    <a:pt x="254" y="1097"/>
                    <a:pt x="469" y="1221"/>
                    <a:pt x="691" y="1221"/>
                  </a:cubicBezTo>
                  <a:cubicBezTo>
                    <a:pt x="779" y="1221"/>
                    <a:pt x="868" y="1202"/>
                    <a:pt x="953" y="1161"/>
                  </a:cubicBezTo>
                  <a:cubicBezTo>
                    <a:pt x="1262" y="1006"/>
                    <a:pt x="1381" y="649"/>
                    <a:pt x="1226" y="340"/>
                  </a:cubicBezTo>
                  <a:cubicBezTo>
                    <a:pt x="1125" y="128"/>
                    <a:pt x="908" y="0"/>
                    <a:pt x="6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65"/>
            <p:cNvSpPr/>
            <p:nvPr/>
          </p:nvSpPr>
          <p:spPr>
            <a:xfrm>
              <a:off x="1312950" y="2976050"/>
              <a:ext cx="30375" cy="29275"/>
            </a:xfrm>
            <a:custGeom>
              <a:avLst/>
              <a:gdLst/>
              <a:ahLst/>
              <a:cxnLst/>
              <a:rect l="l" t="t" r="r" b="b"/>
              <a:pathLst>
                <a:path w="1215" h="1171" extrusionOk="0">
                  <a:moveTo>
                    <a:pt x="615" y="0"/>
                  </a:moveTo>
                  <a:cubicBezTo>
                    <a:pt x="601" y="0"/>
                    <a:pt x="586" y="1"/>
                    <a:pt x="572" y="2"/>
                  </a:cubicBezTo>
                  <a:cubicBezTo>
                    <a:pt x="251" y="26"/>
                    <a:pt x="0" y="312"/>
                    <a:pt x="36" y="633"/>
                  </a:cubicBezTo>
                  <a:cubicBezTo>
                    <a:pt x="59" y="940"/>
                    <a:pt x="309" y="1171"/>
                    <a:pt x="611" y="1171"/>
                  </a:cubicBezTo>
                  <a:cubicBezTo>
                    <a:pt x="626" y="1171"/>
                    <a:pt x="640" y="1170"/>
                    <a:pt x="655" y="1169"/>
                  </a:cubicBezTo>
                  <a:cubicBezTo>
                    <a:pt x="977" y="1145"/>
                    <a:pt x="1215" y="859"/>
                    <a:pt x="1191" y="538"/>
                  </a:cubicBezTo>
                  <a:cubicBezTo>
                    <a:pt x="1168" y="231"/>
                    <a:pt x="907" y="0"/>
                    <a:pt x="6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65"/>
            <p:cNvSpPr/>
            <p:nvPr/>
          </p:nvSpPr>
          <p:spPr>
            <a:xfrm>
              <a:off x="1420100" y="2845625"/>
              <a:ext cx="107050" cy="37350"/>
            </a:xfrm>
            <a:custGeom>
              <a:avLst/>
              <a:gdLst/>
              <a:ahLst/>
              <a:cxnLst/>
              <a:rect l="l" t="t" r="r" b="b"/>
              <a:pathLst>
                <a:path w="4282" h="1494" extrusionOk="0">
                  <a:moveTo>
                    <a:pt x="1199" y="0"/>
                  </a:moveTo>
                  <a:cubicBezTo>
                    <a:pt x="895" y="0"/>
                    <a:pt x="643" y="79"/>
                    <a:pt x="513" y="290"/>
                  </a:cubicBezTo>
                  <a:cubicBezTo>
                    <a:pt x="1" y="1135"/>
                    <a:pt x="2299" y="1481"/>
                    <a:pt x="2644" y="1492"/>
                  </a:cubicBezTo>
                  <a:cubicBezTo>
                    <a:pt x="2656" y="1493"/>
                    <a:pt x="2670" y="1493"/>
                    <a:pt x="2685" y="1493"/>
                  </a:cubicBezTo>
                  <a:cubicBezTo>
                    <a:pt x="3073" y="1493"/>
                    <a:pt x="4281" y="1338"/>
                    <a:pt x="3513" y="719"/>
                  </a:cubicBezTo>
                  <a:cubicBezTo>
                    <a:pt x="3513" y="719"/>
                    <a:pt x="2117" y="0"/>
                    <a:pt x="1199"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65"/>
            <p:cNvSpPr/>
            <p:nvPr/>
          </p:nvSpPr>
          <p:spPr>
            <a:xfrm>
              <a:off x="1264825" y="2873950"/>
              <a:ext cx="85350" cy="62050"/>
            </a:xfrm>
            <a:custGeom>
              <a:avLst/>
              <a:gdLst/>
              <a:ahLst/>
              <a:cxnLst/>
              <a:rect l="l" t="t" r="r" b="b"/>
              <a:pathLst>
                <a:path w="3414" h="2482" extrusionOk="0">
                  <a:moveTo>
                    <a:pt x="2294" y="1"/>
                  </a:moveTo>
                  <a:cubicBezTo>
                    <a:pt x="1414" y="1"/>
                    <a:pt x="163" y="1931"/>
                    <a:pt x="163" y="1931"/>
                  </a:cubicBezTo>
                  <a:cubicBezTo>
                    <a:pt x="1" y="2350"/>
                    <a:pt x="145" y="2481"/>
                    <a:pt x="382" y="2481"/>
                  </a:cubicBezTo>
                  <a:cubicBezTo>
                    <a:pt x="683" y="2481"/>
                    <a:pt x="1134" y="2269"/>
                    <a:pt x="1294" y="2169"/>
                  </a:cubicBezTo>
                  <a:cubicBezTo>
                    <a:pt x="1580" y="1991"/>
                    <a:pt x="3414" y="538"/>
                    <a:pt x="2545" y="62"/>
                  </a:cubicBezTo>
                  <a:cubicBezTo>
                    <a:pt x="2466" y="20"/>
                    <a:pt x="2382" y="1"/>
                    <a:pt x="2294"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65"/>
            <p:cNvSpPr/>
            <p:nvPr/>
          </p:nvSpPr>
          <p:spPr>
            <a:xfrm>
              <a:off x="1401050" y="2904650"/>
              <a:ext cx="13725" cy="61650"/>
            </a:xfrm>
            <a:custGeom>
              <a:avLst/>
              <a:gdLst/>
              <a:ahLst/>
              <a:cxnLst/>
              <a:rect l="l" t="t" r="r" b="b"/>
              <a:pathLst>
                <a:path w="549" h="2466" extrusionOk="0">
                  <a:moveTo>
                    <a:pt x="13" y="1"/>
                  </a:moveTo>
                  <a:cubicBezTo>
                    <a:pt x="1" y="13"/>
                    <a:pt x="1" y="24"/>
                    <a:pt x="1" y="36"/>
                  </a:cubicBezTo>
                  <a:cubicBezTo>
                    <a:pt x="72" y="263"/>
                    <a:pt x="132" y="501"/>
                    <a:pt x="179" y="727"/>
                  </a:cubicBezTo>
                  <a:cubicBezTo>
                    <a:pt x="239" y="953"/>
                    <a:pt x="298" y="1191"/>
                    <a:pt x="334" y="1417"/>
                  </a:cubicBezTo>
                  <a:cubicBezTo>
                    <a:pt x="370" y="1656"/>
                    <a:pt x="417" y="1894"/>
                    <a:pt x="406" y="2120"/>
                  </a:cubicBezTo>
                  <a:cubicBezTo>
                    <a:pt x="406" y="2168"/>
                    <a:pt x="394" y="2227"/>
                    <a:pt x="382" y="2275"/>
                  </a:cubicBezTo>
                  <a:cubicBezTo>
                    <a:pt x="382" y="2299"/>
                    <a:pt x="370" y="2322"/>
                    <a:pt x="358" y="2334"/>
                  </a:cubicBezTo>
                  <a:cubicBezTo>
                    <a:pt x="394" y="2382"/>
                    <a:pt x="417" y="2418"/>
                    <a:pt x="429" y="2465"/>
                  </a:cubicBezTo>
                  <a:cubicBezTo>
                    <a:pt x="477" y="2418"/>
                    <a:pt x="501" y="2358"/>
                    <a:pt x="513" y="2310"/>
                  </a:cubicBezTo>
                  <a:cubicBezTo>
                    <a:pt x="537" y="2251"/>
                    <a:pt x="537" y="2179"/>
                    <a:pt x="537" y="2120"/>
                  </a:cubicBezTo>
                  <a:cubicBezTo>
                    <a:pt x="548" y="1870"/>
                    <a:pt x="501" y="1632"/>
                    <a:pt x="453" y="1394"/>
                  </a:cubicBezTo>
                  <a:cubicBezTo>
                    <a:pt x="358" y="929"/>
                    <a:pt x="215" y="465"/>
                    <a:pt x="60" y="24"/>
                  </a:cubicBezTo>
                  <a:cubicBezTo>
                    <a:pt x="48" y="1"/>
                    <a:pt x="36" y="1"/>
                    <a:pt x="1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65"/>
            <p:cNvSpPr/>
            <p:nvPr/>
          </p:nvSpPr>
          <p:spPr>
            <a:xfrm>
              <a:off x="1234375" y="2869700"/>
              <a:ext cx="342325" cy="176925"/>
            </a:xfrm>
            <a:custGeom>
              <a:avLst/>
              <a:gdLst/>
              <a:ahLst/>
              <a:cxnLst/>
              <a:rect l="l" t="t" r="r" b="b"/>
              <a:pathLst>
                <a:path w="13693" h="7077" extrusionOk="0">
                  <a:moveTo>
                    <a:pt x="10336" y="307"/>
                  </a:moveTo>
                  <a:cubicBezTo>
                    <a:pt x="11363" y="307"/>
                    <a:pt x="12347" y="914"/>
                    <a:pt x="12776" y="1923"/>
                  </a:cubicBezTo>
                  <a:cubicBezTo>
                    <a:pt x="13347" y="3268"/>
                    <a:pt x="12716" y="4828"/>
                    <a:pt x="11371" y="5387"/>
                  </a:cubicBezTo>
                  <a:cubicBezTo>
                    <a:pt x="11034" y="5530"/>
                    <a:pt x="10684" y="5598"/>
                    <a:pt x="10339" y="5598"/>
                  </a:cubicBezTo>
                  <a:cubicBezTo>
                    <a:pt x="9306" y="5598"/>
                    <a:pt x="8322" y="4991"/>
                    <a:pt x="7894" y="3982"/>
                  </a:cubicBezTo>
                  <a:cubicBezTo>
                    <a:pt x="7334" y="2637"/>
                    <a:pt x="7966" y="1077"/>
                    <a:pt x="9311" y="518"/>
                  </a:cubicBezTo>
                  <a:cubicBezTo>
                    <a:pt x="9645" y="375"/>
                    <a:pt x="9993" y="307"/>
                    <a:pt x="10336" y="307"/>
                  </a:cubicBezTo>
                  <a:close/>
                  <a:moveTo>
                    <a:pt x="3329" y="1480"/>
                  </a:moveTo>
                  <a:cubicBezTo>
                    <a:pt x="4366" y="1480"/>
                    <a:pt x="5356" y="2088"/>
                    <a:pt x="5787" y="3101"/>
                  </a:cubicBezTo>
                  <a:cubicBezTo>
                    <a:pt x="6358" y="4447"/>
                    <a:pt x="5727" y="5994"/>
                    <a:pt x="4382" y="6566"/>
                  </a:cubicBezTo>
                  <a:cubicBezTo>
                    <a:pt x="4045" y="6709"/>
                    <a:pt x="3695" y="6777"/>
                    <a:pt x="3350" y="6777"/>
                  </a:cubicBezTo>
                  <a:cubicBezTo>
                    <a:pt x="2317" y="6777"/>
                    <a:pt x="1334" y="6170"/>
                    <a:pt x="905" y="5161"/>
                  </a:cubicBezTo>
                  <a:cubicBezTo>
                    <a:pt x="334" y="3816"/>
                    <a:pt x="977" y="2256"/>
                    <a:pt x="2310" y="1684"/>
                  </a:cubicBezTo>
                  <a:cubicBezTo>
                    <a:pt x="2643" y="1546"/>
                    <a:pt x="2988" y="1480"/>
                    <a:pt x="3329" y="1480"/>
                  </a:cubicBezTo>
                  <a:close/>
                  <a:moveTo>
                    <a:pt x="10334" y="0"/>
                  </a:moveTo>
                  <a:cubicBezTo>
                    <a:pt x="9953" y="0"/>
                    <a:pt x="9565" y="75"/>
                    <a:pt x="9192" y="232"/>
                  </a:cubicBezTo>
                  <a:cubicBezTo>
                    <a:pt x="7942" y="768"/>
                    <a:pt x="7251" y="2053"/>
                    <a:pt x="7418" y="3339"/>
                  </a:cubicBezTo>
                  <a:cubicBezTo>
                    <a:pt x="7304" y="3292"/>
                    <a:pt x="7096" y="3219"/>
                    <a:pt x="6844" y="3219"/>
                  </a:cubicBezTo>
                  <a:cubicBezTo>
                    <a:pt x="6649" y="3219"/>
                    <a:pt x="6427" y="3263"/>
                    <a:pt x="6203" y="3399"/>
                  </a:cubicBezTo>
                  <a:cubicBezTo>
                    <a:pt x="6168" y="3256"/>
                    <a:pt x="6120" y="3113"/>
                    <a:pt x="6061" y="2982"/>
                  </a:cubicBezTo>
                  <a:cubicBezTo>
                    <a:pt x="5587" y="1856"/>
                    <a:pt x="4488" y="1179"/>
                    <a:pt x="3340" y="1179"/>
                  </a:cubicBezTo>
                  <a:cubicBezTo>
                    <a:pt x="2960" y="1179"/>
                    <a:pt x="2574" y="1253"/>
                    <a:pt x="2203" y="1411"/>
                  </a:cubicBezTo>
                  <a:cubicBezTo>
                    <a:pt x="703" y="2042"/>
                    <a:pt x="0" y="3780"/>
                    <a:pt x="631" y="5280"/>
                  </a:cubicBezTo>
                  <a:cubicBezTo>
                    <a:pt x="1104" y="6396"/>
                    <a:pt x="2200" y="7077"/>
                    <a:pt x="3346" y="7077"/>
                  </a:cubicBezTo>
                  <a:cubicBezTo>
                    <a:pt x="3728" y="7077"/>
                    <a:pt x="4116" y="7001"/>
                    <a:pt x="4489" y="6840"/>
                  </a:cubicBezTo>
                  <a:cubicBezTo>
                    <a:pt x="5787" y="6304"/>
                    <a:pt x="6477" y="4947"/>
                    <a:pt x="6251" y="3625"/>
                  </a:cubicBezTo>
                  <a:cubicBezTo>
                    <a:pt x="6433" y="3513"/>
                    <a:pt x="6637" y="3476"/>
                    <a:pt x="6826" y="3476"/>
                  </a:cubicBezTo>
                  <a:cubicBezTo>
                    <a:pt x="7120" y="3476"/>
                    <a:pt x="7379" y="3565"/>
                    <a:pt x="7465" y="3601"/>
                  </a:cubicBezTo>
                  <a:cubicBezTo>
                    <a:pt x="7501" y="3768"/>
                    <a:pt x="7549" y="3935"/>
                    <a:pt x="7620" y="4101"/>
                  </a:cubicBezTo>
                  <a:cubicBezTo>
                    <a:pt x="8092" y="5224"/>
                    <a:pt x="9184" y="5900"/>
                    <a:pt x="10332" y="5900"/>
                  </a:cubicBezTo>
                  <a:cubicBezTo>
                    <a:pt x="10719" y="5900"/>
                    <a:pt x="11112" y="5823"/>
                    <a:pt x="11490" y="5661"/>
                  </a:cubicBezTo>
                  <a:cubicBezTo>
                    <a:pt x="12990" y="5030"/>
                    <a:pt x="13692" y="3304"/>
                    <a:pt x="13049" y="1803"/>
                  </a:cubicBezTo>
                  <a:cubicBezTo>
                    <a:pt x="12576" y="677"/>
                    <a:pt x="11484" y="0"/>
                    <a:pt x="1033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65"/>
            <p:cNvSpPr/>
            <p:nvPr/>
          </p:nvSpPr>
          <p:spPr>
            <a:xfrm>
              <a:off x="1392725" y="3005325"/>
              <a:ext cx="44375" cy="21150"/>
            </a:xfrm>
            <a:custGeom>
              <a:avLst/>
              <a:gdLst/>
              <a:ahLst/>
              <a:cxnLst/>
              <a:rect l="l" t="t" r="r" b="b"/>
              <a:pathLst>
                <a:path w="1775" h="846" extrusionOk="0">
                  <a:moveTo>
                    <a:pt x="1727" y="1"/>
                  </a:moveTo>
                  <a:cubicBezTo>
                    <a:pt x="1718" y="1"/>
                    <a:pt x="1709" y="4"/>
                    <a:pt x="1703" y="10"/>
                  </a:cubicBezTo>
                  <a:cubicBezTo>
                    <a:pt x="1512" y="272"/>
                    <a:pt x="1262" y="486"/>
                    <a:pt x="977" y="617"/>
                  </a:cubicBezTo>
                  <a:cubicBezTo>
                    <a:pt x="834" y="677"/>
                    <a:pt x="679" y="712"/>
                    <a:pt x="524" y="724"/>
                  </a:cubicBezTo>
                  <a:cubicBezTo>
                    <a:pt x="496" y="726"/>
                    <a:pt x="467" y="727"/>
                    <a:pt x="439" y="727"/>
                  </a:cubicBezTo>
                  <a:cubicBezTo>
                    <a:pt x="312" y="727"/>
                    <a:pt x="184" y="708"/>
                    <a:pt x="48" y="689"/>
                  </a:cubicBezTo>
                  <a:cubicBezTo>
                    <a:pt x="44" y="685"/>
                    <a:pt x="40" y="684"/>
                    <a:pt x="35" y="684"/>
                  </a:cubicBezTo>
                  <a:cubicBezTo>
                    <a:pt x="24" y="684"/>
                    <a:pt x="12" y="692"/>
                    <a:pt x="12" y="700"/>
                  </a:cubicBezTo>
                  <a:cubicBezTo>
                    <a:pt x="0" y="724"/>
                    <a:pt x="12" y="748"/>
                    <a:pt x="36" y="748"/>
                  </a:cubicBezTo>
                  <a:cubicBezTo>
                    <a:pt x="191" y="808"/>
                    <a:pt x="358" y="843"/>
                    <a:pt x="536" y="843"/>
                  </a:cubicBezTo>
                  <a:cubicBezTo>
                    <a:pt x="557" y="845"/>
                    <a:pt x="579" y="846"/>
                    <a:pt x="600" y="846"/>
                  </a:cubicBezTo>
                  <a:cubicBezTo>
                    <a:pt x="748" y="846"/>
                    <a:pt x="901" y="810"/>
                    <a:pt x="1036" y="748"/>
                  </a:cubicBezTo>
                  <a:cubicBezTo>
                    <a:pt x="1203" y="689"/>
                    <a:pt x="1346" y="581"/>
                    <a:pt x="1477" y="462"/>
                  </a:cubicBezTo>
                  <a:cubicBezTo>
                    <a:pt x="1596" y="343"/>
                    <a:pt x="1691" y="200"/>
                    <a:pt x="1762" y="46"/>
                  </a:cubicBezTo>
                  <a:cubicBezTo>
                    <a:pt x="1774" y="34"/>
                    <a:pt x="1774" y="22"/>
                    <a:pt x="1751" y="10"/>
                  </a:cubicBezTo>
                  <a:cubicBezTo>
                    <a:pt x="1745" y="4"/>
                    <a:pt x="1736" y="1"/>
                    <a:pt x="172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65"/>
            <p:cNvSpPr/>
            <p:nvPr/>
          </p:nvSpPr>
          <p:spPr>
            <a:xfrm>
              <a:off x="1377250" y="2962850"/>
              <a:ext cx="34550" cy="36775"/>
            </a:xfrm>
            <a:custGeom>
              <a:avLst/>
              <a:gdLst/>
              <a:ahLst/>
              <a:cxnLst/>
              <a:rect l="l" t="t" r="r" b="b"/>
              <a:pathLst>
                <a:path w="1382" h="1471" extrusionOk="0">
                  <a:moveTo>
                    <a:pt x="489" y="0"/>
                  </a:moveTo>
                  <a:cubicBezTo>
                    <a:pt x="401" y="0"/>
                    <a:pt x="308" y="15"/>
                    <a:pt x="215" y="66"/>
                  </a:cubicBezTo>
                  <a:cubicBezTo>
                    <a:pt x="179" y="78"/>
                    <a:pt x="143" y="102"/>
                    <a:pt x="131" y="125"/>
                  </a:cubicBezTo>
                  <a:lnTo>
                    <a:pt x="95" y="173"/>
                  </a:lnTo>
                  <a:cubicBezTo>
                    <a:pt x="84" y="185"/>
                    <a:pt x="72" y="209"/>
                    <a:pt x="72" y="221"/>
                  </a:cubicBezTo>
                  <a:cubicBezTo>
                    <a:pt x="36" y="280"/>
                    <a:pt x="24" y="352"/>
                    <a:pt x="12" y="411"/>
                  </a:cubicBezTo>
                  <a:cubicBezTo>
                    <a:pt x="12" y="483"/>
                    <a:pt x="0" y="542"/>
                    <a:pt x="12" y="602"/>
                  </a:cubicBezTo>
                  <a:lnTo>
                    <a:pt x="24" y="697"/>
                  </a:lnTo>
                  <a:cubicBezTo>
                    <a:pt x="36" y="733"/>
                    <a:pt x="48" y="756"/>
                    <a:pt x="60" y="792"/>
                  </a:cubicBezTo>
                  <a:cubicBezTo>
                    <a:pt x="72" y="852"/>
                    <a:pt x="107" y="911"/>
                    <a:pt x="143" y="971"/>
                  </a:cubicBezTo>
                  <a:cubicBezTo>
                    <a:pt x="179" y="1018"/>
                    <a:pt x="215" y="1066"/>
                    <a:pt x="262" y="1114"/>
                  </a:cubicBezTo>
                  <a:cubicBezTo>
                    <a:pt x="357" y="1197"/>
                    <a:pt x="465" y="1256"/>
                    <a:pt x="584" y="1304"/>
                  </a:cubicBezTo>
                  <a:cubicBezTo>
                    <a:pt x="810" y="1411"/>
                    <a:pt x="1048" y="1447"/>
                    <a:pt x="1286" y="1471"/>
                  </a:cubicBezTo>
                  <a:cubicBezTo>
                    <a:pt x="1310" y="1471"/>
                    <a:pt x="1322" y="1459"/>
                    <a:pt x="1322" y="1435"/>
                  </a:cubicBezTo>
                  <a:cubicBezTo>
                    <a:pt x="1322" y="1423"/>
                    <a:pt x="1310" y="1411"/>
                    <a:pt x="1298" y="1411"/>
                  </a:cubicBezTo>
                  <a:cubicBezTo>
                    <a:pt x="1060" y="1387"/>
                    <a:pt x="834" y="1328"/>
                    <a:pt x="619" y="1221"/>
                  </a:cubicBezTo>
                  <a:cubicBezTo>
                    <a:pt x="524" y="1173"/>
                    <a:pt x="417" y="1114"/>
                    <a:pt x="346" y="1030"/>
                  </a:cubicBezTo>
                  <a:cubicBezTo>
                    <a:pt x="298" y="994"/>
                    <a:pt x="274" y="947"/>
                    <a:pt x="238" y="899"/>
                  </a:cubicBezTo>
                  <a:cubicBezTo>
                    <a:pt x="215" y="852"/>
                    <a:pt x="179" y="804"/>
                    <a:pt x="167" y="756"/>
                  </a:cubicBezTo>
                  <a:cubicBezTo>
                    <a:pt x="167" y="721"/>
                    <a:pt x="155" y="697"/>
                    <a:pt x="143" y="673"/>
                  </a:cubicBezTo>
                  <a:lnTo>
                    <a:pt x="143" y="590"/>
                  </a:lnTo>
                  <a:cubicBezTo>
                    <a:pt x="131" y="542"/>
                    <a:pt x="143" y="483"/>
                    <a:pt x="143" y="423"/>
                  </a:cubicBezTo>
                  <a:cubicBezTo>
                    <a:pt x="155" y="316"/>
                    <a:pt x="191" y="221"/>
                    <a:pt x="274" y="173"/>
                  </a:cubicBezTo>
                  <a:cubicBezTo>
                    <a:pt x="327" y="150"/>
                    <a:pt x="394" y="142"/>
                    <a:pt x="464" y="142"/>
                  </a:cubicBezTo>
                  <a:cubicBezTo>
                    <a:pt x="504" y="142"/>
                    <a:pt x="544" y="145"/>
                    <a:pt x="584" y="149"/>
                  </a:cubicBezTo>
                  <a:cubicBezTo>
                    <a:pt x="703" y="161"/>
                    <a:pt x="822" y="185"/>
                    <a:pt x="941" y="197"/>
                  </a:cubicBezTo>
                  <a:cubicBezTo>
                    <a:pt x="994" y="202"/>
                    <a:pt x="1050" y="207"/>
                    <a:pt x="1107" y="207"/>
                  </a:cubicBezTo>
                  <a:cubicBezTo>
                    <a:pt x="1177" y="207"/>
                    <a:pt x="1249" y="199"/>
                    <a:pt x="1322" y="173"/>
                  </a:cubicBezTo>
                  <a:cubicBezTo>
                    <a:pt x="1346" y="161"/>
                    <a:pt x="1369" y="149"/>
                    <a:pt x="1381" y="137"/>
                  </a:cubicBezTo>
                  <a:cubicBezTo>
                    <a:pt x="1369" y="90"/>
                    <a:pt x="1334" y="42"/>
                    <a:pt x="1310" y="6"/>
                  </a:cubicBezTo>
                  <a:cubicBezTo>
                    <a:pt x="1298" y="30"/>
                    <a:pt x="1286" y="42"/>
                    <a:pt x="1274" y="42"/>
                  </a:cubicBezTo>
                  <a:cubicBezTo>
                    <a:pt x="1233" y="60"/>
                    <a:pt x="1182" y="66"/>
                    <a:pt x="1127" y="66"/>
                  </a:cubicBezTo>
                  <a:cubicBezTo>
                    <a:pt x="1072" y="66"/>
                    <a:pt x="1012" y="60"/>
                    <a:pt x="953" y="54"/>
                  </a:cubicBezTo>
                  <a:cubicBezTo>
                    <a:pt x="846" y="42"/>
                    <a:pt x="727" y="18"/>
                    <a:pt x="596" y="6"/>
                  </a:cubicBezTo>
                  <a:cubicBezTo>
                    <a:pt x="561" y="3"/>
                    <a:pt x="526" y="0"/>
                    <a:pt x="48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65"/>
            <p:cNvSpPr/>
            <p:nvPr/>
          </p:nvSpPr>
          <p:spPr>
            <a:xfrm>
              <a:off x="1380525" y="2966400"/>
              <a:ext cx="29775" cy="31750"/>
            </a:xfrm>
            <a:custGeom>
              <a:avLst/>
              <a:gdLst/>
              <a:ahLst/>
              <a:cxnLst/>
              <a:rect l="l" t="t" r="r" b="b"/>
              <a:pathLst>
                <a:path w="1191" h="1270" extrusionOk="0">
                  <a:moveTo>
                    <a:pt x="343" y="1"/>
                  </a:moveTo>
                  <a:cubicBezTo>
                    <a:pt x="270" y="1"/>
                    <a:pt x="199" y="11"/>
                    <a:pt x="143" y="43"/>
                  </a:cubicBezTo>
                  <a:cubicBezTo>
                    <a:pt x="60" y="79"/>
                    <a:pt x="24" y="174"/>
                    <a:pt x="12" y="281"/>
                  </a:cubicBezTo>
                  <a:cubicBezTo>
                    <a:pt x="12" y="341"/>
                    <a:pt x="0" y="400"/>
                    <a:pt x="12" y="448"/>
                  </a:cubicBezTo>
                  <a:lnTo>
                    <a:pt x="12" y="531"/>
                  </a:lnTo>
                  <a:cubicBezTo>
                    <a:pt x="24" y="555"/>
                    <a:pt x="36" y="591"/>
                    <a:pt x="36" y="614"/>
                  </a:cubicBezTo>
                  <a:cubicBezTo>
                    <a:pt x="48" y="662"/>
                    <a:pt x="84" y="710"/>
                    <a:pt x="107" y="757"/>
                  </a:cubicBezTo>
                  <a:cubicBezTo>
                    <a:pt x="131" y="805"/>
                    <a:pt x="167" y="852"/>
                    <a:pt x="215" y="888"/>
                  </a:cubicBezTo>
                  <a:cubicBezTo>
                    <a:pt x="286" y="972"/>
                    <a:pt x="381" y="1031"/>
                    <a:pt x="488" y="1079"/>
                  </a:cubicBezTo>
                  <a:cubicBezTo>
                    <a:pt x="691" y="1186"/>
                    <a:pt x="929" y="1245"/>
                    <a:pt x="1155" y="1269"/>
                  </a:cubicBezTo>
                  <a:lnTo>
                    <a:pt x="1191" y="31"/>
                  </a:lnTo>
                  <a:lnTo>
                    <a:pt x="1191" y="31"/>
                  </a:lnTo>
                  <a:cubicBezTo>
                    <a:pt x="1118" y="57"/>
                    <a:pt x="1046" y="65"/>
                    <a:pt x="976" y="65"/>
                  </a:cubicBezTo>
                  <a:cubicBezTo>
                    <a:pt x="919" y="65"/>
                    <a:pt x="863" y="60"/>
                    <a:pt x="810" y="55"/>
                  </a:cubicBezTo>
                  <a:cubicBezTo>
                    <a:pt x="679" y="43"/>
                    <a:pt x="572" y="19"/>
                    <a:pt x="453" y="7"/>
                  </a:cubicBezTo>
                  <a:cubicBezTo>
                    <a:pt x="417" y="3"/>
                    <a:pt x="380" y="1"/>
                    <a:pt x="343"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65"/>
            <p:cNvSpPr/>
            <p:nvPr/>
          </p:nvSpPr>
          <p:spPr>
            <a:xfrm>
              <a:off x="1296575" y="3198450"/>
              <a:ext cx="25025" cy="196475"/>
            </a:xfrm>
            <a:custGeom>
              <a:avLst/>
              <a:gdLst/>
              <a:ahLst/>
              <a:cxnLst/>
              <a:rect l="l" t="t" r="r" b="b"/>
              <a:pathLst>
                <a:path w="1001" h="7859" extrusionOk="0">
                  <a:moveTo>
                    <a:pt x="822" y="0"/>
                  </a:moveTo>
                  <a:cubicBezTo>
                    <a:pt x="560" y="619"/>
                    <a:pt x="382" y="1274"/>
                    <a:pt x="239" y="1941"/>
                  </a:cubicBezTo>
                  <a:cubicBezTo>
                    <a:pt x="108" y="2608"/>
                    <a:pt x="24" y="3286"/>
                    <a:pt x="13" y="3965"/>
                  </a:cubicBezTo>
                  <a:cubicBezTo>
                    <a:pt x="1" y="4632"/>
                    <a:pt x="60" y="5322"/>
                    <a:pt x="215" y="5977"/>
                  </a:cubicBezTo>
                  <a:cubicBezTo>
                    <a:pt x="358" y="6644"/>
                    <a:pt x="620" y="7275"/>
                    <a:pt x="965" y="7858"/>
                  </a:cubicBezTo>
                  <a:lnTo>
                    <a:pt x="1001" y="7846"/>
                  </a:lnTo>
                  <a:cubicBezTo>
                    <a:pt x="655" y="7251"/>
                    <a:pt x="417" y="6620"/>
                    <a:pt x="274" y="5965"/>
                  </a:cubicBezTo>
                  <a:cubicBezTo>
                    <a:pt x="120" y="5310"/>
                    <a:pt x="72" y="4632"/>
                    <a:pt x="84" y="3965"/>
                  </a:cubicBezTo>
                  <a:cubicBezTo>
                    <a:pt x="96" y="3286"/>
                    <a:pt x="179" y="2619"/>
                    <a:pt x="310" y="1953"/>
                  </a:cubicBezTo>
                  <a:cubicBezTo>
                    <a:pt x="441" y="1298"/>
                    <a:pt x="620" y="643"/>
                    <a:pt x="858" y="12"/>
                  </a:cubicBezTo>
                  <a:lnTo>
                    <a:pt x="82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65"/>
            <p:cNvSpPr/>
            <p:nvPr/>
          </p:nvSpPr>
          <p:spPr>
            <a:xfrm>
              <a:off x="1357300" y="3323750"/>
              <a:ext cx="205100" cy="43350"/>
            </a:xfrm>
            <a:custGeom>
              <a:avLst/>
              <a:gdLst/>
              <a:ahLst/>
              <a:cxnLst/>
              <a:rect l="l" t="t" r="r" b="b"/>
              <a:pathLst>
                <a:path w="8204" h="1734" extrusionOk="0">
                  <a:moveTo>
                    <a:pt x="8168" y="1"/>
                  </a:moveTo>
                  <a:cubicBezTo>
                    <a:pt x="7573" y="382"/>
                    <a:pt x="6930" y="691"/>
                    <a:pt x="6275" y="941"/>
                  </a:cubicBezTo>
                  <a:cubicBezTo>
                    <a:pt x="5608" y="1191"/>
                    <a:pt x="4930" y="1370"/>
                    <a:pt x="4227" y="1489"/>
                  </a:cubicBezTo>
                  <a:cubicBezTo>
                    <a:pt x="3606" y="1585"/>
                    <a:pt x="2965" y="1634"/>
                    <a:pt x="2331" y="1634"/>
                  </a:cubicBezTo>
                  <a:cubicBezTo>
                    <a:pt x="2260" y="1634"/>
                    <a:pt x="2190" y="1633"/>
                    <a:pt x="2120" y="1632"/>
                  </a:cubicBezTo>
                  <a:cubicBezTo>
                    <a:pt x="1405" y="1608"/>
                    <a:pt x="703" y="1513"/>
                    <a:pt x="12" y="1358"/>
                  </a:cubicBezTo>
                  <a:lnTo>
                    <a:pt x="1" y="1406"/>
                  </a:lnTo>
                  <a:cubicBezTo>
                    <a:pt x="691" y="1596"/>
                    <a:pt x="1405" y="1703"/>
                    <a:pt x="2108" y="1727"/>
                  </a:cubicBezTo>
                  <a:cubicBezTo>
                    <a:pt x="2243" y="1732"/>
                    <a:pt x="2378" y="1734"/>
                    <a:pt x="2514" y="1734"/>
                  </a:cubicBezTo>
                  <a:cubicBezTo>
                    <a:pt x="3093" y="1734"/>
                    <a:pt x="3672" y="1690"/>
                    <a:pt x="4251" y="1584"/>
                  </a:cubicBezTo>
                  <a:cubicBezTo>
                    <a:pt x="4954" y="1465"/>
                    <a:pt x="5644" y="1275"/>
                    <a:pt x="6311" y="1025"/>
                  </a:cubicBezTo>
                  <a:cubicBezTo>
                    <a:pt x="6978" y="763"/>
                    <a:pt x="7609" y="441"/>
                    <a:pt x="8204" y="48"/>
                  </a:cubicBezTo>
                  <a:lnTo>
                    <a:pt x="816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65"/>
            <p:cNvSpPr/>
            <p:nvPr/>
          </p:nvSpPr>
          <p:spPr>
            <a:xfrm>
              <a:off x="1423375" y="3376725"/>
              <a:ext cx="107175" cy="22000"/>
            </a:xfrm>
            <a:custGeom>
              <a:avLst/>
              <a:gdLst/>
              <a:ahLst/>
              <a:cxnLst/>
              <a:rect l="l" t="t" r="r" b="b"/>
              <a:pathLst>
                <a:path w="4287" h="880" extrusionOk="0">
                  <a:moveTo>
                    <a:pt x="4263" y="1"/>
                  </a:moveTo>
                  <a:cubicBezTo>
                    <a:pt x="3608" y="322"/>
                    <a:pt x="2906" y="549"/>
                    <a:pt x="2191" y="668"/>
                  </a:cubicBezTo>
                  <a:cubicBezTo>
                    <a:pt x="1738" y="742"/>
                    <a:pt x="1279" y="779"/>
                    <a:pt x="822" y="779"/>
                  </a:cubicBezTo>
                  <a:cubicBezTo>
                    <a:pt x="547" y="779"/>
                    <a:pt x="273" y="766"/>
                    <a:pt x="1" y="739"/>
                  </a:cubicBezTo>
                  <a:lnTo>
                    <a:pt x="1" y="787"/>
                  </a:lnTo>
                  <a:cubicBezTo>
                    <a:pt x="347" y="849"/>
                    <a:pt x="699" y="879"/>
                    <a:pt x="1052" y="879"/>
                  </a:cubicBezTo>
                  <a:cubicBezTo>
                    <a:pt x="1438" y="879"/>
                    <a:pt x="1824" y="843"/>
                    <a:pt x="2203" y="775"/>
                  </a:cubicBezTo>
                  <a:cubicBezTo>
                    <a:pt x="2930" y="656"/>
                    <a:pt x="3644" y="406"/>
                    <a:pt x="4287" y="49"/>
                  </a:cubicBezTo>
                  <a:lnTo>
                    <a:pt x="426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65"/>
            <p:cNvSpPr/>
            <p:nvPr/>
          </p:nvSpPr>
          <p:spPr>
            <a:xfrm>
              <a:off x="451225" y="3024550"/>
              <a:ext cx="472125" cy="439700"/>
            </a:xfrm>
            <a:custGeom>
              <a:avLst/>
              <a:gdLst/>
              <a:ahLst/>
              <a:cxnLst/>
              <a:rect l="l" t="t" r="r" b="b"/>
              <a:pathLst>
                <a:path w="18885" h="17588" extrusionOk="0">
                  <a:moveTo>
                    <a:pt x="10559" y="0"/>
                  </a:moveTo>
                  <a:cubicBezTo>
                    <a:pt x="10264" y="0"/>
                    <a:pt x="9970" y="21"/>
                    <a:pt x="9681" y="62"/>
                  </a:cubicBezTo>
                  <a:cubicBezTo>
                    <a:pt x="8727" y="197"/>
                    <a:pt x="7077" y="458"/>
                    <a:pt x="6341" y="1185"/>
                  </a:cubicBezTo>
                  <a:lnTo>
                    <a:pt x="6341" y="1185"/>
                  </a:lnTo>
                  <a:lnTo>
                    <a:pt x="6526" y="979"/>
                  </a:lnTo>
                  <a:lnTo>
                    <a:pt x="6526" y="979"/>
                  </a:lnTo>
                  <a:cubicBezTo>
                    <a:pt x="5156" y="1372"/>
                    <a:pt x="3763" y="1765"/>
                    <a:pt x="2596" y="2634"/>
                  </a:cubicBezTo>
                  <a:cubicBezTo>
                    <a:pt x="1442" y="3491"/>
                    <a:pt x="537" y="4920"/>
                    <a:pt x="632" y="6456"/>
                  </a:cubicBezTo>
                  <a:cubicBezTo>
                    <a:pt x="691" y="7456"/>
                    <a:pt x="1168" y="8421"/>
                    <a:pt x="1061" y="9421"/>
                  </a:cubicBezTo>
                  <a:cubicBezTo>
                    <a:pt x="953" y="10397"/>
                    <a:pt x="299" y="11207"/>
                    <a:pt x="156" y="12171"/>
                  </a:cubicBezTo>
                  <a:cubicBezTo>
                    <a:pt x="60" y="12754"/>
                    <a:pt x="1" y="13397"/>
                    <a:pt x="251" y="13945"/>
                  </a:cubicBezTo>
                  <a:cubicBezTo>
                    <a:pt x="715" y="15005"/>
                    <a:pt x="1239" y="17231"/>
                    <a:pt x="1239" y="17231"/>
                  </a:cubicBezTo>
                  <a:cubicBezTo>
                    <a:pt x="1954" y="17315"/>
                    <a:pt x="2656" y="17398"/>
                    <a:pt x="3370" y="17457"/>
                  </a:cubicBezTo>
                  <a:cubicBezTo>
                    <a:pt x="4407" y="17542"/>
                    <a:pt x="5453" y="17588"/>
                    <a:pt x="6499" y="17588"/>
                  </a:cubicBezTo>
                  <a:cubicBezTo>
                    <a:pt x="10757" y="17588"/>
                    <a:pt x="15029" y="16833"/>
                    <a:pt x="18718" y="14874"/>
                  </a:cubicBezTo>
                  <a:cubicBezTo>
                    <a:pt x="18765" y="14838"/>
                    <a:pt x="18789" y="14778"/>
                    <a:pt x="18753" y="14731"/>
                  </a:cubicBezTo>
                  <a:cubicBezTo>
                    <a:pt x="18110" y="13612"/>
                    <a:pt x="18884" y="11147"/>
                    <a:pt x="18682" y="9861"/>
                  </a:cubicBezTo>
                  <a:cubicBezTo>
                    <a:pt x="18503" y="8647"/>
                    <a:pt x="17301" y="7528"/>
                    <a:pt x="16824" y="6408"/>
                  </a:cubicBezTo>
                  <a:cubicBezTo>
                    <a:pt x="16277" y="5111"/>
                    <a:pt x="16062" y="4706"/>
                    <a:pt x="15670" y="3456"/>
                  </a:cubicBezTo>
                  <a:cubicBezTo>
                    <a:pt x="14935" y="1128"/>
                    <a:pt x="12733" y="0"/>
                    <a:pt x="105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65"/>
            <p:cNvSpPr/>
            <p:nvPr/>
          </p:nvSpPr>
          <p:spPr>
            <a:xfrm>
              <a:off x="605725" y="3653550"/>
              <a:ext cx="238750" cy="81800"/>
            </a:xfrm>
            <a:custGeom>
              <a:avLst/>
              <a:gdLst/>
              <a:ahLst/>
              <a:cxnLst/>
              <a:rect l="l" t="t" r="r" b="b"/>
              <a:pathLst>
                <a:path w="9550" h="3272" extrusionOk="0">
                  <a:moveTo>
                    <a:pt x="0" y="1"/>
                  </a:moveTo>
                  <a:lnTo>
                    <a:pt x="0" y="1"/>
                  </a:lnTo>
                  <a:cubicBezTo>
                    <a:pt x="0" y="1"/>
                    <a:pt x="12" y="1156"/>
                    <a:pt x="60" y="2787"/>
                  </a:cubicBezTo>
                  <a:cubicBezTo>
                    <a:pt x="1551" y="3102"/>
                    <a:pt x="3069" y="3271"/>
                    <a:pt x="4593" y="3271"/>
                  </a:cubicBezTo>
                  <a:cubicBezTo>
                    <a:pt x="6233" y="3271"/>
                    <a:pt x="7878" y="3075"/>
                    <a:pt x="9501" y="2656"/>
                  </a:cubicBezTo>
                  <a:cubicBezTo>
                    <a:pt x="9537" y="1084"/>
                    <a:pt x="9549" y="1"/>
                    <a:pt x="9549" y="1"/>
                  </a:cubicBezTo>
                  <a:lnTo>
                    <a:pt x="9549" y="1"/>
                  </a:lnTo>
                  <a:lnTo>
                    <a:pt x="7513" y="417"/>
                  </a:lnTo>
                  <a:lnTo>
                    <a:pt x="1917" y="382"/>
                  </a:lnTo>
                  <a:lnTo>
                    <a:pt x="0" y="1"/>
                  </a:lnTo>
                  <a:close/>
                </a:path>
              </a:pathLst>
            </a:custGeom>
            <a:solidFill>
              <a:srgbClr val="FFBA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65"/>
            <p:cNvSpPr/>
            <p:nvPr/>
          </p:nvSpPr>
          <p:spPr>
            <a:xfrm>
              <a:off x="605725" y="3653550"/>
              <a:ext cx="238750" cy="81800"/>
            </a:xfrm>
            <a:custGeom>
              <a:avLst/>
              <a:gdLst/>
              <a:ahLst/>
              <a:cxnLst/>
              <a:rect l="l" t="t" r="r" b="b"/>
              <a:pathLst>
                <a:path w="9550" h="3272" extrusionOk="0">
                  <a:moveTo>
                    <a:pt x="0" y="1"/>
                  </a:moveTo>
                  <a:lnTo>
                    <a:pt x="0" y="1"/>
                  </a:lnTo>
                  <a:cubicBezTo>
                    <a:pt x="0" y="1"/>
                    <a:pt x="12" y="1156"/>
                    <a:pt x="60" y="2787"/>
                  </a:cubicBezTo>
                  <a:cubicBezTo>
                    <a:pt x="1551" y="3102"/>
                    <a:pt x="3069" y="3271"/>
                    <a:pt x="4593" y="3271"/>
                  </a:cubicBezTo>
                  <a:cubicBezTo>
                    <a:pt x="6233" y="3271"/>
                    <a:pt x="7878" y="3075"/>
                    <a:pt x="9501" y="2656"/>
                  </a:cubicBezTo>
                  <a:cubicBezTo>
                    <a:pt x="9537" y="1084"/>
                    <a:pt x="9549" y="1"/>
                    <a:pt x="9549" y="1"/>
                  </a:cubicBezTo>
                  <a:lnTo>
                    <a:pt x="9549" y="1"/>
                  </a:lnTo>
                  <a:lnTo>
                    <a:pt x="7513" y="417"/>
                  </a:lnTo>
                  <a:lnTo>
                    <a:pt x="1917" y="382"/>
                  </a:lnTo>
                  <a:lnTo>
                    <a:pt x="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65"/>
            <p:cNvSpPr/>
            <p:nvPr/>
          </p:nvSpPr>
          <p:spPr>
            <a:xfrm>
              <a:off x="607200" y="3719925"/>
              <a:ext cx="236075" cy="307975"/>
            </a:xfrm>
            <a:custGeom>
              <a:avLst/>
              <a:gdLst/>
              <a:ahLst/>
              <a:cxnLst/>
              <a:rect l="l" t="t" r="r" b="b"/>
              <a:pathLst>
                <a:path w="9443" h="12319" extrusionOk="0">
                  <a:moveTo>
                    <a:pt x="9442" y="1"/>
                  </a:moveTo>
                  <a:lnTo>
                    <a:pt x="9442" y="1"/>
                  </a:lnTo>
                  <a:cubicBezTo>
                    <a:pt x="7819" y="420"/>
                    <a:pt x="6174" y="616"/>
                    <a:pt x="4534" y="616"/>
                  </a:cubicBezTo>
                  <a:cubicBezTo>
                    <a:pt x="3010" y="616"/>
                    <a:pt x="1492" y="447"/>
                    <a:pt x="1" y="132"/>
                  </a:cubicBezTo>
                  <a:lnTo>
                    <a:pt x="1" y="132"/>
                  </a:lnTo>
                  <a:cubicBezTo>
                    <a:pt x="48" y="2215"/>
                    <a:pt x="132" y="5073"/>
                    <a:pt x="287" y="7347"/>
                  </a:cubicBezTo>
                  <a:cubicBezTo>
                    <a:pt x="394" y="9014"/>
                    <a:pt x="525" y="10585"/>
                    <a:pt x="703" y="11693"/>
                  </a:cubicBezTo>
                  <a:cubicBezTo>
                    <a:pt x="703" y="11693"/>
                    <a:pt x="1472" y="12319"/>
                    <a:pt x="2575" y="12319"/>
                  </a:cubicBezTo>
                  <a:cubicBezTo>
                    <a:pt x="3001" y="12319"/>
                    <a:pt x="3477" y="12225"/>
                    <a:pt x="3977" y="11967"/>
                  </a:cubicBezTo>
                  <a:lnTo>
                    <a:pt x="4085" y="7406"/>
                  </a:lnTo>
                  <a:lnTo>
                    <a:pt x="4061" y="7406"/>
                  </a:lnTo>
                  <a:lnTo>
                    <a:pt x="4204" y="1989"/>
                  </a:lnTo>
                  <a:lnTo>
                    <a:pt x="4204" y="1882"/>
                  </a:lnTo>
                  <a:cubicBezTo>
                    <a:pt x="4431" y="1874"/>
                    <a:pt x="4670" y="1865"/>
                    <a:pt x="4921" y="1865"/>
                  </a:cubicBezTo>
                  <a:cubicBezTo>
                    <a:pt x="5025" y="1865"/>
                    <a:pt x="5131" y="1867"/>
                    <a:pt x="5240" y="1870"/>
                  </a:cubicBezTo>
                  <a:lnTo>
                    <a:pt x="5240" y="1989"/>
                  </a:lnTo>
                  <a:lnTo>
                    <a:pt x="5406" y="7347"/>
                  </a:lnTo>
                  <a:lnTo>
                    <a:pt x="5370" y="7347"/>
                  </a:lnTo>
                  <a:lnTo>
                    <a:pt x="5454" y="11967"/>
                  </a:lnTo>
                  <a:cubicBezTo>
                    <a:pt x="5955" y="12225"/>
                    <a:pt x="6431" y="12319"/>
                    <a:pt x="6856" y="12319"/>
                  </a:cubicBezTo>
                  <a:cubicBezTo>
                    <a:pt x="7960" y="12319"/>
                    <a:pt x="8728" y="11693"/>
                    <a:pt x="8728" y="11693"/>
                  </a:cubicBezTo>
                  <a:cubicBezTo>
                    <a:pt x="8907" y="10574"/>
                    <a:pt x="9038" y="9014"/>
                    <a:pt x="9145" y="7347"/>
                  </a:cubicBezTo>
                  <a:cubicBezTo>
                    <a:pt x="9300" y="5025"/>
                    <a:pt x="9395" y="2084"/>
                    <a:pt x="944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65"/>
            <p:cNvSpPr/>
            <p:nvPr/>
          </p:nvSpPr>
          <p:spPr>
            <a:xfrm>
              <a:off x="684600" y="3767250"/>
              <a:ext cx="85150" cy="3000"/>
            </a:xfrm>
            <a:custGeom>
              <a:avLst/>
              <a:gdLst/>
              <a:ahLst/>
              <a:cxnLst/>
              <a:rect l="l" t="t" r="r" b="b"/>
              <a:pathLst>
                <a:path w="3406" h="120" extrusionOk="0">
                  <a:moveTo>
                    <a:pt x="1703" y="1"/>
                  </a:moveTo>
                  <a:cubicBezTo>
                    <a:pt x="1143" y="1"/>
                    <a:pt x="584" y="1"/>
                    <a:pt x="24" y="25"/>
                  </a:cubicBezTo>
                  <a:cubicBezTo>
                    <a:pt x="12" y="25"/>
                    <a:pt x="0" y="37"/>
                    <a:pt x="0" y="49"/>
                  </a:cubicBezTo>
                  <a:cubicBezTo>
                    <a:pt x="0" y="72"/>
                    <a:pt x="12" y="72"/>
                    <a:pt x="36" y="72"/>
                  </a:cubicBezTo>
                  <a:lnTo>
                    <a:pt x="1703" y="108"/>
                  </a:lnTo>
                  <a:lnTo>
                    <a:pt x="2536" y="120"/>
                  </a:lnTo>
                  <a:cubicBezTo>
                    <a:pt x="2822" y="120"/>
                    <a:pt x="3096" y="120"/>
                    <a:pt x="3370" y="108"/>
                  </a:cubicBezTo>
                  <a:cubicBezTo>
                    <a:pt x="3394" y="108"/>
                    <a:pt x="3406" y="96"/>
                    <a:pt x="3394" y="84"/>
                  </a:cubicBezTo>
                  <a:cubicBezTo>
                    <a:pt x="3394" y="72"/>
                    <a:pt x="3394" y="60"/>
                    <a:pt x="3382" y="60"/>
                  </a:cubicBezTo>
                  <a:cubicBezTo>
                    <a:pt x="3096" y="37"/>
                    <a:pt x="2822" y="25"/>
                    <a:pt x="2536" y="13"/>
                  </a:cubicBezTo>
                  <a:cubicBezTo>
                    <a:pt x="2263" y="13"/>
                    <a:pt x="1977" y="1"/>
                    <a:pt x="170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65"/>
            <p:cNvSpPr/>
            <p:nvPr/>
          </p:nvSpPr>
          <p:spPr>
            <a:xfrm>
              <a:off x="726575" y="3664275"/>
              <a:ext cx="3300" cy="84850"/>
            </a:xfrm>
            <a:custGeom>
              <a:avLst/>
              <a:gdLst/>
              <a:ahLst/>
              <a:cxnLst/>
              <a:rect l="l" t="t" r="r" b="b"/>
              <a:pathLst>
                <a:path w="132" h="3394" extrusionOk="0">
                  <a:moveTo>
                    <a:pt x="60" y="0"/>
                  </a:moveTo>
                  <a:cubicBezTo>
                    <a:pt x="48" y="0"/>
                    <a:pt x="36" y="12"/>
                    <a:pt x="36" y="24"/>
                  </a:cubicBezTo>
                  <a:cubicBezTo>
                    <a:pt x="24" y="310"/>
                    <a:pt x="24" y="584"/>
                    <a:pt x="12" y="858"/>
                  </a:cubicBezTo>
                  <a:lnTo>
                    <a:pt x="12" y="1703"/>
                  </a:lnTo>
                  <a:lnTo>
                    <a:pt x="12" y="2536"/>
                  </a:lnTo>
                  <a:cubicBezTo>
                    <a:pt x="12" y="2810"/>
                    <a:pt x="12" y="3096"/>
                    <a:pt x="0" y="3370"/>
                  </a:cubicBezTo>
                  <a:cubicBezTo>
                    <a:pt x="0" y="3382"/>
                    <a:pt x="12" y="3394"/>
                    <a:pt x="24" y="3394"/>
                  </a:cubicBezTo>
                  <a:cubicBezTo>
                    <a:pt x="36" y="3394"/>
                    <a:pt x="48" y="3394"/>
                    <a:pt x="48" y="3370"/>
                  </a:cubicBezTo>
                  <a:cubicBezTo>
                    <a:pt x="107" y="2822"/>
                    <a:pt x="119" y="2263"/>
                    <a:pt x="119" y="1703"/>
                  </a:cubicBezTo>
                  <a:cubicBezTo>
                    <a:pt x="131" y="1417"/>
                    <a:pt x="119" y="1143"/>
                    <a:pt x="119" y="858"/>
                  </a:cubicBezTo>
                  <a:cubicBezTo>
                    <a:pt x="107" y="584"/>
                    <a:pt x="107" y="310"/>
                    <a:pt x="84" y="24"/>
                  </a:cubicBezTo>
                  <a:cubicBezTo>
                    <a:pt x="84" y="12"/>
                    <a:pt x="72" y="0"/>
                    <a:pt x="6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65"/>
            <p:cNvSpPr/>
            <p:nvPr/>
          </p:nvSpPr>
          <p:spPr>
            <a:xfrm>
              <a:off x="713475" y="3690750"/>
              <a:ext cx="14600" cy="54150"/>
            </a:xfrm>
            <a:custGeom>
              <a:avLst/>
              <a:gdLst/>
              <a:ahLst/>
              <a:cxnLst/>
              <a:rect l="l" t="t" r="r" b="b"/>
              <a:pathLst>
                <a:path w="584" h="2166" extrusionOk="0">
                  <a:moveTo>
                    <a:pt x="72" y="1"/>
                  </a:moveTo>
                  <a:cubicBezTo>
                    <a:pt x="60" y="1"/>
                    <a:pt x="48" y="13"/>
                    <a:pt x="48" y="25"/>
                  </a:cubicBezTo>
                  <a:cubicBezTo>
                    <a:pt x="12" y="418"/>
                    <a:pt x="0" y="811"/>
                    <a:pt x="24" y="1204"/>
                  </a:cubicBezTo>
                  <a:cubicBezTo>
                    <a:pt x="36" y="1406"/>
                    <a:pt x="60" y="1596"/>
                    <a:pt x="119" y="1799"/>
                  </a:cubicBezTo>
                  <a:cubicBezTo>
                    <a:pt x="143" y="1894"/>
                    <a:pt x="191" y="1989"/>
                    <a:pt x="262" y="2073"/>
                  </a:cubicBezTo>
                  <a:cubicBezTo>
                    <a:pt x="312" y="2131"/>
                    <a:pt x="390" y="2165"/>
                    <a:pt x="469" y="2165"/>
                  </a:cubicBezTo>
                  <a:cubicBezTo>
                    <a:pt x="504" y="2165"/>
                    <a:pt x="539" y="2159"/>
                    <a:pt x="572" y="2144"/>
                  </a:cubicBezTo>
                  <a:cubicBezTo>
                    <a:pt x="584" y="2144"/>
                    <a:pt x="584" y="2120"/>
                    <a:pt x="584" y="2108"/>
                  </a:cubicBezTo>
                  <a:cubicBezTo>
                    <a:pt x="572" y="2096"/>
                    <a:pt x="560" y="2096"/>
                    <a:pt x="548" y="2096"/>
                  </a:cubicBezTo>
                  <a:cubicBezTo>
                    <a:pt x="531" y="2101"/>
                    <a:pt x="513" y="2104"/>
                    <a:pt x="496" y="2104"/>
                  </a:cubicBezTo>
                  <a:cubicBezTo>
                    <a:pt x="431" y="2104"/>
                    <a:pt x="369" y="2070"/>
                    <a:pt x="322" y="2013"/>
                  </a:cubicBezTo>
                  <a:cubicBezTo>
                    <a:pt x="262" y="1954"/>
                    <a:pt x="238" y="1858"/>
                    <a:pt x="215" y="1775"/>
                  </a:cubicBezTo>
                  <a:cubicBezTo>
                    <a:pt x="167" y="1585"/>
                    <a:pt x="155" y="1394"/>
                    <a:pt x="131" y="1204"/>
                  </a:cubicBezTo>
                  <a:cubicBezTo>
                    <a:pt x="107" y="811"/>
                    <a:pt x="107" y="418"/>
                    <a:pt x="96" y="25"/>
                  </a:cubicBezTo>
                  <a:cubicBezTo>
                    <a:pt x="96" y="13"/>
                    <a:pt x="84" y="1"/>
                    <a:pt x="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65"/>
            <p:cNvSpPr/>
            <p:nvPr/>
          </p:nvSpPr>
          <p:spPr>
            <a:xfrm>
              <a:off x="816150" y="3685400"/>
              <a:ext cx="25325" cy="42600"/>
            </a:xfrm>
            <a:custGeom>
              <a:avLst/>
              <a:gdLst/>
              <a:ahLst/>
              <a:cxnLst/>
              <a:rect l="l" t="t" r="r" b="b"/>
              <a:pathLst>
                <a:path w="1013" h="1704" extrusionOk="0">
                  <a:moveTo>
                    <a:pt x="25" y="1"/>
                  </a:moveTo>
                  <a:cubicBezTo>
                    <a:pt x="13" y="1"/>
                    <a:pt x="13" y="13"/>
                    <a:pt x="13" y="24"/>
                  </a:cubicBezTo>
                  <a:cubicBezTo>
                    <a:pt x="1" y="108"/>
                    <a:pt x="1" y="191"/>
                    <a:pt x="1" y="275"/>
                  </a:cubicBezTo>
                  <a:lnTo>
                    <a:pt x="1" y="405"/>
                  </a:lnTo>
                  <a:cubicBezTo>
                    <a:pt x="13" y="453"/>
                    <a:pt x="13" y="501"/>
                    <a:pt x="25" y="536"/>
                  </a:cubicBezTo>
                  <a:lnTo>
                    <a:pt x="49" y="667"/>
                  </a:lnTo>
                  <a:lnTo>
                    <a:pt x="84" y="798"/>
                  </a:lnTo>
                  <a:cubicBezTo>
                    <a:pt x="96" y="834"/>
                    <a:pt x="120" y="870"/>
                    <a:pt x="144" y="917"/>
                  </a:cubicBezTo>
                  <a:cubicBezTo>
                    <a:pt x="156" y="953"/>
                    <a:pt x="168" y="1001"/>
                    <a:pt x="191" y="1037"/>
                  </a:cubicBezTo>
                  <a:cubicBezTo>
                    <a:pt x="275" y="1191"/>
                    <a:pt x="394" y="1322"/>
                    <a:pt x="525" y="1441"/>
                  </a:cubicBezTo>
                  <a:cubicBezTo>
                    <a:pt x="656" y="1560"/>
                    <a:pt x="811" y="1644"/>
                    <a:pt x="977" y="1703"/>
                  </a:cubicBezTo>
                  <a:cubicBezTo>
                    <a:pt x="989" y="1703"/>
                    <a:pt x="1013" y="1703"/>
                    <a:pt x="1013" y="1679"/>
                  </a:cubicBezTo>
                  <a:cubicBezTo>
                    <a:pt x="1013" y="1668"/>
                    <a:pt x="1013" y="1656"/>
                    <a:pt x="1001" y="1656"/>
                  </a:cubicBezTo>
                  <a:cubicBezTo>
                    <a:pt x="846" y="1584"/>
                    <a:pt x="715" y="1477"/>
                    <a:pt x="596" y="1370"/>
                  </a:cubicBezTo>
                  <a:cubicBezTo>
                    <a:pt x="477" y="1263"/>
                    <a:pt x="370" y="1132"/>
                    <a:pt x="287" y="989"/>
                  </a:cubicBezTo>
                  <a:cubicBezTo>
                    <a:pt x="263" y="953"/>
                    <a:pt x="251" y="906"/>
                    <a:pt x="227" y="870"/>
                  </a:cubicBezTo>
                  <a:cubicBezTo>
                    <a:pt x="215" y="834"/>
                    <a:pt x="191" y="798"/>
                    <a:pt x="180" y="763"/>
                  </a:cubicBezTo>
                  <a:lnTo>
                    <a:pt x="144" y="644"/>
                  </a:lnTo>
                  <a:lnTo>
                    <a:pt x="108" y="525"/>
                  </a:lnTo>
                  <a:cubicBezTo>
                    <a:pt x="84" y="441"/>
                    <a:pt x="84" y="358"/>
                    <a:pt x="72" y="275"/>
                  </a:cubicBezTo>
                  <a:cubicBezTo>
                    <a:pt x="60" y="191"/>
                    <a:pt x="60" y="108"/>
                    <a:pt x="60" y="24"/>
                  </a:cubicBezTo>
                  <a:cubicBezTo>
                    <a:pt x="60" y="1"/>
                    <a:pt x="49" y="1"/>
                    <a:pt x="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65"/>
            <p:cNvSpPr/>
            <p:nvPr/>
          </p:nvSpPr>
          <p:spPr>
            <a:xfrm>
              <a:off x="607500" y="3686300"/>
              <a:ext cx="25625" cy="42575"/>
            </a:xfrm>
            <a:custGeom>
              <a:avLst/>
              <a:gdLst/>
              <a:ahLst/>
              <a:cxnLst/>
              <a:rect l="l" t="t" r="r" b="b"/>
              <a:pathLst>
                <a:path w="1025" h="1703" extrusionOk="0">
                  <a:moveTo>
                    <a:pt x="989" y="0"/>
                  </a:moveTo>
                  <a:cubicBezTo>
                    <a:pt x="977" y="0"/>
                    <a:pt x="965" y="12"/>
                    <a:pt x="965" y="24"/>
                  </a:cubicBezTo>
                  <a:cubicBezTo>
                    <a:pt x="953" y="108"/>
                    <a:pt x="953" y="191"/>
                    <a:pt x="953" y="274"/>
                  </a:cubicBezTo>
                  <a:cubicBezTo>
                    <a:pt x="941" y="358"/>
                    <a:pt x="929" y="441"/>
                    <a:pt x="906" y="524"/>
                  </a:cubicBezTo>
                  <a:lnTo>
                    <a:pt x="882" y="643"/>
                  </a:lnTo>
                  <a:lnTo>
                    <a:pt x="834" y="762"/>
                  </a:lnTo>
                  <a:cubicBezTo>
                    <a:pt x="822" y="798"/>
                    <a:pt x="810" y="834"/>
                    <a:pt x="786" y="870"/>
                  </a:cubicBezTo>
                  <a:cubicBezTo>
                    <a:pt x="775" y="905"/>
                    <a:pt x="763" y="953"/>
                    <a:pt x="739" y="977"/>
                  </a:cubicBezTo>
                  <a:cubicBezTo>
                    <a:pt x="656" y="1120"/>
                    <a:pt x="548" y="1251"/>
                    <a:pt x="429" y="1370"/>
                  </a:cubicBezTo>
                  <a:cubicBezTo>
                    <a:pt x="310" y="1477"/>
                    <a:pt x="167" y="1584"/>
                    <a:pt x="24" y="1655"/>
                  </a:cubicBezTo>
                  <a:cubicBezTo>
                    <a:pt x="13" y="1655"/>
                    <a:pt x="1" y="1679"/>
                    <a:pt x="13" y="1691"/>
                  </a:cubicBezTo>
                  <a:cubicBezTo>
                    <a:pt x="13" y="1703"/>
                    <a:pt x="24" y="1703"/>
                    <a:pt x="36" y="1703"/>
                  </a:cubicBezTo>
                  <a:cubicBezTo>
                    <a:pt x="215" y="1643"/>
                    <a:pt x="358" y="1560"/>
                    <a:pt x="501" y="1441"/>
                  </a:cubicBezTo>
                  <a:cubicBezTo>
                    <a:pt x="620" y="1322"/>
                    <a:pt x="751" y="1191"/>
                    <a:pt x="822" y="1036"/>
                  </a:cubicBezTo>
                  <a:cubicBezTo>
                    <a:pt x="846" y="1001"/>
                    <a:pt x="870" y="953"/>
                    <a:pt x="882" y="917"/>
                  </a:cubicBezTo>
                  <a:cubicBezTo>
                    <a:pt x="906" y="870"/>
                    <a:pt x="917" y="834"/>
                    <a:pt x="929" y="798"/>
                  </a:cubicBezTo>
                  <a:lnTo>
                    <a:pt x="977" y="667"/>
                  </a:lnTo>
                  <a:lnTo>
                    <a:pt x="1001" y="536"/>
                  </a:lnTo>
                  <a:cubicBezTo>
                    <a:pt x="1013" y="500"/>
                    <a:pt x="1013" y="453"/>
                    <a:pt x="1013" y="405"/>
                  </a:cubicBezTo>
                  <a:lnTo>
                    <a:pt x="1025" y="274"/>
                  </a:lnTo>
                  <a:cubicBezTo>
                    <a:pt x="1025" y="191"/>
                    <a:pt x="1013" y="108"/>
                    <a:pt x="1013" y="24"/>
                  </a:cubicBezTo>
                  <a:cubicBezTo>
                    <a:pt x="1013" y="0"/>
                    <a:pt x="1001" y="0"/>
                    <a:pt x="98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65"/>
            <p:cNvSpPr/>
            <p:nvPr/>
          </p:nvSpPr>
          <p:spPr>
            <a:xfrm>
              <a:off x="842350" y="4014025"/>
              <a:ext cx="41400" cy="34550"/>
            </a:xfrm>
            <a:custGeom>
              <a:avLst/>
              <a:gdLst/>
              <a:ahLst/>
              <a:cxnLst/>
              <a:rect l="l" t="t" r="r" b="b"/>
              <a:pathLst>
                <a:path w="1656" h="1382" extrusionOk="0">
                  <a:moveTo>
                    <a:pt x="215" y="0"/>
                  </a:moveTo>
                  <a:lnTo>
                    <a:pt x="215" y="0"/>
                  </a:lnTo>
                  <a:cubicBezTo>
                    <a:pt x="1" y="464"/>
                    <a:pt x="60" y="941"/>
                    <a:pt x="275" y="1381"/>
                  </a:cubicBezTo>
                  <a:cubicBezTo>
                    <a:pt x="775" y="1334"/>
                    <a:pt x="989" y="1274"/>
                    <a:pt x="1406" y="1191"/>
                  </a:cubicBezTo>
                  <a:cubicBezTo>
                    <a:pt x="1406" y="1191"/>
                    <a:pt x="1656" y="286"/>
                    <a:pt x="2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65"/>
            <p:cNvSpPr/>
            <p:nvPr/>
          </p:nvSpPr>
          <p:spPr>
            <a:xfrm>
              <a:off x="744175" y="3980550"/>
              <a:ext cx="105650" cy="68975"/>
            </a:xfrm>
            <a:custGeom>
              <a:avLst/>
              <a:gdLst/>
              <a:ahLst/>
              <a:cxnLst/>
              <a:rect l="l" t="t" r="r" b="b"/>
              <a:pathLst>
                <a:path w="4226" h="2759" extrusionOk="0">
                  <a:moveTo>
                    <a:pt x="2695" y="1"/>
                  </a:moveTo>
                  <a:cubicBezTo>
                    <a:pt x="2655" y="1"/>
                    <a:pt x="2613" y="2"/>
                    <a:pt x="2570" y="6"/>
                  </a:cubicBezTo>
                  <a:cubicBezTo>
                    <a:pt x="1930" y="53"/>
                    <a:pt x="1609" y="596"/>
                    <a:pt x="1641" y="883"/>
                  </a:cubicBezTo>
                  <a:lnTo>
                    <a:pt x="1641" y="883"/>
                  </a:lnTo>
                  <a:cubicBezTo>
                    <a:pt x="1641" y="881"/>
                    <a:pt x="1640" y="880"/>
                    <a:pt x="1639" y="879"/>
                  </a:cubicBezTo>
                  <a:lnTo>
                    <a:pt x="1639" y="879"/>
                  </a:lnTo>
                  <a:cubicBezTo>
                    <a:pt x="1590" y="737"/>
                    <a:pt x="1480" y="550"/>
                    <a:pt x="1142" y="399"/>
                  </a:cubicBezTo>
                  <a:cubicBezTo>
                    <a:pt x="1037" y="354"/>
                    <a:pt x="929" y="334"/>
                    <a:pt x="824" y="334"/>
                  </a:cubicBezTo>
                  <a:cubicBezTo>
                    <a:pt x="392" y="334"/>
                    <a:pt x="1" y="680"/>
                    <a:pt x="11" y="1149"/>
                  </a:cubicBezTo>
                  <a:lnTo>
                    <a:pt x="22" y="2637"/>
                  </a:lnTo>
                  <a:cubicBezTo>
                    <a:pt x="22" y="2637"/>
                    <a:pt x="1013" y="2758"/>
                    <a:pt x="2403" y="2758"/>
                  </a:cubicBezTo>
                  <a:cubicBezTo>
                    <a:pt x="2959" y="2758"/>
                    <a:pt x="3579" y="2739"/>
                    <a:pt x="4225" y="2685"/>
                  </a:cubicBezTo>
                  <a:cubicBezTo>
                    <a:pt x="4011" y="2244"/>
                    <a:pt x="3952" y="1780"/>
                    <a:pt x="4166" y="1315"/>
                  </a:cubicBezTo>
                  <a:cubicBezTo>
                    <a:pt x="3832" y="1244"/>
                    <a:pt x="3821" y="1244"/>
                    <a:pt x="3678" y="1232"/>
                  </a:cubicBezTo>
                  <a:cubicBezTo>
                    <a:pt x="3678" y="1232"/>
                    <a:pt x="3800" y="1"/>
                    <a:pt x="269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65"/>
            <p:cNvSpPr/>
            <p:nvPr/>
          </p:nvSpPr>
          <p:spPr>
            <a:xfrm>
              <a:off x="756925" y="4012525"/>
              <a:ext cx="19075" cy="19075"/>
            </a:xfrm>
            <a:custGeom>
              <a:avLst/>
              <a:gdLst/>
              <a:ahLst/>
              <a:cxnLst/>
              <a:rect l="l" t="t" r="r" b="b"/>
              <a:pathLst>
                <a:path w="763" h="763" extrusionOk="0">
                  <a:moveTo>
                    <a:pt x="382" y="1"/>
                  </a:moveTo>
                  <a:cubicBezTo>
                    <a:pt x="167" y="1"/>
                    <a:pt x="1" y="167"/>
                    <a:pt x="1" y="382"/>
                  </a:cubicBezTo>
                  <a:cubicBezTo>
                    <a:pt x="1" y="584"/>
                    <a:pt x="167" y="763"/>
                    <a:pt x="382" y="763"/>
                  </a:cubicBezTo>
                  <a:cubicBezTo>
                    <a:pt x="584" y="763"/>
                    <a:pt x="763" y="596"/>
                    <a:pt x="763" y="382"/>
                  </a:cubicBezTo>
                  <a:cubicBezTo>
                    <a:pt x="763" y="179"/>
                    <a:pt x="596" y="1"/>
                    <a:pt x="38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65"/>
            <p:cNvSpPr/>
            <p:nvPr/>
          </p:nvSpPr>
          <p:spPr>
            <a:xfrm>
              <a:off x="744425" y="4042875"/>
              <a:ext cx="134175" cy="16800"/>
            </a:xfrm>
            <a:custGeom>
              <a:avLst/>
              <a:gdLst/>
              <a:ahLst/>
              <a:cxnLst/>
              <a:rect l="l" t="t" r="r" b="b"/>
              <a:pathLst>
                <a:path w="5367" h="672" extrusionOk="0">
                  <a:moveTo>
                    <a:pt x="5279" y="1"/>
                  </a:moveTo>
                  <a:cubicBezTo>
                    <a:pt x="5278" y="1"/>
                    <a:pt x="5276" y="1"/>
                    <a:pt x="5275" y="1"/>
                  </a:cubicBezTo>
                  <a:cubicBezTo>
                    <a:pt x="4091" y="194"/>
                    <a:pt x="2904" y="247"/>
                    <a:pt x="1957" y="247"/>
                  </a:cubicBezTo>
                  <a:cubicBezTo>
                    <a:pt x="800" y="247"/>
                    <a:pt x="1" y="168"/>
                    <a:pt x="1" y="168"/>
                  </a:cubicBezTo>
                  <a:lnTo>
                    <a:pt x="1" y="501"/>
                  </a:lnTo>
                  <a:cubicBezTo>
                    <a:pt x="1" y="501"/>
                    <a:pt x="1154" y="671"/>
                    <a:pt x="2549" y="671"/>
                  </a:cubicBezTo>
                  <a:cubicBezTo>
                    <a:pt x="3431" y="671"/>
                    <a:pt x="4408" y="603"/>
                    <a:pt x="5251" y="382"/>
                  </a:cubicBezTo>
                  <a:cubicBezTo>
                    <a:pt x="5251" y="382"/>
                    <a:pt x="5367" y="1"/>
                    <a:pt x="5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65"/>
            <p:cNvSpPr/>
            <p:nvPr/>
          </p:nvSpPr>
          <p:spPr>
            <a:xfrm>
              <a:off x="800675" y="4010150"/>
              <a:ext cx="36950" cy="5975"/>
            </a:xfrm>
            <a:custGeom>
              <a:avLst/>
              <a:gdLst/>
              <a:ahLst/>
              <a:cxnLst/>
              <a:rect l="l" t="t" r="r" b="b"/>
              <a:pathLst>
                <a:path w="1478" h="239" extrusionOk="0">
                  <a:moveTo>
                    <a:pt x="1394" y="0"/>
                  </a:moveTo>
                  <a:lnTo>
                    <a:pt x="72" y="96"/>
                  </a:lnTo>
                  <a:cubicBezTo>
                    <a:pt x="37" y="96"/>
                    <a:pt x="1" y="131"/>
                    <a:pt x="1" y="179"/>
                  </a:cubicBezTo>
                  <a:cubicBezTo>
                    <a:pt x="13" y="215"/>
                    <a:pt x="37" y="238"/>
                    <a:pt x="84" y="238"/>
                  </a:cubicBezTo>
                  <a:lnTo>
                    <a:pt x="1406" y="155"/>
                  </a:lnTo>
                  <a:cubicBezTo>
                    <a:pt x="1441" y="155"/>
                    <a:pt x="1477" y="119"/>
                    <a:pt x="1465" y="72"/>
                  </a:cubicBezTo>
                  <a:cubicBezTo>
                    <a:pt x="1465" y="36"/>
                    <a:pt x="1430" y="0"/>
                    <a:pt x="13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65"/>
            <p:cNvSpPr/>
            <p:nvPr/>
          </p:nvSpPr>
          <p:spPr>
            <a:xfrm>
              <a:off x="798300" y="3977400"/>
              <a:ext cx="53900" cy="31575"/>
            </a:xfrm>
            <a:custGeom>
              <a:avLst/>
              <a:gdLst/>
              <a:ahLst/>
              <a:cxnLst/>
              <a:rect l="l" t="t" r="r" b="b"/>
              <a:pathLst>
                <a:path w="2156" h="1263" extrusionOk="0">
                  <a:moveTo>
                    <a:pt x="1477" y="155"/>
                  </a:moveTo>
                  <a:cubicBezTo>
                    <a:pt x="1501" y="167"/>
                    <a:pt x="1489" y="215"/>
                    <a:pt x="1477" y="286"/>
                  </a:cubicBezTo>
                  <a:cubicBezTo>
                    <a:pt x="1406" y="477"/>
                    <a:pt x="1310" y="667"/>
                    <a:pt x="1179" y="834"/>
                  </a:cubicBezTo>
                  <a:lnTo>
                    <a:pt x="1155" y="858"/>
                  </a:lnTo>
                  <a:cubicBezTo>
                    <a:pt x="1167" y="810"/>
                    <a:pt x="1179" y="751"/>
                    <a:pt x="1191" y="703"/>
                  </a:cubicBezTo>
                  <a:cubicBezTo>
                    <a:pt x="1227" y="548"/>
                    <a:pt x="1263" y="394"/>
                    <a:pt x="1346" y="251"/>
                  </a:cubicBezTo>
                  <a:cubicBezTo>
                    <a:pt x="1370" y="215"/>
                    <a:pt x="1394" y="179"/>
                    <a:pt x="1417" y="167"/>
                  </a:cubicBezTo>
                  <a:cubicBezTo>
                    <a:pt x="1429" y="155"/>
                    <a:pt x="1441" y="155"/>
                    <a:pt x="1453" y="155"/>
                  </a:cubicBezTo>
                  <a:close/>
                  <a:moveTo>
                    <a:pt x="1906" y="513"/>
                  </a:moveTo>
                  <a:cubicBezTo>
                    <a:pt x="1941" y="513"/>
                    <a:pt x="1989" y="536"/>
                    <a:pt x="1989" y="560"/>
                  </a:cubicBezTo>
                  <a:cubicBezTo>
                    <a:pt x="1989" y="572"/>
                    <a:pt x="1977" y="608"/>
                    <a:pt x="1917" y="656"/>
                  </a:cubicBezTo>
                  <a:cubicBezTo>
                    <a:pt x="1727" y="810"/>
                    <a:pt x="1489" y="929"/>
                    <a:pt x="1263" y="977"/>
                  </a:cubicBezTo>
                  <a:cubicBezTo>
                    <a:pt x="1275" y="965"/>
                    <a:pt x="1275" y="953"/>
                    <a:pt x="1286" y="941"/>
                  </a:cubicBezTo>
                  <a:cubicBezTo>
                    <a:pt x="1429" y="798"/>
                    <a:pt x="1584" y="679"/>
                    <a:pt x="1751" y="572"/>
                  </a:cubicBezTo>
                  <a:cubicBezTo>
                    <a:pt x="1810" y="536"/>
                    <a:pt x="1858" y="513"/>
                    <a:pt x="1906" y="513"/>
                  </a:cubicBezTo>
                  <a:close/>
                  <a:moveTo>
                    <a:pt x="1462" y="1"/>
                  </a:moveTo>
                  <a:cubicBezTo>
                    <a:pt x="1420" y="1"/>
                    <a:pt x="1376" y="13"/>
                    <a:pt x="1334" y="36"/>
                  </a:cubicBezTo>
                  <a:cubicBezTo>
                    <a:pt x="1286" y="72"/>
                    <a:pt x="1251" y="120"/>
                    <a:pt x="1215" y="179"/>
                  </a:cubicBezTo>
                  <a:cubicBezTo>
                    <a:pt x="1120" y="334"/>
                    <a:pt x="1084" y="501"/>
                    <a:pt x="1048" y="667"/>
                  </a:cubicBezTo>
                  <a:cubicBezTo>
                    <a:pt x="1013" y="798"/>
                    <a:pt x="989" y="917"/>
                    <a:pt x="929" y="1037"/>
                  </a:cubicBezTo>
                  <a:lnTo>
                    <a:pt x="72" y="1120"/>
                  </a:lnTo>
                  <a:cubicBezTo>
                    <a:pt x="24" y="1120"/>
                    <a:pt x="1" y="1156"/>
                    <a:pt x="1" y="1203"/>
                  </a:cubicBezTo>
                  <a:cubicBezTo>
                    <a:pt x="12" y="1239"/>
                    <a:pt x="36" y="1263"/>
                    <a:pt x="84" y="1263"/>
                  </a:cubicBezTo>
                  <a:lnTo>
                    <a:pt x="1001" y="1179"/>
                  </a:lnTo>
                  <a:lnTo>
                    <a:pt x="1036" y="1179"/>
                  </a:lnTo>
                  <a:cubicBezTo>
                    <a:pt x="1048" y="1179"/>
                    <a:pt x="1060" y="1179"/>
                    <a:pt x="1072" y="1167"/>
                  </a:cubicBezTo>
                  <a:lnTo>
                    <a:pt x="1465" y="1132"/>
                  </a:lnTo>
                  <a:cubicBezTo>
                    <a:pt x="1513" y="1132"/>
                    <a:pt x="1536" y="1096"/>
                    <a:pt x="1536" y="1048"/>
                  </a:cubicBezTo>
                  <a:cubicBezTo>
                    <a:pt x="1715" y="977"/>
                    <a:pt x="1894" y="870"/>
                    <a:pt x="2013" y="775"/>
                  </a:cubicBezTo>
                  <a:cubicBezTo>
                    <a:pt x="2048" y="739"/>
                    <a:pt x="2156" y="656"/>
                    <a:pt x="2144" y="536"/>
                  </a:cubicBezTo>
                  <a:cubicBezTo>
                    <a:pt x="2132" y="429"/>
                    <a:pt x="2013" y="358"/>
                    <a:pt x="1906" y="358"/>
                  </a:cubicBezTo>
                  <a:cubicBezTo>
                    <a:pt x="1822" y="358"/>
                    <a:pt x="1739" y="405"/>
                    <a:pt x="1679" y="441"/>
                  </a:cubicBezTo>
                  <a:cubicBezTo>
                    <a:pt x="1632" y="477"/>
                    <a:pt x="1584" y="501"/>
                    <a:pt x="1536" y="536"/>
                  </a:cubicBezTo>
                  <a:cubicBezTo>
                    <a:pt x="1560" y="465"/>
                    <a:pt x="1596" y="394"/>
                    <a:pt x="1620" y="322"/>
                  </a:cubicBezTo>
                  <a:cubicBezTo>
                    <a:pt x="1667" y="167"/>
                    <a:pt x="1620" y="84"/>
                    <a:pt x="1572" y="36"/>
                  </a:cubicBezTo>
                  <a:cubicBezTo>
                    <a:pt x="1542" y="13"/>
                    <a:pt x="1504" y="1"/>
                    <a:pt x="14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65"/>
            <p:cNvSpPr/>
            <p:nvPr/>
          </p:nvSpPr>
          <p:spPr>
            <a:xfrm>
              <a:off x="717925" y="4014025"/>
              <a:ext cx="41400" cy="34550"/>
            </a:xfrm>
            <a:custGeom>
              <a:avLst/>
              <a:gdLst/>
              <a:ahLst/>
              <a:cxnLst/>
              <a:rect l="l" t="t" r="r" b="b"/>
              <a:pathLst>
                <a:path w="1656" h="1382" extrusionOk="0">
                  <a:moveTo>
                    <a:pt x="215" y="0"/>
                  </a:moveTo>
                  <a:lnTo>
                    <a:pt x="215" y="0"/>
                  </a:lnTo>
                  <a:cubicBezTo>
                    <a:pt x="1" y="464"/>
                    <a:pt x="60" y="941"/>
                    <a:pt x="275" y="1381"/>
                  </a:cubicBezTo>
                  <a:cubicBezTo>
                    <a:pt x="775" y="1334"/>
                    <a:pt x="989" y="1274"/>
                    <a:pt x="1406" y="1191"/>
                  </a:cubicBezTo>
                  <a:cubicBezTo>
                    <a:pt x="1406" y="1191"/>
                    <a:pt x="1656" y="286"/>
                    <a:pt x="2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65"/>
            <p:cNvSpPr/>
            <p:nvPr/>
          </p:nvSpPr>
          <p:spPr>
            <a:xfrm>
              <a:off x="619775" y="3980550"/>
              <a:ext cx="105625" cy="68975"/>
            </a:xfrm>
            <a:custGeom>
              <a:avLst/>
              <a:gdLst/>
              <a:ahLst/>
              <a:cxnLst/>
              <a:rect l="l" t="t" r="r" b="b"/>
              <a:pathLst>
                <a:path w="4225" h="2759" extrusionOk="0">
                  <a:moveTo>
                    <a:pt x="2694" y="1"/>
                  </a:moveTo>
                  <a:cubicBezTo>
                    <a:pt x="2654" y="1"/>
                    <a:pt x="2613" y="2"/>
                    <a:pt x="2570" y="6"/>
                  </a:cubicBezTo>
                  <a:cubicBezTo>
                    <a:pt x="1929" y="53"/>
                    <a:pt x="1608" y="596"/>
                    <a:pt x="1640" y="883"/>
                  </a:cubicBezTo>
                  <a:lnTo>
                    <a:pt x="1640" y="883"/>
                  </a:lnTo>
                  <a:cubicBezTo>
                    <a:pt x="1640" y="881"/>
                    <a:pt x="1639" y="880"/>
                    <a:pt x="1638" y="879"/>
                  </a:cubicBezTo>
                  <a:lnTo>
                    <a:pt x="1638" y="879"/>
                  </a:lnTo>
                  <a:cubicBezTo>
                    <a:pt x="1589" y="737"/>
                    <a:pt x="1480" y="550"/>
                    <a:pt x="1141" y="399"/>
                  </a:cubicBezTo>
                  <a:cubicBezTo>
                    <a:pt x="1036" y="354"/>
                    <a:pt x="928" y="334"/>
                    <a:pt x="823" y="334"/>
                  </a:cubicBezTo>
                  <a:cubicBezTo>
                    <a:pt x="391" y="334"/>
                    <a:pt x="0" y="680"/>
                    <a:pt x="10" y="1149"/>
                  </a:cubicBezTo>
                  <a:lnTo>
                    <a:pt x="22" y="2637"/>
                  </a:lnTo>
                  <a:cubicBezTo>
                    <a:pt x="22" y="2637"/>
                    <a:pt x="1012" y="2758"/>
                    <a:pt x="2402" y="2758"/>
                  </a:cubicBezTo>
                  <a:cubicBezTo>
                    <a:pt x="2958" y="2758"/>
                    <a:pt x="3578" y="2739"/>
                    <a:pt x="4225" y="2685"/>
                  </a:cubicBezTo>
                  <a:cubicBezTo>
                    <a:pt x="4010" y="2244"/>
                    <a:pt x="3951" y="1780"/>
                    <a:pt x="4165" y="1315"/>
                  </a:cubicBezTo>
                  <a:cubicBezTo>
                    <a:pt x="3832" y="1244"/>
                    <a:pt x="3820" y="1244"/>
                    <a:pt x="3677" y="1232"/>
                  </a:cubicBezTo>
                  <a:cubicBezTo>
                    <a:pt x="3677" y="1232"/>
                    <a:pt x="3799" y="1"/>
                    <a:pt x="269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65"/>
            <p:cNvSpPr/>
            <p:nvPr/>
          </p:nvSpPr>
          <p:spPr>
            <a:xfrm>
              <a:off x="620000" y="4042875"/>
              <a:ext cx="133900" cy="16800"/>
            </a:xfrm>
            <a:custGeom>
              <a:avLst/>
              <a:gdLst/>
              <a:ahLst/>
              <a:cxnLst/>
              <a:rect l="l" t="t" r="r" b="b"/>
              <a:pathLst>
                <a:path w="5356" h="672" extrusionOk="0">
                  <a:moveTo>
                    <a:pt x="5279" y="1"/>
                  </a:moveTo>
                  <a:cubicBezTo>
                    <a:pt x="5278" y="1"/>
                    <a:pt x="5276" y="1"/>
                    <a:pt x="5275" y="1"/>
                  </a:cubicBezTo>
                  <a:cubicBezTo>
                    <a:pt x="4091" y="194"/>
                    <a:pt x="2905" y="247"/>
                    <a:pt x="1958" y="247"/>
                  </a:cubicBezTo>
                  <a:cubicBezTo>
                    <a:pt x="800" y="247"/>
                    <a:pt x="1" y="168"/>
                    <a:pt x="1" y="168"/>
                  </a:cubicBezTo>
                  <a:lnTo>
                    <a:pt x="1" y="501"/>
                  </a:lnTo>
                  <a:cubicBezTo>
                    <a:pt x="1" y="501"/>
                    <a:pt x="1150" y="671"/>
                    <a:pt x="2544" y="671"/>
                  </a:cubicBezTo>
                  <a:cubicBezTo>
                    <a:pt x="3425" y="671"/>
                    <a:pt x="4403" y="603"/>
                    <a:pt x="5251" y="382"/>
                  </a:cubicBezTo>
                  <a:cubicBezTo>
                    <a:pt x="5251" y="382"/>
                    <a:pt x="5355" y="1"/>
                    <a:pt x="5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65"/>
            <p:cNvSpPr/>
            <p:nvPr/>
          </p:nvSpPr>
          <p:spPr>
            <a:xfrm>
              <a:off x="635175" y="4012525"/>
              <a:ext cx="19075" cy="19075"/>
            </a:xfrm>
            <a:custGeom>
              <a:avLst/>
              <a:gdLst/>
              <a:ahLst/>
              <a:cxnLst/>
              <a:rect l="l" t="t" r="r" b="b"/>
              <a:pathLst>
                <a:path w="763" h="763" extrusionOk="0">
                  <a:moveTo>
                    <a:pt x="382" y="1"/>
                  </a:moveTo>
                  <a:cubicBezTo>
                    <a:pt x="168" y="1"/>
                    <a:pt x="1" y="179"/>
                    <a:pt x="1" y="382"/>
                  </a:cubicBezTo>
                  <a:cubicBezTo>
                    <a:pt x="1" y="596"/>
                    <a:pt x="180" y="763"/>
                    <a:pt x="382" y="763"/>
                  </a:cubicBezTo>
                  <a:cubicBezTo>
                    <a:pt x="596" y="763"/>
                    <a:pt x="763" y="584"/>
                    <a:pt x="763" y="382"/>
                  </a:cubicBezTo>
                  <a:cubicBezTo>
                    <a:pt x="763" y="167"/>
                    <a:pt x="584" y="1"/>
                    <a:pt x="38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65"/>
            <p:cNvSpPr/>
            <p:nvPr/>
          </p:nvSpPr>
          <p:spPr>
            <a:xfrm>
              <a:off x="676275" y="4010150"/>
              <a:ext cx="36925" cy="5975"/>
            </a:xfrm>
            <a:custGeom>
              <a:avLst/>
              <a:gdLst/>
              <a:ahLst/>
              <a:cxnLst/>
              <a:rect l="l" t="t" r="r" b="b"/>
              <a:pathLst>
                <a:path w="1477" h="239" extrusionOk="0">
                  <a:moveTo>
                    <a:pt x="1393" y="0"/>
                  </a:moveTo>
                  <a:lnTo>
                    <a:pt x="71" y="96"/>
                  </a:lnTo>
                  <a:cubicBezTo>
                    <a:pt x="36" y="96"/>
                    <a:pt x="0" y="131"/>
                    <a:pt x="0" y="179"/>
                  </a:cubicBezTo>
                  <a:cubicBezTo>
                    <a:pt x="12" y="215"/>
                    <a:pt x="36" y="238"/>
                    <a:pt x="83" y="238"/>
                  </a:cubicBezTo>
                  <a:lnTo>
                    <a:pt x="1405" y="155"/>
                  </a:lnTo>
                  <a:cubicBezTo>
                    <a:pt x="1441" y="155"/>
                    <a:pt x="1476" y="119"/>
                    <a:pt x="1464" y="72"/>
                  </a:cubicBezTo>
                  <a:cubicBezTo>
                    <a:pt x="1464" y="36"/>
                    <a:pt x="1429" y="0"/>
                    <a:pt x="13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65"/>
            <p:cNvSpPr/>
            <p:nvPr/>
          </p:nvSpPr>
          <p:spPr>
            <a:xfrm>
              <a:off x="673875" y="3977400"/>
              <a:ext cx="53900" cy="31575"/>
            </a:xfrm>
            <a:custGeom>
              <a:avLst/>
              <a:gdLst/>
              <a:ahLst/>
              <a:cxnLst/>
              <a:rect l="l" t="t" r="r" b="b"/>
              <a:pathLst>
                <a:path w="2156" h="1263" extrusionOk="0">
                  <a:moveTo>
                    <a:pt x="1477" y="155"/>
                  </a:moveTo>
                  <a:cubicBezTo>
                    <a:pt x="1489" y="167"/>
                    <a:pt x="1489" y="215"/>
                    <a:pt x="1477" y="286"/>
                  </a:cubicBezTo>
                  <a:cubicBezTo>
                    <a:pt x="1406" y="477"/>
                    <a:pt x="1310" y="667"/>
                    <a:pt x="1179" y="834"/>
                  </a:cubicBezTo>
                  <a:lnTo>
                    <a:pt x="1156" y="858"/>
                  </a:lnTo>
                  <a:cubicBezTo>
                    <a:pt x="1168" y="810"/>
                    <a:pt x="1179" y="751"/>
                    <a:pt x="1191" y="703"/>
                  </a:cubicBezTo>
                  <a:cubicBezTo>
                    <a:pt x="1227" y="548"/>
                    <a:pt x="1263" y="394"/>
                    <a:pt x="1346" y="251"/>
                  </a:cubicBezTo>
                  <a:cubicBezTo>
                    <a:pt x="1370" y="215"/>
                    <a:pt x="1394" y="179"/>
                    <a:pt x="1418" y="167"/>
                  </a:cubicBezTo>
                  <a:cubicBezTo>
                    <a:pt x="1430" y="155"/>
                    <a:pt x="1441" y="155"/>
                    <a:pt x="1453" y="155"/>
                  </a:cubicBezTo>
                  <a:close/>
                  <a:moveTo>
                    <a:pt x="1906" y="513"/>
                  </a:moveTo>
                  <a:cubicBezTo>
                    <a:pt x="1941" y="513"/>
                    <a:pt x="1989" y="536"/>
                    <a:pt x="1989" y="560"/>
                  </a:cubicBezTo>
                  <a:cubicBezTo>
                    <a:pt x="1989" y="572"/>
                    <a:pt x="1977" y="608"/>
                    <a:pt x="1918" y="656"/>
                  </a:cubicBezTo>
                  <a:cubicBezTo>
                    <a:pt x="1727" y="810"/>
                    <a:pt x="1477" y="929"/>
                    <a:pt x="1263" y="977"/>
                  </a:cubicBezTo>
                  <a:cubicBezTo>
                    <a:pt x="1275" y="965"/>
                    <a:pt x="1275" y="953"/>
                    <a:pt x="1287" y="941"/>
                  </a:cubicBezTo>
                  <a:cubicBezTo>
                    <a:pt x="1430" y="798"/>
                    <a:pt x="1584" y="679"/>
                    <a:pt x="1751" y="572"/>
                  </a:cubicBezTo>
                  <a:cubicBezTo>
                    <a:pt x="1811" y="536"/>
                    <a:pt x="1858" y="513"/>
                    <a:pt x="1906" y="513"/>
                  </a:cubicBezTo>
                  <a:close/>
                  <a:moveTo>
                    <a:pt x="1458" y="1"/>
                  </a:moveTo>
                  <a:cubicBezTo>
                    <a:pt x="1418" y="1"/>
                    <a:pt x="1376" y="13"/>
                    <a:pt x="1334" y="36"/>
                  </a:cubicBezTo>
                  <a:cubicBezTo>
                    <a:pt x="1287" y="72"/>
                    <a:pt x="1251" y="120"/>
                    <a:pt x="1215" y="179"/>
                  </a:cubicBezTo>
                  <a:cubicBezTo>
                    <a:pt x="1120" y="334"/>
                    <a:pt x="1084" y="501"/>
                    <a:pt x="1049" y="667"/>
                  </a:cubicBezTo>
                  <a:cubicBezTo>
                    <a:pt x="1013" y="798"/>
                    <a:pt x="989" y="917"/>
                    <a:pt x="929" y="1037"/>
                  </a:cubicBezTo>
                  <a:lnTo>
                    <a:pt x="72" y="1120"/>
                  </a:lnTo>
                  <a:cubicBezTo>
                    <a:pt x="25" y="1120"/>
                    <a:pt x="1" y="1156"/>
                    <a:pt x="1" y="1203"/>
                  </a:cubicBezTo>
                  <a:cubicBezTo>
                    <a:pt x="13" y="1239"/>
                    <a:pt x="36" y="1263"/>
                    <a:pt x="84" y="1263"/>
                  </a:cubicBezTo>
                  <a:lnTo>
                    <a:pt x="1001" y="1179"/>
                  </a:lnTo>
                  <a:lnTo>
                    <a:pt x="1037" y="1179"/>
                  </a:lnTo>
                  <a:cubicBezTo>
                    <a:pt x="1049" y="1179"/>
                    <a:pt x="1060" y="1179"/>
                    <a:pt x="1072" y="1167"/>
                  </a:cubicBezTo>
                  <a:lnTo>
                    <a:pt x="1465" y="1132"/>
                  </a:lnTo>
                  <a:cubicBezTo>
                    <a:pt x="1513" y="1132"/>
                    <a:pt x="1537" y="1096"/>
                    <a:pt x="1537" y="1048"/>
                  </a:cubicBezTo>
                  <a:cubicBezTo>
                    <a:pt x="1715" y="977"/>
                    <a:pt x="1894" y="870"/>
                    <a:pt x="2013" y="775"/>
                  </a:cubicBezTo>
                  <a:cubicBezTo>
                    <a:pt x="2049" y="739"/>
                    <a:pt x="2156" y="656"/>
                    <a:pt x="2144" y="536"/>
                  </a:cubicBezTo>
                  <a:cubicBezTo>
                    <a:pt x="2120" y="429"/>
                    <a:pt x="2013" y="358"/>
                    <a:pt x="1906" y="358"/>
                  </a:cubicBezTo>
                  <a:cubicBezTo>
                    <a:pt x="1822" y="358"/>
                    <a:pt x="1739" y="405"/>
                    <a:pt x="1680" y="441"/>
                  </a:cubicBezTo>
                  <a:cubicBezTo>
                    <a:pt x="1632" y="477"/>
                    <a:pt x="1584" y="501"/>
                    <a:pt x="1537" y="536"/>
                  </a:cubicBezTo>
                  <a:cubicBezTo>
                    <a:pt x="1560" y="465"/>
                    <a:pt x="1596" y="394"/>
                    <a:pt x="1620" y="322"/>
                  </a:cubicBezTo>
                  <a:cubicBezTo>
                    <a:pt x="1668" y="167"/>
                    <a:pt x="1620" y="84"/>
                    <a:pt x="1572" y="36"/>
                  </a:cubicBezTo>
                  <a:cubicBezTo>
                    <a:pt x="1537" y="13"/>
                    <a:pt x="1498" y="1"/>
                    <a:pt x="145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65"/>
            <p:cNvSpPr/>
            <p:nvPr/>
          </p:nvSpPr>
          <p:spPr>
            <a:xfrm>
              <a:off x="594700" y="3392500"/>
              <a:ext cx="255425" cy="302275"/>
            </a:xfrm>
            <a:custGeom>
              <a:avLst/>
              <a:gdLst/>
              <a:ahLst/>
              <a:cxnLst/>
              <a:rect l="l" t="t" r="r" b="b"/>
              <a:pathLst>
                <a:path w="10217" h="12091" extrusionOk="0">
                  <a:moveTo>
                    <a:pt x="3909" y="1"/>
                  </a:moveTo>
                  <a:cubicBezTo>
                    <a:pt x="3442" y="1"/>
                    <a:pt x="2899" y="28"/>
                    <a:pt x="2287" y="108"/>
                  </a:cubicBezTo>
                  <a:cubicBezTo>
                    <a:pt x="251" y="382"/>
                    <a:pt x="1" y="11229"/>
                    <a:pt x="1" y="11229"/>
                  </a:cubicBezTo>
                  <a:cubicBezTo>
                    <a:pt x="1" y="11229"/>
                    <a:pt x="2083" y="12090"/>
                    <a:pt x="4677" y="12090"/>
                  </a:cubicBezTo>
                  <a:cubicBezTo>
                    <a:pt x="4877" y="12090"/>
                    <a:pt x="5081" y="12085"/>
                    <a:pt x="5287" y="12074"/>
                  </a:cubicBezTo>
                  <a:cubicBezTo>
                    <a:pt x="8704" y="11883"/>
                    <a:pt x="10216" y="10764"/>
                    <a:pt x="10216" y="10764"/>
                  </a:cubicBezTo>
                  <a:cubicBezTo>
                    <a:pt x="10216" y="10764"/>
                    <a:pt x="9442" y="739"/>
                    <a:pt x="8085" y="287"/>
                  </a:cubicBezTo>
                  <a:cubicBezTo>
                    <a:pt x="6907" y="148"/>
                    <a:pt x="6411" y="119"/>
                    <a:pt x="6108" y="119"/>
                  </a:cubicBezTo>
                  <a:cubicBezTo>
                    <a:pt x="5942" y="119"/>
                    <a:pt x="5834" y="128"/>
                    <a:pt x="5704" y="132"/>
                  </a:cubicBezTo>
                  <a:cubicBezTo>
                    <a:pt x="5451" y="108"/>
                    <a:pt x="4830" y="1"/>
                    <a:pt x="390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65"/>
            <p:cNvSpPr/>
            <p:nvPr/>
          </p:nvSpPr>
          <p:spPr>
            <a:xfrm>
              <a:off x="670000" y="3395375"/>
              <a:ext cx="114325" cy="58800"/>
            </a:xfrm>
            <a:custGeom>
              <a:avLst/>
              <a:gdLst/>
              <a:ahLst/>
              <a:cxnLst/>
              <a:rect l="l" t="t" r="r" b="b"/>
              <a:pathLst>
                <a:path w="4573" h="2352" extrusionOk="0">
                  <a:moveTo>
                    <a:pt x="2618" y="0"/>
                  </a:moveTo>
                  <a:cubicBezTo>
                    <a:pt x="2009" y="0"/>
                    <a:pt x="1291" y="38"/>
                    <a:pt x="513" y="196"/>
                  </a:cubicBezTo>
                  <a:cubicBezTo>
                    <a:pt x="1" y="291"/>
                    <a:pt x="13" y="719"/>
                    <a:pt x="13" y="719"/>
                  </a:cubicBezTo>
                  <a:cubicBezTo>
                    <a:pt x="25" y="1622"/>
                    <a:pt x="728" y="2351"/>
                    <a:pt x="1602" y="2351"/>
                  </a:cubicBezTo>
                  <a:cubicBezTo>
                    <a:pt x="1616" y="2351"/>
                    <a:pt x="1630" y="2351"/>
                    <a:pt x="1644" y="2351"/>
                  </a:cubicBezTo>
                  <a:lnTo>
                    <a:pt x="2716" y="2339"/>
                  </a:lnTo>
                  <a:cubicBezTo>
                    <a:pt x="3728" y="2315"/>
                    <a:pt x="4561" y="1553"/>
                    <a:pt x="4537" y="493"/>
                  </a:cubicBezTo>
                  <a:cubicBezTo>
                    <a:pt x="4537" y="493"/>
                    <a:pt x="4572" y="29"/>
                    <a:pt x="4045" y="29"/>
                  </a:cubicBezTo>
                  <a:cubicBezTo>
                    <a:pt x="4039" y="29"/>
                    <a:pt x="4032" y="29"/>
                    <a:pt x="4025" y="29"/>
                  </a:cubicBezTo>
                  <a:cubicBezTo>
                    <a:pt x="3999" y="29"/>
                    <a:pt x="3971" y="29"/>
                    <a:pt x="3943" y="29"/>
                  </a:cubicBezTo>
                  <a:cubicBezTo>
                    <a:pt x="3610" y="29"/>
                    <a:pt x="3157" y="0"/>
                    <a:pt x="26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65"/>
            <p:cNvSpPr/>
            <p:nvPr/>
          </p:nvSpPr>
          <p:spPr>
            <a:xfrm>
              <a:off x="679825" y="3304700"/>
              <a:ext cx="91425" cy="123600"/>
            </a:xfrm>
            <a:custGeom>
              <a:avLst/>
              <a:gdLst/>
              <a:ahLst/>
              <a:cxnLst/>
              <a:rect l="l" t="t" r="r" b="b"/>
              <a:pathLst>
                <a:path w="3657" h="4944" extrusionOk="0">
                  <a:moveTo>
                    <a:pt x="1656" y="1"/>
                  </a:moveTo>
                  <a:cubicBezTo>
                    <a:pt x="1570" y="1"/>
                    <a:pt x="1482" y="9"/>
                    <a:pt x="1394" y="24"/>
                  </a:cubicBezTo>
                  <a:lnTo>
                    <a:pt x="1322" y="36"/>
                  </a:lnTo>
                  <a:cubicBezTo>
                    <a:pt x="525" y="179"/>
                    <a:pt x="1" y="941"/>
                    <a:pt x="144" y="1727"/>
                  </a:cubicBezTo>
                  <a:lnTo>
                    <a:pt x="572" y="4108"/>
                  </a:lnTo>
                  <a:cubicBezTo>
                    <a:pt x="684" y="4721"/>
                    <a:pt x="1121" y="4943"/>
                    <a:pt x="1687" y="4943"/>
                  </a:cubicBezTo>
                  <a:cubicBezTo>
                    <a:pt x="1847" y="4943"/>
                    <a:pt x="2016" y="4925"/>
                    <a:pt x="2192" y="4894"/>
                  </a:cubicBezTo>
                  <a:lnTo>
                    <a:pt x="2263" y="4882"/>
                  </a:lnTo>
                  <a:cubicBezTo>
                    <a:pt x="3061" y="4739"/>
                    <a:pt x="3656" y="4370"/>
                    <a:pt x="3513" y="3584"/>
                  </a:cubicBezTo>
                  <a:lnTo>
                    <a:pt x="3085" y="1203"/>
                  </a:lnTo>
                  <a:cubicBezTo>
                    <a:pt x="2958" y="494"/>
                    <a:pt x="2350" y="1"/>
                    <a:pt x="1656" y="1"/>
                  </a:cubicBezTo>
                  <a:close/>
                </a:path>
              </a:pathLst>
            </a:custGeom>
            <a:solidFill>
              <a:srgbClr val="BC7B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65"/>
            <p:cNvSpPr/>
            <p:nvPr/>
          </p:nvSpPr>
          <p:spPr>
            <a:xfrm>
              <a:off x="782525" y="3184800"/>
              <a:ext cx="105100" cy="92500"/>
            </a:xfrm>
            <a:custGeom>
              <a:avLst/>
              <a:gdLst/>
              <a:ahLst/>
              <a:cxnLst/>
              <a:rect l="l" t="t" r="r" b="b"/>
              <a:pathLst>
                <a:path w="4204" h="3700" extrusionOk="0">
                  <a:moveTo>
                    <a:pt x="2092" y="0"/>
                  </a:moveTo>
                  <a:cubicBezTo>
                    <a:pt x="1812" y="0"/>
                    <a:pt x="1528" y="65"/>
                    <a:pt x="1263" y="201"/>
                  </a:cubicBezTo>
                  <a:cubicBezTo>
                    <a:pt x="358" y="665"/>
                    <a:pt x="1" y="1772"/>
                    <a:pt x="465" y="2677"/>
                  </a:cubicBezTo>
                  <a:cubicBezTo>
                    <a:pt x="793" y="3325"/>
                    <a:pt x="1442" y="3700"/>
                    <a:pt x="2114" y="3700"/>
                  </a:cubicBezTo>
                  <a:cubicBezTo>
                    <a:pt x="2393" y="3700"/>
                    <a:pt x="2676" y="3635"/>
                    <a:pt x="2941" y="3499"/>
                  </a:cubicBezTo>
                  <a:cubicBezTo>
                    <a:pt x="3846" y="3034"/>
                    <a:pt x="4203" y="1927"/>
                    <a:pt x="3739" y="1022"/>
                  </a:cubicBezTo>
                  <a:cubicBezTo>
                    <a:pt x="3419" y="374"/>
                    <a:pt x="2767" y="0"/>
                    <a:pt x="2092" y="0"/>
                  </a:cubicBezTo>
                  <a:close/>
                </a:path>
              </a:pathLst>
            </a:custGeom>
            <a:solidFill>
              <a:srgbClr val="BC7B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65"/>
            <p:cNvSpPr/>
            <p:nvPr/>
          </p:nvSpPr>
          <p:spPr>
            <a:xfrm>
              <a:off x="797100" y="3214625"/>
              <a:ext cx="76225" cy="32525"/>
            </a:xfrm>
            <a:custGeom>
              <a:avLst/>
              <a:gdLst/>
              <a:ahLst/>
              <a:cxnLst/>
              <a:rect l="l" t="t" r="r" b="b"/>
              <a:pathLst>
                <a:path w="3049" h="1301" extrusionOk="0">
                  <a:moveTo>
                    <a:pt x="1992" y="1"/>
                  </a:moveTo>
                  <a:cubicBezTo>
                    <a:pt x="1762" y="1"/>
                    <a:pt x="1529" y="37"/>
                    <a:pt x="1311" y="103"/>
                  </a:cubicBezTo>
                  <a:cubicBezTo>
                    <a:pt x="1168" y="139"/>
                    <a:pt x="1037" y="210"/>
                    <a:pt x="906" y="282"/>
                  </a:cubicBezTo>
                  <a:lnTo>
                    <a:pt x="727" y="401"/>
                  </a:lnTo>
                  <a:cubicBezTo>
                    <a:pt x="656" y="437"/>
                    <a:pt x="608" y="484"/>
                    <a:pt x="549" y="532"/>
                  </a:cubicBezTo>
                  <a:cubicBezTo>
                    <a:pt x="441" y="627"/>
                    <a:pt x="346" y="734"/>
                    <a:pt x="251" y="853"/>
                  </a:cubicBezTo>
                  <a:cubicBezTo>
                    <a:pt x="203" y="901"/>
                    <a:pt x="168" y="972"/>
                    <a:pt x="132" y="1032"/>
                  </a:cubicBezTo>
                  <a:lnTo>
                    <a:pt x="13" y="1210"/>
                  </a:lnTo>
                  <a:cubicBezTo>
                    <a:pt x="1" y="1234"/>
                    <a:pt x="1" y="1270"/>
                    <a:pt x="37" y="1294"/>
                  </a:cubicBezTo>
                  <a:cubicBezTo>
                    <a:pt x="45" y="1298"/>
                    <a:pt x="56" y="1301"/>
                    <a:pt x="66" y="1301"/>
                  </a:cubicBezTo>
                  <a:cubicBezTo>
                    <a:pt x="83" y="1301"/>
                    <a:pt x="101" y="1293"/>
                    <a:pt x="108" y="1270"/>
                  </a:cubicBezTo>
                  <a:lnTo>
                    <a:pt x="120" y="1270"/>
                  </a:lnTo>
                  <a:lnTo>
                    <a:pt x="239" y="1103"/>
                  </a:lnTo>
                  <a:cubicBezTo>
                    <a:pt x="275" y="1044"/>
                    <a:pt x="311" y="984"/>
                    <a:pt x="358" y="937"/>
                  </a:cubicBezTo>
                  <a:cubicBezTo>
                    <a:pt x="453" y="841"/>
                    <a:pt x="549" y="734"/>
                    <a:pt x="656" y="651"/>
                  </a:cubicBezTo>
                  <a:cubicBezTo>
                    <a:pt x="858" y="472"/>
                    <a:pt x="1096" y="353"/>
                    <a:pt x="1358" y="270"/>
                  </a:cubicBezTo>
                  <a:cubicBezTo>
                    <a:pt x="1579" y="200"/>
                    <a:pt x="1808" y="172"/>
                    <a:pt x="2031" y="172"/>
                  </a:cubicBezTo>
                  <a:cubicBezTo>
                    <a:pt x="2073" y="172"/>
                    <a:pt x="2115" y="173"/>
                    <a:pt x="2156" y="175"/>
                  </a:cubicBezTo>
                  <a:cubicBezTo>
                    <a:pt x="2430" y="198"/>
                    <a:pt x="2704" y="246"/>
                    <a:pt x="2966" y="317"/>
                  </a:cubicBezTo>
                  <a:cubicBezTo>
                    <a:pt x="2975" y="320"/>
                    <a:pt x="2983" y="322"/>
                    <a:pt x="2992" y="322"/>
                  </a:cubicBezTo>
                  <a:cubicBezTo>
                    <a:pt x="3017" y="322"/>
                    <a:pt x="3037" y="309"/>
                    <a:pt x="3037" y="282"/>
                  </a:cubicBezTo>
                  <a:cubicBezTo>
                    <a:pt x="3049" y="258"/>
                    <a:pt x="3037" y="222"/>
                    <a:pt x="3013" y="210"/>
                  </a:cubicBezTo>
                  <a:cubicBezTo>
                    <a:pt x="2870" y="151"/>
                    <a:pt x="2739" y="103"/>
                    <a:pt x="2597" y="67"/>
                  </a:cubicBezTo>
                  <a:cubicBezTo>
                    <a:pt x="2454" y="32"/>
                    <a:pt x="2311" y="20"/>
                    <a:pt x="2168" y="8"/>
                  </a:cubicBezTo>
                  <a:cubicBezTo>
                    <a:pt x="2110" y="3"/>
                    <a:pt x="2051" y="1"/>
                    <a:pt x="199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65"/>
            <p:cNvSpPr/>
            <p:nvPr/>
          </p:nvSpPr>
          <p:spPr>
            <a:xfrm>
              <a:off x="788775" y="3238250"/>
              <a:ext cx="59250" cy="25625"/>
            </a:xfrm>
            <a:custGeom>
              <a:avLst/>
              <a:gdLst/>
              <a:ahLst/>
              <a:cxnLst/>
              <a:rect l="l" t="t" r="r" b="b"/>
              <a:pathLst>
                <a:path w="2370" h="1025" extrusionOk="0">
                  <a:moveTo>
                    <a:pt x="1580" y="1"/>
                  </a:moveTo>
                  <a:cubicBezTo>
                    <a:pt x="1388" y="1"/>
                    <a:pt x="1192" y="27"/>
                    <a:pt x="1013" y="87"/>
                  </a:cubicBezTo>
                  <a:cubicBezTo>
                    <a:pt x="905" y="111"/>
                    <a:pt x="798" y="170"/>
                    <a:pt x="703" y="218"/>
                  </a:cubicBezTo>
                  <a:cubicBezTo>
                    <a:pt x="608" y="289"/>
                    <a:pt x="501" y="349"/>
                    <a:pt x="429" y="420"/>
                  </a:cubicBezTo>
                  <a:cubicBezTo>
                    <a:pt x="334" y="492"/>
                    <a:pt x="263" y="587"/>
                    <a:pt x="203" y="670"/>
                  </a:cubicBezTo>
                  <a:cubicBezTo>
                    <a:pt x="132" y="766"/>
                    <a:pt x="72" y="861"/>
                    <a:pt x="12" y="956"/>
                  </a:cubicBezTo>
                  <a:cubicBezTo>
                    <a:pt x="1" y="980"/>
                    <a:pt x="12" y="1004"/>
                    <a:pt x="36" y="1016"/>
                  </a:cubicBezTo>
                  <a:cubicBezTo>
                    <a:pt x="42" y="1022"/>
                    <a:pt x="51" y="1024"/>
                    <a:pt x="62" y="1024"/>
                  </a:cubicBezTo>
                  <a:cubicBezTo>
                    <a:pt x="72" y="1024"/>
                    <a:pt x="84" y="1022"/>
                    <a:pt x="96" y="1016"/>
                  </a:cubicBezTo>
                  <a:lnTo>
                    <a:pt x="96" y="1004"/>
                  </a:lnTo>
                  <a:cubicBezTo>
                    <a:pt x="167" y="920"/>
                    <a:pt x="215" y="825"/>
                    <a:pt x="286" y="754"/>
                  </a:cubicBezTo>
                  <a:cubicBezTo>
                    <a:pt x="370" y="682"/>
                    <a:pt x="429" y="599"/>
                    <a:pt x="513" y="539"/>
                  </a:cubicBezTo>
                  <a:cubicBezTo>
                    <a:pt x="679" y="396"/>
                    <a:pt x="870" y="301"/>
                    <a:pt x="1060" y="242"/>
                  </a:cubicBezTo>
                  <a:cubicBezTo>
                    <a:pt x="1217" y="195"/>
                    <a:pt x="1381" y="178"/>
                    <a:pt x="1541" y="178"/>
                  </a:cubicBezTo>
                  <a:cubicBezTo>
                    <a:pt x="1588" y="178"/>
                    <a:pt x="1634" y="179"/>
                    <a:pt x="1679" y="182"/>
                  </a:cubicBezTo>
                  <a:cubicBezTo>
                    <a:pt x="1882" y="182"/>
                    <a:pt x="2096" y="218"/>
                    <a:pt x="2298" y="265"/>
                  </a:cubicBezTo>
                  <a:lnTo>
                    <a:pt x="2310" y="265"/>
                  </a:lnTo>
                  <a:cubicBezTo>
                    <a:pt x="2316" y="268"/>
                    <a:pt x="2322" y="270"/>
                    <a:pt x="2328" y="270"/>
                  </a:cubicBezTo>
                  <a:cubicBezTo>
                    <a:pt x="2345" y="270"/>
                    <a:pt x="2358" y="257"/>
                    <a:pt x="2358" y="230"/>
                  </a:cubicBezTo>
                  <a:cubicBezTo>
                    <a:pt x="2370" y="218"/>
                    <a:pt x="2358" y="194"/>
                    <a:pt x="2346" y="182"/>
                  </a:cubicBezTo>
                  <a:cubicBezTo>
                    <a:pt x="2144" y="75"/>
                    <a:pt x="1917" y="27"/>
                    <a:pt x="1691" y="4"/>
                  </a:cubicBezTo>
                  <a:cubicBezTo>
                    <a:pt x="1655" y="2"/>
                    <a:pt x="1618" y="1"/>
                    <a:pt x="158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65"/>
            <p:cNvSpPr/>
            <p:nvPr/>
          </p:nvSpPr>
          <p:spPr>
            <a:xfrm>
              <a:off x="528925" y="3068000"/>
              <a:ext cx="317325" cy="307550"/>
            </a:xfrm>
            <a:custGeom>
              <a:avLst/>
              <a:gdLst/>
              <a:ahLst/>
              <a:cxnLst/>
              <a:rect l="l" t="t" r="r" b="b"/>
              <a:pathLst>
                <a:path w="12693" h="12302" extrusionOk="0">
                  <a:moveTo>
                    <a:pt x="6317" y="0"/>
                  </a:moveTo>
                  <a:cubicBezTo>
                    <a:pt x="6036" y="0"/>
                    <a:pt x="5751" y="21"/>
                    <a:pt x="5465" y="63"/>
                  </a:cubicBezTo>
                  <a:cubicBezTo>
                    <a:pt x="2227" y="539"/>
                    <a:pt x="0" y="3611"/>
                    <a:pt x="477" y="6909"/>
                  </a:cubicBezTo>
                  <a:cubicBezTo>
                    <a:pt x="921" y="9911"/>
                    <a:pt x="3092" y="12302"/>
                    <a:pt x="6335" y="12302"/>
                  </a:cubicBezTo>
                  <a:cubicBezTo>
                    <a:pt x="6654" y="12302"/>
                    <a:pt x="6984" y="12279"/>
                    <a:pt x="7323" y="12231"/>
                  </a:cubicBezTo>
                  <a:cubicBezTo>
                    <a:pt x="11383" y="11659"/>
                    <a:pt x="12692" y="8480"/>
                    <a:pt x="12204" y="5170"/>
                  </a:cubicBezTo>
                  <a:cubicBezTo>
                    <a:pt x="11759" y="2175"/>
                    <a:pt x="9216" y="0"/>
                    <a:pt x="6317" y="0"/>
                  </a:cubicBezTo>
                  <a:close/>
                </a:path>
              </a:pathLst>
            </a:custGeom>
            <a:solidFill>
              <a:srgbClr val="BC7B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65"/>
            <p:cNvSpPr/>
            <p:nvPr/>
          </p:nvSpPr>
          <p:spPr>
            <a:xfrm>
              <a:off x="574425" y="3016300"/>
              <a:ext cx="34600" cy="45850"/>
            </a:xfrm>
            <a:custGeom>
              <a:avLst/>
              <a:gdLst/>
              <a:ahLst/>
              <a:cxnLst/>
              <a:rect l="l" t="t" r="r" b="b"/>
              <a:pathLst>
                <a:path w="1384" h="1834" extrusionOk="0">
                  <a:moveTo>
                    <a:pt x="891" y="1"/>
                  </a:moveTo>
                  <a:cubicBezTo>
                    <a:pt x="853" y="1"/>
                    <a:pt x="817" y="11"/>
                    <a:pt x="788" y="35"/>
                  </a:cubicBezTo>
                  <a:cubicBezTo>
                    <a:pt x="693" y="107"/>
                    <a:pt x="705" y="250"/>
                    <a:pt x="716" y="369"/>
                  </a:cubicBezTo>
                  <a:cubicBezTo>
                    <a:pt x="788" y="738"/>
                    <a:pt x="847" y="1107"/>
                    <a:pt x="907" y="1464"/>
                  </a:cubicBezTo>
                  <a:cubicBezTo>
                    <a:pt x="800" y="1142"/>
                    <a:pt x="574" y="857"/>
                    <a:pt x="288" y="678"/>
                  </a:cubicBezTo>
                  <a:cubicBezTo>
                    <a:pt x="259" y="660"/>
                    <a:pt x="229" y="652"/>
                    <a:pt x="200" y="652"/>
                  </a:cubicBezTo>
                  <a:cubicBezTo>
                    <a:pt x="95" y="652"/>
                    <a:pt x="0" y="757"/>
                    <a:pt x="38" y="869"/>
                  </a:cubicBezTo>
                  <a:cubicBezTo>
                    <a:pt x="157" y="1262"/>
                    <a:pt x="466" y="1607"/>
                    <a:pt x="847" y="1762"/>
                  </a:cubicBezTo>
                  <a:lnTo>
                    <a:pt x="1264" y="1833"/>
                  </a:lnTo>
                  <a:cubicBezTo>
                    <a:pt x="1383" y="1333"/>
                    <a:pt x="1359" y="809"/>
                    <a:pt x="1193" y="321"/>
                  </a:cubicBezTo>
                  <a:cubicBezTo>
                    <a:pt x="1169" y="226"/>
                    <a:pt x="1133" y="130"/>
                    <a:pt x="1050" y="59"/>
                  </a:cubicBezTo>
                  <a:cubicBezTo>
                    <a:pt x="1007" y="24"/>
                    <a:pt x="948" y="1"/>
                    <a:pt x="8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65"/>
            <p:cNvSpPr/>
            <p:nvPr/>
          </p:nvSpPr>
          <p:spPr>
            <a:xfrm>
              <a:off x="488150" y="3046350"/>
              <a:ext cx="350050" cy="221750"/>
            </a:xfrm>
            <a:custGeom>
              <a:avLst/>
              <a:gdLst/>
              <a:ahLst/>
              <a:cxnLst/>
              <a:rect l="l" t="t" r="r" b="b"/>
              <a:pathLst>
                <a:path w="14002" h="8870" extrusionOk="0">
                  <a:moveTo>
                    <a:pt x="7604" y="27"/>
                  </a:moveTo>
                  <a:cubicBezTo>
                    <a:pt x="5374" y="27"/>
                    <a:pt x="2254" y="1756"/>
                    <a:pt x="1167" y="3548"/>
                  </a:cubicBezTo>
                  <a:cubicBezTo>
                    <a:pt x="0" y="5453"/>
                    <a:pt x="1858" y="8834"/>
                    <a:pt x="1858" y="8834"/>
                  </a:cubicBezTo>
                  <a:cubicBezTo>
                    <a:pt x="1906" y="8858"/>
                    <a:pt x="1958" y="8869"/>
                    <a:pt x="2012" y="8869"/>
                  </a:cubicBezTo>
                  <a:cubicBezTo>
                    <a:pt x="2796" y="8869"/>
                    <a:pt x="4125" y="6523"/>
                    <a:pt x="4370" y="6322"/>
                  </a:cubicBezTo>
                  <a:cubicBezTo>
                    <a:pt x="4632" y="6120"/>
                    <a:pt x="4013" y="4275"/>
                    <a:pt x="4013" y="4274"/>
                  </a:cubicBezTo>
                  <a:lnTo>
                    <a:pt x="4013" y="4274"/>
                  </a:lnTo>
                  <a:cubicBezTo>
                    <a:pt x="4013" y="4275"/>
                    <a:pt x="4775" y="5822"/>
                    <a:pt x="5108" y="5941"/>
                  </a:cubicBezTo>
                  <a:cubicBezTo>
                    <a:pt x="5132" y="5950"/>
                    <a:pt x="5169" y="5954"/>
                    <a:pt x="5218" y="5954"/>
                  </a:cubicBezTo>
                  <a:cubicBezTo>
                    <a:pt x="5838" y="5954"/>
                    <a:pt x="8340" y="5301"/>
                    <a:pt x="8561" y="5191"/>
                  </a:cubicBezTo>
                  <a:cubicBezTo>
                    <a:pt x="8787" y="5084"/>
                    <a:pt x="8275" y="3310"/>
                    <a:pt x="8275" y="3310"/>
                  </a:cubicBezTo>
                  <a:lnTo>
                    <a:pt x="8275" y="3310"/>
                  </a:lnTo>
                  <a:cubicBezTo>
                    <a:pt x="8275" y="3310"/>
                    <a:pt x="8823" y="5013"/>
                    <a:pt x="9442" y="5072"/>
                  </a:cubicBezTo>
                  <a:cubicBezTo>
                    <a:pt x="9551" y="5085"/>
                    <a:pt x="9684" y="5090"/>
                    <a:pt x="9829" y="5090"/>
                  </a:cubicBezTo>
                  <a:cubicBezTo>
                    <a:pt x="10505" y="5090"/>
                    <a:pt x="11442" y="4977"/>
                    <a:pt x="11442" y="4977"/>
                  </a:cubicBezTo>
                  <a:cubicBezTo>
                    <a:pt x="11442" y="4977"/>
                    <a:pt x="11169" y="3493"/>
                    <a:pt x="11294" y="3493"/>
                  </a:cubicBezTo>
                  <a:cubicBezTo>
                    <a:pt x="11302" y="3493"/>
                    <a:pt x="11312" y="3499"/>
                    <a:pt x="11323" y="3512"/>
                  </a:cubicBezTo>
                  <a:cubicBezTo>
                    <a:pt x="11514" y="3727"/>
                    <a:pt x="11978" y="5013"/>
                    <a:pt x="12311" y="5155"/>
                  </a:cubicBezTo>
                  <a:cubicBezTo>
                    <a:pt x="12645" y="5298"/>
                    <a:pt x="13942" y="5905"/>
                    <a:pt x="13942" y="5905"/>
                  </a:cubicBezTo>
                  <a:cubicBezTo>
                    <a:pt x="13942" y="5905"/>
                    <a:pt x="14002" y="3667"/>
                    <a:pt x="13311" y="1834"/>
                  </a:cubicBezTo>
                  <a:cubicBezTo>
                    <a:pt x="12609" y="0"/>
                    <a:pt x="10263" y="286"/>
                    <a:pt x="8013" y="48"/>
                  </a:cubicBezTo>
                  <a:cubicBezTo>
                    <a:pt x="7881" y="34"/>
                    <a:pt x="7744" y="27"/>
                    <a:pt x="7604" y="2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65"/>
            <p:cNvSpPr/>
            <p:nvPr/>
          </p:nvSpPr>
          <p:spPr>
            <a:xfrm>
              <a:off x="630125" y="3250525"/>
              <a:ext cx="25925" cy="25650"/>
            </a:xfrm>
            <a:custGeom>
              <a:avLst/>
              <a:gdLst/>
              <a:ahLst/>
              <a:cxnLst/>
              <a:rect l="l" t="t" r="r" b="b"/>
              <a:pathLst>
                <a:path w="1037" h="1026" extrusionOk="0">
                  <a:moveTo>
                    <a:pt x="533" y="0"/>
                  </a:moveTo>
                  <a:cubicBezTo>
                    <a:pt x="526" y="0"/>
                    <a:pt x="519" y="0"/>
                    <a:pt x="513" y="1"/>
                  </a:cubicBezTo>
                  <a:cubicBezTo>
                    <a:pt x="227" y="1"/>
                    <a:pt x="1" y="239"/>
                    <a:pt x="12" y="525"/>
                  </a:cubicBezTo>
                  <a:cubicBezTo>
                    <a:pt x="12" y="803"/>
                    <a:pt x="239" y="1025"/>
                    <a:pt x="515" y="1025"/>
                  </a:cubicBezTo>
                  <a:cubicBezTo>
                    <a:pt x="522" y="1025"/>
                    <a:pt x="529" y="1025"/>
                    <a:pt x="536" y="1025"/>
                  </a:cubicBezTo>
                  <a:cubicBezTo>
                    <a:pt x="822" y="1025"/>
                    <a:pt x="1036" y="786"/>
                    <a:pt x="1036" y="501"/>
                  </a:cubicBezTo>
                  <a:cubicBezTo>
                    <a:pt x="1025" y="222"/>
                    <a:pt x="798" y="0"/>
                    <a:pt x="5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65"/>
            <p:cNvSpPr/>
            <p:nvPr/>
          </p:nvSpPr>
          <p:spPr>
            <a:xfrm>
              <a:off x="756025" y="3213700"/>
              <a:ext cx="31300" cy="27700"/>
            </a:xfrm>
            <a:custGeom>
              <a:avLst/>
              <a:gdLst/>
              <a:ahLst/>
              <a:cxnLst/>
              <a:rect l="l" t="t" r="r" b="b"/>
              <a:pathLst>
                <a:path w="1252" h="1108" extrusionOk="0">
                  <a:moveTo>
                    <a:pt x="618" y="1"/>
                  </a:moveTo>
                  <a:cubicBezTo>
                    <a:pt x="547" y="1"/>
                    <a:pt x="475" y="15"/>
                    <a:pt x="406" y="45"/>
                  </a:cubicBezTo>
                  <a:cubicBezTo>
                    <a:pt x="120" y="164"/>
                    <a:pt x="1" y="497"/>
                    <a:pt x="120" y="771"/>
                  </a:cubicBezTo>
                  <a:cubicBezTo>
                    <a:pt x="208" y="981"/>
                    <a:pt x="405" y="1108"/>
                    <a:pt x="617" y="1108"/>
                  </a:cubicBezTo>
                  <a:cubicBezTo>
                    <a:pt x="693" y="1108"/>
                    <a:pt x="771" y="1092"/>
                    <a:pt x="846" y="1057"/>
                  </a:cubicBezTo>
                  <a:cubicBezTo>
                    <a:pt x="1120" y="938"/>
                    <a:pt x="1251" y="616"/>
                    <a:pt x="1120" y="331"/>
                  </a:cubicBezTo>
                  <a:cubicBezTo>
                    <a:pt x="1031" y="126"/>
                    <a:pt x="829" y="1"/>
                    <a:pt x="6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65"/>
            <p:cNvSpPr/>
            <p:nvPr/>
          </p:nvSpPr>
          <p:spPr>
            <a:xfrm>
              <a:off x="694125" y="3299950"/>
              <a:ext cx="39900" cy="9250"/>
            </a:xfrm>
            <a:custGeom>
              <a:avLst/>
              <a:gdLst/>
              <a:ahLst/>
              <a:cxnLst/>
              <a:rect l="l" t="t" r="r" b="b"/>
              <a:pathLst>
                <a:path w="1596" h="370" extrusionOk="0">
                  <a:moveTo>
                    <a:pt x="1536" y="0"/>
                  </a:moveTo>
                  <a:lnTo>
                    <a:pt x="1536" y="12"/>
                  </a:lnTo>
                  <a:cubicBezTo>
                    <a:pt x="1429" y="83"/>
                    <a:pt x="1310" y="143"/>
                    <a:pt x="1191" y="191"/>
                  </a:cubicBezTo>
                  <a:cubicBezTo>
                    <a:pt x="1060" y="238"/>
                    <a:pt x="929" y="250"/>
                    <a:pt x="798" y="262"/>
                  </a:cubicBezTo>
                  <a:cubicBezTo>
                    <a:pt x="536" y="262"/>
                    <a:pt x="286" y="179"/>
                    <a:pt x="48" y="48"/>
                  </a:cubicBezTo>
                  <a:cubicBezTo>
                    <a:pt x="42" y="42"/>
                    <a:pt x="36" y="39"/>
                    <a:pt x="30" y="39"/>
                  </a:cubicBezTo>
                  <a:cubicBezTo>
                    <a:pt x="24" y="39"/>
                    <a:pt x="18" y="42"/>
                    <a:pt x="12" y="48"/>
                  </a:cubicBezTo>
                  <a:cubicBezTo>
                    <a:pt x="0" y="60"/>
                    <a:pt x="0" y="83"/>
                    <a:pt x="12" y="95"/>
                  </a:cubicBezTo>
                  <a:cubicBezTo>
                    <a:pt x="119" y="191"/>
                    <a:pt x="250" y="250"/>
                    <a:pt x="381" y="310"/>
                  </a:cubicBezTo>
                  <a:cubicBezTo>
                    <a:pt x="512" y="357"/>
                    <a:pt x="655" y="369"/>
                    <a:pt x="798" y="369"/>
                  </a:cubicBezTo>
                  <a:cubicBezTo>
                    <a:pt x="953" y="369"/>
                    <a:pt x="1096" y="345"/>
                    <a:pt x="1227" y="274"/>
                  </a:cubicBezTo>
                  <a:cubicBezTo>
                    <a:pt x="1358" y="226"/>
                    <a:pt x="1477" y="143"/>
                    <a:pt x="1572" y="48"/>
                  </a:cubicBezTo>
                  <a:cubicBezTo>
                    <a:pt x="1584" y="48"/>
                    <a:pt x="1596" y="24"/>
                    <a:pt x="1584" y="12"/>
                  </a:cubicBezTo>
                  <a:cubicBezTo>
                    <a:pt x="1572" y="0"/>
                    <a:pt x="1560" y="0"/>
                    <a:pt x="1536" y="0"/>
                  </a:cubicBezTo>
                  <a:close/>
                </a:path>
              </a:pathLst>
            </a:custGeom>
            <a:solidFill>
              <a:srgbClr val="9930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65"/>
            <p:cNvSpPr/>
            <p:nvPr/>
          </p:nvSpPr>
          <p:spPr>
            <a:xfrm>
              <a:off x="705125" y="3311425"/>
              <a:ext cx="21175" cy="4025"/>
            </a:xfrm>
            <a:custGeom>
              <a:avLst/>
              <a:gdLst/>
              <a:ahLst/>
              <a:cxnLst/>
              <a:rect l="l" t="t" r="r" b="b"/>
              <a:pathLst>
                <a:path w="847" h="161" extrusionOk="0">
                  <a:moveTo>
                    <a:pt x="822" y="0"/>
                  </a:moveTo>
                  <a:cubicBezTo>
                    <a:pt x="818" y="0"/>
                    <a:pt x="815" y="1"/>
                    <a:pt x="811" y="5"/>
                  </a:cubicBezTo>
                  <a:cubicBezTo>
                    <a:pt x="691" y="65"/>
                    <a:pt x="561" y="101"/>
                    <a:pt x="418" y="101"/>
                  </a:cubicBezTo>
                  <a:cubicBezTo>
                    <a:pt x="401" y="102"/>
                    <a:pt x="384" y="103"/>
                    <a:pt x="367" y="103"/>
                  </a:cubicBezTo>
                  <a:cubicBezTo>
                    <a:pt x="253" y="103"/>
                    <a:pt x="139" y="69"/>
                    <a:pt x="25" y="17"/>
                  </a:cubicBezTo>
                  <a:cubicBezTo>
                    <a:pt x="13" y="17"/>
                    <a:pt x="13" y="17"/>
                    <a:pt x="1" y="29"/>
                  </a:cubicBezTo>
                  <a:cubicBezTo>
                    <a:pt x="1" y="29"/>
                    <a:pt x="1" y="41"/>
                    <a:pt x="13" y="53"/>
                  </a:cubicBezTo>
                  <a:cubicBezTo>
                    <a:pt x="132" y="136"/>
                    <a:pt x="275" y="160"/>
                    <a:pt x="418" y="160"/>
                  </a:cubicBezTo>
                  <a:cubicBezTo>
                    <a:pt x="572" y="148"/>
                    <a:pt x="715" y="113"/>
                    <a:pt x="834" y="29"/>
                  </a:cubicBezTo>
                  <a:cubicBezTo>
                    <a:pt x="834" y="29"/>
                    <a:pt x="846" y="17"/>
                    <a:pt x="834" y="5"/>
                  </a:cubicBezTo>
                  <a:cubicBezTo>
                    <a:pt x="834" y="5"/>
                    <a:pt x="829" y="0"/>
                    <a:pt x="82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65"/>
            <p:cNvSpPr/>
            <p:nvPr/>
          </p:nvSpPr>
          <p:spPr>
            <a:xfrm>
              <a:off x="579975" y="3190125"/>
              <a:ext cx="59400" cy="62075"/>
            </a:xfrm>
            <a:custGeom>
              <a:avLst/>
              <a:gdLst/>
              <a:ahLst/>
              <a:cxnLst/>
              <a:rect l="l" t="t" r="r" b="b"/>
              <a:pathLst>
                <a:path w="2376" h="2483" extrusionOk="0">
                  <a:moveTo>
                    <a:pt x="1456" y="0"/>
                  </a:moveTo>
                  <a:cubicBezTo>
                    <a:pt x="688" y="0"/>
                    <a:pt x="30" y="2071"/>
                    <a:pt x="30" y="2071"/>
                  </a:cubicBezTo>
                  <a:cubicBezTo>
                    <a:pt x="0" y="2377"/>
                    <a:pt x="92" y="2483"/>
                    <a:pt x="231" y="2483"/>
                  </a:cubicBezTo>
                  <a:cubicBezTo>
                    <a:pt x="482" y="2483"/>
                    <a:pt x="888" y="2138"/>
                    <a:pt x="1018" y="2000"/>
                  </a:cubicBezTo>
                  <a:cubicBezTo>
                    <a:pt x="1209" y="1798"/>
                    <a:pt x="2376" y="202"/>
                    <a:pt x="1554" y="12"/>
                  </a:cubicBezTo>
                  <a:cubicBezTo>
                    <a:pt x="1521" y="4"/>
                    <a:pt x="1488" y="0"/>
                    <a:pt x="14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65"/>
            <p:cNvSpPr/>
            <p:nvPr/>
          </p:nvSpPr>
          <p:spPr>
            <a:xfrm>
              <a:off x="718525" y="3154325"/>
              <a:ext cx="85275" cy="36775"/>
            </a:xfrm>
            <a:custGeom>
              <a:avLst/>
              <a:gdLst/>
              <a:ahLst/>
              <a:cxnLst/>
              <a:rect l="l" t="t" r="r" b="b"/>
              <a:pathLst>
                <a:path w="3411" h="1471" extrusionOk="0">
                  <a:moveTo>
                    <a:pt x="966" y="0"/>
                  </a:moveTo>
                  <a:cubicBezTo>
                    <a:pt x="790" y="0"/>
                    <a:pt x="639" y="49"/>
                    <a:pt x="536" y="170"/>
                  </a:cubicBezTo>
                  <a:cubicBezTo>
                    <a:pt x="1" y="801"/>
                    <a:pt x="1882" y="1384"/>
                    <a:pt x="2156" y="1444"/>
                  </a:cubicBezTo>
                  <a:cubicBezTo>
                    <a:pt x="2235" y="1457"/>
                    <a:pt x="2380" y="1471"/>
                    <a:pt x="2535" y="1471"/>
                  </a:cubicBezTo>
                  <a:cubicBezTo>
                    <a:pt x="2938" y="1471"/>
                    <a:pt x="3410" y="1375"/>
                    <a:pt x="2989" y="920"/>
                  </a:cubicBezTo>
                  <a:cubicBezTo>
                    <a:pt x="2989" y="920"/>
                    <a:pt x="1732" y="0"/>
                    <a:pt x="9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65"/>
            <p:cNvSpPr/>
            <p:nvPr/>
          </p:nvSpPr>
          <p:spPr>
            <a:xfrm>
              <a:off x="688175" y="3215100"/>
              <a:ext cx="48250" cy="74575"/>
            </a:xfrm>
            <a:custGeom>
              <a:avLst/>
              <a:gdLst/>
              <a:ahLst/>
              <a:cxnLst/>
              <a:rect l="l" t="t" r="r" b="b"/>
              <a:pathLst>
                <a:path w="1930" h="2983" extrusionOk="0">
                  <a:moveTo>
                    <a:pt x="24" y="1"/>
                  </a:moveTo>
                  <a:cubicBezTo>
                    <a:pt x="12" y="13"/>
                    <a:pt x="0" y="25"/>
                    <a:pt x="0" y="37"/>
                  </a:cubicBezTo>
                  <a:cubicBezTo>
                    <a:pt x="60" y="429"/>
                    <a:pt x="131" y="834"/>
                    <a:pt x="238" y="1227"/>
                  </a:cubicBezTo>
                  <a:cubicBezTo>
                    <a:pt x="286" y="1418"/>
                    <a:pt x="346" y="1620"/>
                    <a:pt x="453" y="1799"/>
                  </a:cubicBezTo>
                  <a:cubicBezTo>
                    <a:pt x="477" y="1846"/>
                    <a:pt x="500" y="1894"/>
                    <a:pt x="536" y="1942"/>
                  </a:cubicBezTo>
                  <a:cubicBezTo>
                    <a:pt x="572" y="1977"/>
                    <a:pt x="631" y="2025"/>
                    <a:pt x="715" y="2025"/>
                  </a:cubicBezTo>
                  <a:cubicBezTo>
                    <a:pt x="834" y="2001"/>
                    <a:pt x="929" y="1942"/>
                    <a:pt x="1012" y="1894"/>
                  </a:cubicBezTo>
                  <a:cubicBezTo>
                    <a:pt x="1108" y="1834"/>
                    <a:pt x="1179" y="1775"/>
                    <a:pt x="1262" y="1715"/>
                  </a:cubicBezTo>
                  <a:cubicBezTo>
                    <a:pt x="1346" y="1668"/>
                    <a:pt x="1429" y="1620"/>
                    <a:pt x="1512" y="1620"/>
                  </a:cubicBezTo>
                  <a:cubicBezTo>
                    <a:pt x="1584" y="1620"/>
                    <a:pt x="1655" y="1680"/>
                    <a:pt x="1703" y="1763"/>
                  </a:cubicBezTo>
                  <a:cubicBezTo>
                    <a:pt x="1727" y="1799"/>
                    <a:pt x="1762" y="1834"/>
                    <a:pt x="1774" y="1882"/>
                  </a:cubicBezTo>
                  <a:lnTo>
                    <a:pt x="1798" y="1942"/>
                  </a:lnTo>
                  <a:cubicBezTo>
                    <a:pt x="1810" y="1965"/>
                    <a:pt x="1810" y="1989"/>
                    <a:pt x="1810" y="2013"/>
                  </a:cubicBezTo>
                  <a:cubicBezTo>
                    <a:pt x="1822" y="2061"/>
                    <a:pt x="1822" y="2108"/>
                    <a:pt x="1822" y="2156"/>
                  </a:cubicBezTo>
                  <a:cubicBezTo>
                    <a:pt x="1810" y="2192"/>
                    <a:pt x="1810" y="2239"/>
                    <a:pt x="1786" y="2287"/>
                  </a:cubicBezTo>
                  <a:cubicBezTo>
                    <a:pt x="1762" y="2382"/>
                    <a:pt x="1703" y="2454"/>
                    <a:pt x="1655" y="2537"/>
                  </a:cubicBezTo>
                  <a:cubicBezTo>
                    <a:pt x="1536" y="2692"/>
                    <a:pt x="1381" y="2823"/>
                    <a:pt x="1215" y="2942"/>
                  </a:cubicBezTo>
                  <a:cubicBezTo>
                    <a:pt x="1203" y="2942"/>
                    <a:pt x="1203" y="2965"/>
                    <a:pt x="1215" y="2965"/>
                  </a:cubicBezTo>
                  <a:cubicBezTo>
                    <a:pt x="1215" y="2974"/>
                    <a:pt x="1221" y="2982"/>
                    <a:pt x="1228" y="2982"/>
                  </a:cubicBezTo>
                  <a:cubicBezTo>
                    <a:pt x="1232" y="2982"/>
                    <a:pt x="1235" y="2981"/>
                    <a:pt x="1239" y="2977"/>
                  </a:cubicBezTo>
                  <a:cubicBezTo>
                    <a:pt x="1417" y="2882"/>
                    <a:pt x="1584" y="2751"/>
                    <a:pt x="1715" y="2584"/>
                  </a:cubicBezTo>
                  <a:cubicBezTo>
                    <a:pt x="1786" y="2513"/>
                    <a:pt x="1846" y="2418"/>
                    <a:pt x="1881" y="2323"/>
                  </a:cubicBezTo>
                  <a:cubicBezTo>
                    <a:pt x="1905" y="2263"/>
                    <a:pt x="1905" y="2215"/>
                    <a:pt x="1917" y="2156"/>
                  </a:cubicBezTo>
                  <a:cubicBezTo>
                    <a:pt x="1917" y="2108"/>
                    <a:pt x="1929" y="2049"/>
                    <a:pt x="1917" y="2001"/>
                  </a:cubicBezTo>
                  <a:cubicBezTo>
                    <a:pt x="1905" y="1965"/>
                    <a:pt x="1905" y="1942"/>
                    <a:pt x="1905" y="1918"/>
                  </a:cubicBezTo>
                  <a:lnTo>
                    <a:pt x="1870" y="1834"/>
                  </a:lnTo>
                  <a:cubicBezTo>
                    <a:pt x="1858" y="1787"/>
                    <a:pt x="1822" y="1739"/>
                    <a:pt x="1798" y="1692"/>
                  </a:cubicBezTo>
                  <a:cubicBezTo>
                    <a:pt x="1762" y="1656"/>
                    <a:pt x="1739" y="1608"/>
                    <a:pt x="1679" y="1572"/>
                  </a:cubicBezTo>
                  <a:cubicBezTo>
                    <a:pt x="1667" y="1561"/>
                    <a:pt x="1655" y="1549"/>
                    <a:pt x="1643" y="1549"/>
                  </a:cubicBezTo>
                  <a:lnTo>
                    <a:pt x="1608" y="1525"/>
                  </a:lnTo>
                  <a:cubicBezTo>
                    <a:pt x="1572" y="1513"/>
                    <a:pt x="1548" y="1513"/>
                    <a:pt x="1512" y="1513"/>
                  </a:cubicBezTo>
                  <a:cubicBezTo>
                    <a:pt x="1502" y="1512"/>
                    <a:pt x="1492" y="1511"/>
                    <a:pt x="1482" y="1511"/>
                  </a:cubicBezTo>
                  <a:cubicBezTo>
                    <a:pt x="1375" y="1511"/>
                    <a:pt x="1279" y="1566"/>
                    <a:pt x="1203" y="1620"/>
                  </a:cubicBezTo>
                  <a:cubicBezTo>
                    <a:pt x="1119" y="1680"/>
                    <a:pt x="1036" y="1739"/>
                    <a:pt x="953" y="1787"/>
                  </a:cubicBezTo>
                  <a:cubicBezTo>
                    <a:pt x="869" y="1846"/>
                    <a:pt x="786" y="1894"/>
                    <a:pt x="703" y="1906"/>
                  </a:cubicBezTo>
                  <a:cubicBezTo>
                    <a:pt x="679" y="1906"/>
                    <a:pt x="655" y="1894"/>
                    <a:pt x="619" y="1858"/>
                  </a:cubicBezTo>
                  <a:cubicBezTo>
                    <a:pt x="596" y="1822"/>
                    <a:pt x="572" y="1787"/>
                    <a:pt x="548" y="1739"/>
                  </a:cubicBezTo>
                  <a:cubicBezTo>
                    <a:pt x="453" y="1572"/>
                    <a:pt x="393" y="1382"/>
                    <a:pt x="334" y="1191"/>
                  </a:cubicBezTo>
                  <a:cubicBezTo>
                    <a:pt x="274" y="1001"/>
                    <a:pt x="226" y="810"/>
                    <a:pt x="179" y="608"/>
                  </a:cubicBezTo>
                  <a:cubicBezTo>
                    <a:pt x="131" y="418"/>
                    <a:pt x="96" y="215"/>
                    <a:pt x="60" y="25"/>
                  </a:cubicBezTo>
                  <a:cubicBezTo>
                    <a:pt x="48" y="13"/>
                    <a:pt x="36" y="1"/>
                    <a:pt x="2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65"/>
            <p:cNvSpPr/>
            <p:nvPr/>
          </p:nvSpPr>
          <p:spPr>
            <a:xfrm>
              <a:off x="499150" y="3264375"/>
              <a:ext cx="93500" cy="94725"/>
            </a:xfrm>
            <a:custGeom>
              <a:avLst/>
              <a:gdLst/>
              <a:ahLst/>
              <a:cxnLst/>
              <a:rect l="l" t="t" r="r" b="b"/>
              <a:pathLst>
                <a:path w="3740" h="3789" extrusionOk="0">
                  <a:moveTo>
                    <a:pt x="1946" y="0"/>
                  </a:moveTo>
                  <a:cubicBezTo>
                    <a:pt x="1897" y="0"/>
                    <a:pt x="1848" y="2"/>
                    <a:pt x="1799" y="6"/>
                  </a:cubicBezTo>
                  <a:cubicBezTo>
                    <a:pt x="763" y="102"/>
                    <a:pt x="1" y="1018"/>
                    <a:pt x="96" y="2066"/>
                  </a:cubicBezTo>
                  <a:cubicBezTo>
                    <a:pt x="186" y="3044"/>
                    <a:pt x="1008" y="3788"/>
                    <a:pt x="1971" y="3788"/>
                  </a:cubicBezTo>
                  <a:cubicBezTo>
                    <a:pt x="2029" y="3788"/>
                    <a:pt x="2086" y="3786"/>
                    <a:pt x="2144" y="3781"/>
                  </a:cubicBezTo>
                  <a:cubicBezTo>
                    <a:pt x="2894" y="3721"/>
                    <a:pt x="3501" y="3209"/>
                    <a:pt x="3739" y="2542"/>
                  </a:cubicBezTo>
                  <a:cubicBezTo>
                    <a:pt x="3704" y="2495"/>
                    <a:pt x="3656" y="2447"/>
                    <a:pt x="3620" y="2399"/>
                  </a:cubicBezTo>
                  <a:lnTo>
                    <a:pt x="3620" y="2399"/>
                  </a:lnTo>
                  <a:cubicBezTo>
                    <a:pt x="3656" y="3066"/>
                    <a:pt x="3061" y="3650"/>
                    <a:pt x="2263" y="3721"/>
                  </a:cubicBezTo>
                  <a:cubicBezTo>
                    <a:pt x="2210" y="3726"/>
                    <a:pt x="2158" y="3728"/>
                    <a:pt x="2106" y="3728"/>
                  </a:cubicBezTo>
                  <a:cubicBezTo>
                    <a:pt x="1364" y="3728"/>
                    <a:pt x="747" y="3260"/>
                    <a:pt x="691" y="2626"/>
                  </a:cubicBezTo>
                  <a:cubicBezTo>
                    <a:pt x="679" y="2471"/>
                    <a:pt x="703" y="2316"/>
                    <a:pt x="751" y="2173"/>
                  </a:cubicBezTo>
                  <a:lnTo>
                    <a:pt x="751" y="2173"/>
                  </a:lnTo>
                  <a:cubicBezTo>
                    <a:pt x="679" y="2245"/>
                    <a:pt x="596" y="2316"/>
                    <a:pt x="537" y="2388"/>
                  </a:cubicBezTo>
                  <a:lnTo>
                    <a:pt x="537" y="2399"/>
                  </a:lnTo>
                  <a:cubicBezTo>
                    <a:pt x="525" y="2411"/>
                    <a:pt x="507" y="2417"/>
                    <a:pt x="489" y="2417"/>
                  </a:cubicBezTo>
                  <a:cubicBezTo>
                    <a:pt x="471" y="2417"/>
                    <a:pt x="453" y="2411"/>
                    <a:pt x="441" y="2399"/>
                  </a:cubicBezTo>
                  <a:cubicBezTo>
                    <a:pt x="418" y="2376"/>
                    <a:pt x="418" y="2352"/>
                    <a:pt x="429" y="2316"/>
                  </a:cubicBezTo>
                  <a:cubicBezTo>
                    <a:pt x="513" y="2197"/>
                    <a:pt x="608" y="2078"/>
                    <a:pt x="715" y="1971"/>
                  </a:cubicBezTo>
                  <a:cubicBezTo>
                    <a:pt x="822" y="1864"/>
                    <a:pt x="929" y="1768"/>
                    <a:pt x="1049" y="1685"/>
                  </a:cubicBezTo>
                  <a:cubicBezTo>
                    <a:pt x="1072" y="1673"/>
                    <a:pt x="1084" y="1661"/>
                    <a:pt x="1108" y="1649"/>
                  </a:cubicBezTo>
                  <a:cubicBezTo>
                    <a:pt x="1346" y="1435"/>
                    <a:pt x="1680" y="1292"/>
                    <a:pt x="2037" y="1256"/>
                  </a:cubicBezTo>
                  <a:lnTo>
                    <a:pt x="2096" y="1256"/>
                  </a:lnTo>
                  <a:cubicBezTo>
                    <a:pt x="2156" y="1245"/>
                    <a:pt x="2227" y="1245"/>
                    <a:pt x="2299" y="1233"/>
                  </a:cubicBezTo>
                  <a:lnTo>
                    <a:pt x="2525" y="1233"/>
                  </a:lnTo>
                  <a:cubicBezTo>
                    <a:pt x="2596" y="1233"/>
                    <a:pt x="2668" y="1256"/>
                    <a:pt x="2751" y="1268"/>
                  </a:cubicBezTo>
                  <a:cubicBezTo>
                    <a:pt x="2834" y="1280"/>
                    <a:pt x="2930" y="1304"/>
                    <a:pt x="3025" y="1328"/>
                  </a:cubicBezTo>
                  <a:cubicBezTo>
                    <a:pt x="2834" y="887"/>
                    <a:pt x="2704" y="459"/>
                    <a:pt x="2620" y="125"/>
                  </a:cubicBezTo>
                  <a:cubicBezTo>
                    <a:pt x="2413" y="46"/>
                    <a:pt x="2181" y="0"/>
                    <a:pt x="1946" y="0"/>
                  </a:cubicBezTo>
                  <a:close/>
                </a:path>
              </a:pathLst>
            </a:custGeom>
            <a:solidFill>
              <a:srgbClr val="BC7B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65"/>
            <p:cNvSpPr/>
            <p:nvPr/>
          </p:nvSpPr>
          <p:spPr>
            <a:xfrm>
              <a:off x="526850" y="3295775"/>
              <a:ext cx="24725" cy="9850"/>
            </a:xfrm>
            <a:custGeom>
              <a:avLst/>
              <a:gdLst/>
              <a:ahLst/>
              <a:cxnLst/>
              <a:rect l="l" t="t" r="r" b="b"/>
              <a:pathLst>
                <a:path w="989" h="394" extrusionOk="0">
                  <a:moveTo>
                    <a:pt x="941" y="0"/>
                  </a:moveTo>
                  <a:cubicBezTo>
                    <a:pt x="572" y="36"/>
                    <a:pt x="238" y="179"/>
                    <a:pt x="0" y="393"/>
                  </a:cubicBezTo>
                  <a:cubicBezTo>
                    <a:pt x="226" y="239"/>
                    <a:pt x="488" y="119"/>
                    <a:pt x="750" y="48"/>
                  </a:cubicBezTo>
                  <a:cubicBezTo>
                    <a:pt x="822" y="24"/>
                    <a:pt x="905" y="12"/>
                    <a:pt x="988" y="0"/>
                  </a:cubicBezTo>
                  <a:close/>
                </a:path>
              </a:pathLst>
            </a:custGeom>
            <a:solidFill>
              <a:srgbClr val="EDA3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65"/>
            <p:cNvSpPr/>
            <p:nvPr/>
          </p:nvSpPr>
          <p:spPr>
            <a:xfrm>
              <a:off x="526850" y="3295775"/>
              <a:ext cx="24725" cy="9850"/>
            </a:xfrm>
            <a:custGeom>
              <a:avLst/>
              <a:gdLst/>
              <a:ahLst/>
              <a:cxnLst/>
              <a:rect l="l" t="t" r="r" b="b"/>
              <a:pathLst>
                <a:path w="989" h="394" extrusionOk="0">
                  <a:moveTo>
                    <a:pt x="941" y="0"/>
                  </a:moveTo>
                  <a:cubicBezTo>
                    <a:pt x="572" y="36"/>
                    <a:pt x="238" y="179"/>
                    <a:pt x="0" y="393"/>
                  </a:cubicBezTo>
                  <a:cubicBezTo>
                    <a:pt x="226" y="239"/>
                    <a:pt x="488" y="119"/>
                    <a:pt x="750" y="48"/>
                  </a:cubicBezTo>
                  <a:cubicBezTo>
                    <a:pt x="822" y="24"/>
                    <a:pt x="905" y="12"/>
                    <a:pt x="988" y="0"/>
                  </a:cubicBezTo>
                  <a:close/>
                </a:path>
              </a:pathLst>
            </a:custGeom>
            <a:solidFill>
              <a:srgbClr val="9930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65"/>
            <p:cNvSpPr/>
            <p:nvPr/>
          </p:nvSpPr>
          <p:spPr>
            <a:xfrm>
              <a:off x="526850" y="3295775"/>
              <a:ext cx="24725" cy="9850"/>
            </a:xfrm>
            <a:custGeom>
              <a:avLst/>
              <a:gdLst/>
              <a:ahLst/>
              <a:cxnLst/>
              <a:rect l="l" t="t" r="r" b="b"/>
              <a:pathLst>
                <a:path w="989" h="394" extrusionOk="0">
                  <a:moveTo>
                    <a:pt x="941" y="0"/>
                  </a:moveTo>
                  <a:cubicBezTo>
                    <a:pt x="572" y="36"/>
                    <a:pt x="238" y="179"/>
                    <a:pt x="0" y="393"/>
                  </a:cubicBezTo>
                  <a:cubicBezTo>
                    <a:pt x="226" y="239"/>
                    <a:pt x="488" y="119"/>
                    <a:pt x="750" y="48"/>
                  </a:cubicBezTo>
                  <a:cubicBezTo>
                    <a:pt x="822" y="24"/>
                    <a:pt x="905" y="12"/>
                    <a:pt x="98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65"/>
            <p:cNvSpPr/>
            <p:nvPr/>
          </p:nvSpPr>
          <p:spPr>
            <a:xfrm>
              <a:off x="575650" y="3301725"/>
              <a:ext cx="1225" cy="625"/>
            </a:xfrm>
            <a:custGeom>
              <a:avLst/>
              <a:gdLst/>
              <a:ahLst/>
              <a:cxnLst/>
              <a:rect l="l" t="t" r="r" b="b"/>
              <a:pathLst>
                <a:path w="49" h="25" extrusionOk="0">
                  <a:moveTo>
                    <a:pt x="1" y="1"/>
                  </a:moveTo>
                  <a:cubicBezTo>
                    <a:pt x="11" y="11"/>
                    <a:pt x="21" y="12"/>
                    <a:pt x="39" y="20"/>
                  </a:cubicBezTo>
                  <a:lnTo>
                    <a:pt x="39" y="20"/>
                  </a:lnTo>
                  <a:cubicBezTo>
                    <a:pt x="36" y="17"/>
                    <a:pt x="36" y="12"/>
                    <a:pt x="36" y="12"/>
                  </a:cubicBezTo>
                  <a:cubicBezTo>
                    <a:pt x="25" y="12"/>
                    <a:pt x="13" y="1"/>
                    <a:pt x="1" y="1"/>
                  </a:cubicBezTo>
                  <a:close/>
                  <a:moveTo>
                    <a:pt x="39" y="20"/>
                  </a:moveTo>
                  <a:cubicBezTo>
                    <a:pt x="40" y="22"/>
                    <a:pt x="43" y="24"/>
                    <a:pt x="48" y="24"/>
                  </a:cubicBezTo>
                  <a:cubicBezTo>
                    <a:pt x="45" y="23"/>
                    <a:pt x="42" y="21"/>
                    <a:pt x="39" y="20"/>
                  </a:cubicBezTo>
                  <a:close/>
                </a:path>
              </a:pathLst>
            </a:custGeom>
            <a:solidFill>
              <a:srgbClr val="9930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65"/>
            <p:cNvSpPr/>
            <p:nvPr/>
          </p:nvSpPr>
          <p:spPr>
            <a:xfrm>
              <a:off x="576850" y="3302325"/>
              <a:ext cx="1200" cy="1200"/>
            </a:xfrm>
            <a:custGeom>
              <a:avLst/>
              <a:gdLst/>
              <a:ahLst/>
              <a:cxnLst/>
              <a:rect l="l" t="t" r="r" b="b"/>
              <a:pathLst>
                <a:path w="48" h="48" extrusionOk="0">
                  <a:moveTo>
                    <a:pt x="0" y="0"/>
                  </a:moveTo>
                  <a:cubicBezTo>
                    <a:pt x="0" y="12"/>
                    <a:pt x="12" y="24"/>
                    <a:pt x="12" y="48"/>
                  </a:cubicBezTo>
                  <a:lnTo>
                    <a:pt x="48" y="48"/>
                  </a:lnTo>
                  <a:cubicBezTo>
                    <a:pt x="24" y="36"/>
                    <a:pt x="12" y="12"/>
                    <a:pt x="0" y="0"/>
                  </a:cubicBezTo>
                  <a:close/>
                </a:path>
              </a:pathLst>
            </a:custGeom>
            <a:solidFill>
              <a:srgbClr val="9930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65"/>
            <p:cNvSpPr/>
            <p:nvPr/>
          </p:nvSpPr>
          <p:spPr>
            <a:xfrm>
              <a:off x="573875" y="3300825"/>
              <a:ext cx="2700" cy="1225"/>
            </a:xfrm>
            <a:custGeom>
              <a:avLst/>
              <a:gdLst/>
              <a:ahLst/>
              <a:cxnLst/>
              <a:rect l="l" t="t" r="r" b="b"/>
              <a:pathLst>
                <a:path w="108" h="49" extrusionOk="0">
                  <a:moveTo>
                    <a:pt x="0" y="1"/>
                  </a:moveTo>
                  <a:cubicBezTo>
                    <a:pt x="24" y="13"/>
                    <a:pt x="48" y="25"/>
                    <a:pt x="72" y="37"/>
                  </a:cubicBezTo>
                  <a:cubicBezTo>
                    <a:pt x="84" y="37"/>
                    <a:pt x="96" y="48"/>
                    <a:pt x="107" y="48"/>
                  </a:cubicBezTo>
                  <a:cubicBezTo>
                    <a:pt x="96" y="37"/>
                    <a:pt x="96" y="13"/>
                    <a:pt x="84" y="1"/>
                  </a:cubicBezTo>
                  <a:close/>
                </a:path>
              </a:pathLst>
            </a:custGeom>
            <a:solidFill>
              <a:srgbClr val="9930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65"/>
            <p:cNvSpPr/>
            <p:nvPr/>
          </p:nvSpPr>
          <p:spPr>
            <a:xfrm>
              <a:off x="572675" y="3300825"/>
              <a:ext cx="3000" cy="925"/>
            </a:xfrm>
            <a:custGeom>
              <a:avLst/>
              <a:gdLst/>
              <a:ahLst/>
              <a:cxnLst/>
              <a:rect l="l" t="t" r="r" b="b"/>
              <a:pathLst>
                <a:path w="120" h="37" extrusionOk="0">
                  <a:moveTo>
                    <a:pt x="1" y="1"/>
                  </a:moveTo>
                  <a:lnTo>
                    <a:pt x="120" y="37"/>
                  </a:lnTo>
                  <a:cubicBezTo>
                    <a:pt x="96" y="25"/>
                    <a:pt x="72" y="13"/>
                    <a:pt x="48" y="1"/>
                  </a:cubicBezTo>
                  <a:close/>
                </a:path>
              </a:pathLst>
            </a:custGeom>
            <a:solidFill>
              <a:srgbClr val="9930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65"/>
            <p:cNvSpPr/>
            <p:nvPr/>
          </p:nvSpPr>
          <p:spPr>
            <a:xfrm>
              <a:off x="680425" y="3358575"/>
              <a:ext cx="363125" cy="174325"/>
            </a:xfrm>
            <a:custGeom>
              <a:avLst/>
              <a:gdLst/>
              <a:ahLst/>
              <a:cxnLst/>
              <a:rect l="l" t="t" r="r" b="b"/>
              <a:pathLst>
                <a:path w="14525" h="6973" extrusionOk="0">
                  <a:moveTo>
                    <a:pt x="12045" y="1"/>
                  </a:moveTo>
                  <a:cubicBezTo>
                    <a:pt x="11728" y="1"/>
                    <a:pt x="10570" y="1123"/>
                    <a:pt x="9942" y="1644"/>
                  </a:cubicBezTo>
                  <a:lnTo>
                    <a:pt x="8597" y="2096"/>
                  </a:lnTo>
                  <a:lnTo>
                    <a:pt x="7918" y="2299"/>
                  </a:lnTo>
                  <a:lnTo>
                    <a:pt x="7573" y="2394"/>
                  </a:lnTo>
                  <a:lnTo>
                    <a:pt x="7406" y="2441"/>
                  </a:lnTo>
                  <a:lnTo>
                    <a:pt x="7240" y="2477"/>
                  </a:lnTo>
                  <a:lnTo>
                    <a:pt x="6549" y="2644"/>
                  </a:lnTo>
                  <a:cubicBezTo>
                    <a:pt x="6442" y="2668"/>
                    <a:pt x="6323" y="2691"/>
                    <a:pt x="6216" y="2715"/>
                  </a:cubicBezTo>
                  <a:lnTo>
                    <a:pt x="5870" y="2775"/>
                  </a:lnTo>
                  <a:lnTo>
                    <a:pt x="5192" y="2894"/>
                  </a:lnTo>
                  <a:lnTo>
                    <a:pt x="4501" y="2989"/>
                  </a:lnTo>
                  <a:cubicBezTo>
                    <a:pt x="3871" y="3055"/>
                    <a:pt x="3240" y="3099"/>
                    <a:pt x="2622" y="3099"/>
                  </a:cubicBezTo>
                  <a:cubicBezTo>
                    <a:pt x="2353" y="3099"/>
                    <a:pt x="2086" y="3091"/>
                    <a:pt x="1822" y="3072"/>
                  </a:cubicBezTo>
                  <a:cubicBezTo>
                    <a:pt x="1489" y="3049"/>
                    <a:pt x="1156" y="3025"/>
                    <a:pt x="846" y="2977"/>
                  </a:cubicBezTo>
                  <a:cubicBezTo>
                    <a:pt x="810" y="3049"/>
                    <a:pt x="787" y="3120"/>
                    <a:pt x="763" y="3192"/>
                  </a:cubicBezTo>
                  <a:cubicBezTo>
                    <a:pt x="584" y="3727"/>
                    <a:pt x="429" y="4263"/>
                    <a:pt x="275" y="4799"/>
                  </a:cubicBezTo>
                  <a:cubicBezTo>
                    <a:pt x="167" y="5501"/>
                    <a:pt x="84" y="6216"/>
                    <a:pt x="1" y="6918"/>
                  </a:cubicBezTo>
                  <a:cubicBezTo>
                    <a:pt x="25" y="6918"/>
                    <a:pt x="48" y="6918"/>
                    <a:pt x="60" y="6930"/>
                  </a:cubicBezTo>
                  <a:cubicBezTo>
                    <a:pt x="457" y="6962"/>
                    <a:pt x="843" y="6972"/>
                    <a:pt x="1226" y="6972"/>
                  </a:cubicBezTo>
                  <a:cubicBezTo>
                    <a:pt x="1418" y="6972"/>
                    <a:pt x="1608" y="6970"/>
                    <a:pt x="1799" y="6966"/>
                  </a:cubicBezTo>
                  <a:cubicBezTo>
                    <a:pt x="2930" y="6930"/>
                    <a:pt x="4025" y="6775"/>
                    <a:pt x="5097" y="6561"/>
                  </a:cubicBezTo>
                  <a:lnTo>
                    <a:pt x="5882" y="6382"/>
                  </a:lnTo>
                  <a:lnTo>
                    <a:pt x="6668" y="6168"/>
                  </a:lnTo>
                  <a:lnTo>
                    <a:pt x="7061" y="6061"/>
                  </a:lnTo>
                  <a:cubicBezTo>
                    <a:pt x="7192" y="6025"/>
                    <a:pt x="7311" y="5989"/>
                    <a:pt x="7442" y="5942"/>
                  </a:cubicBezTo>
                  <a:lnTo>
                    <a:pt x="8204" y="5692"/>
                  </a:lnTo>
                  <a:lnTo>
                    <a:pt x="8395" y="5632"/>
                  </a:lnTo>
                  <a:lnTo>
                    <a:pt x="8585" y="5561"/>
                  </a:lnTo>
                  <a:lnTo>
                    <a:pt x="8954" y="5418"/>
                  </a:lnTo>
                  <a:lnTo>
                    <a:pt x="9692" y="5132"/>
                  </a:lnTo>
                  <a:lnTo>
                    <a:pt x="11145" y="4489"/>
                  </a:lnTo>
                  <a:cubicBezTo>
                    <a:pt x="11145" y="4489"/>
                    <a:pt x="12871" y="3668"/>
                    <a:pt x="12919" y="3644"/>
                  </a:cubicBezTo>
                  <a:cubicBezTo>
                    <a:pt x="13229" y="3513"/>
                    <a:pt x="14360" y="3013"/>
                    <a:pt x="14324" y="2727"/>
                  </a:cubicBezTo>
                  <a:cubicBezTo>
                    <a:pt x="14314" y="2655"/>
                    <a:pt x="14242" y="2627"/>
                    <a:pt x="14134" y="2627"/>
                  </a:cubicBezTo>
                  <a:cubicBezTo>
                    <a:pt x="13732" y="2627"/>
                    <a:pt x="12832" y="3022"/>
                    <a:pt x="12801" y="3036"/>
                  </a:cubicBezTo>
                  <a:lnTo>
                    <a:pt x="12801" y="3036"/>
                  </a:lnTo>
                  <a:cubicBezTo>
                    <a:pt x="12844" y="3017"/>
                    <a:pt x="14525" y="2270"/>
                    <a:pt x="14407" y="1929"/>
                  </a:cubicBezTo>
                  <a:cubicBezTo>
                    <a:pt x="14387" y="1868"/>
                    <a:pt x="14319" y="1842"/>
                    <a:pt x="14220" y="1842"/>
                  </a:cubicBezTo>
                  <a:cubicBezTo>
                    <a:pt x="13748" y="1842"/>
                    <a:pt x="12574" y="2430"/>
                    <a:pt x="12574" y="2430"/>
                  </a:cubicBezTo>
                  <a:cubicBezTo>
                    <a:pt x="12574" y="2430"/>
                    <a:pt x="14491" y="1465"/>
                    <a:pt x="14348" y="1191"/>
                  </a:cubicBezTo>
                  <a:cubicBezTo>
                    <a:pt x="14312" y="1126"/>
                    <a:pt x="14238" y="1098"/>
                    <a:pt x="14137" y="1098"/>
                  </a:cubicBezTo>
                  <a:cubicBezTo>
                    <a:pt x="13765" y="1098"/>
                    <a:pt x="13036" y="1478"/>
                    <a:pt x="12633" y="1703"/>
                  </a:cubicBezTo>
                  <a:cubicBezTo>
                    <a:pt x="13062" y="1441"/>
                    <a:pt x="13824" y="941"/>
                    <a:pt x="13764" y="691"/>
                  </a:cubicBezTo>
                  <a:cubicBezTo>
                    <a:pt x="13750" y="639"/>
                    <a:pt x="13686" y="617"/>
                    <a:pt x="13588" y="617"/>
                  </a:cubicBezTo>
                  <a:cubicBezTo>
                    <a:pt x="13041" y="617"/>
                    <a:pt x="11431" y="1310"/>
                    <a:pt x="11431" y="1310"/>
                  </a:cubicBezTo>
                  <a:cubicBezTo>
                    <a:pt x="11431" y="1310"/>
                    <a:pt x="12347" y="13"/>
                    <a:pt x="12050" y="1"/>
                  </a:cubicBezTo>
                  <a:cubicBezTo>
                    <a:pt x="12048" y="1"/>
                    <a:pt x="12047" y="1"/>
                    <a:pt x="12045" y="1"/>
                  </a:cubicBezTo>
                  <a:close/>
                </a:path>
              </a:pathLst>
            </a:custGeom>
            <a:solidFill>
              <a:srgbClr val="BC7B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65"/>
            <p:cNvSpPr/>
            <p:nvPr/>
          </p:nvSpPr>
          <p:spPr>
            <a:xfrm>
              <a:off x="542625" y="3393175"/>
              <a:ext cx="190800" cy="151175"/>
            </a:xfrm>
            <a:custGeom>
              <a:avLst/>
              <a:gdLst/>
              <a:ahLst/>
              <a:cxnLst/>
              <a:rect l="l" t="t" r="r" b="b"/>
              <a:pathLst>
                <a:path w="7632" h="6047" extrusionOk="0">
                  <a:moveTo>
                    <a:pt x="4303" y="0"/>
                  </a:moveTo>
                  <a:cubicBezTo>
                    <a:pt x="3564" y="0"/>
                    <a:pt x="2785" y="241"/>
                    <a:pt x="2167" y="998"/>
                  </a:cubicBezTo>
                  <a:cubicBezTo>
                    <a:pt x="2167" y="998"/>
                    <a:pt x="0" y="3796"/>
                    <a:pt x="3941" y="5665"/>
                  </a:cubicBezTo>
                  <a:cubicBezTo>
                    <a:pt x="3941" y="5665"/>
                    <a:pt x="5156" y="5998"/>
                    <a:pt x="5858" y="6046"/>
                  </a:cubicBezTo>
                  <a:cubicBezTo>
                    <a:pt x="5861" y="6046"/>
                    <a:pt x="5864" y="6046"/>
                    <a:pt x="5866" y="6046"/>
                  </a:cubicBezTo>
                  <a:cubicBezTo>
                    <a:pt x="6392" y="6046"/>
                    <a:pt x="7359" y="2776"/>
                    <a:pt x="7596" y="1403"/>
                  </a:cubicBezTo>
                  <a:cubicBezTo>
                    <a:pt x="7632" y="1224"/>
                    <a:pt x="7251" y="974"/>
                    <a:pt x="6751" y="724"/>
                  </a:cubicBezTo>
                  <a:cubicBezTo>
                    <a:pt x="6751" y="724"/>
                    <a:pt x="5586" y="0"/>
                    <a:pt x="43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65"/>
            <p:cNvSpPr/>
            <p:nvPr/>
          </p:nvSpPr>
          <p:spPr>
            <a:xfrm>
              <a:off x="606025" y="3512475"/>
              <a:ext cx="102700" cy="33575"/>
            </a:xfrm>
            <a:custGeom>
              <a:avLst/>
              <a:gdLst/>
              <a:ahLst/>
              <a:cxnLst/>
              <a:rect l="l" t="t" r="r" b="b"/>
              <a:pathLst>
                <a:path w="4108" h="1343" extrusionOk="0">
                  <a:moveTo>
                    <a:pt x="60" y="0"/>
                  </a:moveTo>
                  <a:lnTo>
                    <a:pt x="0" y="48"/>
                  </a:lnTo>
                  <a:cubicBezTo>
                    <a:pt x="334" y="334"/>
                    <a:pt x="715" y="524"/>
                    <a:pt x="1084" y="703"/>
                  </a:cubicBezTo>
                  <a:cubicBezTo>
                    <a:pt x="1477" y="881"/>
                    <a:pt x="1869" y="1036"/>
                    <a:pt x="2274" y="1143"/>
                  </a:cubicBezTo>
                  <a:cubicBezTo>
                    <a:pt x="2477" y="1203"/>
                    <a:pt x="2679" y="1250"/>
                    <a:pt x="2893" y="1286"/>
                  </a:cubicBezTo>
                  <a:cubicBezTo>
                    <a:pt x="3001" y="1310"/>
                    <a:pt x="3108" y="1322"/>
                    <a:pt x="3203" y="1334"/>
                  </a:cubicBezTo>
                  <a:lnTo>
                    <a:pt x="3286" y="1334"/>
                  </a:lnTo>
                  <a:cubicBezTo>
                    <a:pt x="3298" y="1340"/>
                    <a:pt x="3316" y="1343"/>
                    <a:pt x="3335" y="1343"/>
                  </a:cubicBezTo>
                  <a:cubicBezTo>
                    <a:pt x="3355" y="1343"/>
                    <a:pt x="3376" y="1340"/>
                    <a:pt x="3393" y="1334"/>
                  </a:cubicBezTo>
                  <a:cubicBezTo>
                    <a:pt x="3465" y="1310"/>
                    <a:pt x="3501" y="1262"/>
                    <a:pt x="3548" y="1226"/>
                  </a:cubicBezTo>
                  <a:cubicBezTo>
                    <a:pt x="3703" y="1060"/>
                    <a:pt x="3786" y="869"/>
                    <a:pt x="3882" y="679"/>
                  </a:cubicBezTo>
                  <a:cubicBezTo>
                    <a:pt x="3965" y="476"/>
                    <a:pt x="4036" y="286"/>
                    <a:pt x="4108" y="83"/>
                  </a:cubicBezTo>
                  <a:lnTo>
                    <a:pt x="4048" y="60"/>
                  </a:lnTo>
                  <a:cubicBezTo>
                    <a:pt x="3965" y="250"/>
                    <a:pt x="3882" y="441"/>
                    <a:pt x="3786" y="631"/>
                  </a:cubicBezTo>
                  <a:cubicBezTo>
                    <a:pt x="3691" y="810"/>
                    <a:pt x="3596" y="1000"/>
                    <a:pt x="3453" y="1143"/>
                  </a:cubicBezTo>
                  <a:cubicBezTo>
                    <a:pt x="3417" y="1167"/>
                    <a:pt x="3382" y="1203"/>
                    <a:pt x="3358" y="1203"/>
                  </a:cubicBezTo>
                  <a:cubicBezTo>
                    <a:pt x="3351" y="1206"/>
                    <a:pt x="3341" y="1208"/>
                    <a:pt x="3329" y="1208"/>
                  </a:cubicBezTo>
                  <a:cubicBezTo>
                    <a:pt x="3300" y="1208"/>
                    <a:pt x="3260" y="1199"/>
                    <a:pt x="3227" y="1191"/>
                  </a:cubicBezTo>
                  <a:cubicBezTo>
                    <a:pt x="3120" y="1179"/>
                    <a:pt x="3024" y="1167"/>
                    <a:pt x="2917" y="1155"/>
                  </a:cubicBezTo>
                  <a:cubicBezTo>
                    <a:pt x="2715" y="1119"/>
                    <a:pt x="2512" y="1060"/>
                    <a:pt x="2310" y="1012"/>
                  </a:cubicBezTo>
                  <a:cubicBezTo>
                    <a:pt x="1917" y="893"/>
                    <a:pt x="1524" y="750"/>
                    <a:pt x="1143" y="584"/>
                  </a:cubicBezTo>
                  <a:cubicBezTo>
                    <a:pt x="965" y="488"/>
                    <a:pt x="774" y="405"/>
                    <a:pt x="584" y="310"/>
                  </a:cubicBezTo>
                  <a:cubicBezTo>
                    <a:pt x="405" y="214"/>
                    <a:pt x="214" y="119"/>
                    <a:pt x="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65"/>
            <p:cNvSpPr/>
            <p:nvPr/>
          </p:nvSpPr>
          <p:spPr>
            <a:xfrm>
              <a:off x="1546300" y="3246000"/>
              <a:ext cx="314075" cy="230775"/>
            </a:xfrm>
            <a:custGeom>
              <a:avLst/>
              <a:gdLst/>
              <a:ahLst/>
              <a:cxnLst/>
              <a:rect l="l" t="t" r="r" b="b"/>
              <a:pathLst>
                <a:path w="12563" h="9231" extrusionOk="0">
                  <a:moveTo>
                    <a:pt x="6953" y="0"/>
                  </a:moveTo>
                  <a:cubicBezTo>
                    <a:pt x="5642" y="0"/>
                    <a:pt x="4328" y="291"/>
                    <a:pt x="3144" y="860"/>
                  </a:cubicBezTo>
                  <a:cubicBezTo>
                    <a:pt x="2049" y="1396"/>
                    <a:pt x="1037" y="2194"/>
                    <a:pt x="477" y="3277"/>
                  </a:cubicBezTo>
                  <a:lnTo>
                    <a:pt x="215" y="3587"/>
                  </a:lnTo>
                  <a:cubicBezTo>
                    <a:pt x="1" y="4432"/>
                    <a:pt x="49" y="5337"/>
                    <a:pt x="322" y="6159"/>
                  </a:cubicBezTo>
                  <a:cubicBezTo>
                    <a:pt x="453" y="6516"/>
                    <a:pt x="680" y="6897"/>
                    <a:pt x="1049" y="6921"/>
                  </a:cubicBezTo>
                  <a:cubicBezTo>
                    <a:pt x="1489" y="7814"/>
                    <a:pt x="2311" y="8468"/>
                    <a:pt x="3228" y="8826"/>
                  </a:cubicBezTo>
                  <a:cubicBezTo>
                    <a:pt x="3992" y="9123"/>
                    <a:pt x="4822" y="9231"/>
                    <a:pt x="5649" y="9231"/>
                  </a:cubicBezTo>
                  <a:cubicBezTo>
                    <a:pt x="5815" y="9231"/>
                    <a:pt x="5980" y="9226"/>
                    <a:pt x="6145" y="9219"/>
                  </a:cubicBezTo>
                  <a:cubicBezTo>
                    <a:pt x="6752" y="9183"/>
                    <a:pt x="7371" y="9088"/>
                    <a:pt x="7966" y="8933"/>
                  </a:cubicBezTo>
                  <a:cubicBezTo>
                    <a:pt x="9026" y="8659"/>
                    <a:pt x="9621" y="8718"/>
                    <a:pt x="10431" y="7980"/>
                  </a:cubicBezTo>
                  <a:cubicBezTo>
                    <a:pt x="11240" y="7242"/>
                    <a:pt x="12253" y="5694"/>
                    <a:pt x="12407" y="4611"/>
                  </a:cubicBezTo>
                  <a:cubicBezTo>
                    <a:pt x="12562" y="3527"/>
                    <a:pt x="12253" y="2361"/>
                    <a:pt x="11502" y="1563"/>
                  </a:cubicBezTo>
                  <a:cubicBezTo>
                    <a:pt x="10871" y="872"/>
                    <a:pt x="9990" y="491"/>
                    <a:pt x="9085" y="265"/>
                  </a:cubicBezTo>
                  <a:cubicBezTo>
                    <a:pt x="8390" y="88"/>
                    <a:pt x="7671" y="0"/>
                    <a:pt x="69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65"/>
            <p:cNvSpPr/>
            <p:nvPr/>
          </p:nvSpPr>
          <p:spPr>
            <a:xfrm>
              <a:off x="1590950" y="3719925"/>
              <a:ext cx="239050" cy="310225"/>
            </a:xfrm>
            <a:custGeom>
              <a:avLst/>
              <a:gdLst/>
              <a:ahLst/>
              <a:cxnLst/>
              <a:rect l="l" t="t" r="r" b="b"/>
              <a:pathLst>
                <a:path w="9562" h="12409" extrusionOk="0">
                  <a:moveTo>
                    <a:pt x="8681" y="1"/>
                  </a:moveTo>
                  <a:lnTo>
                    <a:pt x="6823" y="370"/>
                  </a:lnTo>
                  <a:lnTo>
                    <a:pt x="1739" y="346"/>
                  </a:lnTo>
                  <a:lnTo>
                    <a:pt x="1" y="1"/>
                  </a:lnTo>
                  <a:lnTo>
                    <a:pt x="1" y="1"/>
                  </a:lnTo>
                  <a:cubicBezTo>
                    <a:pt x="1" y="1"/>
                    <a:pt x="1" y="8371"/>
                    <a:pt x="549" y="11847"/>
                  </a:cubicBezTo>
                  <a:cubicBezTo>
                    <a:pt x="549" y="11847"/>
                    <a:pt x="1239" y="12408"/>
                    <a:pt x="2238" y="12408"/>
                  </a:cubicBezTo>
                  <a:cubicBezTo>
                    <a:pt x="2627" y="12408"/>
                    <a:pt x="3064" y="12323"/>
                    <a:pt x="3525" y="12086"/>
                  </a:cubicBezTo>
                  <a:lnTo>
                    <a:pt x="3870" y="4216"/>
                  </a:lnTo>
                  <a:lnTo>
                    <a:pt x="3870" y="4108"/>
                  </a:lnTo>
                  <a:cubicBezTo>
                    <a:pt x="4069" y="4108"/>
                    <a:pt x="4273" y="4103"/>
                    <a:pt x="4485" y="4103"/>
                  </a:cubicBezTo>
                  <a:cubicBezTo>
                    <a:pt x="4591" y="4103"/>
                    <a:pt x="4700" y="4104"/>
                    <a:pt x="4811" y="4108"/>
                  </a:cubicBezTo>
                  <a:lnTo>
                    <a:pt x="4811" y="4216"/>
                  </a:lnTo>
                  <a:lnTo>
                    <a:pt x="6037" y="12086"/>
                  </a:lnTo>
                  <a:cubicBezTo>
                    <a:pt x="6495" y="12323"/>
                    <a:pt x="6930" y="12408"/>
                    <a:pt x="7320" y="12408"/>
                  </a:cubicBezTo>
                  <a:cubicBezTo>
                    <a:pt x="8318" y="12408"/>
                    <a:pt x="9014" y="11847"/>
                    <a:pt x="9014" y="11847"/>
                  </a:cubicBezTo>
                  <a:cubicBezTo>
                    <a:pt x="9562" y="8371"/>
                    <a:pt x="8681" y="1"/>
                    <a:pt x="8681" y="1"/>
                  </a:cubicBezTo>
                  <a:close/>
                </a:path>
              </a:pathLst>
            </a:custGeom>
            <a:solidFill>
              <a:srgbClr val="BC7B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65"/>
            <p:cNvSpPr/>
            <p:nvPr/>
          </p:nvSpPr>
          <p:spPr>
            <a:xfrm>
              <a:off x="1581725" y="3723500"/>
              <a:ext cx="240825" cy="197375"/>
            </a:xfrm>
            <a:custGeom>
              <a:avLst/>
              <a:gdLst/>
              <a:ahLst/>
              <a:cxnLst/>
              <a:rect l="l" t="t" r="r" b="b"/>
              <a:pathLst>
                <a:path w="9633" h="7895" extrusionOk="0">
                  <a:moveTo>
                    <a:pt x="370" y="1"/>
                  </a:moveTo>
                  <a:cubicBezTo>
                    <a:pt x="370" y="1"/>
                    <a:pt x="1" y="3775"/>
                    <a:pt x="215" y="7299"/>
                  </a:cubicBezTo>
                  <a:cubicBezTo>
                    <a:pt x="1001" y="7847"/>
                    <a:pt x="2977" y="7775"/>
                    <a:pt x="4180" y="7799"/>
                  </a:cubicBezTo>
                  <a:lnTo>
                    <a:pt x="4239" y="4215"/>
                  </a:lnTo>
                  <a:lnTo>
                    <a:pt x="4239" y="4120"/>
                  </a:lnTo>
                  <a:cubicBezTo>
                    <a:pt x="4537" y="4108"/>
                    <a:pt x="4847" y="4108"/>
                    <a:pt x="5180" y="4108"/>
                  </a:cubicBezTo>
                  <a:lnTo>
                    <a:pt x="5180" y="4215"/>
                  </a:lnTo>
                  <a:lnTo>
                    <a:pt x="5454" y="7894"/>
                  </a:lnTo>
                  <a:cubicBezTo>
                    <a:pt x="6621" y="7835"/>
                    <a:pt x="8478" y="7775"/>
                    <a:pt x="9633" y="7347"/>
                  </a:cubicBezTo>
                  <a:cubicBezTo>
                    <a:pt x="9478" y="3656"/>
                    <a:pt x="9050" y="1"/>
                    <a:pt x="9050" y="1"/>
                  </a:cubicBezTo>
                  <a:lnTo>
                    <a:pt x="7192" y="382"/>
                  </a:lnTo>
                  <a:lnTo>
                    <a:pt x="2108" y="358"/>
                  </a:lnTo>
                  <a:lnTo>
                    <a:pt x="3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65"/>
            <p:cNvSpPr/>
            <p:nvPr/>
          </p:nvSpPr>
          <p:spPr>
            <a:xfrm>
              <a:off x="1589175" y="3723500"/>
              <a:ext cx="224450" cy="56675"/>
            </a:xfrm>
            <a:custGeom>
              <a:avLst/>
              <a:gdLst/>
              <a:ahLst/>
              <a:cxnLst/>
              <a:rect l="l" t="t" r="r" b="b"/>
              <a:pathLst>
                <a:path w="8978" h="2267" extrusionOk="0">
                  <a:moveTo>
                    <a:pt x="72" y="1"/>
                  </a:moveTo>
                  <a:cubicBezTo>
                    <a:pt x="72" y="1"/>
                    <a:pt x="24" y="775"/>
                    <a:pt x="0" y="1929"/>
                  </a:cubicBezTo>
                  <a:cubicBezTo>
                    <a:pt x="1331" y="2135"/>
                    <a:pt x="2724" y="2267"/>
                    <a:pt x="4112" y="2267"/>
                  </a:cubicBezTo>
                  <a:cubicBezTo>
                    <a:pt x="5778" y="2267"/>
                    <a:pt x="7438" y="2077"/>
                    <a:pt x="8978" y="1596"/>
                  </a:cubicBezTo>
                  <a:cubicBezTo>
                    <a:pt x="8847" y="620"/>
                    <a:pt x="8752" y="1"/>
                    <a:pt x="8752" y="1"/>
                  </a:cubicBezTo>
                  <a:lnTo>
                    <a:pt x="6894" y="382"/>
                  </a:lnTo>
                  <a:lnTo>
                    <a:pt x="1810" y="358"/>
                  </a:lnTo>
                  <a:lnTo>
                    <a:pt x="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65"/>
            <p:cNvSpPr/>
            <p:nvPr/>
          </p:nvSpPr>
          <p:spPr>
            <a:xfrm>
              <a:off x="1653475" y="3823525"/>
              <a:ext cx="92600" cy="3300"/>
            </a:xfrm>
            <a:custGeom>
              <a:avLst/>
              <a:gdLst/>
              <a:ahLst/>
              <a:cxnLst/>
              <a:rect l="l" t="t" r="r" b="b"/>
              <a:pathLst>
                <a:path w="3704" h="132" extrusionOk="0">
                  <a:moveTo>
                    <a:pt x="1858" y="0"/>
                  </a:moveTo>
                  <a:cubicBezTo>
                    <a:pt x="1548" y="0"/>
                    <a:pt x="1250" y="12"/>
                    <a:pt x="941" y="24"/>
                  </a:cubicBezTo>
                  <a:cubicBezTo>
                    <a:pt x="643" y="36"/>
                    <a:pt x="334" y="48"/>
                    <a:pt x="36" y="72"/>
                  </a:cubicBezTo>
                  <a:cubicBezTo>
                    <a:pt x="12" y="72"/>
                    <a:pt x="0" y="84"/>
                    <a:pt x="0" y="95"/>
                  </a:cubicBezTo>
                  <a:cubicBezTo>
                    <a:pt x="0" y="107"/>
                    <a:pt x="12" y="119"/>
                    <a:pt x="36" y="119"/>
                  </a:cubicBezTo>
                  <a:cubicBezTo>
                    <a:pt x="334" y="131"/>
                    <a:pt x="643" y="131"/>
                    <a:pt x="941" y="131"/>
                  </a:cubicBezTo>
                  <a:lnTo>
                    <a:pt x="1858" y="119"/>
                  </a:lnTo>
                  <a:lnTo>
                    <a:pt x="3679" y="84"/>
                  </a:lnTo>
                  <a:cubicBezTo>
                    <a:pt x="3691" y="84"/>
                    <a:pt x="3703" y="72"/>
                    <a:pt x="3703" y="60"/>
                  </a:cubicBezTo>
                  <a:cubicBezTo>
                    <a:pt x="3703" y="48"/>
                    <a:pt x="3691" y="36"/>
                    <a:pt x="3679" y="36"/>
                  </a:cubicBezTo>
                  <a:cubicBezTo>
                    <a:pt x="3072" y="0"/>
                    <a:pt x="2465" y="0"/>
                    <a:pt x="18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65"/>
            <p:cNvSpPr/>
            <p:nvPr/>
          </p:nvSpPr>
          <p:spPr>
            <a:xfrm>
              <a:off x="1696925" y="3711600"/>
              <a:ext cx="3600" cy="92300"/>
            </a:xfrm>
            <a:custGeom>
              <a:avLst/>
              <a:gdLst/>
              <a:ahLst/>
              <a:cxnLst/>
              <a:rect l="l" t="t" r="r" b="b"/>
              <a:pathLst>
                <a:path w="144" h="3692" extrusionOk="0">
                  <a:moveTo>
                    <a:pt x="72" y="0"/>
                  </a:moveTo>
                  <a:cubicBezTo>
                    <a:pt x="60" y="0"/>
                    <a:pt x="48" y="12"/>
                    <a:pt x="48" y="24"/>
                  </a:cubicBezTo>
                  <a:cubicBezTo>
                    <a:pt x="24" y="322"/>
                    <a:pt x="24" y="631"/>
                    <a:pt x="12" y="929"/>
                  </a:cubicBezTo>
                  <a:cubicBezTo>
                    <a:pt x="12" y="1239"/>
                    <a:pt x="1" y="1536"/>
                    <a:pt x="12" y="1846"/>
                  </a:cubicBezTo>
                  <a:cubicBezTo>
                    <a:pt x="12" y="2453"/>
                    <a:pt x="24" y="3060"/>
                    <a:pt x="84" y="3668"/>
                  </a:cubicBezTo>
                  <a:cubicBezTo>
                    <a:pt x="84" y="3679"/>
                    <a:pt x="96" y="3691"/>
                    <a:pt x="108" y="3691"/>
                  </a:cubicBezTo>
                  <a:cubicBezTo>
                    <a:pt x="132" y="3691"/>
                    <a:pt x="143" y="3679"/>
                    <a:pt x="143" y="3668"/>
                  </a:cubicBezTo>
                  <a:cubicBezTo>
                    <a:pt x="132" y="3358"/>
                    <a:pt x="132" y="3060"/>
                    <a:pt x="120" y="2751"/>
                  </a:cubicBezTo>
                  <a:lnTo>
                    <a:pt x="120" y="1846"/>
                  </a:lnTo>
                  <a:lnTo>
                    <a:pt x="120" y="941"/>
                  </a:lnTo>
                  <a:cubicBezTo>
                    <a:pt x="120" y="631"/>
                    <a:pt x="120" y="334"/>
                    <a:pt x="108" y="24"/>
                  </a:cubicBezTo>
                  <a:cubicBezTo>
                    <a:pt x="108" y="12"/>
                    <a:pt x="96" y="0"/>
                    <a:pt x="7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65"/>
            <p:cNvSpPr/>
            <p:nvPr/>
          </p:nvSpPr>
          <p:spPr>
            <a:xfrm>
              <a:off x="1698700" y="3740475"/>
              <a:ext cx="15800" cy="58825"/>
            </a:xfrm>
            <a:custGeom>
              <a:avLst/>
              <a:gdLst/>
              <a:ahLst/>
              <a:cxnLst/>
              <a:rect l="l" t="t" r="r" b="b"/>
              <a:pathLst>
                <a:path w="632" h="2353" extrusionOk="0">
                  <a:moveTo>
                    <a:pt x="561" y="0"/>
                  </a:moveTo>
                  <a:cubicBezTo>
                    <a:pt x="549" y="0"/>
                    <a:pt x="537" y="12"/>
                    <a:pt x="537" y="24"/>
                  </a:cubicBezTo>
                  <a:cubicBezTo>
                    <a:pt x="525" y="453"/>
                    <a:pt x="525" y="881"/>
                    <a:pt x="489" y="1298"/>
                  </a:cubicBezTo>
                  <a:cubicBezTo>
                    <a:pt x="477" y="1512"/>
                    <a:pt x="465" y="1727"/>
                    <a:pt x="406" y="1917"/>
                  </a:cubicBezTo>
                  <a:cubicBezTo>
                    <a:pt x="382" y="2012"/>
                    <a:pt x="346" y="2120"/>
                    <a:pt x="287" y="2191"/>
                  </a:cubicBezTo>
                  <a:cubicBezTo>
                    <a:pt x="240" y="2248"/>
                    <a:pt x="170" y="2282"/>
                    <a:pt x="96" y="2282"/>
                  </a:cubicBezTo>
                  <a:cubicBezTo>
                    <a:pt x="76" y="2282"/>
                    <a:pt x="57" y="2279"/>
                    <a:pt x="37" y="2274"/>
                  </a:cubicBezTo>
                  <a:cubicBezTo>
                    <a:pt x="25" y="2274"/>
                    <a:pt x="13" y="2286"/>
                    <a:pt x="13" y="2298"/>
                  </a:cubicBezTo>
                  <a:cubicBezTo>
                    <a:pt x="1" y="2310"/>
                    <a:pt x="13" y="2322"/>
                    <a:pt x="25" y="2334"/>
                  </a:cubicBezTo>
                  <a:cubicBezTo>
                    <a:pt x="54" y="2347"/>
                    <a:pt x="86" y="2353"/>
                    <a:pt x="119" y="2353"/>
                  </a:cubicBezTo>
                  <a:cubicBezTo>
                    <a:pt x="206" y="2353"/>
                    <a:pt x="298" y="2311"/>
                    <a:pt x="358" y="2251"/>
                  </a:cubicBezTo>
                  <a:cubicBezTo>
                    <a:pt x="430" y="2167"/>
                    <a:pt x="477" y="2060"/>
                    <a:pt x="513" y="1953"/>
                  </a:cubicBezTo>
                  <a:cubicBezTo>
                    <a:pt x="572" y="1739"/>
                    <a:pt x="596" y="1524"/>
                    <a:pt x="608" y="1310"/>
                  </a:cubicBezTo>
                  <a:cubicBezTo>
                    <a:pt x="632" y="881"/>
                    <a:pt x="620" y="453"/>
                    <a:pt x="584" y="24"/>
                  </a:cubicBezTo>
                  <a:cubicBezTo>
                    <a:pt x="584" y="12"/>
                    <a:pt x="572" y="0"/>
                    <a:pt x="5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2" name="Google Shape;2422;p65"/>
            <p:cNvSpPr/>
            <p:nvPr/>
          </p:nvSpPr>
          <p:spPr>
            <a:xfrm>
              <a:off x="1594525" y="3734225"/>
              <a:ext cx="27725" cy="46450"/>
            </a:xfrm>
            <a:custGeom>
              <a:avLst/>
              <a:gdLst/>
              <a:ahLst/>
              <a:cxnLst/>
              <a:rect l="l" t="t" r="r" b="b"/>
              <a:pathLst>
                <a:path w="1109" h="1858" extrusionOk="0">
                  <a:moveTo>
                    <a:pt x="1072" y="0"/>
                  </a:moveTo>
                  <a:cubicBezTo>
                    <a:pt x="1060" y="0"/>
                    <a:pt x="1049" y="12"/>
                    <a:pt x="1037" y="24"/>
                  </a:cubicBezTo>
                  <a:cubicBezTo>
                    <a:pt x="1037" y="119"/>
                    <a:pt x="1037" y="215"/>
                    <a:pt x="1025" y="298"/>
                  </a:cubicBezTo>
                  <a:cubicBezTo>
                    <a:pt x="1013" y="393"/>
                    <a:pt x="1013" y="488"/>
                    <a:pt x="977" y="572"/>
                  </a:cubicBezTo>
                  <a:lnTo>
                    <a:pt x="953" y="703"/>
                  </a:lnTo>
                  <a:lnTo>
                    <a:pt x="906" y="834"/>
                  </a:lnTo>
                  <a:cubicBezTo>
                    <a:pt x="894" y="869"/>
                    <a:pt x="870" y="917"/>
                    <a:pt x="858" y="953"/>
                  </a:cubicBezTo>
                  <a:cubicBezTo>
                    <a:pt x="834" y="989"/>
                    <a:pt x="822" y="1036"/>
                    <a:pt x="787" y="1072"/>
                  </a:cubicBezTo>
                  <a:cubicBezTo>
                    <a:pt x="703" y="1227"/>
                    <a:pt x="596" y="1370"/>
                    <a:pt x="465" y="1489"/>
                  </a:cubicBezTo>
                  <a:cubicBezTo>
                    <a:pt x="334" y="1620"/>
                    <a:pt x="179" y="1727"/>
                    <a:pt x="25" y="1798"/>
                  </a:cubicBezTo>
                  <a:lnTo>
                    <a:pt x="13" y="1810"/>
                  </a:lnTo>
                  <a:cubicBezTo>
                    <a:pt x="1" y="1810"/>
                    <a:pt x="1" y="1822"/>
                    <a:pt x="1" y="1834"/>
                  </a:cubicBezTo>
                  <a:cubicBezTo>
                    <a:pt x="13" y="1858"/>
                    <a:pt x="25" y="1858"/>
                    <a:pt x="37" y="1858"/>
                  </a:cubicBezTo>
                  <a:cubicBezTo>
                    <a:pt x="227" y="1798"/>
                    <a:pt x="382" y="1703"/>
                    <a:pt x="537" y="1572"/>
                  </a:cubicBezTo>
                  <a:cubicBezTo>
                    <a:pt x="679" y="1453"/>
                    <a:pt x="810" y="1298"/>
                    <a:pt x="894" y="1131"/>
                  </a:cubicBezTo>
                  <a:cubicBezTo>
                    <a:pt x="918" y="1096"/>
                    <a:pt x="929" y="1048"/>
                    <a:pt x="953" y="1000"/>
                  </a:cubicBezTo>
                  <a:cubicBezTo>
                    <a:pt x="977" y="953"/>
                    <a:pt x="1001" y="917"/>
                    <a:pt x="1013" y="869"/>
                  </a:cubicBezTo>
                  <a:lnTo>
                    <a:pt x="1049" y="727"/>
                  </a:lnTo>
                  <a:lnTo>
                    <a:pt x="1084" y="596"/>
                  </a:lnTo>
                  <a:cubicBezTo>
                    <a:pt x="1084" y="548"/>
                    <a:pt x="1096" y="500"/>
                    <a:pt x="1096" y="453"/>
                  </a:cubicBezTo>
                  <a:lnTo>
                    <a:pt x="1108" y="310"/>
                  </a:lnTo>
                  <a:cubicBezTo>
                    <a:pt x="1108" y="215"/>
                    <a:pt x="1096" y="119"/>
                    <a:pt x="1096" y="24"/>
                  </a:cubicBezTo>
                  <a:cubicBezTo>
                    <a:pt x="1096" y="12"/>
                    <a:pt x="1084" y="0"/>
                    <a:pt x="107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3" name="Google Shape;2423;p65"/>
            <p:cNvSpPr/>
            <p:nvPr/>
          </p:nvSpPr>
          <p:spPr>
            <a:xfrm>
              <a:off x="1780575" y="3734225"/>
              <a:ext cx="27700" cy="46450"/>
            </a:xfrm>
            <a:custGeom>
              <a:avLst/>
              <a:gdLst/>
              <a:ahLst/>
              <a:cxnLst/>
              <a:rect l="l" t="t" r="r" b="b"/>
              <a:pathLst>
                <a:path w="1108" h="1858" extrusionOk="0">
                  <a:moveTo>
                    <a:pt x="36" y="0"/>
                  </a:moveTo>
                  <a:cubicBezTo>
                    <a:pt x="24" y="0"/>
                    <a:pt x="12" y="12"/>
                    <a:pt x="12" y="24"/>
                  </a:cubicBezTo>
                  <a:cubicBezTo>
                    <a:pt x="12" y="119"/>
                    <a:pt x="0" y="215"/>
                    <a:pt x="0" y="310"/>
                  </a:cubicBezTo>
                  <a:lnTo>
                    <a:pt x="12" y="453"/>
                  </a:lnTo>
                  <a:cubicBezTo>
                    <a:pt x="12" y="500"/>
                    <a:pt x="24" y="548"/>
                    <a:pt x="36" y="584"/>
                  </a:cubicBezTo>
                  <a:lnTo>
                    <a:pt x="60" y="727"/>
                  </a:lnTo>
                  <a:lnTo>
                    <a:pt x="95" y="869"/>
                  </a:lnTo>
                  <a:cubicBezTo>
                    <a:pt x="119" y="917"/>
                    <a:pt x="131" y="953"/>
                    <a:pt x="155" y="1000"/>
                  </a:cubicBezTo>
                  <a:cubicBezTo>
                    <a:pt x="179" y="1036"/>
                    <a:pt x="191" y="1084"/>
                    <a:pt x="215" y="1131"/>
                  </a:cubicBezTo>
                  <a:cubicBezTo>
                    <a:pt x="310" y="1298"/>
                    <a:pt x="441" y="1441"/>
                    <a:pt x="584" y="1572"/>
                  </a:cubicBezTo>
                  <a:cubicBezTo>
                    <a:pt x="726" y="1691"/>
                    <a:pt x="893" y="1798"/>
                    <a:pt x="1072" y="1858"/>
                  </a:cubicBezTo>
                  <a:cubicBezTo>
                    <a:pt x="1084" y="1858"/>
                    <a:pt x="1096" y="1858"/>
                    <a:pt x="1107" y="1834"/>
                  </a:cubicBezTo>
                  <a:cubicBezTo>
                    <a:pt x="1107" y="1822"/>
                    <a:pt x="1107" y="1810"/>
                    <a:pt x="1096" y="1798"/>
                  </a:cubicBezTo>
                  <a:cubicBezTo>
                    <a:pt x="929" y="1715"/>
                    <a:pt x="774" y="1608"/>
                    <a:pt x="655" y="1489"/>
                  </a:cubicBezTo>
                  <a:cubicBezTo>
                    <a:pt x="524" y="1370"/>
                    <a:pt x="405" y="1227"/>
                    <a:pt x="322" y="1072"/>
                  </a:cubicBezTo>
                  <a:cubicBezTo>
                    <a:pt x="298" y="1036"/>
                    <a:pt x="274" y="989"/>
                    <a:pt x="262" y="953"/>
                  </a:cubicBezTo>
                  <a:cubicBezTo>
                    <a:pt x="238" y="905"/>
                    <a:pt x="215" y="869"/>
                    <a:pt x="203" y="822"/>
                  </a:cubicBezTo>
                  <a:lnTo>
                    <a:pt x="155" y="703"/>
                  </a:lnTo>
                  <a:lnTo>
                    <a:pt x="131" y="572"/>
                  </a:lnTo>
                  <a:cubicBezTo>
                    <a:pt x="95" y="477"/>
                    <a:pt x="95" y="393"/>
                    <a:pt x="84" y="298"/>
                  </a:cubicBezTo>
                  <a:cubicBezTo>
                    <a:pt x="72" y="203"/>
                    <a:pt x="72" y="119"/>
                    <a:pt x="72" y="24"/>
                  </a:cubicBezTo>
                  <a:cubicBezTo>
                    <a:pt x="72" y="12"/>
                    <a:pt x="60" y="0"/>
                    <a:pt x="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65"/>
            <p:cNvSpPr/>
            <p:nvPr/>
          </p:nvSpPr>
          <p:spPr>
            <a:xfrm>
              <a:off x="1532025" y="3589550"/>
              <a:ext cx="100925" cy="264425"/>
            </a:xfrm>
            <a:custGeom>
              <a:avLst/>
              <a:gdLst/>
              <a:ahLst/>
              <a:cxnLst/>
              <a:rect l="l" t="t" r="r" b="b"/>
              <a:pathLst>
                <a:path w="4037" h="10577" extrusionOk="0">
                  <a:moveTo>
                    <a:pt x="310" y="1"/>
                  </a:moveTo>
                  <a:cubicBezTo>
                    <a:pt x="310" y="13"/>
                    <a:pt x="298" y="25"/>
                    <a:pt x="298" y="48"/>
                  </a:cubicBezTo>
                  <a:cubicBezTo>
                    <a:pt x="203" y="453"/>
                    <a:pt x="143" y="846"/>
                    <a:pt x="84" y="1239"/>
                  </a:cubicBezTo>
                  <a:cubicBezTo>
                    <a:pt x="0" y="2037"/>
                    <a:pt x="0" y="2811"/>
                    <a:pt x="36" y="3573"/>
                  </a:cubicBezTo>
                  <a:lnTo>
                    <a:pt x="84" y="4144"/>
                  </a:lnTo>
                  <a:lnTo>
                    <a:pt x="155" y="4716"/>
                  </a:lnTo>
                  <a:lnTo>
                    <a:pt x="191" y="4990"/>
                  </a:lnTo>
                  <a:cubicBezTo>
                    <a:pt x="203" y="5085"/>
                    <a:pt x="227" y="5180"/>
                    <a:pt x="239" y="5275"/>
                  </a:cubicBezTo>
                  <a:lnTo>
                    <a:pt x="334" y="5823"/>
                  </a:lnTo>
                  <a:lnTo>
                    <a:pt x="358" y="5966"/>
                  </a:lnTo>
                  <a:lnTo>
                    <a:pt x="393" y="6097"/>
                  </a:lnTo>
                  <a:lnTo>
                    <a:pt x="453" y="6371"/>
                  </a:lnTo>
                  <a:lnTo>
                    <a:pt x="584" y="6918"/>
                  </a:lnTo>
                  <a:lnTo>
                    <a:pt x="893" y="7990"/>
                  </a:lnTo>
                  <a:cubicBezTo>
                    <a:pt x="893" y="7990"/>
                    <a:pt x="1298" y="9288"/>
                    <a:pt x="1310" y="9323"/>
                  </a:cubicBezTo>
                  <a:cubicBezTo>
                    <a:pt x="1370" y="9550"/>
                    <a:pt x="1608" y="10383"/>
                    <a:pt x="1822" y="10395"/>
                  </a:cubicBezTo>
                  <a:cubicBezTo>
                    <a:pt x="2060" y="10395"/>
                    <a:pt x="1751" y="9301"/>
                    <a:pt x="1751" y="9300"/>
                  </a:cubicBezTo>
                  <a:lnTo>
                    <a:pt x="1751" y="9300"/>
                  </a:lnTo>
                  <a:cubicBezTo>
                    <a:pt x="1751" y="9301"/>
                    <a:pt x="2110" y="10539"/>
                    <a:pt x="2371" y="10539"/>
                  </a:cubicBezTo>
                  <a:cubicBezTo>
                    <a:pt x="2374" y="10539"/>
                    <a:pt x="2378" y="10538"/>
                    <a:pt x="2382" y="10538"/>
                  </a:cubicBezTo>
                  <a:cubicBezTo>
                    <a:pt x="2644" y="10490"/>
                    <a:pt x="2216" y="9218"/>
                    <a:pt x="2215" y="9216"/>
                  </a:cubicBezTo>
                  <a:lnTo>
                    <a:pt x="2215" y="9216"/>
                  </a:lnTo>
                  <a:cubicBezTo>
                    <a:pt x="2216" y="9218"/>
                    <a:pt x="2680" y="10576"/>
                    <a:pt x="2890" y="10576"/>
                  </a:cubicBezTo>
                  <a:cubicBezTo>
                    <a:pt x="2896" y="10576"/>
                    <a:pt x="2901" y="10575"/>
                    <a:pt x="2906" y="10574"/>
                  </a:cubicBezTo>
                  <a:cubicBezTo>
                    <a:pt x="3144" y="10490"/>
                    <a:pt x="2870" y="9716"/>
                    <a:pt x="2715" y="9323"/>
                  </a:cubicBezTo>
                  <a:lnTo>
                    <a:pt x="2715" y="9323"/>
                  </a:lnTo>
                  <a:cubicBezTo>
                    <a:pt x="2857" y="9653"/>
                    <a:pt x="3138" y="10217"/>
                    <a:pt x="3317" y="10217"/>
                  </a:cubicBezTo>
                  <a:cubicBezTo>
                    <a:pt x="3319" y="10217"/>
                    <a:pt x="3320" y="10217"/>
                    <a:pt x="3322" y="10216"/>
                  </a:cubicBezTo>
                  <a:cubicBezTo>
                    <a:pt x="3584" y="10193"/>
                    <a:pt x="3132" y="8526"/>
                    <a:pt x="3132" y="8526"/>
                  </a:cubicBezTo>
                  <a:lnTo>
                    <a:pt x="3132" y="8526"/>
                  </a:lnTo>
                  <a:cubicBezTo>
                    <a:pt x="3132" y="8526"/>
                    <a:pt x="3777" y="9134"/>
                    <a:pt x="3956" y="9134"/>
                  </a:cubicBezTo>
                  <a:cubicBezTo>
                    <a:pt x="3981" y="9134"/>
                    <a:pt x="3997" y="9123"/>
                    <a:pt x="4001" y="9097"/>
                  </a:cubicBezTo>
                  <a:cubicBezTo>
                    <a:pt x="4037" y="8895"/>
                    <a:pt x="3358" y="7954"/>
                    <a:pt x="3037" y="7466"/>
                  </a:cubicBezTo>
                  <a:lnTo>
                    <a:pt x="2858" y="6478"/>
                  </a:lnTo>
                  <a:lnTo>
                    <a:pt x="2787" y="5990"/>
                  </a:lnTo>
                  <a:lnTo>
                    <a:pt x="2751" y="5740"/>
                  </a:lnTo>
                  <a:lnTo>
                    <a:pt x="2739" y="5621"/>
                  </a:lnTo>
                  <a:lnTo>
                    <a:pt x="2727" y="5490"/>
                  </a:lnTo>
                  <a:lnTo>
                    <a:pt x="2691" y="5001"/>
                  </a:lnTo>
                  <a:cubicBezTo>
                    <a:pt x="2679" y="4918"/>
                    <a:pt x="2667" y="4835"/>
                    <a:pt x="2667" y="4763"/>
                  </a:cubicBezTo>
                  <a:lnTo>
                    <a:pt x="2656" y="4513"/>
                  </a:lnTo>
                  <a:lnTo>
                    <a:pt x="2644" y="4025"/>
                  </a:lnTo>
                  <a:lnTo>
                    <a:pt x="2656" y="3549"/>
                  </a:lnTo>
                  <a:cubicBezTo>
                    <a:pt x="2679" y="2906"/>
                    <a:pt x="2739" y="2275"/>
                    <a:pt x="2858" y="1680"/>
                  </a:cubicBezTo>
                  <a:cubicBezTo>
                    <a:pt x="2918" y="1442"/>
                    <a:pt x="2965" y="1215"/>
                    <a:pt x="3037" y="1001"/>
                  </a:cubicBezTo>
                  <a:cubicBezTo>
                    <a:pt x="2989" y="977"/>
                    <a:pt x="2941" y="953"/>
                    <a:pt x="2894" y="930"/>
                  </a:cubicBezTo>
                  <a:cubicBezTo>
                    <a:pt x="2537" y="751"/>
                    <a:pt x="2167" y="584"/>
                    <a:pt x="1798" y="418"/>
                  </a:cubicBezTo>
                  <a:cubicBezTo>
                    <a:pt x="1298" y="275"/>
                    <a:pt x="810" y="132"/>
                    <a:pt x="310" y="1"/>
                  </a:cubicBezTo>
                  <a:close/>
                </a:path>
              </a:pathLst>
            </a:custGeom>
            <a:solidFill>
              <a:srgbClr val="BC7B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65"/>
            <p:cNvSpPr/>
            <p:nvPr/>
          </p:nvSpPr>
          <p:spPr>
            <a:xfrm>
              <a:off x="1770750" y="3591050"/>
              <a:ext cx="101225" cy="262925"/>
            </a:xfrm>
            <a:custGeom>
              <a:avLst/>
              <a:gdLst/>
              <a:ahLst/>
              <a:cxnLst/>
              <a:rect l="l" t="t" r="r" b="b"/>
              <a:pathLst>
                <a:path w="4049" h="10517" extrusionOk="0">
                  <a:moveTo>
                    <a:pt x="3739" y="0"/>
                  </a:moveTo>
                  <a:cubicBezTo>
                    <a:pt x="3239" y="131"/>
                    <a:pt x="2751" y="274"/>
                    <a:pt x="2251" y="417"/>
                  </a:cubicBezTo>
                  <a:cubicBezTo>
                    <a:pt x="1881" y="584"/>
                    <a:pt x="1512" y="750"/>
                    <a:pt x="1155" y="929"/>
                  </a:cubicBezTo>
                  <a:cubicBezTo>
                    <a:pt x="1108" y="953"/>
                    <a:pt x="1060" y="977"/>
                    <a:pt x="1012" y="1001"/>
                  </a:cubicBezTo>
                  <a:cubicBezTo>
                    <a:pt x="1072" y="1215"/>
                    <a:pt x="1131" y="1441"/>
                    <a:pt x="1179" y="1667"/>
                  </a:cubicBezTo>
                  <a:cubicBezTo>
                    <a:pt x="1310" y="2263"/>
                    <a:pt x="1370" y="2894"/>
                    <a:pt x="1393" y="3525"/>
                  </a:cubicBezTo>
                  <a:lnTo>
                    <a:pt x="1405" y="4013"/>
                  </a:lnTo>
                  <a:lnTo>
                    <a:pt x="1381" y="4489"/>
                  </a:lnTo>
                  <a:lnTo>
                    <a:pt x="1381" y="4739"/>
                  </a:lnTo>
                  <a:cubicBezTo>
                    <a:pt x="1370" y="4811"/>
                    <a:pt x="1370" y="4894"/>
                    <a:pt x="1358" y="4977"/>
                  </a:cubicBezTo>
                  <a:lnTo>
                    <a:pt x="1310" y="5465"/>
                  </a:lnTo>
                  <a:lnTo>
                    <a:pt x="1310" y="5584"/>
                  </a:lnTo>
                  <a:lnTo>
                    <a:pt x="1286" y="5715"/>
                  </a:lnTo>
                  <a:lnTo>
                    <a:pt x="1250" y="5954"/>
                  </a:lnTo>
                  <a:lnTo>
                    <a:pt x="1179" y="6442"/>
                  </a:lnTo>
                  <a:lnTo>
                    <a:pt x="1000" y="7430"/>
                  </a:lnTo>
                  <a:cubicBezTo>
                    <a:pt x="679" y="7918"/>
                    <a:pt x="0" y="8835"/>
                    <a:pt x="36" y="9049"/>
                  </a:cubicBezTo>
                  <a:cubicBezTo>
                    <a:pt x="40" y="9073"/>
                    <a:pt x="55" y="9083"/>
                    <a:pt x="78" y="9083"/>
                  </a:cubicBezTo>
                  <a:cubicBezTo>
                    <a:pt x="256" y="9083"/>
                    <a:pt x="917" y="8478"/>
                    <a:pt x="917" y="8478"/>
                  </a:cubicBezTo>
                  <a:lnTo>
                    <a:pt x="917" y="8478"/>
                  </a:lnTo>
                  <a:cubicBezTo>
                    <a:pt x="917" y="8478"/>
                    <a:pt x="453" y="10133"/>
                    <a:pt x="715" y="10156"/>
                  </a:cubicBezTo>
                  <a:cubicBezTo>
                    <a:pt x="716" y="10157"/>
                    <a:pt x="718" y="10157"/>
                    <a:pt x="720" y="10157"/>
                  </a:cubicBezTo>
                  <a:cubicBezTo>
                    <a:pt x="899" y="10157"/>
                    <a:pt x="1180" y="9594"/>
                    <a:pt x="1322" y="9275"/>
                  </a:cubicBezTo>
                  <a:lnTo>
                    <a:pt x="1322" y="9275"/>
                  </a:lnTo>
                  <a:cubicBezTo>
                    <a:pt x="1167" y="9656"/>
                    <a:pt x="893" y="10430"/>
                    <a:pt x="1131" y="10514"/>
                  </a:cubicBezTo>
                  <a:cubicBezTo>
                    <a:pt x="1136" y="10515"/>
                    <a:pt x="1141" y="10516"/>
                    <a:pt x="1147" y="10516"/>
                  </a:cubicBezTo>
                  <a:cubicBezTo>
                    <a:pt x="1357" y="10516"/>
                    <a:pt x="1821" y="9158"/>
                    <a:pt x="1822" y="9156"/>
                  </a:cubicBezTo>
                  <a:lnTo>
                    <a:pt x="1822" y="9156"/>
                  </a:lnTo>
                  <a:cubicBezTo>
                    <a:pt x="1821" y="9158"/>
                    <a:pt x="1393" y="10430"/>
                    <a:pt x="1655" y="10478"/>
                  </a:cubicBezTo>
                  <a:cubicBezTo>
                    <a:pt x="1659" y="10478"/>
                    <a:pt x="1663" y="10479"/>
                    <a:pt x="1666" y="10479"/>
                  </a:cubicBezTo>
                  <a:cubicBezTo>
                    <a:pt x="1927" y="10479"/>
                    <a:pt x="2286" y="9253"/>
                    <a:pt x="2286" y="9252"/>
                  </a:cubicBezTo>
                  <a:lnTo>
                    <a:pt x="2286" y="9252"/>
                  </a:lnTo>
                  <a:cubicBezTo>
                    <a:pt x="2286" y="9253"/>
                    <a:pt x="1977" y="10335"/>
                    <a:pt x="2215" y="10335"/>
                  </a:cubicBezTo>
                  <a:cubicBezTo>
                    <a:pt x="2429" y="10323"/>
                    <a:pt x="2667" y="9490"/>
                    <a:pt x="2727" y="9263"/>
                  </a:cubicBezTo>
                  <a:cubicBezTo>
                    <a:pt x="2739" y="9228"/>
                    <a:pt x="3155" y="7942"/>
                    <a:pt x="3155" y="7942"/>
                  </a:cubicBezTo>
                  <a:lnTo>
                    <a:pt x="3453" y="6882"/>
                  </a:lnTo>
                  <a:lnTo>
                    <a:pt x="3584" y="6335"/>
                  </a:lnTo>
                  <a:lnTo>
                    <a:pt x="3656" y="6061"/>
                  </a:lnTo>
                  <a:lnTo>
                    <a:pt x="3679" y="5930"/>
                  </a:lnTo>
                  <a:lnTo>
                    <a:pt x="3703" y="5787"/>
                  </a:lnTo>
                  <a:lnTo>
                    <a:pt x="3810" y="5239"/>
                  </a:lnTo>
                  <a:cubicBezTo>
                    <a:pt x="3822" y="5144"/>
                    <a:pt x="3846" y="5061"/>
                    <a:pt x="3858" y="4965"/>
                  </a:cubicBezTo>
                  <a:lnTo>
                    <a:pt x="3894" y="4680"/>
                  </a:lnTo>
                  <a:lnTo>
                    <a:pt x="3965" y="4120"/>
                  </a:lnTo>
                  <a:lnTo>
                    <a:pt x="4013" y="3548"/>
                  </a:lnTo>
                  <a:cubicBezTo>
                    <a:pt x="4048" y="2798"/>
                    <a:pt x="4048" y="2024"/>
                    <a:pt x="3965" y="1239"/>
                  </a:cubicBezTo>
                  <a:cubicBezTo>
                    <a:pt x="3906" y="846"/>
                    <a:pt x="3846" y="453"/>
                    <a:pt x="3751" y="48"/>
                  </a:cubicBezTo>
                  <a:cubicBezTo>
                    <a:pt x="3751" y="36"/>
                    <a:pt x="3739" y="12"/>
                    <a:pt x="3739" y="0"/>
                  </a:cubicBezTo>
                  <a:close/>
                </a:path>
              </a:pathLst>
            </a:custGeom>
            <a:solidFill>
              <a:srgbClr val="BC7B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6" name="Google Shape;2426;p65"/>
            <p:cNvSpPr/>
            <p:nvPr/>
          </p:nvSpPr>
          <p:spPr>
            <a:xfrm>
              <a:off x="1533225" y="3490550"/>
              <a:ext cx="173550" cy="267500"/>
            </a:xfrm>
            <a:custGeom>
              <a:avLst/>
              <a:gdLst/>
              <a:ahLst/>
              <a:cxnLst/>
              <a:rect l="l" t="t" r="r" b="b"/>
              <a:pathLst>
                <a:path w="6942" h="10700" extrusionOk="0">
                  <a:moveTo>
                    <a:pt x="5732" y="0"/>
                  </a:moveTo>
                  <a:cubicBezTo>
                    <a:pt x="5086" y="0"/>
                    <a:pt x="4250" y="23"/>
                    <a:pt x="3358" y="103"/>
                  </a:cubicBezTo>
                  <a:cubicBezTo>
                    <a:pt x="834" y="365"/>
                    <a:pt x="0" y="3973"/>
                    <a:pt x="0" y="3973"/>
                  </a:cubicBezTo>
                  <a:cubicBezTo>
                    <a:pt x="0" y="3973"/>
                    <a:pt x="1288" y="5238"/>
                    <a:pt x="2510" y="5238"/>
                  </a:cubicBezTo>
                  <a:cubicBezTo>
                    <a:pt x="2542" y="5238"/>
                    <a:pt x="2575" y="5237"/>
                    <a:pt x="2608" y="5235"/>
                  </a:cubicBezTo>
                  <a:lnTo>
                    <a:pt x="2608" y="5235"/>
                  </a:lnTo>
                  <a:lnTo>
                    <a:pt x="2227" y="9771"/>
                  </a:lnTo>
                  <a:cubicBezTo>
                    <a:pt x="2227" y="9771"/>
                    <a:pt x="4191" y="10688"/>
                    <a:pt x="6906" y="10700"/>
                  </a:cubicBezTo>
                  <a:lnTo>
                    <a:pt x="6941" y="10700"/>
                  </a:lnTo>
                  <a:lnTo>
                    <a:pt x="6941" y="32"/>
                  </a:lnTo>
                  <a:cubicBezTo>
                    <a:pt x="6775" y="20"/>
                    <a:pt x="6336" y="0"/>
                    <a:pt x="57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7" name="Google Shape;2427;p65"/>
            <p:cNvSpPr/>
            <p:nvPr/>
          </p:nvSpPr>
          <p:spPr>
            <a:xfrm>
              <a:off x="1522800" y="3589075"/>
              <a:ext cx="78000" cy="34450"/>
            </a:xfrm>
            <a:custGeom>
              <a:avLst/>
              <a:gdLst/>
              <a:ahLst/>
              <a:cxnLst/>
              <a:rect l="l" t="t" r="r" b="b"/>
              <a:pathLst>
                <a:path w="3120" h="1378" extrusionOk="0">
                  <a:moveTo>
                    <a:pt x="469" y="0"/>
                  </a:moveTo>
                  <a:cubicBezTo>
                    <a:pt x="421" y="0"/>
                    <a:pt x="376" y="22"/>
                    <a:pt x="346" y="67"/>
                  </a:cubicBezTo>
                  <a:cubicBezTo>
                    <a:pt x="346" y="67"/>
                    <a:pt x="0" y="413"/>
                    <a:pt x="239" y="532"/>
                  </a:cubicBezTo>
                  <a:cubicBezTo>
                    <a:pt x="608" y="734"/>
                    <a:pt x="1703" y="1353"/>
                    <a:pt x="2965" y="1377"/>
                  </a:cubicBezTo>
                  <a:cubicBezTo>
                    <a:pt x="3048" y="1377"/>
                    <a:pt x="3120" y="1306"/>
                    <a:pt x="3120" y="1210"/>
                  </a:cubicBezTo>
                  <a:lnTo>
                    <a:pt x="3108" y="937"/>
                  </a:lnTo>
                  <a:cubicBezTo>
                    <a:pt x="3108" y="853"/>
                    <a:pt x="3036" y="782"/>
                    <a:pt x="2953" y="782"/>
                  </a:cubicBezTo>
                  <a:cubicBezTo>
                    <a:pt x="1882" y="770"/>
                    <a:pt x="870" y="222"/>
                    <a:pt x="548" y="20"/>
                  </a:cubicBezTo>
                  <a:cubicBezTo>
                    <a:pt x="522" y="7"/>
                    <a:pt x="495" y="0"/>
                    <a:pt x="4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65"/>
            <p:cNvSpPr/>
            <p:nvPr/>
          </p:nvSpPr>
          <p:spPr>
            <a:xfrm>
              <a:off x="1693350" y="3490550"/>
              <a:ext cx="173550" cy="267500"/>
            </a:xfrm>
            <a:custGeom>
              <a:avLst/>
              <a:gdLst/>
              <a:ahLst/>
              <a:cxnLst/>
              <a:rect l="l" t="t" r="r" b="b"/>
              <a:pathLst>
                <a:path w="6942" h="10700" extrusionOk="0">
                  <a:moveTo>
                    <a:pt x="1210" y="0"/>
                  </a:moveTo>
                  <a:cubicBezTo>
                    <a:pt x="606" y="0"/>
                    <a:pt x="167" y="20"/>
                    <a:pt x="1" y="32"/>
                  </a:cubicBezTo>
                  <a:lnTo>
                    <a:pt x="1" y="10700"/>
                  </a:lnTo>
                  <a:lnTo>
                    <a:pt x="36" y="10700"/>
                  </a:lnTo>
                  <a:cubicBezTo>
                    <a:pt x="2751" y="10688"/>
                    <a:pt x="4716" y="9771"/>
                    <a:pt x="4716" y="9771"/>
                  </a:cubicBezTo>
                  <a:lnTo>
                    <a:pt x="4335" y="5235"/>
                  </a:lnTo>
                  <a:lnTo>
                    <a:pt x="4335" y="5235"/>
                  </a:lnTo>
                  <a:cubicBezTo>
                    <a:pt x="4367" y="5237"/>
                    <a:pt x="4400" y="5238"/>
                    <a:pt x="4433" y="5238"/>
                  </a:cubicBezTo>
                  <a:cubicBezTo>
                    <a:pt x="5655" y="5238"/>
                    <a:pt x="6942" y="3973"/>
                    <a:pt x="6942" y="3973"/>
                  </a:cubicBezTo>
                  <a:cubicBezTo>
                    <a:pt x="6942" y="3973"/>
                    <a:pt x="6109" y="365"/>
                    <a:pt x="3584" y="103"/>
                  </a:cubicBezTo>
                  <a:cubicBezTo>
                    <a:pt x="2692" y="23"/>
                    <a:pt x="1856" y="0"/>
                    <a:pt x="12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9" name="Google Shape;2429;p65"/>
            <p:cNvSpPr/>
            <p:nvPr/>
          </p:nvSpPr>
          <p:spPr>
            <a:xfrm>
              <a:off x="1637100" y="3491175"/>
              <a:ext cx="105975" cy="51975"/>
            </a:xfrm>
            <a:custGeom>
              <a:avLst/>
              <a:gdLst/>
              <a:ahLst/>
              <a:cxnLst/>
              <a:rect l="l" t="t" r="r" b="b"/>
              <a:pathLst>
                <a:path w="4239" h="2079" extrusionOk="0">
                  <a:moveTo>
                    <a:pt x="2153" y="0"/>
                  </a:moveTo>
                  <a:cubicBezTo>
                    <a:pt x="1652" y="0"/>
                    <a:pt x="1084" y="31"/>
                    <a:pt x="477" y="138"/>
                  </a:cubicBezTo>
                  <a:cubicBezTo>
                    <a:pt x="0" y="221"/>
                    <a:pt x="0" y="590"/>
                    <a:pt x="0" y="590"/>
                  </a:cubicBezTo>
                  <a:cubicBezTo>
                    <a:pt x="0" y="1412"/>
                    <a:pt x="667" y="2078"/>
                    <a:pt x="1477" y="2078"/>
                  </a:cubicBezTo>
                  <a:lnTo>
                    <a:pt x="2477" y="2078"/>
                  </a:lnTo>
                  <a:cubicBezTo>
                    <a:pt x="3417" y="2078"/>
                    <a:pt x="4203" y="1412"/>
                    <a:pt x="4203" y="471"/>
                  </a:cubicBezTo>
                  <a:cubicBezTo>
                    <a:pt x="4203" y="471"/>
                    <a:pt x="4239" y="54"/>
                    <a:pt x="3739" y="54"/>
                  </a:cubicBezTo>
                  <a:cubicBezTo>
                    <a:pt x="3372" y="54"/>
                    <a:pt x="2821" y="0"/>
                    <a:pt x="21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65"/>
            <p:cNvSpPr/>
            <p:nvPr/>
          </p:nvSpPr>
          <p:spPr>
            <a:xfrm>
              <a:off x="1799625" y="3589075"/>
              <a:ext cx="77700" cy="34450"/>
            </a:xfrm>
            <a:custGeom>
              <a:avLst/>
              <a:gdLst/>
              <a:ahLst/>
              <a:cxnLst/>
              <a:rect l="l" t="t" r="r" b="b"/>
              <a:pathLst>
                <a:path w="3108" h="1378" extrusionOk="0">
                  <a:moveTo>
                    <a:pt x="2643" y="0"/>
                  </a:moveTo>
                  <a:cubicBezTo>
                    <a:pt x="2614" y="0"/>
                    <a:pt x="2586" y="7"/>
                    <a:pt x="2560" y="20"/>
                  </a:cubicBezTo>
                  <a:cubicBezTo>
                    <a:pt x="2239" y="222"/>
                    <a:pt x="1238" y="770"/>
                    <a:pt x="155" y="782"/>
                  </a:cubicBezTo>
                  <a:cubicBezTo>
                    <a:pt x="72" y="782"/>
                    <a:pt x="0" y="853"/>
                    <a:pt x="0" y="937"/>
                  </a:cubicBezTo>
                  <a:lnTo>
                    <a:pt x="0" y="1210"/>
                  </a:lnTo>
                  <a:cubicBezTo>
                    <a:pt x="0" y="1306"/>
                    <a:pt x="60" y="1377"/>
                    <a:pt x="155" y="1377"/>
                  </a:cubicBezTo>
                  <a:cubicBezTo>
                    <a:pt x="1405" y="1353"/>
                    <a:pt x="2501" y="734"/>
                    <a:pt x="2870" y="532"/>
                  </a:cubicBezTo>
                  <a:cubicBezTo>
                    <a:pt x="3108" y="413"/>
                    <a:pt x="2774" y="67"/>
                    <a:pt x="2774" y="67"/>
                  </a:cubicBezTo>
                  <a:cubicBezTo>
                    <a:pt x="2744" y="22"/>
                    <a:pt x="2694" y="0"/>
                    <a:pt x="264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65"/>
            <p:cNvSpPr/>
            <p:nvPr/>
          </p:nvSpPr>
          <p:spPr>
            <a:xfrm>
              <a:off x="1652575" y="3407100"/>
              <a:ext cx="73850" cy="121475"/>
            </a:xfrm>
            <a:custGeom>
              <a:avLst/>
              <a:gdLst/>
              <a:ahLst/>
              <a:cxnLst/>
              <a:rect l="l" t="t" r="r" b="b"/>
              <a:pathLst>
                <a:path w="2954" h="4859" extrusionOk="0">
                  <a:moveTo>
                    <a:pt x="1429" y="0"/>
                  </a:moveTo>
                  <a:cubicBezTo>
                    <a:pt x="643" y="0"/>
                    <a:pt x="1" y="643"/>
                    <a:pt x="1" y="1429"/>
                  </a:cubicBezTo>
                  <a:lnTo>
                    <a:pt x="1" y="3822"/>
                  </a:lnTo>
                  <a:cubicBezTo>
                    <a:pt x="1" y="4608"/>
                    <a:pt x="643" y="4858"/>
                    <a:pt x="1429" y="4858"/>
                  </a:cubicBezTo>
                  <a:lnTo>
                    <a:pt x="1513" y="4858"/>
                  </a:lnTo>
                  <a:cubicBezTo>
                    <a:pt x="2310" y="4858"/>
                    <a:pt x="2953" y="4608"/>
                    <a:pt x="2953" y="3822"/>
                  </a:cubicBezTo>
                  <a:lnTo>
                    <a:pt x="2953" y="1429"/>
                  </a:lnTo>
                  <a:cubicBezTo>
                    <a:pt x="2953" y="643"/>
                    <a:pt x="2310" y="0"/>
                    <a:pt x="1513" y="0"/>
                  </a:cubicBezTo>
                  <a:close/>
                </a:path>
              </a:pathLst>
            </a:custGeom>
            <a:solidFill>
              <a:srgbClr val="BC7B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65"/>
            <p:cNvSpPr/>
            <p:nvPr/>
          </p:nvSpPr>
          <p:spPr>
            <a:xfrm>
              <a:off x="1801700" y="3357375"/>
              <a:ext cx="90800" cy="91125"/>
            </a:xfrm>
            <a:custGeom>
              <a:avLst/>
              <a:gdLst/>
              <a:ahLst/>
              <a:cxnLst/>
              <a:rect l="l" t="t" r="r" b="b"/>
              <a:pathLst>
                <a:path w="3632" h="3645" extrusionOk="0">
                  <a:moveTo>
                    <a:pt x="1801" y="1"/>
                  </a:moveTo>
                  <a:cubicBezTo>
                    <a:pt x="811" y="1"/>
                    <a:pt x="12" y="818"/>
                    <a:pt x="12" y="1811"/>
                  </a:cubicBezTo>
                  <a:cubicBezTo>
                    <a:pt x="1" y="2823"/>
                    <a:pt x="810" y="3632"/>
                    <a:pt x="1810" y="3644"/>
                  </a:cubicBezTo>
                  <a:cubicBezTo>
                    <a:pt x="2810" y="3644"/>
                    <a:pt x="3620" y="2835"/>
                    <a:pt x="3632" y="1823"/>
                  </a:cubicBezTo>
                  <a:cubicBezTo>
                    <a:pt x="3632" y="823"/>
                    <a:pt x="2822" y="1"/>
                    <a:pt x="1822" y="1"/>
                  </a:cubicBezTo>
                  <a:cubicBezTo>
                    <a:pt x="1815" y="1"/>
                    <a:pt x="1808" y="1"/>
                    <a:pt x="1801" y="1"/>
                  </a:cubicBezTo>
                  <a:close/>
                </a:path>
              </a:pathLst>
            </a:custGeom>
            <a:solidFill>
              <a:srgbClr val="BC7B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65"/>
            <p:cNvSpPr/>
            <p:nvPr/>
          </p:nvSpPr>
          <p:spPr>
            <a:xfrm>
              <a:off x="1807050" y="3387750"/>
              <a:ext cx="78325" cy="24350"/>
            </a:xfrm>
            <a:custGeom>
              <a:avLst/>
              <a:gdLst/>
              <a:ahLst/>
              <a:cxnLst/>
              <a:rect l="l" t="t" r="r" b="b"/>
              <a:pathLst>
                <a:path w="3133" h="974" extrusionOk="0">
                  <a:moveTo>
                    <a:pt x="1239" y="0"/>
                  </a:moveTo>
                  <a:lnTo>
                    <a:pt x="1025" y="24"/>
                  </a:lnTo>
                  <a:cubicBezTo>
                    <a:pt x="953" y="24"/>
                    <a:pt x="882" y="48"/>
                    <a:pt x="810" y="60"/>
                  </a:cubicBezTo>
                  <a:cubicBezTo>
                    <a:pt x="668" y="96"/>
                    <a:pt x="537" y="155"/>
                    <a:pt x="406" y="203"/>
                  </a:cubicBezTo>
                  <a:cubicBezTo>
                    <a:pt x="346" y="227"/>
                    <a:pt x="287" y="274"/>
                    <a:pt x="215" y="310"/>
                  </a:cubicBezTo>
                  <a:lnTo>
                    <a:pt x="37" y="405"/>
                  </a:lnTo>
                  <a:cubicBezTo>
                    <a:pt x="13" y="429"/>
                    <a:pt x="1" y="465"/>
                    <a:pt x="13" y="489"/>
                  </a:cubicBezTo>
                  <a:cubicBezTo>
                    <a:pt x="30" y="506"/>
                    <a:pt x="54" y="517"/>
                    <a:pt x="75" y="517"/>
                  </a:cubicBezTo>
                  <a:cubicBezTo>
                    <a:pt x="82" y="517"/>
                    <a:pt x="90" y="516"/>
                    <a:pt x="96" y="512"/>
                  </a:cubicBezTo>
                  <a:lnTo>
                    <a:pt x="275" y="417"/>
                  </a:lnTo>
                  <a:cubicBezTo>
                    <a:pt x="346" y="393"/>
                    <a:pt x="394" y="346"/>
                    <a:pt x="465" y="334"/>
                  </a:cubicBezTo>
                  <a:cubicBezTo>
                    <a:pt x="596" y="286"/>
                    <a:pt x="715" y="227"/>
                    <a:pt x="846" y="215"/>
                  </a:cubicBezTo>
                  <a:cubicBezTo>
                    <a:pt x="990" y="175"/>
                    <a:pt x="1135" y="158"/>
                    <a:pt x="1279" y="158"/>
                  </a:cubicBezTo>
                  <a:cubicBezTo>
                    <a:pt x="1397" y="158"/>
                    <a:pt x="1514" y="170"/>
                    <a:pt x="1632" y="191"/>
                  </a:cubicBezTo>
                  <a:cubicBezTo>
                    <a:pt x="1894" y="239"/>
                    <a:pt x="2144" y="334"/>
                    <a:pt x="2382" y="465"/>
                  </a:cubicBezTo>
                  <a:cubicBezTo>
                    <a:pt x="2608" y="608"/>
                    <a:pt x="2835" y="774"/>
                    <a:pt x="3013" y="953"/>
                  </a:cubicBezTo>
                  <a:lnTo>
                    <a:pt x="3025" y="965"/>
                  </a:lnTo>
                  <a:cubicBezTo>
                    <a:pt x="3037" y="971"/>
                    <a:pt x="3052" y="974"/>
                    <a:pt x="3067" y="974"/>
                  </a:cubicBezTo>
                  <a:cubicBezTo>
                    <a:pt x="3082" y="974"/>
                    <a:pt x="3096" y="971"/>
                    <a:pt x="3108" y="965"/>
                  </a:cubicBezTo>
                  <a:cubicBezTo>
                    <a:pt x="3120" y="941"/>
                    <a:pt x="3132" y="905"/>
                    <a:pt x="3108" y="882"/>
                  </a:cubicBezTo>
                  <a:cubicBezTo>
                    <a:pt x="3013" y="774"/>
                    <a:pt x="2918" y="667"/>
                    <a:pt x="2811" y="572"/>
                  </a:cubicBezTo>
                  <a:cubicBezTo>
                    <a:pt x="2704" y="489"/>
                    <a:pt x="2585" y="405"/>
                    <a:pt x="2465" y="322"/>
                  </a:cubicBezTo>
                  <a:cubicBezTo>
                    <a:pt x="2227" y="179"/>
                    <a:pt x="1953" y="72"/>
                    <a:pt x="1668" y="24"/>
                  </a:cubicBezTo>
                  <a:cubicBezTo>
                    <a:pt x="1525" y="0"/>
                    <a:pt x="1382" y="0"/>
                    <a:pt x="12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65"/>
            <p:cNvSpPr/>
            <p:nvPr/>
          </p:nvSpPr>
          <p:spPr>
            <a:xfrm>
              <a:off x="1792175" y="3401150"/>
              <a:ext cx="60750" cy="19400"/>
            </a:xfrm>
            <a:custGeom>
              <a:avLst/>
              <a:gdLst/>
              <a:ahLst/>
              <a:cxnLst/>
              <a:rect l="l" t="t" r="r" b="b"/>
              <a:pathLst>
                <a:path w="2430" h="776" extrusionOk="0">
                  <a:moveTo>
                    <a:pt x="953" y="0"/>
                  </a:moveTo>
                  <a:cubicBezTo>
                    <a:pt x="846" y="12"/>
                    <a:pt x="739" y="24"/>
                    <a:pt x="620" y="60"/>
                  </a:cubicBezTo>
                  <a:cubicBezTo>
                    <a:pt x="513" y="72"/>
                    <a:pt x="417" y="131"/>
                    <a:pt x="310" y="167"/>
                  </a:cubicBezTo>
                  <a:cubicBezTo>
                    <a:pt x="215" y="215"/>
                    <a:pt x="120" y="274"/>
                    <a:pt x="24" y="334"/>
                  </a:cubicBezTo>
                  <a:cubicBezTo>
                    <a:pt x="1" y="346"/>
                    <a:pt x="1" y="381"/>
                    <a:pt x="12" y="393"/>
                  </a:cubicBezTo>
                  <a:cubicBezTo>
                    <a:pt x="21" y="411"/>
                    <a:pt x="36" y="422"/>
                    <a:pt x="53" y="422"/>
                  </a:cubicBezTo>
                  <a:cubicBezTo>
                    <a:pt x="59" y="422"/>
                    <a:pt x="66" y="420"/>
                    <a:pt x="72" y="417"/>
                  </a:cubicBezTo>
                  <a:cubicBezTo>
                    <a:pt x="167" y="369"/>
                    <a:pt x="262" y="322"/>
                    <a:pt x="358" y="286"/>
                  </a:cubicBezTo>
                  <a:cubicBezTo>
                    <a:pt x="453" y="250"/>
                    <a:pt x="548" y="203"/>
                    <a:pt x="655" y="191"/>
                  </a:cubicBezTo>
                  <a:cubicBezTo>
                    <a:pt x="764" y="165"/>
                    <a:pt x="872" y="153"/>
                    <a:pt x="981" y="153"/>
                  </a:cubicBezTo>
                  <a:cubicBezTo>
                    <a:pt x="1075" y="153"/>
                    <a:pt x="1169" y="162"/>
                    <a:pt x="1263" y="179"/>
                  </a:cubicBezTo>
                  <a:cubicBezTo>
                    <a:pt x="1465" y="215"/>
                    <a:pt x="1656" y="298"/>
                    <a:pt x="1834" y="405"/>
                  </a:cubicBezTo>
                  <a:cubicBezTo>
                    <a:pt x="2013" y="500"/>
                    <a:pt x="2179" y="631"/>
                    <a:pt x="2346" y="762"/>
                  </a:cubicBezTo>
                  <a:cubicBezTo>
                    <a:pt x="2356" y="772"/>
                    <a:pt x="2366" y="776"/>
                    <a:pt x="2375" y="776"/>
                  </a:cubicBezTo>
                  <a:cubicBezTo>
                    <a:pt x="2388" y="776"/>
                    <a:pt x="2399" y="769"/>
                    <a:pt x="2406" y="762"/>
                  </a:cubicBezTo>
                  <a:cubicBezTo>
                    <a:pt x="2429" y="738"/>
                    <a:pt x="2429" y="715"/>
                    <a:pt x="2418" y="703"/>
                  </a:cubicBezTo>
                  <a:cubicBezTo>
                    <a:pt x="2287" y="512"/>
                    <a:pt x="2120" y="369"/>
                    <a:pt x="1929" y="250"/>
                  </a:cubicBezTo>
                  <a:cubicBezTo>
                    <a:pt x="1727" y="131"/>
                    <a:pt x="1513" y="60"/>
                    <a:pt x="1298" y="24"/>
                  </a:cubicBezTo>
                  <a:cubicBezTo>
                    <a:pt x="1179" y="0"/>
                    <a:pt x="1072" y="0"/>
                    <a:pt x="9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65"/>
            <p:cNvSpPr/>
            <p:nvPr/>
          </p:nvSpPr>
          <p:spPr>
            <a:xfrm>
              <a:off x="1490650" y="3295775"/>
              <a:ext cx="103025" cy="91100"/>
            </a:xfrm>
            <a:custGeom>
              <a:avLst/>
              <a:gdLst/>
              <a:ahLst/>
              <a:cxnLst/>
              <a:rect l="l" t="t" r="r" b="b"/>
              <a:pathLst>
                <a:path w="4121" h="3644" extrusionOk="0">
                  <a:moveTo>
                    <a:pt x="2075" y="0"/>
                  </a:moveTo>
                  <a:cubicBezTo>
                    <a:pt x="1381" y="0"/>
                    <a:pt x="714" y="405"/>
                    <a:pt x="405" y="1084"/>
                  </a:cubicBezTo>
                  <a:cubicBezTo>
                    <a:pt x="1" y="2001"/>
                    <a:pt x="405" y="3084"/>
                    <a:pt x="1322" y="3489"/>
                  </a:cubicBezTo>
                  <a:cubicBezTo>
                    <a:pt x="1557" y="3594"/>
                    <a:pt x="1803" y="3644"/>
                    <a:pt x="2046" y="3644"/>
                  </a:cubicBezTo>
                  <a:cubicBezTo>
                    <a:pt x="2739" y="3644"/>
                    <a:pt x="3407" y="3239"/>
                    <a:pt x="3715" y="2560"/>
                  </a:cubicBezTo>
                  <a:cubicBezTo>
                    <a:pt x="4120" y="1643"/>
                    <a:pt x="3715" y="560"/>
                    <a:pt x="2798" y="155"/>
                  </a:cubicBezTo>
                  <a:cubicBezTo>
                    <a:pt x="2564" y="50"/>
                    <a:pt x="2318" y="0"/>
                    <a:pt x="2075" y="0"/>
                  </a:cubicBezTo>
                  <a:close/>
                </a:path>
              </a:pathLst>
            </a:custGeom>
            <a:solidFill>
              <a:srgbClr val="BC7B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65"/>
            <p:cNvSpPr/>
            <p:nvPr/>
          </p:nvSpPr>
          <p:spPr>
            <a:xfrm>
              <a:off x="1504050" y="3325725"/>
              <a:ext cx="76225" cy="29625"/>
            </a:xfrm>
            <a:custGeom>
              <a:avLst/>
              <a:gdLst/>
              <a:ahLst/>
              <a:cxnLst/>
              <a:rect l="l" t="t" r="r" b="b"/>
              <a:pathLst>
                <a:path w="3049" h="1185" extrusionOk="0">
                  <a:moveTo>
                    <a:pt x="1117" y="0"/>
                  </a:moveTo>
                  <a:cubicBezTo>
                    <a:pt x="1029" y="0"/>
                    <a:pt x="942" y="6"/>
                    <a:pt x="858" y="17"/>
                  </a:cubicBezTo>
                  <a:cubicBezTo>
                    <a:pt x="715" y="29"/>
                    <a:pt x="572" y="64"/>
                    <a:pt x="441" y="100"/>
                  </a:cubicBezTo>
                  <a:cubicBezTo>
                    <a:pt x="298" y="136"/>
                    <a:pt x="167" y="195"/>
                    <a:pt x="36" y="255"/>
                  </a:cubicBezTo>
                  <a:cubicBezTo>
                    <a:pt x="12" y="267"/>
                    <a:pt x="0" y="303"/>
                    <a:pt x="12" y="326"/>
                  </a:cubicBezTo>
                  <a:cubicBezTo>
                    <a:pt x="21" y="353"/>
                    <a:pt x="43" y="367"/>
                    <a:pt x="64" y="367"/>
                  </a:cubicBezTo>
                  <a:cubicBezTo>
                    <a:pt x="71" y="367"/>
                    <a:pt x="78" y="365"/>
                    <a:pt x="84" y="362"/>
                  </a:cubicBezTo>
                  <a:cubicBezTo>
                    <a:pt x="334" y="267"/>
                    <a:pt x="608" y="219"/>
                    <a:pt x="869" y="184"/>
                  </a:cubicBezTo>
                  <a:cubicBezTo>
                    <a:pt x="956" y="176"/>
                    <a:pt x="1042" y="172"/>
                    <a:pt x="1126" y="172"/>
                  </a:cubicBezTo>
                  <a:cubicBezTo>
                    <a:pt x="1309" y="172"/>
                    <a:pt x="1488" y="190"/>
                    <a:pt x="1667" y="231"/>
                  </a:cubicBezTo>
                  <a:cubicBezTo>
                    <a:pt x="1917" y="303"/>
                    <a:pt x="2167" y="410"/>
                    <a:pt x="2382" y="576"/>
                  </a:cubicBezTo>
                  <a:cubicBezTo>
                    <a:pt x="2489" y="648"/>
                    <a:pt x="2584" y="755"/>
                    <a:pt x="2679" y="838"/>
                  </a:cubicBezTo>
                  <a:cubicBezTo>
                    <a:pt x="2727" y="886"/>
                    <a:pt x="2763" y="946"/>
                    <a:pt x="2810" y="993"/>
                  </a:cubicBezTo>
                  <a:lnTo>
                    <a:pt x="2929" y="1160"/>
                  </a:lnTo>
                  <a:lnTo>
                    <a:pt x="2941" y="1160"/>
                  </a:lnTo>
                  <a:cubicBezTo>
                    <a:pt x="2948" y="1175"/>
                    <a:pt x="2965" y="1185"/>
                    <a:pt x="2985" y="1185"/>
                  </a:cubicBezTo>
                  <a:cubicBezTo>
                    <a:pt x="2997" y="1185"/>
                    <a:pt x="3011" y="1181"/>
                    <a:pt x="3024" y="1172"/>
                  </a:cubicBezTo>
                  <a:cubicBezTo>
                    <a:pt x="3048" y="1160"/>
                    <a:pt x="3048" y="1124"/>
                    <a:pt x="3036" y="1088"/>
                  </a:cubicBezTo>
                  <a:lnTo>
                    <a:pt x="2905" y="922"/>
                  </a:lnTo>
                  <a:cubicBezTo>
                    <a:pt x="2870" y="862"/>
                    <a:pt x="2834" y="803"/>
                    <a:pt x="2774" y="755"/>
                  </a:cubicBezTo>
                  <a:cubicBezTo>
                    <a:pt x="2679" y="648"/>
                    <a:pt x="2584" y="541"/>
                    <a:pt x="2465" y="457"/>
                  </a:cubicBezTo>
                  <a:cubicBezTo>
                    <a:pt x="2417" y="410"/>
                    <a:pt x="2358" y="362"/>
                    <a:pt x="2298" y="326"/>
                  </a:cubicBezTo>
                  <a:lnTo>
                    <a:pt x="2108" y="219"/>
                  </a:lnTo>
                  <a:cubicBezTo>
                    <a:pt x="1977" y="160"/>
                    <a:pt x="1846" y="100"/>
                    <a:pt x="1703" y="76"/>
                  </a:cubicBezTo>
                  <a:cubicBezTo>
                    <a:pt x="1514" y="27"/>
                    <a:pt x="1313" y="0"/>
                    <a:pt x="11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65"/>
            <p:cNvSpPr/>
            <p:nvPr/>
          </p:nvSpPr>
          <p:spPr>
            <a:xfrm>
              <a:off x="1529950" y="3347925"/>
              <a:ext cx="59250" cy="23675"/>
            </a:xfrm>
            <a:custGeom>
              <a:avLst/>
              <a:gdLst/>
              <a:ahLst/>
              <a:cxnLst/>
              <a:rect l="l" t="t" r="r" b="b"/>
              <a:pathLst>
                <a:path w="2370" h="947" extrusionOk="0">
                  <a:moveTo>
                    <a:pt x="841" y="1"/>
                  </a:moveTo>
                  <a:cubicBezTo>
                    <a:pt x="783" y="1"/>
                    <a:pt x="724" y="4"/>
                    <a:pt x="667" y="10"/>
                  </a:cubicBezTo>
                  <a:cubicBezTo>
                    <a:pt x="441" y="46"/>
                    <a:pt x="226" y="105"/>
                    <a:pt x="36" y="224"/>
                  </a:cubicBezTo>
                  <a:cubicBezTo>
                    <a:pt x="12" y="236"/>
                    <a:pt x="0" y="260"/>
                    <a:pt x="12" y="272"/>
                  </a:cubicBezTo>
                  <a:cubicBezTo>
                    <a:pt x="12" y="291"/>
                    <a:pt x="36" y="311"/>
                    <a:pt x="58" y="311"/>
                  </a:cubicBezTo>
                  <a:cubicBezTo>
                    <a:pt x="62" y="311"/>
                    <a:pt x="67" y="310"/>
                    <a:pt x="72" y="308"/>
                  </a:cubicBezTo>
                  <a:cubicBezTo>
                    <a:pt x="274" y="248"/>
                    <a:pt x="476" y="212"/>
                    <a:pt x="679" y="189"/>
                  </a:cubicBezTo>
                  <a:cubicBezTo>
                    <a:pt x="746" y="181"/>
                    <a:pt x="815" y="177"/>
                    <a:pt x="884" y="177"/>
                  </a:cubicBezTo>
                  <a:cubicBezTo>
                    <a:pt x="1021" y="177"/>
                    <a:pt x="1159" y="192"/>
                    <a:pt x="1286" y="224"/>
                  </a:cubicBezTo>
                  <a:cubicBezTo>
                    <a:pt x="1488" y="272"/>
                    <a:pt x="1679" y="355"/>
                    <a:pt x="1834" y="486"/>
                  </a:cubicBezTo>
                  <a:cubicBezTo>
                    <a:pt x="1929" y="534"/>
                    <a:pt x="2000" y="617"/>
                    <a:pt x="2072" y="689"/>
                  </a:cubicBezTo>
                  <a:cubicBezTo>
                    <a:pt x="2143" y="760"/>
                    <a:pt x="2215" y="843"/>
                    <a:pt x="2274" y="927"/>
                  </a:cubicBezTo>
                  <a:lnTo>
                    <a:pt x="2286" y="927"/>
                  </a:lnTo>
                  <a:cubicBezTo>
                    <a:pt x="2293" y="941"/>
                    <a:pt x="2304" y="946"/>
                    <a:pt x="2317" y="946"/>
                  </a:cubicBezTo>
                  <a:cubicBezTo>
                    <a:pt x="2326" y="946"/>
                    <a:pt x="2336" y="944"/>
                    <a:pt x="2346" y="939"/>
                  </a:cubicBezTo>
                  <a:cubicBezTo>
                    <a:pt x="2369" y="927"/>
                    <a:pt x="2369" y="891"/>
                    <a:pt x="2358" y="867"/>
                  </a:cubicBezTo>
                  <a:cubicBezTo>
                    <a:pt x="2298" y="784"/>
                    <a:pt x="2239" y="689"/>
                    <a:pt x="2167" y="605"/>
                  </a:cubicBezTo>
                  <a:cubicBezTo>
                    <a:pt x="2096" y="522"/>
                    <a:pt x="2024" y="439"/>
                    <a:pt x="1929" y="367"/>
                  </a:cubicBezTo>
                  <a:cubicBezTo>
                    <a:pt x="1846" y="296"/>
                    <a:pt x="1738" y="236"/>
                    <a:pt x="1643" y="177"/>
                  </a:cubicBezTo>
                  <a:cubicBezTo>
                    <a:pt x="1548" y="129"/>
                    <a:pt x="1441" y="81"/>
                    <a:pt x="1334" y="58"/>
                  </a:cubicBezTo>
                  <a:cubicBezTo>
                    <a:pt x="1168" y="23"/>
                    <a:pt x="1002" y="1"/>
                    <a:pt x="8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65"/>
            <p:cNvSpPr/>
            <p:nvPr/>
          </p:nvSpPr>
          <p:spPr>
            <a:xfrm>
              <a:off x="1546300" y="3172250"/>
              <a:ext cx="301850" cy="302775"/>
            </a:xfrm>
            <a:custGeom>
              <a:avLst/>
              <a:gdLst/>
              <a:ahLst/>
              <a:cxnLst/>
              <a:rect l="l" t="t" r="r" b="b"/>
              <a:pathLst>
                <a:path w="12074" h="12111" extrusionOk="0">
                  <a:moveTo>
                    <a:pt x="6042" y="1"/>
                  </a:moveTo>
                  <a:cubicBezTo>
                    <a:pt x="2995" y="1"/>
                    <a:pt x="410" y="2423"/>
                    <a:pt x="215" y="5572"/>
                  </a:cubicBezTo>
                  <a:cubicBezTo>
                    <a:pt x="1" y="8847"/>
                    <a:pt x="1549" y="11859"/>
                    <a:pt x="5573" y="12097"/>
                  </a:cubicBezTo>
                  <a:cubicBezTo>
                    <a:pt x="5720" y="12106"/>
                    <a:pt x="5864" y="12110"/>
                    <a:pt x="6006" y="12110"/>
                  </a:cubicBezTo>
                  <a:cubicBezTo>
                    <a:pt x="9512" y="12110"/>
                    <a:pt x="11654" y="9469"/>
                    <a:pt x="11860" y="6311"/>
                  </a:cubicBezTo>
                  <a:cubicBezTo>
                    <a:pt x="12074" y="3036"/>
                    <a:pt x="9633" y="215"/>
                    <a:pt x="6407" y="12"/>
                  </a:cubicBezTo>
                  <a:cubicBezTo>
                    <a:pt x="6284" y="5"/>
                    <a:pt x="6163" y="1"/>
                    <a:pt x="6042" y="1"/>
                  </a:cubicBezTo>
                  <a:close/>
                </a:path>
              </a:pathLst>
            </a:custGeom>
            <a:solidFill>
              <a:srgbClr val="BC7B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65"/>
            <p:cNvSpPr/>
            <p:nvPr/>
          </p:nvSpPr>
          <p:spPr>
            <a:xfrm>
              <a:off x="1731450" y="3343100"/>
              <a:ext cx="25925" cy="25625"/>
            </a:xfrm>
            <a:custGeom>
              <a:avLst/>
              <a:gdLst/>
              <a:ahLst/>
              <a:cxnLst/>
              <a:rect l="l" t="t" r="r" b="b"/>
              <a:pathLst>
                <a:path w="1037" h="1025" extrusionOk="0">
                  <a:moveTo>
                    <a:pt x="521" y="0"/>
                  </a:moveTo>
                  <a:cubicBezTo>
                    <a:pt x="515" y="0"/>
                    <a:pt x="508" y="0"/>
                    <a:pt x="501" y="1"/>
                  </a:cubicBezTo>
                  <a:cubicBezTo>
                    <a:pt x="227" y="12"/>
                    <a:pt x="1" y="251"/>
                    <a:pt x="13" y="536"/>
                  </a:cubicBezTo>
                  <a:cubicBezTo>
                    <a:pt x="24" y="803"/>
                    <a:pt x="251" y="1025"/>
                    <a:pt x="516" y="1025"/>
                  </a:cubicBezTo>
                  <a:cubicBezTo>
                    <a:pt x="523" y="1025"/>
                    <a:pt x="530" y="1025"/>
                    <a:pt x="536" y="1024"/>
                  </a:cubicBezTo>
                  <a:cubicBezTo>
                    <a:pt x="822" y="1013"/>
                    <a:pt x="1037" y="774"/>
                    <a:pt x="1025" y="489"/>
                  </a:cubicBezTo>
                  <a:cubicBezTo>
                    <a:pt x="1013" y="222"/>
                    <a:pt x="786"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65"/>
            <p:cNvSpPr/>
            <p:nvPr/>
          </p:nvSpPr>
          <p:spPr>
            <a:xfrm>
              <a:off x="1609425" y="3315875"/>
              <a:ext cx="28600" cy="25350"/>
            </a:xfrm>
            <a:custGeom>
              <a:avLst/>
              <a:gdLst/>
              <a:ahLst/>
              <a:cxnLst/>
              <a:rect l="l" t="t" r="r" b="b"/>
              <a:pathLst>
                <a:path w="1144" h="1014" extrusionOk="0">
                  <a:moveTo>
                    <a:pt x="571" y="0"/>
                  </a:moveTo>
                  <a:cubicBezTo>
                    <a:pt x="364" y="0"/>
                    <a:pt x="170" y="133"/>
                    <a:pt x="95" y="339"/>
                  </a:cubicBezTo>
                  <a:cubicBezTo>
                    <a:pt x="0" y="601"/>
                    <a:pt x="143" y="899"/>
                    <a:pt x="405" y="982"/>
                  </a:cubicBezTo>
                  <a:cubicBezTo>
                    <a:pt x="462" y="1003"/>
                    <a:pt x="521" y="1013"/>
                    <a:pt x="578" y="1013"/>
                  </a:cubicBezTo>
                  <a:cubicBezTo>
                    <a:pt x="783" y="1013"/>
                    <a:pt x="973" y="887"/>
                    <a:pt x="1048" y="673"/>
                  </a:cubicBezTo>
                  <a:cubicBezTo>
                    <a:pt x="1143" y="411"/>
                    <a:pt x="1000" y="125"/>
                    <a:pt x="738" y="30"/>
                  </a:cubicBezTo>
                  <a:cubicBezTo>
                    <a:pt x="683" y="10"/>
                    <a:pt x="627" y="0"/>
                    <a:pt x="5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65"/>
            <p:cNvSpPr/>
            <p:nvPr/>
          </p:nvSpPr>
          <p:spPr>
            <a:xfrm>
              <a:off x="1807050" y="3160350"/>
              <a:ext cx="33975" cy="55975"/>
            </a:xfrm>
            <a:custGeom>
              <a:avLst/>
              <a:gdLst/>
              <a:ahLst/>
              <a:cxnLst/>
              <a:rect l="l" t="t" r="r" b="b"/>
              <a:pathLst>
                <a:path w="1359" h="2239" extrusionOk="0">
                  <a:moveTo>
                    <a:pt x="287" y="0"/>
                  </a:moveTo>
                  <a:cubicBezTo>
                    <a:pt x="203" y="0"/>
                    <a:pt x="132" y="72"/>
                    <a:pt x="96" y="143"/>
                  </a:cubicBezTo>
                  <a:cubicBezTo>
                    <a:pt x="60" y="214"/>
                    <a:pt x="48" y="310"/>
                    <a:pt x="37" y="393"/>
                  </a:cubicBezTo>
                  <a:cubicBezTo>
                    <a:pt x="1" y="976"/>
                    <a:pt x="48" y="1572"/>
                    <a:pt x="179" y="2155"/>
                  </a:cubicBezTo>
                  <a:lnTo>
                    <a:pt x="406" y="2238"/>
                  </a:lnTo>
                  <a:cubicBezTo>
                    <a:pt x="775" y="1929"/>
                    <a:pt x="1072" y="1536"/>
                    <a:pt x="1287" y="1095"/>
                  </a:cubicBezTo>
                  <a:cubicBezTo>
                    <a:pt x="1322" y="1024"/>
                    <a:pt x="1358" y="941"/>
                    <a:pt x="1346" y="857"/>
                  </a:cubicBezTo>
                  <a:cubicBezTo>
                    <a:pt x="1346" y="774"/>
                    <a:pt x="1287" y="679"/>
                    <a:pt x="1203" y="667"/>
                  </a:cubicBezTo>
                  <a:cubicBezTo>
                    <a:pt x="1198" y="666"/>
                    <a:pt x="1192" y="666"/>
                    <a:pt x="1187" y="666"/>
                  </a:cubicBezTo>
                  <a:cubicBezTo>
                    <a:pt x="1077" y="666"/>
                    <a:pt x="999" y="779"/>
                    <a:pt x="953" y="881"/>
                  </a:cubicBezTo>
                  <a:cubicBezTo>
                    <a:pt x="763" y="1262"/>
                    <a:pt x="572" y="1643"/>
                    <a:pt x="394" y="2012"/>
                  </a:cubicBezTo>
                  <a:cubicBezTo>
                    <a:pt x="525" y="1488"/>
                    <a:pt x="572" y="929"/>
                    <a:pt x="537" y="381"/>
                  </a:cubicBezTo>
                  <a:cubicBezTo>
                    <a:pt x="525" y="298"/>
                    <a:pt x="525" y="214"/>
                    <a:pt x="489" y="143"/>
                  </a:cubicBezTo>
                  <a:cubicBezTo>
                    <a:pt x="441" y="72"/>
                    <a:pt x="370" y="0"/>
                    <a:pt x="2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65"/>
            <p:cNvSpPr/>
            <p:nvPr/>
          </p:nvSpPr>
          <p:spPr>
            <a:xfrm>
              <a:off x="1733550" y="3290125"/>
              <a:ext cx="72075" cy="50500"/>
            </a:xfrm>
            <a:custGeom>
              <a:avLst/>
              <a:gdLst/>
              <a:ahLst/>
              <a:cxnLst/>
              <a:rect l="l" t="t" r="r" b="b"/>
              <a:pathLst>
                <a:path w="2883" h="2020" extrusionOk="0">
                  <a:moveTo>
                    <a:pt x="940" y="0"/>
                  </a:moveTo>
                  <a:cubicBezTo>
                    <a:pt x="860" y="0"/>
                    <a:pt x="784" y="19"/>
                    <a:pt x="714" y="60"/>
                  </a:cubicBezTo>
                  <a:cubicBezTo>
                    <a:pt x="0" y="465"/>
                    <a:pt x="1548" y="1631"/>
                    <a:pt x="1798" y="1774"/>
                  </a:cubicBezTo>
                  <a:cubicBezTo>
                    <a:pt x="1930" y="1853"/>
                    <a:pt x="2302" y="2020"/>
                    <a:pt x="2554" y="2020"/>
                  </a:cubicBezTo>
                  <a:cubicBezTo>
                    <a:pt x="2757" y="2020"/>
                    <a:pt x="2882" y="1911"/>
                    <a:pt x="2738" y="1560"/>
                  </a:cubicBezTo>
                  <a:cubicBezTo>
                    <a:pt x="2738" y="1560"/>
                    <a:pt x="1673" y="0"/>
                    <a:pt x="9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65"/>
            <p:cNvSpPr/>
            <p:nvPr/>
          </p:nvSpPr>
          <p:spPr>
            <a:xfrm>
              <a:off x="1578825" y="3263225"/>
              <a:ext cx="88950" cy="30800"/>
            </a:xfrm>
            <a:custGeom>
              <a:avLst/>
              <a:gdLst/>
              <a:ahLst/>
              <a:cxnLst/>
              <a:rect l="l" t="t" r="r" b="b"/>
              <a:pathLst>
                <a:path w="3558" h="1232" extrusionOk="0">
                  <a:moveTo>
                    <a:pt x="2566" y="0"/>
                  </a:moveTo>
                  <a:cubicBezTo>
                    <a:pt x="1803" y="0"/>
                    <a:pt x="641" y="588"/>
                    <a:pt x="641" y="588"/>
                  </a:cubicBezTo>
                  <a:cubicBezTo>
                    <a:pt x="1" y="1091"/>
                    <a:pt x="995" y="1232"/>
                    <a:pt x="1318" y="1232"/>
                  </a:cubicBezTo>
                  <a:cubicBezTo>
                    <a:pt x="1332" y="1232"/>
                    <a:pt x="1344" y="1231"/>
                    <a:pt x="1355" y="1231"/>
                  </a:cubicBezTo>
                  <a:cubicBezTo>
                    <a:pt x="1641" y="1219"/>
                    <a:pt x="3558" y="957"/>
                    <a:pt x="3141" y="243"/>
                  </a:cubicBezTo>
                  <a:cubicBezTo>
                    <a:pt x="3033" y="66"/>
                    <a:pt x="2822" y="0"/>
                    <a:pt x="25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65"/>
            <p:cNvSpPr/>
            <p:nvPr/>
          </p:nvSpPr>
          <p:spPr>
            <a:xfrm>
              <a:off x="1650200" y="3352800"/>
              <a:ext cx="33350" cy="33775"/>
            </a:xfrm>
            <a:custGeom>
              <a:avLst/>
              <a:gdLst/>
              <a:ahLst/>
              <a:cxnLst/>
              <a:rect l="l" t="t" r="r" b="b"/>
              <a:pathLst>
                <a:path w="1334" h="1351" extrusionOk="0">
                  <a:moveTo>
                    <a:pt x="550" y="0"/>
                  </a:moveTo>
                  <a:cubicBezTo>
                    <a:pt x="434" y="0"/>
                    <a:pt x="331" y="71"/>
                    <a:pt x="250" y="279"/>
                  </a:cubicBezTo>
                  <a:cubicBezTo>
                    <a:pt x="0" y="922"/>
                    <a:pt x="905" y="1351"/>
                    <a:pt x="905" y="1351"/>
                  </a:cubicBezTo>
                  <a:lnTo>
                    <a:pt x="1334" y="327"/>
                  </a:lnTo>
                  <a:cubicBezTo>
                    <a:pt x="1084" y="311"/>
                    <a:pt x="791" y="0"/>
                    <a:pt x="550" y="0"/>
                  </a:cubicBezTo>
                  <a:close/>
                </a:path>
              </a:pathLst>
            </a:custGeom>
            <a:solidFill>
              <a:srgbClr val="BC7B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445;p65"/>
            <p:cNvSpPr/>
            <p:nvPr/>
          </p:nvSpPr>
          <p:spPr>
            <a:xfrm>
              <a:off x="1654075" y="3311550"/>
              <a:ext cx="42875" cy="75625"/>
            </a:xfrm>
            <a:custGeom>
              <a:avLst/>
              <a:gdLst/>
              <a:ahLst/>
              <a:cxnLst/>
              <a:rect l="l" t="t" r="r" b="b"/>
              <a:pathLst>
                <a:path w="1715" h="3025" extrusionOk="0">
                  <a:moveTo>
                    <a:pt x="1703" y="0"/>
                  </a:moveTo>
                  <a:cubicBezTo>
                    <a:pt x="1691" y="0"/>
                    <a:pt x="1679" y="0"/>
                    <a:pt x="1667" y="24"/>
                  </a:cubicBezTo>
                  <a:cubicBezTo>
                    <a:pt x="1631" y="417"/>
                    <a:pt x="1572" y="810"/>
                    <a:pt x="1488" y="1191"/>
                  </a:cubicBezTo>
                  <a:cubicBezTo>
                    <a:pt x="1453" y="1382"/>
                    <a:pt x="1405" y="1572"/>
                    <a:pt x="1334" y="1751"/>
                  </a:cubicBezTo>
                  <a:cubicBezTo>
                    <a:pt x="1298" y="1834"/>
                    <a:pt x="1226" y="1917"/>
                    <a:pt x="1179" y="1917"/>
                  </a:cubicBezTo>
                  <a:cubicBezTo>
                    <a:pt x="1107" y="1917"/>
                    <a:pt x="1012" y="1870"/>
                    <a:pt x="929" y="1822"/>
                  </a:cubicBezTo>
                  <a:cubicBezTo>
                    <a:pt x="845" y="1774"/>
                    <a:pt x="762" y="1727"/>
                    <a:pt x="679" y="1679"/>
                  </a:cubicBezTo>
                  <a:cubicBezTo>
                    <a:pt x="593" y="1637"/>
                    <a:pt x="499" y="1594"/>
                    <a:pt x="395" y="1594"/>
                  </a:cubicBezTo>
                  <a:cubicBezTo>
                    <a:pt x="382" y="1594"/>
                    <a:pt x="370" y="1595"/>
                    <a:pt x="357" y="1596"/>
                  </a:cubicBezTo>
                  <a:cubicBezTo>
                    <a:pt x="226" y="1608"/>
                    <a:pt x="143" y="1715"/>
                    <a:pt x="95" y="1810"/>
                  </a:cubicBezTo>
                  <a:cubicBezTo>
                    <a:pt x="71" y="1858"/>
                    <a:pt x="48" y="1894"/>
                    <a:pt x="36" y="1953"/>
                  </a:cubicBezTo>
                  <a:lnTo>
                    <a:pt x="12" y="2025"/>
                  </a:lnTo>
                  <a:cubicBezTo>
                    <a:pt x="12" y="2060"/>
                    <a:pt x="12" y="2084"/>
                    <a:pt x="0" y="2108"/>
                  </a:cubicBezTo>
                  <a:cubicBezTo>
                    <a:pt x="0" y="2167"/>
                    <a:pt x="12" y="2215"/>
                    <a:pt x="12" y="2275"/>
                  </a:cubicBezTo>
                  <a:cubicBezTo>
                    <a:pt x="36" y="2322"/>
                    <a:pt x="36" y="2370"/>
                    <a:pt x="71" y="2417"/>
                  </a:cubicBezTo>
                  <a:cubicBezTo>
                    <a:pt x="107" y="2525"/>
                    <a:pt x="179" y="2596"/>
                    <a:pt x="250" y="2679"/>
                  </a:cubicBezTo>
                  <a:cubicBezTo>
                    <a:pt x="393" y="2822"/>
                    <a:pt x="560" y="2929"/>
                    <a:pt x="738" y="3025"/>
                  </a:cubicBezTo>
                  <a:cubicBezTo>
                    <a:pt x="750" y="3025"/>
                    <a:pt x="762" y="3025"/>
                    <a:pt x="774" y="3013"/>
                  </a:cubicBezTo>
                  <a:cubicBezTo>
                    <a:pt x="786" y="3001"/>
                    <a:pt x="774" y="2977"/>
                    <a:pt x="762" y="2977"/>
                  </a:cubicBezTo>
                  <a:cubicBezTo>
                    <a:pt x="595" y="2882"/>
                    <a:pt x="429" y="2763"/>
                    <a:pt x="310" y="2620"/>
                  </a:cubicBezTo>
                  <a:cubicBezTo>
                    <a:pt x="179" y="2477"/>
                    <a:pt x="83" y="2298"/>
                    <a:pt x="107" y="2120"/>
                  </a:cubicBezTo>
                  <a:cubicBezTo>
                    <a:pt x="131" y="1953"/>
                    <a:pt x="214" y="1727"/>
                    <a:pt x="369" y="1703"/>
                  </a:cubicBezTo>
                  <a:cubicBezTo>
                    <a:pt x="378" y="1702"/>
                    <a:pt x="387" y="1701"/>
                    <a:pt x="396" y="1701"/>
                  </a:cubicBezTo>
                  <a:cubicBezTo>
                    <a:pt x="470" y="1701"/>
                    <a:pt x="545" y="1743"/>
                    <a:pt x="619" y="1774"/>
                  </a:cubicBezTo>
                  <a:cubicBezTo>
                    <a:pt x="703" y="1822"/>
                    <a:pt x="786" y="1882"/>
                    <a:pt x="881" y="1929"/>
                  </a:cubicBezTo>
                  <a:cubicBezTo>
                    <a:pt x="964" y="1977"/>
                    <a:pt x="1060" y="2025"/>
                    <a:pt x="1179" y="2036"/>
                  </a:cubicBezTo>
                  <a:cubicBezTo>
                    <a:pt x="1262" y="2036"/>
                    <a:pt x="1322" y="1977"/>
                    <a:pt x="1345" y="1941"/>
                  </a:cubicBezTo>
                  <a:cubicBezTo>
                    <a:pt x="1381" y="1894"/>
                    <a:pt x="1405" y="1846"/>
                    <a:pt x="1429" y="1798"/>
                  </a:cubicBezTo>
                  <a:cubicBezTo>
                    <a:pt x="1512" y="1608"/>
                    <a:pt x="1548" y="1405"/>
                    <a:pt x="1595" y="1215"/>
                  </a:cubicBezTo>
                  <a:cubicBezTo>
                    <a:pt x="1667" y="810"/>
                    <a:pt x="1703" y="417"/>
                    <a:pt x="1715" y="24"/>
                  </a:cubicBezTo>
                  <a:cubicBezTo>
                    <a:pt x="1715" y="12"/>
                    <a:pt x="1715" y="0"/>
                    <a:pt x="17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65"/>
            <p:cNvSpPr/>
            <p:nvPr/>
          </p:nvSpPr>
          <p:spPr>
            <a:xfrm>
              <a:off x="1680850" y="3419675"/>
              <a:ext cx="19375" cy="8125"/>
            </a:xfrm>
            <a:custGeom>
              <a:avLst/>
              <a:gdLst/>
              <a:ahLst/>
              <a:cxnLst/>
              <a:rect l="l" t="t" r="r" b="b"/>
              <a:pathLst>
                <a:path w="775" h="325" extrusionOk="0">
                  <a:moveTo>
                    <a:pt x="755" y="0"/>
                  </a:moveTo>
                  <a:cubicBezTo>
                    <a:pt x="751" y="0"/>
                    <a:pt x="745" y="3"/>
                    <a:pt x="739" y="9"/>
                  </a:cubicBezTo>
                  <a:cubicBezTo>
                    <a:pt x="644" y="105"/>
                    <a:pt x="536" y="176"/>
                    <a:pt x="417" y="224"/>
                  </a:cubicBezTo>
                  <a:cubicBezTo>
                    <a:pt x="321" y="258"/>
                    <a:pt x="226" y="281"/>
                    <a:pt x="125" y="281"/>
                  </a:cubicBezTo>
                  <a:cubicBezTo>
                    <a:pt x="88" y="281"/>
                    <a:pt x="51" y="278"/>
                    <a:pt x="13" y="271"/>
                  </a:cubicBezTo>
                  <a:cubicBezTo>
                    <a:pt x="13" y="271"/>
                    <a:pt x="1" y="283"/>
                    <a:pt x="1" y="283"/>
                  </a:cubicBezTo>
                  <a:cubicBezTo>
                    <a:pt x="1" y="295"/>
                    <a:pt x="1" y="307"/>
                    <a:pt x="13" y="307"/>
                  </a:cubicBezTo>
                  <a:cubicBezTo>
                    <a:pt x="60" y="319"/>
                    <a:pt x="108" y="324"/>
                    <a:pt x="155" y="324"/>
                  </a:cubicBezTo>
                  <a:cubicBezTo>
                    <a:pt x="249" y="324"/>
                    <a:pt x="342" y="303"/>
                    <a:pt x="429" y="271"/>
                  </a:cubicBezTo>
                  <a:cubicBezTo>
                    <a:pt x="560" y="224"/>
                    <a:pt x="691" y="140"/>
                    <a:pt x="775" y="21"/>
                  </a:cubicBezTo>
                  <a:cubicBezTo>
                    <a:pt x="775" y="21"/>
                    <a:pt x="775" y="9"/>
                    <a:pt x="763" y="9"/>
                  </a:cubicBezTo>
                  <a:cubicBezTo>
                    <a:pt x="763" y="3"/>
                    <a:pt x="760" y="0"/>
                    <a:pt x="7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65"/>
            <p:cNvSpPr/>
            <p:nvPr/>
          </p:nvSpPr>
          <p:spPr>
            <a:xfrm>
              <a:off x="1659125" y="3393075"/>
              <a:ext cx="45275" cy="29050"/>
            </a:xfrm>
            <a:custGeom>
              <a:avLst/>
              <a:gdLst/>
              <a:ahLst/>
              <a:cxnLst/>
              <a:rect l="l" t="t" r="r" b="b"/>
              <a:pathLst>
                <a:path w="1811" h="1162" extrusionOk="0">
                  <a:moveTo>
                    <a:pt x="1560" y="1"/>
                  </a:moveTo>
                  <a:cubicBezTo>
                    <a:pt x="1552" y="1"/>
                    <a:pt x="1544" y="1"/>
                    <a:pt x="1536" y="2"/>
                  </a:cubicBezTo>
                  <a:cubicBezTo>
                    <a:pt x="917" y="61"/>
                    <a:pt x="429" y="192"/>
                    <a:pt x="155" y="288"/>
                  </a:cubicBezTo>
                  <a:cubicBezTo>
                    <a:pt x="24" y="323"/>
                    <a:pt x="0" y="466"/>
                    <a:pt x="60" y="597"/>
                  </a:cubicBezTo>
                  <a:cubicBezTo>
                    <a:pt x="161" y="871"/>
                    <a:pt x="452" y="1161"/>
                    <a:pt x="881" y="1161"/>
                  </a:cubicBezTo>
                  <a:cubicBezTo>
                    <a:pt x="957" y="1161"/>
                    <a:pt x="1036" y="1152"/>
                    <a:pt x="1120" y="1133"/>
                  </a:cubicBezTo>
                  <a:cubicBezTo>
                    <a:pt x="1679" y="1002"/>
                    <a:pt x="1810" y="502"/>
                    <a:pt x="1798" y="216"/>
                  </a:cubicBezTo>
                  <a:cubicBezTo>
                    <a:pt x="1798" y="93"/>
                    <a:pt x="1692" y="1"/>
                    <a:pt x="156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448;p65"/>
            <p:cNvSpPr/>
            <p:nvPr/>
          </p:nvSpPr>
          <p:spPr>
            <a:xfrm>
              <a:off x="1554050" y="4021450"/>
              <a:ext cx="37525" cy="31275"/>
            </a:xfrm>
            <a:custGeom>
              <a:avLst/>
              <a:gdLst/>
              <a:ahLst/>
              <a:cxnLst/>
              <a:rect l="l" t="t" r="r" b="b"/>
              <a:pathLst>
                <a:path w="1501" h="1251" extrusionOk="0">
                  <a:moveTo>
                    <a:pt x="1310" y="1"/>
                  </a:moveTo>
                  <a:lnTo>
                    <a:pt x="1310" y="1"/>
                  </a:lnTo>
                  <a:cubicBezTo>
                    <a:pt x="1" y="263"/>
                    <a:pt x="239" y="1084"/>
                    <a:pt x="239" y="1084"/>
                  </a:cubicBezTo>
                  <a:cubicBezTo>
                    <a:pt x="608" y="1156"/>
                    <a:pt x="810" y="1215"/>
                    <a:pt x="1263" y="1251"/>
                  </a:cubicBezTo>
                  <a:cubicBezTo>
                    <a:pt x="1453" y="846"/>
                    <a:pt x="1501" y="418"/>
                    <a:pt x="13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9" name="Google Shape;2449;p65"/>
            <p:cNvSpPr/>
            <p:nvPr/>
          </p:nvSpPr>
          <p:spPr>
            <a:xfrm>
              <a:off x="1585593" y="3990975"/>
              <a:ext cx="95875" cy="62575"/>
            </a:xfrm>
            <a:custGeom>
              <a:avLst/>
              <a:gdLst/>
              <a:ahLst/>
              <a:cxnLst/>
              <a:rect l="l" t="t" r="r" b="b"/>
              <a:pathLst>
                <a:path w="3835" h="2503" extrusionOk="0">
                  <a:moveTo>
                    <a:pt x="1379" y="0"/>
                  </a:moveTo>
                  <a:cubicBezTo>
                    <a:pt x="391" y="0"/>
                    <a:pt x="501" y="1125"/>
                    <a:pt x="501" y="1125"/>
                  </a:cubicBezTo>
                  <a:cubicBezTo>
                    <a:pt x="370" y="1125"/>
                    <a:pt x="358" y="1125"/>
                    <a:pt x="60" y="1196"/>
                  </a:cubicBezTo>
                  <a:cubicBezTo>
                    <a:pt x="251" y="1613"/>
                    <a:pt x="203" y="2041"/>
                    <a:pt x="1" y="2446"/>
                  </a:cubicBezTo>
                  <a:cubicBezTo>
                    <a:pt x="547" y="2487"/>
                    <a:pt x="1072" y="2502"/>
                    <a:pt x="1548" y="2502"/>
                  </a:cubicBezTo>
                  <a:cubicBezTo>
                    <a:pt x="2866" y="2502"/>
                    <a:pt x="3811" y="2387"/>
                    <a:pt x="3811" y="2387"/>
                  </a:cubicBezTo>
                  <a:lnTo>
                    <a:pt x="3835" y="1041"/>
                  </a:lnTo>
                  <a:cubicBezTo>
                    <a:pt x="3835" y="613"/>
                    <a:pt x="3485" y="299"/>
                    <a:pt x="3096" y="299"/>
                  </a:cubicBezTo>
                  <a:cubicBezTo>
                    <a:pt x="2998" y="299"/>
                    <a:pt x="2897" y="319"/>
                    <a:pt x="2799" y="363"/>
                  </a:cubicBezTo>
                  <a:cubicBezTo>
                    <a:pt x="2496" y="491"/>
                    <a:pt x="2398" y="665"/>
                    <a:pt x="2349" y="795"/>
                  </a:cubicBezTo>
                  <a:lnTo>
                    <a:pt x="2349" y="795"/>
                  </a:lnTo>
                  <a:cubicBezTo>
                    <a:pt x="2348" y="796"/>
                    <a:pt x="2347" y="797"/>
                    <a:pt x="2347" y="800"/>
                  </a:cubicBezTo>
                  <a:lnTo>
                    <a:pt x="2347" y="800"/>
                  </a:lnTo>
                  <a:cubicBezTo>
                    <a:pt x="2368" y="549"/>
                    <a:pt x="2082" y="53"/>
                    <a:pt x="1501" y="5"/>
                  </a:cubicBezTo>
                  <a:cubicBezTo>
                    <a:pt x="1459" y="2"/>
                    <a:pt x="1418" y="0"/>
                    <a:pt x="1379" y="0"/>
                  </a:cubicBezTo>
                  <a:close/>
                </a:path>
              </a:pathLst>
            </a:custGeom>
            <a:solidFill>
              <a:srgbClr val="38B4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2450;p65"/>
            <p:cNvSpPr/>
            <p:nvPr/>
          </p:nvSpPr>
          <p:spPr>
            <a:xfrm>
              <a:off x="1558900" y="4047650"/>
              <a:ext cx="121975" cy="15125"/>
            </a:xfrm>
            <a:custGeom>
              <a:avLst/>
              <a:gdLst/>
              <a:ahLst/>
              <a:cxnLst/>
              <a:rect l="l" t="t" r="r" b="b"/>
              <a:pathLst>
                <a:path w="4879" h="605" extrusionOk="0">
                  <a:moveTo>
                    <a:pt x="76" y="0"/>
                  </a:moveTo>
                  <a:cubicBezTo>
                    <a:pt x="1" y="0"/>
                    <a:pt x="104" y="346"/>
                    <a:pt x="104" y="346"/>
                  </a:cubicBezTo>
                  <a:cubicBezTo>
                    <a:pt x="874" y="544"/>
                    <a:pt x="1764" y="605"/>
                    <a:pt x="2566" y="605"/>
                  </a:cubicBezTo>
                  <a:cubicBezTo>
                    <a:pt x="3833" y="605"/>
                    <a:pt x="4879" y="453"/>
                    <a:pt x="4879" y="453"/>
                  </a:cubicBezTo>
                  <a:lnTo>
                    <a:pt x="4879" y="155"/>
                  </a:lnTo>
                  <a:cubicBezTo>
                    <a:pt x="4879" y="155"/>
                    <a:pt x="4156" y="227"/>
                    <a:pt x="3110" y="227"/>
                  </a:cubicBezTo>
                  <a:cubicBezTo>
                    <a:pt x="2246" y="227"/>
                    <a:pt x="1162" y="178"/>
                    <a:pt x="80" y="1"/>
                  </a:cubicBezTo>
                  <a:cubicBezTo>
                    <a:pt x="79" y="0"/>
                    <a:pt x="78" y="0"/>
                    <a:pt x="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65"/>
            <p:cNvSpPr/>
            <p:nvPr/>
          </p:nvSpPr>
          <p:spPr>
            <a:xfrm>
              <a:off x="1649600" y="4019975"/>
              <a:ext cx="17275" cy="17275"/>
            </a:xfrm>
            <a:custGeom>
              <a:avLst/>
              <a:gdLst/>
              <a:ahLst/>
              <a:cxnLst/>
              <a:rect l="l" t="t" r="r" b="b"/>
              <a:pathLst>
                <a:path w="691" h="691" extrusionOk="0">
                  <a:moveTo>
                    <a:pt x="346" y="0"/>
                  </a:moveTo>
                  <a:cubicBezTo>
                    <a:pt x="155" y="0"/>
                    <a:pt x="0" y="155"/>
                    <a:pt x="0" y="346"/>
                  </a:cubicBezTo>
                  <a:cubicBezTo>
                    <a:pt x="0" y="536"/>
                    <a:pt x="155" y="691"/>
                    <a:pt x="346" y="691"/>
                  </a:cubicBezTo>
                  <a:cubicBezTo>
                    <a:pt x="536" y="691"/>
                    <a:pt x="691" y="536"/>
                    <a:pt x="691" y="346"/>
                  </a:cubicBezTo>
                  <a:cubicBezTo>
                    <a:pt x="691" y="155"/>
                    <a:pt x="536" y="0"/>
                    <a:pt x="34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65"/>
            <p:cNvSpPr/>
            <p:nvPr/>
          </p:nvSpPr>
          <p:spPr>
            <a:xfrm>
              <a:off x="1596325" y="4017875"/>
              <a:ext cx="33350" cy="5400"/>
            </a:xfrm>
            <a:custGeom>
              <a:avLst/>
              <a:gdLst/>
              <a:ahLst/>
              <a:cxnLst/>
              <a:rect l="l" t="t" r="r" b="b"/>
              <a:pathLst>
                <a:path w="1334" h="216" extrusionOk="0">
                  <a:moveTo>
                    <a:pt x="72" y="1"/>
                  </a:moveTo>
                  <a:cubicBezTo>
                    <a:pt x="36" y="1"/>
                    <a:pt x="0" y="25"/>
                    <a:pt x="0" y="72"/>
                  </a:cubicBezTo>
                  <a:cubicBezTo>
                    <a:pt x="0" y="108"/>
                    <a:pt x="24" y="144"/>
                    <a:pt x="60" y="144"/>
                  </a:cubicBezTo>
                  <a:lnTo>
                    <a:pt x="1250" y="215"/>
                  </a:lnTo>
                  <a:lnTo>
                    <a:pt x="1262" y="215"/>
                  </a:lnTo>
                  <a:cubicBezTo>
                    <a:pt x="1298" y="215"/>
                    <a:pt x="1322" y="191"/>
                    <a:pt x="1322" y="156"/>
                  </a:cubicBezTo>
                  <a:cubicBezTo>
                    <a:pt x="1334" y="120"/>
                    <a:pt x="1298" y="84"/>
                    <a:pt x="1262" y="84"/>
                  </a:cubicBezTo>
                  <a:lnTo>
                    <a:pt x="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65"/>
            <p:cNvSpPr/>
            <p:nvPr/>
          </p:nvSpPr>
          <p:spPr>
            <a:xfrm>
              <a:off x="1582925" y="3988125"/>
              <a:ext cx="48850" cy="28900"/>
            </a:xfrm>
            <a:custGeom>
              <a:avLst/>
              <a:gdLst/>
              <a:ahLst/>
              <a:cxnLst/>
              <a:rect l="l" t="t" r="r" b="b"/>
              <a:pathLst>
                <a:path w="1954" h="1156" extrusionOk="0">
                  <a:moveTo>
                    <a:pt x="631" y="143"/>
                  </a:moveTo>
                  <a:cubicBezTo>
                    <a:pt x="643" y="143"/>
                    <a:pt x="655" y="143"/>
                    <a:pt x="667" y="155"/>
                  </a:cubicBezTo>
                  <a:cubicBezTo>
                    <a:pt x="691" y="167"/>
                    <a:pt x="715" y="203"/>
                    <a:pt x="739" y="227"/>
                  </a:cubicBezTo>
                  <a:cubicBezTo>
                    <a:pt x="810" y="357"/>
                    <a:pt x="846" y="488"/>
                    <a:pt x="870" y="643"/>
                  </a:cubicBezTo>
                  <a:cubicBezTo>
                    <a:pt x="882" y="691"/>
                    <a:pt x="893" y="738"/>
                    <a:pt x="905" y="786"/>
                  </a:cubicBezTo>
                  <a:lnTo>
                    <a:pt x="882" y="762"/>
                  </a:lnTo>
                  <a:cubicBezTo>
                    <a:pt x="762" y="608"/>
                    <a:pt x="679" y="441"/>
                    <a:pt x="620" y="250"/>
                  </a:cubicBezTo>
                  <a:cubicBezTo>
                    <a:pt x="596" y="203"/>
                    <a:pt x="596" y="155"/>
                    <a:pt x="608" y="143"/>
                  </a:cubicBezTo>
                  <a:close/>
                  <a:moveTo>
                    <a:pt x="215" y="465"/>
                  </a:moveTo>
                  <a:cubicBezTo>
                    <a:pt x="262" y="465"/>
                    <a:pt x="310" y="488"/>
                    <a:pt x="358" y="524"/>
                  </a:cubicBezTo>
                  <a:cubicBezTo>
                    <a:pt x="512" y="619"/>
                    <a:pt x="655" y="727"/>
                    <a:pt x="786" y="846"/>
                  </a:cubicBezTo>
                  <a:cubicBezTo>
                    <a:pt x="786" y="858"/>
                    <a:pt x="798" y="869"/>
                    <a:pt x="810" y="881"/>
                  </a:cubicBezTo>
                  <a:cubicBezTo>
                    <a:pt x="608" y="846"/>
                    <a:pt x="393" y="738"/>
                    <a:pt x="215" y="596"/>
                  </a:cubicBezTo>
                  <a:cubicBezTo>
                    <a:pt x="155" y="548"/>
                    <a:pt x="143" y="524"/>
                    <a:pt x="155" y="512"/>
                  </a:cubicBezTo>
                  <a:cubicBezTo>
                    <a:pt x="155" y="488"/>
                    <a:pt x="191" y="465"/>
                    <a:pt x="215" y="465"/>
                  </a:cubicBezTo>
                  <a:close/>
                  <a:moveTo>
                    <a:pt x="627" y="0"/>
                  </a:moveTo>
                  <a:cubicBezTo>
                    <a:pt x="590" y="0"/>
                    <a:pt x="554" y="12"/>
                    <a:pt x="524" y="36"/>
                  </a:cubicBezTo>
                  <a:cubicBezTo>
                    <a:pt x="477" y="72"/>
                    <a:pt x="441" y="143"/>
                    <a:pt x="489" y="298"/>
                  </a:cubicBezTo>
                  <a:cubicBezTo>
                    <a:pt x="512" y="369"/>
                    <a:pt x="536" y="429"/>
                    <a:pt x="560" y="488"/>
                  </a:cubicBezTo>
                  <a:cubicBezTo>
                    <a:pt x="512" y="465"/>
                    <a:pt x="477" y="429"/>
                    <a:pt x="429" y="405"/>
                  </a:cubicBezTo>
                  <a:cubicBezTo>
                    <a:pt x="370" y="369"/>
                    <a:pt x="298" y="334"/>
                    <a:pt x="215" y="334"/>
                  </a:cubicBezTo>
                  <a:cubicBezTo>
                    <a:pt x="209" y="333"/>
                    <a:pt x="202" y="332"/>
                    <a:pt x="196" y="332"/>
                  </a:cubicBezTo>
                  <a:cubicBezTo>
                    <a:pt x="116" y="332"/>
                    <a:pt x="23" y="400"/>
                    <a:pt x="12" y="488"/>
                  </a:cubicBezTo>
                  <a:cubicBezTo>
                    <a:pt x="0" y="596"/>
                    <a:pt x="96" y="679"/>
                    <a:pt x="131" y="703"/>
                  </a:cubicBezTo>
                  <a:cubicBezTo>
                    <a:pt x="239" y="798"/>
                    <a:pt x="393" y="893"/>
                    <a:pt x="560" y="953"/>
                  </a:cubicBezTo>
                  <a:cubicBezTo>
                    <a:pt x="560" y="989"/>
                    <a:pt x="584" y="1024"/>
                    <a:pt x="631" y="1024"/>
                  </a:cubicBezTo>
                  <a:lnTo>
                    <a:pt x="989" y="1060"/>
                  </a:lnTo>
                  <a:cubicBezTo>
                    <a:pt x="1001" y="1072"/>
                    <a:pt x="1012" y="1072"/>
                    <a:pt x="1024" y="1072"/>
                  </a:cubicBezTo>
                  <a:lnTo>
                    <a:pt x="1048" y="1072"/>
                  </a:lnTo>
                  <a:lnTo>
                    <a:pt x="1882" y="1155"/>
                  </a:lnTo>
                  <a:cubicBezTo>
                    <a:pt x="1917" y="1155"/>
                    <a:pt x="1953" y="1119"/>
                    <a:pt x="1953" y="1096"/>
                  </a:cubicBezTo>
                  <a:cubicBezTo>
                    <a:pt x="1953" y="1048"/>
                    <a:pt x="1929" y="1024"/>
                    <a:pt x="1894" y="1012"/>
                  </a:cubicBezTo>
                  <a:lnTo>
                    <a:pt x="1108" y="941"/>
                  </a:lnTo>
                  <a:cubicBezTo>
                    <a:pt x="1060" y="834"/>
                    <a:pt x="1036" y="727"/>
                    <a:pt x="1012" y="608"/>
                  </a:cubicBezTo>
                  <a:cubicBezTo>
                    <a:pt x="977" y="465"/>
                    <a:pt x="941" y="310"/>
                    <a:pt x="846" y="167"/>
                  </a:cubicBezTo>
                  <a:cubicBezTo>
                    <a:pt x="822" y="119"/>
                    <a:pt x="786" y="72"/>
                    <a:pt x="739" y="36"/>
                  </a:cubicBezTo>
                  <a:cubicBezTo>
                    <a:pt x="703" y="12"/>
                    <a:pt x="664" y="0"/>
                    <a:pt x="6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65"/>
            <p:cNvSpPr/>
            <p:nvPr/>
          </p:nvSpPr>
          <p:spPr>
            <a:xfrm>
              <a:off x="1693050" y="4021450"/>
              <a:ext cx="37525" cy="31275"/>
            </a:xfrm>
            <a:custGeom>
              <a:avLst/>
              <a:gdLst/>
              <a:ahLst/>
              <a:cxnLst/>
              <a:rect l="l" t="t" r="r" b="b"/>
              <a:pathLst>
                <a:path w="1501" h="1251" extrusionOk="0">
                  <a:moveTo>
                    <a:pt x="1310" y="1"/>
                  </a:moveTo>
                  <a:lnTo>
                    <a:pt x="1310" y="1"/>
                  </a:lnTo>
                  <a:cubicBezTo>
                    <a:pt x="1" y="263"/>
                    <a:pt x="239" y="1084"/>
                    <a:pt x="239" y="1084"/>
                  </a:cubicBezTo>
                  <a:cubicBezTo>
                    <a:pt x="608" y="1156"/>
                    <a:pt x="810" y="1215"/>
                    <a:pt x="1263" y="1251"/>
                  </a:cubicBezTo>
                  <a:cubicBezTo>
                    <a:pt x="1453" y="846"/>
                    <a:pt x="1501" y="418"/>
                    <a:pt x="13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65"/>
            <p:cNvSpPr/>
            <p:nvPr/>
          </p:nvSpPr>
          <p:spPr>
            <a:xfrm>
              <a:off x="1724025" y="3990975"/>
              <a:ext cx="95850" cy="62575"/>
            </a:xfrm>
            <a:custGeom>
              <a:avLst/>
              <a:gdLst/>
              <a:ahLst/>
              <a:cxnLst/>
              <a:rect l="l" t="t" r="r" b="b"/>
              <a:pathLst>
                <a:path w="3834" h="2503" extrusionOk="0">
                  <a:moveTo>
                    <a:pt x="1379" y="0"/>
                  </a:moveTo>
                  <a:cubicBezTo>
                    <a:pt x="390" y="0"/>
                    <a:pt x="500" y="1125"/>
                    <a:pt x="500" y="1125"/>
                  </a:cubicBezTo>
                  <a:cubicBezTo>
                    <a:pt x="369" y="1125"/>
                    <a:pt x="357" y="1125"/>
                    <a:pt x="60" y="1196"/>
                  </a:cubicBezTo>
                  <a:cubicBezTo>
                    <a:pt x="250" y="1613"/>
                    <a:pt x="202" y="2041"/>
                    <a:pt x="0" y="2446"/>
                  </a:cubicBezTo>
                  <a:cubicBezTo>
                    <a:pt x="546" y="2487"/>
                    <a:pt x="1071" y="2502"/>
                    <a:pt x="1547" y="2502"/>
                  </a:cubicBezTo>
                  <a:cubicBezTo>
                    <a:pt x="2865" y="2502"/>
                    <a:pt x="3810" y="2387"/>
                    <a:pt x="3810" y="2387"/>
                  </a:cubicBezTo>
                  <a:lnTo>
                    <a:pt x="3834" y="1041"/>
                  </a:lnTo>
                  <a:cubicBezTo>
                    <a:pt x="3834" y="613"/>
                    <a:pt x="3485" y="299"/>
                    <a:pt x="3095" y="299"/>
                  </a:cubicBezTo>
                  <a:cubicBezTo>
                    <a:pt x="2997" y="299"/>
                    <a:pt x="2896" y="319"/>
                    <a:pt x="2798" y="363"/>
                  </a:cubicBezTo>
                  <a:cubicBezTo>
                    <a:pt x="2495" y="491"/>
                    <a:pt x="2397" y="665"/>
                    <a:pt x="2349" y="795"/>
                  </a:cubicBezTo>
                  <a:lnTo>
                    <a:pt x="2349" y="795"/>
                  </a:lnTo>
                  <a:cubicBezTo>
                    <a:pt x="2348" y="796"/>
                    <a:pt x="2346" y="797"/>
                    <a:pt x="2346" y="800"/>
                  </a:cubicBezTo>
                  <a:lnTo>
                    <a:pt x="2346" y="800"/>
                  </a:lnTo>
                  <a:cubicBezTo>
                    <a:pt x="2367" y="549"/>
                    <a:pt x="2081" y="53"/>
                    <a:pt x="1500" y="5"/>
                  </a:cubicBezTo>
                  <a:cubicBezTo>
                    <a:pt x="1458" y="2"/>
                    <a:pt x="1417" y="0"/>
                    <a:pt x="1379" y="0"/>
                  </a:cubicBezTo>
                  <a:close/>
                </a:path>
              </a:pathLst>
            </a:custGeom>
            <a:solidFill>
              <a:srgbClr val="38B4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65"/>
            <p:cNvSpPr/>
            <p:nvPr/>
          </p:nvSpPr>
          <p:spPr>
            <a:xfrm>
              <a:off x="1790975" y="4019975"/>
              <a:ext cx="17300" cy="17275"/>
            </a:xfrm>
            <a:custGeom>
              <a:avLst/>
              <a:gdLst/>
              <a:ahLst/>
              <a:cxnLst/>
              <a:rect l="l" t="t" r="r" b="b"/>
              <a:pathLst>
                <a:path w="692" h="691" extrusionOk="0">
                  <a:moveTo>
                    <a:pt x="346" y="0"/>
                  </a:moveTo>
                  <a:cubicBezTo>
                    <a:pt x="156" y="0"/>
                    <a:pt x="1" y="155"/>
                    <a:pt x="1" y="346"/>
                  </a:cubicBezTo>
                  <a:cubicBezTo>
                    <a:pt x="13" y="536"/>
                    <a:pt x="156" y="691"/>
                    <a:pt x="358" y="691"/>
                  </a:cubicBezTo>
                  <a:cubicBezTo>
                    <a:pt x="549" y="691"/>
                    <a:pt x="691" y="536"/>
                    <a:pt x="691" y="346"/>
                  </a:cubicBezTo>
                  <a:cubicBezTo>
                    <a:pt x="691" y="155"/>
                    <a:pt x="537" y="0"/>
                    <a:pt x="34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65"/>
            <p:cNvSpPr/>
            <p:nvPr/>
          </p:nvSpPr>
          <p:spPr>
            <a:xfrm>
              <a:off x="1697900" y="4047650"/>
              <a:ext cx="121975" cy="15125"/>
            </a:xfrm>
            <a:custGeom>
              <a:avLst/>
              <a:gdLst/>
              <a:ahLst/>
              <a:cxnLst/>
              <a:rect l="l" t="t" r="r" b="b"/>
              <a:pathLst>
                <a:path w="4879" h="605" extrusionOk="0">
                  <a:moveTo>
                    <a:pt x="77" y="0"/>
                  </a:moveTo>
                  <a:cubicBezTo>
                    <a:pt x="1" y="0"/>
                    <a:pt x="104" y="346"/>
                    <a:pt x="104" y="346"/>
                  </a:cubicBezTo>
                  <a:cubicBezTo>
                    <a:pt x="875" y="544"/>
                    <a:pt x="1765" y="605"/>
                    <a:pt x="2566" y="605"/>
                  </a:cubicBezTo>
                  <a:cubicBezTo>
                    <a:pt x="3833" y="605"/>
                    <a:pt x="4879" y="453"/>
                    <a:pt x="4879" y="453"/>
                  </a:cubicBezTo>
                  <a:lnTo>
                    <a:pt x="4879" y="155"/>
                  </a:lnTo>
                  <a:cubicBezTo>
                    <a:pt x="4879" y="155"/>
                    <a:pt x="4157" y="227"/>
                    <a:pt x="3110" y="227"/>
                  </a:cubicBezTo>
                  <a:cubicBezTo>
                    <a:pt x="2247" y="227"/>
                    <a:pt x="1162" y="178"/>
                    <a:pt x="81" y="1"/>
                  </a:cubicBezTo>
                  <a:cubicBezTo>
                    <a:pt x="79" y="0"/>
                    <a:pt x="78" y="0"/>
                    <a:pt x="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65"/>
            <p:cNvSpPr/>
            <p:nvPr/>
          </p:nvSpPr>
          <p:spPr>
            <a:xfrm>
              <a:off x="1735325" y="4017875"/>
              <a:ext cx="33350" cy="5400"/>
            </a:xfrm>
            <a:custGeom>
              <a:avLst/>
              <a:gdLst/>
              <a:ahLst/>
              <a:cxnLst/>
              <a:rect l="l" t="t" r="r" b="b"/>
              <a:pathLst>
                <a:path w="1334" h="216" extrusionOk="0">
                  <a:moveTo>
                    <a:pt x="72" y="1"/>
                  </a:moveTo>
                  <a:cubicBezTo>
                    <a:pt x="36" y="1"/>
                    <a:pt x="0" y="25"/>
                    <a:pt x="0" y="72"/>
                  </a:cubicBezTo>
                  <a:cubicBezTo>
                    <a:pt x="0" y="108"/>
                    <a:pt x="24" y="144"/>
                    <a:pt x="60" y="144"/>
                  </a:cubicBezTo>
                  <a:lnTo>
                    <a:pt x="1251" y="215"/>
                  </a:lnTo>
                  <a:lnTo>
                    <a:pt x="1263" y="215"/>
                  </a:lnTo>
                  <a:cubicBezTo>
                    <a:pt x="1298" y="215"/>
                    <a:pt x="1322" y="191"/>
                    <a:pt x="1322" y="156"/>
                  </a:cubicBezTo>
                  <a:cubicBezTo>
                    <a:pt x="1334" y="120"/>
                    <a:pt x="1298" y="84"/>
                    <a:pt x="1263" y="84"/>
                  </a:cubicBezTo>
                  <a:lnTo>
                    <a:pt x="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65"/>
            <p:cNvSpPr/>
            <p:nvPr/>
          </p:nvSpPr>
          <p:spPr>
            <a:xfrm>
              <a:off x="1721925" y="3988125"/>
              <a:ext cx="48850" cy="28900"/>
            </a:xfrm>
            <a:custGeom>
              <a:avLst/>
              <a:gdLst/>
              <a:ahLst/>
              <a:cxnLst/>
              <a:rect l="l" t="t" r="r" b="b"/>
              <a:pathLst>
                <a:path w="1954" h="1156" extrusionOk="0">
                  <a:moveTo>
                    <a:pt x="632" y="143"/>
                  </a:moveTo>
                  <a:cubicBezTo>
                    <a:pt x="644" y="143"/>
                    <a:pt x="656" y="143"/>
                    <a:pt x="667" y="155"/>
                  </a:cubicBezTo>
                  <a:cubicBezTo>
                    <a:pt x="691" y="167"/>
                    <a:pt x="715" y="203"/>
                    <a:pt x="739" y="227"/>
                  </a:cubicBezTo>
                  <a:cubicBezTo>
                    <a:pt x="810" y="357"/>
                    <a:pt x="846" y="488"/>
                    <a:pt x="870" y="643"/>
                  </a:cubicBezTo>
                  <a:cubicBezTo>
                    <a:pt x="882" y="691"/>
                    <a:pt x="894" y="738"/>
                    <a:pt x="906" y="786"/>
                  </a:cubicBezTo>
                  <a:lnTo>
                    <a:pt x="882" y="762"/>
                  </a:lnTo>
                  <a:cubicBezTo>
                    <a:pt x="775" y="608"/>
                    <a:pt x="679" y="441"/>
                    <a:pt x="620" y="250"/>
                  </a:cubicBezTo>
                  <a:cubicBezTo>
                    <a:pt x="596" y="203"/>
                    <a:pt x="596" y="155"/>
                    <a:pt x="620" y="143"/>
                  </a:cubicBezTo>
                  <a:close/>
                  <a:moveTo>
                    <a:pt x="215" y="465"/>
                  </a:moveTo>
                  <a:cubicBezTo>
                    <a:pt x="263" y="465"/>
                    <a:pt x="310" y="488"/>
                    <a:pt x="358" y="524"/>
                  </a:cubicBezTo>
                  <a:cubicBezTo>
                    <a:pt x="513" y="619"/>
                    <a:pt x="656" y="727"/>
                    <a:pt x="786" y="846"/>
                  </a:cubicBezTo>
                  <a:cubicBezTo>
                    <a:pt x="786" y="858"/>
                    <a:pt x="798" y="869"/>
                    <a:pt x="810" y="881"/>
                  </a:cubicBezTo>
                  <a:cubicBezTo>
                    <a:pt x="608" y="846"/>
                    <a:pt x="394" y="738"/>
                    <a:pt x="215" y="596"/>
                  </a:cubicBezTo>
                  <a:cubicBezTo>
                    <a:pt x="155" y="548"/>
                    <a:pt x="144" y="524"/>
                    <a:pt x="155" y="512"/>
                  </a:cubicBezTo>
                  <a:cubicBezTo>
                    <a:pt x="155" y="488"/>
                    <a:pt x="191" y="465"/>
                    <a:pt x="215" y="465"/>
                  </a:cubicBezTo>
                  <a:close/>
                  <a:moveTo>
                    <a:pt x="627" y="0"/>
                  </a:moveTo>
                  <a:cubicBezTo>
                    <a:pt x="590" y="0"/>
                    <a:pt x="554" y="12"/>
                    <a:pt x="525" y="36"/>
                  </a:cubicBezTo>
                  <a:cubicBezTo>
                    <a:pt x="477" y="72"/>
                    <a:pt x="441" y="143"/>
                    <a:pt x="489" y="298"/>
                  </a:cubicBezTo>
                  <a:cubicBezTo>
                    <a:pt x="513" y="369"/>
                    <a:pt x="536" y="429"/>
                    <a:pt x="560" y="488"/>
                  </a:cubicBezTo>
                  <a:cubicBezTo>
                    <a:pt x="525" y="465"/>
                    <a:pt x="477" y="429"/>
                    <a:pt x="429" y="405"/>
                  </a:cubicBezTo>
                  <a:cubicBezTo>
                    <a:pt x="370" y="369"/>
                    <a:pt x="298" y="334"/>
                    <a:pt x="215" y="334"/>
                  </a:cubicBezTo>
                  <a:cubicBezTo>
                    <a:pt x="209" y="333"/>
                    <a:pt x="203" y="332"/>
                    <a:pt x="196" y="332"/>
                  </a:cubicBezTo>
                  <a:cubicBezTo>
                    <a:pt x="116" y="332"/>
                    <a:pt x="24" y="400"/>
                    <a:pt x="13" y="488"/>
                  </a:cubicBezTo>
                  <a:cubicBezTo>
                    <a:pt x="1" y="596"/>
                    <a:pt x="96" y="679"/>
                    <a:pt x="132" y="703"/>
                  </a:cubicBezTo>
                  <a:cubicBezTo>
                    <a:pt x="239" y="798"/>
                    <a:pt x="394" y="893"/>
                    <a:pt x="560" y="953"/>
                  </a:cubicBezTo>
                  <a:cubicBezTo>
                    <a:pt x="560" y="989"/>
                    <a:pt x="584" y="1024"/>
                    <a:pt x="632" y="1024"/>
                  </a:cubicBezTo>
                  <a:lnTo>
                    <a:pt x="989" y="1060"/>
                  </a:lnTo>
                  <a:cubicBezTo>
                    <a:pt x="1001" y="1072"/>
                    <a:pt x="1013" y="1072"/>
                    <a:pt x="1025" y="1072"/>
                  </a:cubicBezTo>
                  <a:lnTo>
                    <a:pt x="1048" y="1072"/>
                  </a:lnTo>
                  <a:lnTo>
                    <a:pt x="1882" y="1155"/>
                  </a:lnTo>
                  <a:cubicBezTo>
                    <a:pt x="1918" y="1155"/>
                    <a:pt x="1953" y="1119"/>
                    <a:pt x="1953" y="1096"/>
                  </a:cubicBezTo>
                  <a:cubicBezTo>
                    <a:pt x="1953" y="1048"/>
                    <a:pt x="1929" y="1024"/>
                    <a:pt x="1894" y="1012"/>
                  </a:cubicBezTo>
                  <a:lnTo>
                    <a:pt x="1108" y="941"/>
                  </a:lnTo>
                  <a:cubicBezTo>
                    <a:pt x="1060" y="834"/>
                    <a:pt x="1037" y="727"/>
                    <a:pt x="1013" y="608"/>
                  </a:cubicBezTo>
                  <a:cubicBezTo>
                    <a:pt x="977" y="465"/>
                    <a:pt x="941" y="310"/>
                    <a:pt x="846" y="167"/>
                  </a:cubicBezTo>
                  <a:cubicBezTo>
                    <a:pt x="822" y="119"/>
                    <a:pt x="786" y="72"/>
                    <a:pt x="739" y="36"/>
                  </a:cubicBezTo>
                  <a:cubicBezTo>
                    <a:pt x="703" y="12"/>
                    <a:pt x="664" y="0"/>
                    <a:pt x="6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65"/>
            <p:cNvSpPr/>
            <p:nvPr/>
          </p:nvSpPr>
          <p:spPr>
            <a:xfrm>
              <a:off x="1533800" y="3127025"/>
              <a:ext cx="353650" cy="235150"/>
            </a:xfrm>
            <a:custGeom>
              <a:avLst/>
              <a:gdLst/>
              <a:ahLst/>
              <a:cxnLst/>
              <a:rect l="l" t="t" r="r" b="b"/>
              <a:pathLst>
                <a:path w="14146" h="9406" extrusionOk="0">
                  <a:moveTo>
                    <a:pt x="6808" y="1"/>
                  </a:moveTo>
                  <a:cubicBezTo>
                    <a:pt x="6657" y="1"/>
                    <a:pt x="6509" y="32"/>
                    <a:pt x="6395" y="131"/>
                  </a:cubicBezTo>
                  <a:cubicBezTo>
                    <a:pt x="6240" y="262"/>
                    <a:pt x="6276" y="583"/>
                    <a:pt x="6466" y="631"/>
                  </a:cubicBezTo>
                  <a:cubicBezTo>
                    <a:pt x="5995" y="554"/>
                    <a:pt x="5517" y="515"/>
                    <a:pt x="5040" y="515"/>
                  </a:cubicBezTo>
                  <a:cubicBezTo>
                    <a:pt x="4478" y="515"/>
                    <a:pt x="3917" y="569"/>
                    <a:pt x="3370" y="678"/>
                  </a:cubicBezTo>
                  <a:cubicBezTo>
                    <a:pt x="3085" y="726"/>
                    <a:pt x="2811" y="797"/>
                    <a:pt x="2573" y="952"/>
                  </a:cubicBezTo>
                  <a:lnTo>
                    <a:pt x="2561" y="952"/>
                  </a:lnTo>
                  <a:cubicBezTo>
                    <a:pt x="2335" y="1107"/>
                    <a:pt x="2382" y="1416"/>
                    <a:pt x="2573" y="1547"/>
                  </a:cubicBezTo>
                  <a:cubicBezTo>
                    <a:pt x="2085" y="1797"/>
                    <a:pt x="1608" y="2095"/>
                    <a:pt x="1180" y="2452"/>
                  </a:cubicBezTo>
                  <a:cubicBezTo>
                    <a:pt x="965" y="2643"/>
                    <a:pt x="739" y="2857"/>
                    <a:pt x="691" y="3143"/>
                  </a:cubicBezTo>
                  <a:cubicBezTo>
                    <a:pt x="656" y="3381"/>
                    <a:pt x="763" y="3619"/>
                    <a:pt x="930" y="3786"/>
                  </a:cubicBezTo>
                  <a:cubicBezTo>
                    <a:pt x="572" y="4179"/>
                    <a:pt x="275" y="4548"/>
                    <a:pt x="132" y="4857"/>
                  </a:cubicBezTo>
                  <a:cubicBezTo>
                    <a:pt x="72" y="5000"/>
                    <a:pt x="13" y="5155"/>
                    <a:pt x="1" y="5310"/>
                  </a:cubicBezTo>
                  <a:cubicBezTo>
                    <a:pt x="1" y="5465"/>
                    <a:pt x="72" y="5631"/>
                    <a:pt x="215" y="5703"/>
                  </a:cubicBezTo>
                  <a:cubicBezTo>
                    <a:pt x="252" y="5726"/>
                    <a:pt x="295" y="5736"/>
                    <a:pt x="338" y="5736"/>
                  </a:cubicBezTo>
                  <a:cubicBezTo>
                    <a:pt x="405" y="5736"/>
                    <a:pt x="474" y="5711"/>
                    <a:pt x="525" y="5667"/>
                  </a:cubicBezTo>
                  <a:lnTo>
                    <a:pt x="525" y="5667"/>
                  </a:lnTo>
                  <a:cubicBezTo>
                    <a:pt x="322" y="5988"/>
                    <a:pt x="144" y="6322"/>
                    <a:pt x="239" y="6715"/>
                  </a:cubicBezTo>
                  <a:cubicBezTo>
                    <a:pt x="297" y="6958"/>
                    <a:pt x="501" y="7156"/>
                    <a:pt x="753" y="7156"/>
                  </a:cubicBezTo>
                  <a:cubicBezTo>
                    <a:pt x="760" y="7156"/>
                    <a:pt x="767" y="7156"/>
                    <a:pt x="775" y="7155"/>
                  </a:cubicBezTo>
                  <a:cubicBezTo>
                    <a:pt x="1108" y="7143"/>
                    <a:pt x="1287" y="6810"/>
                    <a:pt x="1406" y="6524"/>
                  </a:cubicBezTo>
                  <a:cubicBezTo>
                    <a:pt x="1668" y="5881"/>
                    <a:pt x="1930" y="5238"/>
                    <a:pt x="2192" y="4583"/>
                  </a:cubicBezTo>
                  <a:lnTo>
                    <a:pt x="2192" y="4583"/>
                  </a:lnTo>
                  <a:cubicBezTo>
                    <a:pt x="2156" y="4822"/>
                    <a:pt x="2358" y="5084"/>
                    <a:pt x="2608" y="5131"/>
                  </a:cubicBezTo>
                  <a:cubicBezTo>
                    <a:pt x="2655" y="5140"/>
                    <a:pt x="2701" y="5144"/>
                    <a:pt x="2746" y="5144"/>
                  </a:cubicBezTo>
                  <a:cubicBezTo>
                    <a:pt x="3006" y="5144"/>
                    <a:pt x="3255" y="5011"/>
                    <a:pt x="3478" y="4869"/>
                  </a:cubicBezTo>
                  <a:cubicBezTo>
                    <a:pt x="4216" y="4381"/>
                    <a:pt x="4847" y="3714"/>
                    <a:pt x="5299" y="2940"/>
                  </a:cubicBezTo>
                  <a:cubicBezTo>
                    <a:pt x="5430" y="3214"/>
                    <a:pt x="5466" y="3536"/>
                    <a:pt x="5502" y="3845"/>
                  </a:cubicBezTo>
                  <a:cubicBezTo>
                    <a:pt x="5525" y="4226"/>
                    <a:pt x="5561" y="4607"/>
                    <a:pt x="5752" y="4929"/>
                  </a:cubicBezTo>
                  <a:cubicBezTo>
                    <a:pt x="5895" y="5187"/>
                    <a:pt x="6184" y="5383"/>
                    <a:pt x="6471" y="5383"/>
                  </a:cubicBezTo>
                  <a:cubicBezTo>
                    <a:pt x="6541" y="5383"/>
                    <a:pt x="6612" y="5371"/>
                    <a:pt x="6680" y="5345"/>
                  </a:cubicBezTo>
                  <a:cubicBezTo>
                    <a:pt x="7061" y="5203"/>
                    <a:pt x="7180" y="4738"/>
                    <a:pt x="7264" y="4345"/>
                  </a:cubicBezTo>
                  <a:lnTo>
                    <a:pt x="7264" y="4345"/>
                  </a:lnTo>
                  <a:cubicBezTo>
                    <a:pt x="7252" y="4786"/>
                    <a:pt x="7430" y="5238"/>
                    <a:pt x="7585" y="5643"/>
                  </a:cubicBezTo>
                  <a:cubicBezTo>
                    <a:pt x="7752" y="6060"/>
                    <a:pt x="8121" y="6429"/>
                    <a:pt x="8562" y="6441"/>
                  </a:cubicBezTo>
                  <a:cubicBezTo>
                    <a:pt x="8569" y="6441"/>
                    <a:pt x="8576" y="6441"/>
                    <a:pt x="8583" y="6441"/>
                  </a:cubicBezTo>
                  <a:cubicBezTo>
                    <a:pt x="8925" y="6441"/>
                    <a:pt x="9074" y="6160"/>
                    <a:pt x="9121" y="5834"/>
                  </a:cubicBezTo>
                  <a:cubicBezTo>
                    <a:pt x="9347" y="6369"/>
                    <a:pt x="9657" y="6750"/>
                    <a:pt x="10145" y="7596"/>
                  </a:cubicBezTo>
                  <a:cubicBezTo>
                    <a:pt x="10695" y="8533"/>
                    <a:pt x="11277" y="8834"/>
                    <a:pt x="11598" y="8834"/>
                  </a:cubicBezTo>
                  <a:cubicBezTo>
                    <a:pt x="11750" y="8834"/>
                    <a:pt x="11844" y="8767"/>
                    <a:pt x="11848" y="8667"/>
                  </a:cubicBezTo>
                  <a:cubicBezTo>
                    <a:pt x="12007" y="9016"/>
                    <a:pt x="12441" y="9406"/>
                    <a:pt x="12844" y="9406"/>
                  </a:cubicBezTo>
                  <a:cubicBezTo>
                    <a:pt x="12922" y="9406"/>
                    <a:pt x="13000" y="9391"/>
                    <a:pt x="13074" y="9358"/>
                  </a:cubicBezTo>
                  <a:cubicBezTo>
                    <a:pt x="13586" y="9120"/>
                    <a:pt x="13884" y="8263"/>
                    <a:pt x="13872" y="7691"/>
                  </a:cubicBezTo>
                  <a:cubicBezTo>
                    <a:pt x="13872" y="7142"/>
                    <a:pt x="13674" y="6615"/>
                    <a:pt x="13458" y="6100"/>
                  </a:cubicBezTo>
                  <a:lnTo>
                    <a:pt x="13458" y="6100"/>
                  </a:lnTo>
                  <a:cubicBezTo>
                    <a:pt x="13510" y="6186"/>
                    <a:pt x="13611" y="6228"/>
                    <a:pt x="13715" y="6228"/>
                  </a:cubicBezTo>
                  <a:cubicBezTo>
                    <a:pt x="13812" y="6228"/>
                    <a:pt x="13912" y="6191"/>
                    <a:pt x="13979" y="6119"/>
                  </a:cubicBezTo>
                  <a:cubicBezTo>
                    <a:pt x="14146" y="5953"/>
                    <a:pt x="14146" y="5703"/>
                    <a:pt x="14122" y="5476"/>
                  </a:cubicBezTo>
                  <a:cubicBezTo>
                    <a:pt x="13991" y="4167"/>
                    <a:pt x="12919" y="3012"/>
                    <a:pt x="11621" y="2774"/>
                  </a:cubicBezTo>
                  <a:cubicBezTo>
                    <a:pt x="11621" y="2750"/>
                    <a:pt x="11621" y="2726"/>
                    <a:pt x="11621" y="2702"/>
                  </a:cubicBezTo>
                  <a:cubicBezTo>
                    <a:pt x="11645" y="2702"/>
                    <a:pt x="11669" y="2702"/>
                    <a:pt x="11693" y="2690"/>
                  </a:cubicBezTo>
                  <a:lnTo>
                    <a:pt x="11621" y="2631"/>
                  </a:lnTo>
                  <a:cubicBezTo>
                    <a:pt x="11586" y="2464"/>
                    <a:pt x="11455" y="2309"/>
                    <a:pt x="11312" y="2226"/>
                  </a:cubicBezTo>
                  <a:cubicBezTo>
                    <a:pt x="11240" y="2178"/>
                    <a:pt x="11169" y="2155"/>
                    <a:pt x="11109" y="2119"/>
                  </a:cubicBezTo>
                  <a:cubicBezTo>
                    <a:pt x="10038" y="1000"/>
                    <a:pt x="8585" y="250"/>
                    <a:pt x="7061" y="23"/>
                  </a:cubicBezTo>
                  <a:cubicBezTo>
                    <a:pt x="6980" y="11"/>
                    <a:pt x="6894" y="1"/>
                    <a:pt x="6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65"/>
            <p:cNvSpPr/>
            <p:nvPr/>
          </p:nvSpPr>
          <p:spPr>
            <a:xfrm>
              <a:off x="1208200" y="3846225"/>
              <a:ext cx="77100" cy="93100"/>
            </a:xfrm>
            <a:custGeom>
              <a:avLst/>
              <a:gdLst/>
              <a:ahLst/>
              <a:cxnLst/>
              <a:rect l="l" t="t" r="r" b="b"/>
              <a:pathLst>
                <a:path w="3084" h="3724" extrusionOk="0">
                  <a:moveTo>
                    <a:pt x="1446" y="0"/>
                  </a:moveTo>
                  <a:cubicBezTo>
                    <a:pt x="658" y="0"/>
                    <a:pt x="1" y="647"/>
                    <a:pt x="23" y="1461"/>
                  </a:cubicBezTo>
                  <a:lnTo>
                    <a:pt x="83" y="3724"/>
                  </a:lnTo>
                  <a:cubicBezTo>
                    <a:pt x="1333" y="3724"/>
                    <a:pt x="2274" y="3640"/>
                    <a:pt x="2940" y="3545"/>
                  </a:cubicBezTo>
                  <a:cubicBezTo>
                    <a:pt x="2976" y="3188"/>
                    <a:pt x="3000" y="2033"/>
                    <a:pt x="3036" y="1461"/>
                  </a:cubicBezTo>
                  <a:cubicBezTo>
                    <a:pt x="3083" y="747"/>
                    <a:pt x="2559" y="116"/>
                    <a:pt x="1845" y="33"/>
                  </a:cubicBezTo>
                  <a:lnTo>
                    <a:pt x="1607" y="9"/>
                  </a:lnTo>
                  <a:cubicBezTo>
                    <a:pt x="1553" y="3"/>
                    <a:pt x="1499" y="0"/>
                    <a:pt x="1446" y="0"/>
                  </a:cubicBezTo>
                  <a:close/>
                </a:path>
              </a:pathLst>
            </a:custGeom>
            <a:solidFill>
              <a:srgbClr val="FCB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2462;p65"/>
            <p:cNvSpPr/>
            <p:nvPr/>
          </p:nvSpPr>
          <p:spPr>
            <a:xfrm>
              <a:off x="1208200" y="3846225"/>
              <a:ext cx="77100" cy="93100"/>
            </a:xfrm>
            <a:custGeom>
              <a:avLst/>
              <a:gdLst/>
              <a:ahLst/>
              <a:cxnLst/>
              <a:rect l="l" t="t" r="r" b="b"/>
              <a:pathLst>
                <a:path w="3084" h="3724" extrusionOk="0">
                  <a:moveTo>
                    <a:pt x="1446" y="0"/>
                  </a:moveTo>
                  <a:cubicBezTo>
                    <a:pt x="658" y="0"/>
                    <a:pt x="1" y="647"/>
                    <a:pt x="23" y="1461"/>
                  </a:cubicBezTo>
                  <a:lnTo>
                    <a:pt x="83" y="3724"/>
                  </a:lnTo>
                  <a:cubicBezTo>
                    <a:pt x="1333" y="3724"/>
                    <a:pt x="2274" y="3640"/>
                    <a:pt x="2940" y="3545"/>
                  </a:cubicBezTo>
                  <a:cubicBezTo>
                    <a:pt x="2976" y="3188"/>
                    <a:pt x="3000" y="2033"/>
                    <a:pt x="3036" y="1461"/>
                  </a:cubicBezTo>
                  <a:cubicBezTo>
                    <a:pt x="3083" y="747"/>
                    <a:pt x="2559" y="116"/>
                    <a:pt x="1845" y="33"/>
                  </a:cubicBezTo>
                  <a:lnTo>
                    <a:pt x="1607" y="9"/>
                  </a:lnTo>
                  <a:cubicBezTo>
                    <a:pt x="1553" y="3"/>
                    <a:pt x="1499" y="0"/>
                    <a:pt x="1446" y="0"/>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65"/>
            <p:cNvSpPr/>
            <p:nvPr/>
          </p:nvSpPr>
          <p:spPr>
            <a:xfrm>
              <a:off x="1209375" y="3934850"/>
              <a:ext cx="72350" cy="93750"/>
            </a:xfrm>
            <a:custGeom>
              <a:avLst/>
              <a:gdLst/>
              <a:ahLst/>
              <a:cxnLst/>
              <a:rect l="l" t="t" r="r" b="b"/>
              <a:pathLst>
                <a:path w="2894" h="3750" extrusionOk="0">
                  <a:moveTo>
                    <a:pt x="2893" y="0"/>
                  </a:moveTo>
                  <a:lnTo>
                    <a:pt x="2893" y="0"/>
                  </a:lnTo>
                  <a:cubicBezTo>
                    <a:pt x="2543" y="45"/>
                    <a:pt x="1987" y="69"/>
                    <a:pt x="1413" y="69"/>
                  </a:cubicBezTo>
                  <a:cubicBezTo>
                    <a:pt x="915" y="69"/>
                    <a:pt x="404" y="51"/>
                    <a:pt x="0" y="12"/>
                  </a:cubicBezTo>
                  <a:lnTo>
                    <a:pt x="0" y="12"/>
                  </a:lnTo>
                  <a:lnTo>
                    <a:pt x="48" y="3465"/>
                  </a:lnTo>
                  <a:cubicBezTo>
                    <a:pt x="440" y="3675"/>
                    <a:pt x="814" y="3749"/>
                    <a:pt x="1146" y="3749"/>
                  </a:cubicBezTo>
                  <a:cubicBezTo>
                    <a:pt x="1964" y="3749"/>
                    <a:pt x="2536" y="3298"/>
                    <a:pt x="2536" y="3298"/>
                  </a:cubicBezTo>
                  <a:cubicBezTo>
                    <a:pt x="2679" y="2453"/>
                    <a:pt x="2798" y="1262"/>
                    <a:pt x="28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65"/>
            <p:cNvSpPr/>
            <p:nvPr/>
          </p:nvSpPr>
          <p:spPr>
            <a:xfrm>
              <a:off x="1283475" y="4018775"/>
              <a:ext cx="31275" cy="26225"/>
            </a:xfrm>
            <a:custGeom>
              <a:avLst/>
              <a:gdLst/>
              <a:ahLst/>
              <a:cxnLst/>
              <a:rect l="l" t="t" r="r" b="b"/>
              <a:pathLst>
                <a:path w="1251" h="1049" extrusionOk="0">
                  <a:moveTo>
                    <a:pt x="167" y="1"/>
                  </a:moveTo>
                  <a:lnTo>
                    <a:pt x="167" y="1"/>
                  </a:lnTo>
                  <a:cubicBezTo>
                    <a:pt x="1" y="358"/>
                    <a:pt x="36" y="715"/>
                    <a:pt x="191" y="1048"/>
                  </a:cubicBezTo>
                  <a:cubicBezTo>
                    <a:pt x="572" y="1025"/>
                    <a:pt x="739" y="977"/>
                    <a:pt x="1049" y="917"/>
                  </a:cubicBezTo>
                  <a:cubicBezTo>
                    <a:pt x="1049" y="917"/>
                    <a:pt x="1251" y="227"/>
                    <a:pt x="1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65"/>
            <p:cNvSpPr/>
            <p:nvPr/>
          </p:nvSpPr>
          <p:spPr>
            <a:xfrm>
              <a:off x="1209075" y="3993100"/>
              <a:ext cx="79500" cy="52250"/>
            </a:xfrm>
            <a:custGeom>
              <a:avLst/>
              <a:gdLst/>
              <a:ahLst/>
              <a:cxnLst/>
              <a:rect l="l" t="t" r="r" b="b"/>
              <a:pathLst>
                <a:path w="3180" h="2090" extrusionOk="0">
                  <a:moveTo>
                    <a:pt x="2056" y="0"/>
                  </a:moveTo>
                  <a:cubicBezTo>
                    <a:pt x="2027" y="0"/>
                    <a:pt x="1996" y="1"/>
                    <a:pt x="1965" y="4"/>
                  </a:cubicBezTo>
                  <a:cubicBezTo>
                    <a:pt x="1465" y="28"/>
                    <a:pt x="1227" y="444"/>
                    <a:pt x="1250" y="659"/>
                  </a:cubicBezTo>
                  <a:cubicBezTo>
                    <a:pt x="1203" y="551"/>
                    <a:pt x="1131" y="397"/>
                    <a:pt x="869" y="289"/>
                  </a:cubicBezTo>
                  <a:cubicBezTo>
                    <a:pt x="784" y="249"/>
                    <a:pt x="697" y="231"/>
                    <a:pt x="611" y="231"/>
                  </a:cubicBezTo>
                  <a:cubicBezTo>
                    <a:pt x="290" y="231"/>
                    <a:pt x="0" y="492"/>
                    <a:pt x="0" y="849"/>
                  </a:cubicBezTo>
                  <a:lnTo>
                    <a:pt x="0" y="1968"/>
                  </a:lnTo>
                  <a:cubicBezTo>
                    <a:pt x="0" y="1968"/>
                    <a:pt x="875" y="2089"/>
                    <a:pt x="2063" y="2089"/>
                  </a:cubicBezTo>
                  <a:cubicBezTo>
                    <a:pt x="2413" y="2089"/>
                    <a:pt x="2789" y="2079"/>
                    <a:pt x="3179" y="2052"/>
                  </a:cubicBezTo>
                  <a:cubicBezTo>
                    <a:pt x="3024" y="1718"/>
                    <a:pt x="2989" y="1361"/>
                    <a:pt x="3155" y="1004"/>
                  </a:cubicBezTo>
                  <a:cubicBezTo>
                    <a:pt x="2893" y="956"/>
                    <a:pt x="2893" y="944"/>
                    <a:pt x="2786" y="944"/>
                  </a:cubicBezTo>
                  <a:cubicBezTo>
                    <a:pt x="2786" y="944"/>
                    <a:pt x="2886" y="0"/>
                    <a:pt x="20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65"/>
            <p:cNvSpPr/>
            <p:nvPr/>
          </p:nvSpPr>
          <p:spPr>
            <a:xfrm>
              <a:off x="1208775" y="4041100"/>
              <a:ext cx="101725" cy="11925"/>
            </a:xfrm>
            <a:custGeom>
              <a:avLst/>
              <a:gdLst/>
              <a:ahLst/>
              <a:cxnLst/>
              <a:rect l="l" t="t" r="r" b="b"/>
              <a:pathLst>
                <a:path w="4069" h="477" extrusionOk="0">
                  <a:moveTo>
                    <a:pt x="4005" y="0"/>
                  </a:moveTo>
                  <a:cubicBezTo>
                    <a:pt x="4004" y="0"/>
                    <a:pt x="4002" y="0"/>
                    <a:pt x="4001" y="1"/>
                  </a:cubicBezTo>
                  <a:cubicBezTo>
                    <a:pt x="3207" y="119"/>
                    <a:pt x="2413" y="154"/>
                    <a:pt x="1745" y="154"/>
                  </a:cubicBezTo>
                  <a:cubicBezTo>
                    <a:pt x="728" y="154"/>
                    <a:pt x="0" y="72"/>
                    <a:pt x="0" y="72"/>
                  </a:cubicBezTo>
                  <a:lnTo>
                    <a:pt x="0" y="322"/>
                  </a:lnTo>
                  <a:cubicBezTo>
                    <a:pt x="0" y="322"/>
                    <a:pt x="969" y="476"/>
                    <a:pt x="2100" y="476"/>
                  </a:cubicBezTo>
                  <a:cubicBezTo>
                    <a:pt x="2721" y="476"/>
                    <a:pt x="3391" y="430"/>
                    <a:pt x="3977" y="286"/>
                  </a:cubicBezTo>
                  <a:cubicBezTo>
                    <a:pt x="3977" y="286"/>
                    <a:pt x="4069" y="0"/>
                    <a:pt x="40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65"/>
            <p:cNvSpPr/>
            <p:nvPr/>
          </p:nvSpPr>
          <p:spPr>
            <a:xfrm>
              <a:off x="1220675" y="4017000"/>
              <a:ext cx="14325" cy="14300"/>
            </a:xfrm>
            <a:custGeom>
              <a:avLst/>
              <a:gdLst/>
              <a:ahLst/>
              <a:cxnLst/>
              <a:rect l="l" t="t" r="r" b="b"/>
              <a:pathLst>
                <a:path w="573" h="572" extrusionOk="0">
                  <a:moveTo>
                    <a:pt x="286" y="0"/>
                  </a:moveTo>
                  <a:cubicBezTo>
                    <a:pt x="132" y="0"/>
                    <a:pt x="1" y="119"/>
                    <a:pt x="1" y="286"/>
                  </a:cubicBezTo>
                  <a:cubicBezTo>
                    <a:pt x="1" y="441"/>
                    <a:pt x="120" y="572"/>
                    <a:pt x="286" y="572"/>
                  </a:cubicBezTo>
                  <a:cubicBezTo>
                    <a:pt x="441" y="572"/>
                    <a:pt x="572" y="441"/>
                    <a:pt x="572" y="286"/>
                  </a:cubicBezTo>
                  <a:cubicBezTo>
                    <a:pt x="572" y="131"/>
                    <a:pt x="453" y="0"/>
                    <a:pt x="28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2468;p65"/>
            <p:cNvSpPr/>
            <p:nvPr/>
          </p:nvSpPr>
          <p:spPr>
            <a:xfrm>
              <a:off x="1251925" y="4015800"/>
              <a:ext cx="27700" cy="4200"/>
            </a:xfrm>
            <a:custGeom>
              <a:avLst/>
              <a:gdLst/>
              <a:ahLst/>
              <a:cxnLst/>
              <a:rect l="l" t="t" r="r" b="b"/>
              <a:pathLst>
                <a:path w="1108" h="168" extrusionOk="0">
                  <a:moveTo>
                    <a:pt x="1048" y="1"/>
                  </a:moveTo>
                  <a:lnTo>
                    <a:pt x="48" y="60"/>
                  </a:lnTo>
                  <a:cubicBezTo>
                    <a:pt x="25" y="60"/>
                    <a:pt x="1" y="84"/>
                    <a:pt x="1" y="120"/>
                  </a:cubicBezTo>
                  <a:cubicBezTo>
                    <a:pt x="1" y="143"/>
                    <a:pt x="25" y="167"/>
                    <a:pt x="60" y="167"/>
                  </a:cubicBezTo>
                  <a:lnTo>
                    <a:pt x="1060" y="120"/>
                  </a:lnTo>
                  <a:cubicBezTo>
                    <a:pt x="1084" y="108"/>
                    <a:pt x="1108" y="84"/>
                    <a:pt x="1108" y="60"/>
                  </a:cubicBezTo>
                  <a:cubicBezTo>
                    <a:pt x="1108" y="24"/>
                    <a:pt x="1084" y="1"/>
                    <a:pt x="10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65"/>
            <p:cNvSpPr/>
            <p:nvPr/>
          </p:nvSpPr>
          <p:spPr>
            <a:xfrm>
              <a:off x="1250150" y="3990750"/>
              <a:ext cx="40800" cy="23875"/>
            </a:xfrm>
            <a:custGeom>
              <a:avLst/>
              <a:gdLst/>
              <a:ahLst/>
              <a:cxnLst/>
              <a:rect l="l" t="t" r="r" b="b"/>
              <a:pathLst>
                <a:path w="1632" h="955" extrusionOk="0">
                  <a:moveTo>
                    <a:pt x="1131" y="122"/>
                  </a:moveTo>
                  <a:cubicBezTo>
                    <a:pt x="1143" y="133"/>
                    <a:pt x="1143" y="169"/>
                    <a:pt x="1119" y="217"/>
                  </a:cubicBezTo>
                  <a:cubicBezTo>
                    <a:pt x="1072" y="372"/>
                    <a:pt x="988" y="514"/>
                    <a:pt x="893" y="633"/>
                  </a:cubicBezTo>
                  <a:cubicBezTo>
                    <a:pt x="881" y="645"/>
                    <a:pt x="881" y="645"/>
                    <a:pt x="869" y="657"/>
                  </a:cubicBezTo>
                  <a:cubicBezTo>
                    <a:pt x="881" y="610"/>
                    <a:pt x="893" y="574"/>
                    <a:pt x="905" y="538"/>
                  </a:cubicBezTo>
                  <a:cubicBezTo>
                    <a:pt x="929" y="419"/>
                    <a:pt x="965" y="300"/>
                    <a:pt x="1024" y="193"/>
                  </a:cubicBezTo>
                  <a:cubicBezTo>
                    <a:pt x="1048" y="169"/>
                    <a:pt x="1060" y="145"/>
                    <a:pt x="1084" y="133"/>
                  </a:cubicBezTo>
                  <a:cubicBezTo>
                    <a:pt x="1096" y="122"/>
                    <a:pt x="1108" y="122"/>
                    <a:pt x="1108" y="122"/>
                  </a:cubicBezTo>
                  <a:close/>
                  <a:moveTo>
                    <a:pt x="1453" y="395"/>
                  </a:moveTo>
                  <a:cubicBezTo>
                    <a:pt x="1477" y="395"/>
                    <a:pt x="1512" y="419"/>
                    <a:pt x="1512" y="431"/>
                  </a:cubicBezTo>
                  <a:cubicBezTo>
                    <a:pt x="1512" y="443"/>
                    <a:pt x="1500" y="467"/>
                    <a:pt x="1453" y="503"/>
                  </a:cubicBezTo>
                  <a:cubicBezTo>
                    <a:pt x="1310" y="622"/>
                    <a:pt x="1119" y="705"/>
                    <a:pt x="953" y="741"/>
                  </a:cubicBezTo>
                  <a:lnTo>
                    <a:pt x="977" y="717"/>
                  </a:lnTo>
                  <a:cubicBezTo>
                    <a:pt x="1084" y="610"/>
                    <a:pt x="1203" y="514"/>
                    <a:pt x="1334" y="443"/>
                  </a:cubicBezTo>
                  <a:cubicBezTo>
                    <a:pt x="1369" y="419"/>
                    <a:pt x="1417" y="395"/>
                    <a:pt x="1453" y="395"/>
                  </a:cubicBezTo>
                  <a:close/>
                  <a:moveTo>
                    <a:pt x="1111" y="1"/>
                  </a:moveTo>
                  <a:cubicBezTo>
                    <a:pt x="1082" y="1"/>
                    <a:pt x="1052" y="10"/>
                    <a:pt x="1024" y="26"/>
                  </a:cubicBezTo>
                  <a:cubicBezTo>
                    <a:pt x="977" y="62"/>
                    <a:pt x="953" y="98"/>
                    <a:pt x="929" y="133"/>
                  </a:cubicBezTo>
                  <a:cubicBezTo>
                    <a:pt x="858" y="252"/>
                    <a:pt x="822" y="383"/>
                    <a:pt x="798" y="503"/>
                  </a:cubicBezTo>
                  <a:cubicBezTo>
                    <a:pt x="774" y="610"/>
                    <a:pt x="750" y="693"/>
                    <a:pt x="703" y="788"/>
                  </a:cubicBezTo>
                  <a:lnTo>
                    <a:pt x="48" y="836"/>
                  </a:lnTo>
                  <a:cubicBezTo>
                    <a:pt x="24" y="836"/>
                    <a:pt x="0" y="872"/>
                    <a:pt x="0" y="895"/>
                  </a:cubicBezTo>
                  <a:cubicBezTo>
                    <a:pt x="0" y="931"/>
                    <a:pt x="24" y="955"/>
                    <a:pt x="60" y="955"/>
                  </a:cubicBezTo>
                  <a:lnTo>
                    <a:pt x="762" y="895"/>
                  </a:lnTo>
                  <a:lnTo>
                    <a:pt x="774" y="895"/>
                  </a:lnTo>
                  <a:cubicBezTo>
                    <a:pt x="786" y="895"/>
                    <a:pt x="798" y="895"/>
                    <a:pt x="810" y="884"/>
                  </a:cubicBezTo>
                  <a:lnTo>
                    <a:pt x="1108" y="860"/>
                  </a:lnTo>
                  <a:cubicBezTo>
                    <a:pt x="1143" y="860"/>
                    <a:pt x="1167" y="836"/>
                    <a:pt x="1155" y="800"/>
                  </a:cubicBezTo>
                  <a:cubicBezTo>
                    <a:pt x="1298" y="753"/>
                    <a:pt x="1429" y="669"/>
                    <a:pt x="1524" y="598"/>
                  </a:cubicBezTo>
                  <a:cubicBezTo>
                    <a:pt x="1560" y="574"/>
                    <a:pt x="1631" y="514"/>
                    <a:pt x="1620" y="419"/>
                  </a:cubicBezTo>
                  <a:cubicBezTo>
                    <a:pt x="1620" y="336"/>
                    <a:pt x="1536" y="288"/>
                    <a:pt x="1453" y="288"/>
                  </a:cubicBezTo>
                  <a:cubicBezTo>
                    <a:pt x="1381" y="288"/>
                    <a:pt x="1322" y="312"/>
                    <a:pt x="1274" y="348"/>
                  </a:cubicBezTo>
                  <a:cubicBezTo>
                    <a:pt x="1239" y="360"/>
                    <a:pt x="1203" y="383"/>
                    <a:pt x="1167" y="419"/>
                  </a:cubicBezTo>
                  <a:cubicBezTo>
                    <a:pt x="1191" y="360"/>
                    <a:pt x="1215" y="312"/>
                    <a:pt x="1227" y="252"/>
                  </a:cubicBezTo>
                  <a:cubicBezTo>
                    <a:pt x="1274" y="133"/>
                    <a:pt x="1239" y="62"/>
                    <a:pt x="1203" y="38"/>
                  </a:cubicBezTo>
                  <a:cubicBezTo>
                    <a:pt x="1177" y="13"/>
                    <a:pt x="1145" y="1"/>
                    <a:pt x="11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65"/>
            <p:cNvSpPr/>
            <p:nvPr/>
          </p:nvSpPr>
          <p:spPr>
            <a:xfrm>
              <a:off x="1126625" y="3852100"/>
              <a:ext cx="77100" cy="92700"/>
            </a:xfrm>
            <a:custGeom>
              <a:avLst/>
              <a:gdLst/>
              <a:ahLst/>
              <a:cxnLst/>
              <a:rect l="l" t="t" r="r" b="b"/>
              <a:pathLst>
                <a:path w="3084" h="3708" extrusionOk="0">
                  <a:moveTo>
                    <a:pt x="1438" y="1"/>
                  </a:moveTo>
                  <a:cubicBezTo>
                    <a:pt x="658" y="1"/>
                    <a:pt x="0" y="633"/>
                    <a:pt x="0" y="1441"/>
                  </a:cubicBezTo>
                  <a:lnTo>
                    <a:pt x="24" y="3703"/>
                  </a:lnTo>
                  <a:cubicBezTo>
                    <a:pt x="190" y="3706"/>
                    <a:pt x="351" y="3708"/>
                    <a:pt x="506" y="3708"/>
                  </a:cubicBezTo>
                  <a:cubicBezTo>
                    <a:pt x="1522" y="3708"/>
                    <a:pt x="2314" y="3644"/>
                    <a:pt x="2881" y="3572"/>
                  </a:cubicBezTo>
                  <a:cubicBezTo>
                    <a:pt x="2929" y="3215"/>
                    <a:pt x="2977" y="2060"/>
                    <a:pt x="3024" y="1488"/>
                  </a:cubicBezTo>
                  <a:cubicBezTo>
                    <a:pt x="3084" y="774"/>
                    <a:pt x="2572" y="143"/>
                    <a:pt x="1858" y="48"/>
                  </a:cubicBezTo>
                  <a:lnTo>
                    <a:pt x="1619" y="12"/>
                  </a:lnTo>
                  <a:cubicBezTo>
                    <a:pt x="1558" y="4"/>
                    <a:pt x="1498" y="1"/>
                    <a:pt x="1438" y="1"/>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65"/>
            <p:cNvSpPr/>
            <p:nvPr/>
          </p:nvSpPr>
          <p:spPr>
            <a:xfrm>
              <a:off x="1126025" y="3940500"/>
              <a:ext cx="72650" cy="93900"/>
            </a:xfrm>
            <a:custGeom>
              <a:avLst/>
              <a:gdLst/>
              <a:ahLst/>
              <a:cxnLst/>
              <a:rect l="l" t="t" r="r" b="b"/>
              <a:pathLst>
                <a:path w="2906" h="3756" extrusionOk="0">
                  <a:moveTo>
                    <a:pt x="24" y="0"/>
                  </a:moveTo>
                  <a:lnTo>
                    <a:pt x="0" y="3453"/>
                  </a:lnTo>
                  <a:cubicBezTo>
                    <a:pt x="402" y="3677"/>
                    <a:pt x="786" y="3756"/>
                    <a:pt x="1126" y="3756"/>
                  </a:cubicBezTo>
                  <a:cubicBezTo>
                    <a:pt x="1926" y="3756"/>
                    <a:pt x="2489" y="3322"/>
                    <a:pt x="2489" y="3322"/>
                  </a:cubicBezTo>
                  <a:cubicBezTo>
                    <a:pt x="2644" y="2489"/>
                    <a:pt x="2786" y="1298"/>
                    <a:pt x="2905" y="36"/>
                  </a:cubicBezTo>
                  <a:lnTo>
                    <a:pt x="2905" y="36"/>
                  </a:lnTo>
                  <a:cubicBezTo>
                    <a:pt x="2632" y="71"/>
                    <a:pt x="2233" y="87"/>
                    <a:pt x="1799" y="87"/>
                  </a:cubicBezTo>
                  <a:cubicBezTo>
                    <a:pt x="1195" y="87"/>
                    <a:pt x="523" y="56"/>
                    <a:pt x="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65"/>
            <p:cNvSpPr/>
            <p:nvPr/>
          </p:nvSpPr>
          <p:spPr>
            <a:xfrm>
              <a:off x="1198650" y="4025625"/>
              <a:ext cx="31575" cy="25925"/>
            </a:xfrm>
            <a:custGeom>
              <a:avLst/>
              <a:gdLst/>
              <a:ahLst/>
              <a:cxnLst/>
              <a:rect l="l" t="t" r="r" b="b"/>
              <a:pathLst>
                <a:path w="1263" h="1037" extrusionOk="0">
                  <a:moveTo>
                    <a:pt x="179" y="0"/>
                  </a:moveTo>
                  <a:cubicBezTo>
                    <a:pt x="0" y="346"/>
                    <a:pt x="36" y="703"/>
                    <a:pt x="179" y="1036"/>
                  </a:cubicBezTo>
                  <a:cubicBezTo>
                    <a:pt x="560" y="1024"/>
                    <a:pt x="727" y="977"/>
                    <a:pt x="1048" y="929"/>
                  </a:cubicBezTo>
                  <a:cubicBezTo>
                    <a:pt x="1048" y="929"/>
                    <a:pt x="1263" y="251"/>
                    <a:pt x="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65"/>
            <p:cNvSpPr/>
            <p:nvPr/>
          </p:nvSpPr>
          <p:spPr>
            <a:xfrm>
              <a:off x="1122904" y="3999400"/>
              <a:ext cx="79500" cy="52300"/>
            </a:xfrm>
            <a:custGeom>
              <a:avLst/>
              <a:gdLst/>
              <a:ahLst/>
              <a:cxnLst/>
              <a:rect l="l" t="t" r="r" b="b"/>
              <a:pathLst>
                <a:path w="3180" h="2092" extrusionOk="0">
                  <a:moveTo>
                    <a:pt x="2053" y="0"/>
                  </a:moveTo>
                  <a:cubicBezTo>
                    <a:pt x="2032" y="0"/>
                    <a:pt x="2011" y="1"/>
                    <a:pt x="1989" y="2"/>
                  </a:cubicBezTo>
                  <a:cubicBezTo>
                    <a:pt x="1501" y="26"/>
                    <a:pt x="1251" y="430"/>
                    <a:pt x="1263" y="645"/>
                  </a:cubicBezTo>
                  <a:cubicBezTo>
                    <a:pt x="1227" y="538"/>
                    <a:pt x="1156" y="383"/>
                    <a:pt x="894" y="264"/>
                  </a:cubicBezTo>
                  <a:cubicBezTo>
                    <a:pt x="807" y="223"/>
                    <a:pt x="717" y="204"/>
                    <a:pt x="630" y="204"/>
                  </a:cubicBezTo>
                  <a:cubicBezTo>
                    <a:pt x="311" y="204"/>
                    <a:pt x="25" y="456"/>
                    <a:pt x="25" y="811"/>
                  </a:cubicBezTo>
                  <a:lnTo>
                    <a:pt x="1" y="1931"/>
                  </a:lnTo>
                  <a:cubicBezTo>
                    <a:pt x="1" y="1931"/>
                    <a:pt x="1045" y="2092"/>
                    <a:pt x="2402" y="2092"/>
                  </a:cubicBezTo>
                  <a:cubicBezTo>
                    <a:pt x="2653" y="2092"/>
                    <a:pt x="2913" y="2086"/>
                    <a:pt x="3180" y="2073"/>
                  </a:cubicBezTo>
                  <a:cubicBezTo>
                    <a:pt x="3025" y="1728"/>
                    <a:pt x="3001" y="1371"/>
                    <a:pt x="3168" y="1026"/>
                  </a:cubicBezTo>
                  <a:cubicBezTo>
                    <a:pt x="2918" y="966"/>
                    <a:pt x="2906" y="966"/>
                    <a:pt x="2799" y="954"/>
                  </a:cubicBezTo>
                  <a:cubicBezTo>
                    <a:pt x="2799" y="954"/>
                    <a:pt x="2924" y="0"/>
                    <a:pt x="20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65"/>
            <p:cNvSpPr/>
            <p:nvPr/>
          </p:nvSpPr>
          <p:spPr>
            <a:xfrm>
              <a:off x="1123650" y="4047950"/>
              <a:ext cx="102100" cy="11350"/>
            </a:xfrm>
            <a:custGeom>
              <a:avLst/>
              <a:gdLst/>
              <a:ahLst/>
              <a:cxnLst/>
              <a:rect l="l" t="t" r="r" b="b"/>
              <a:pathLst>
                <a:path w="4084" h="454" extrusionOk="0">
                  <a:moveTo>
                    <a:pt x="4013" y="0"/>
                  </a:moveTo>
                  <a:cubicBezTo>
                    <a:pt x="3326" y="94"/>
                    <a:pt x="2639" y="125"/>
                    <a:pt x="2033" y="125"/>
                  </a:cubicBezTo>
                  <a:cubicBezTo>
                    <a:pt x="875" y="125"/>
                    <a:pt x="12" y="12"/>
                    <a:pt x="12" y="12"/>
                  </a:cubicBezTo>
                  <a:lnTo>
                    <a:pt x="0" y="262"/>
                  </a:lnTo>
                  <a:cubicBezTo>
                    <a:pt x="0" y="262"/>
                    <a:pt x="1095" y="453"/>
                    <a:pt x="2322" y="453"/>
                  </a:cubicBezTo>
                  <a:cubicBezTo>
                    <a:pt x="2881" y="453"/>
                    <a:pt x="3467" y="414"/>
                    <a:pt x="3989" y="298"/>
                  </a:cubicBezTo>
                  <a:cubicBezTo>
                    <a:pt x="3989" y="298"/>
                    <a:pt x="4084" y="0"/>
                    <a:pt x="40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65"/>
            <p:cNvSpPr/>
            <p:nvPr/>
          </p:nvSpPr>
          <p:spPr>
            <a:xfrm>
              <a:off x="1135850" y="4022625"/>
              <a:ext cx="14600" cy="14325"/>
            </a:xfrm>
            <a:custGeom>
              <a:avLst/>
              <a:gdLst/>
              <a:ahLst/>
              <a:cxnLst/>
              <a:rect l="l" t="t" r="r" b="b"/>
              <a:pathLst>
                <a:path w="584" h="573" extrusionOk="0">
                  <a:moveTo>
                    <a:pt x="278" y="1"/>
                  </a:moveTo>
                  <a:cubicBezTo>
                    <a:pt x="132" y="1"/>
                    <a:pt x="12" y="127"/>
                    <a:pt x="12" y="275"/>
                  </a:cubicBezTo>
                  <a:cubicBezTo>
                    <a:pt x="0" y="442"/>
                    <a:pt x="131" y="573"/>
                    <a:pt x="286" y="573"/>
                  </a:cubicBezTo>
                  <a:cubicBezTo>
                    <a:pt x="453" y="573"/>
                    <a:pt x="584" y="454"/>
                    <a:pt x="584" y="287"/>
                  </a:cubicBezTo>
                  <a:cubicBezTo>
                    <a:pt x="584" y="132"/>
                    <a:pt x="465" y="1"/>
                    <a:pt x="298" y="1"/>
                  </a:cubicBezTo>
                  <a:cubicBezTo>
                    <a:pt x="291" y="1"/>
                    <a:pt x="285" y="1"/>
                    <a:pt x="27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65"/>
            <p:cNvSpPr/>
            <p:nvPr/>
          </p:nvSpPr>
          <p:spPr>
            <a:xfrm>
              <a:off x="1167400" y="4022350"/>
              <a:ext cx="28000" cy="3900"/>
            </a:xfrm>
            <a:custGeom>
              <a:avLst/>
              <a:gdLst/>
              <a:ahLst/>
              <a:cxnLst/>
              <a:rect l="l" t="t" r="r" b="b"/>
              <a:pathLst>
                <a:path w="1120" h="156" extrusionOk="0">
                  <a:moveTo>
                    <a:pt x="1048" y="1"/>
                  </a:moveTo>
                  <a:lnTo>
                    <a:pt x="60" y="36"/>
                  </a:lnTo>
                  <a:cubicBezTo>
                    <a:pt x="24" y="36"/>
                    <a:pt x="0" y="60"/>
                    <a:pt x="0" y="96"/>
                  </a:cubicBezTo>
                  <a:cubicBezTo>
                    <a:pt x="0" y="131"/>
                    <a:pt x="24" y="155"/>
                    <a:pt x="60" y="155"/>
                  </a:cubicBezTo>
                  <a:lnTo>
                    <a:pt x="1060" y="120"/>
                  </a:lnTo>
                  <a:cubicBezTo>
                    <a:pt x="1084" y="120"/>
                    <a:pt x="1120" y="84"/>
                    <a:pt x="1108" y="60"/>
                  </a:cubicBezTo>
                  <a:cubicBezTo>
                    <a:pt x="1108" y="24"/>
                    <a:pt x="1084" y="1"/>
                    <a:pt x="10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65"/>
            <p:cNvSpPr/>
            <p:nvPr/>
          </p:nvSpPr>
          <p:spPr>
            <a:xfrm>
              <a:off x="1165600" y="3997400"/>
              <a:ext cx="41100" cy="23200"/>
            </a:xfrm>
            <a:custGeom>
              <a:avLst/>
              <a:gdLst/>
              <a:ahLst/>
              <a:cxnLst/>
              <a:rect l="l" t="t" r="r" b="b"/>
              <a:pathLst>
                <a:path w="1644" h="928" extrusionOk="0">
                  <a:moveTo>
                    <a:pt x="1144" y="117"/>
                  </a:moveTo>
                  <a:cubicBezTo>
                    <a:pt x="1168" y="129"/>
                    <a:pt x="1156" y="165"/>
                    <a:pt x="1144" y="213"/>
                  </a:cubicBezTo>
                  <a:cubicBezTo>
                    <a:pt x="1084" y="367"/>
                    <a:pt x="1001" y="510"/>
                    <a:pt x="906" y="629"/>
                  </a:cubicBezTo>
                  <a:cubicBezTo>
                    <a:pt x="894" y="629"/>
                    <a:pt x="894" y="641"/>
                    <a:pt x="882" y="641"/>
                  </a:cubicBezTo>
                  <a:cubicBezTo>
                    <a:pt x="894" y="606"/>
                    <a:pt x="906" y="570"/>
                    <a:pt x="918" y="522"/>
                  </a:cubicBezTo>
                  <a:cubicBezTo>
                    <a:pt x="953" y="403"/>
                    <a:pt x="977" y="296"/>
                    <a:pt x="1049" y="189"/>
                  </a:cubicBezTo>
                  <a:cubicBezTo>
                    <a:pt x="1061" y="165"/>
                    <a:pt x="1084" y="141"/>
                    <a:pt x="1108" y="129"/>
                  </a:cubicBezTo>
                  <a:cubicBezTo>
                    <a:pt x="1108" y="117"/>
                    <a:pt x="1120" y="117"/>
                    <a:pt x="1132" y="117"/>
                  </a:cubicBezTo>
                  <a:close/>
                  <a:moveTo>
                    <a:pt x="1465" y="403"/>
                  </a:moveTo>
                  <a:cubicBezTo>
                    <a:pt x="1501" y="403"/>
                    <a:pt x="1525" y="415"/>
                    <a:pt x="1525" y="439"/>
                  </a:cubicBezTo>
                  <a:cubicBezTo>
                    <a:pt x="1525" y="451"/>
                    <a:pt x="1513" y="475"/>
                    <a:pt x="1465" y="510"/>
                  </a:cubicBezTo>
                  <a:cubicBezTo>
                    <a:pt x="1322" y="629"/>
                    <a:pt x="1132" y="701"/>
                    <a:pt x="965" y="737"/>
                  </a:cubicBezTo>
                  <a:cubicBezTo>
                    <a:pt x="977" y="725"/>
                    <a:pt x="977" y="713"/>
                    <a:pt x="989" y="713"/>
                  </a:cubicBezTo>
                  <a:cubicBezTo>
                    <a:pt x="1096" y="606"/>
                    <a:pt x="1215" y="522"/>
                    <a:pt x="1346" y="439"/>
                  </a:cubicBezTo>
                  <a:cubicBezTo>
                    <a:pt x="1394" y="415"/>
                    <a:pt x="1430" y="403"/>
                    <a:pt x="1465" y="403"/>
                  </a:cubicBezTo>
                  <a:close/>
                  <a:moveTo>
                    <a:pt x="1126" y="1"/>
                  </a:moveTo>
                  <a:cubicBezTo>
                    <a:pt x="1101" y="1"/>
                    <a:pt x="1074" y="7"/>
                    <a:pt x="1049" y="22"/>
                  </a:cubicBezTo>
                  <a:cubicBezTo>
                    <a:pt x="1001" y="46"/>
                    <a:pt x="977" y="94"/>
                    <a:pt x="953" y="129"/>
                  </a:cubicBezTo>
                  <a:cubicBezTo>
                    <a:pt x="870" y="248"/>
                    <a:pt x="834" y="379"/>
                    <a:pt x="811" y="498"/>
                  </a:cubicBezTo>
                  <a:cubicBezTo>
                    <a:pt x="787" y="594"/>
                    <a:pt x="763" y="689"/>
                    <a:pt x="715" y="772"/>
                  </a:cubicBezTo>
                  <a:lnTo>
                    <a:pt x="60" y="820"/>
                  </a:lnTo>
                  <a:cubicBezTo>
                    <a:pt x="25" y="820"/>
                    <a:pt x="1" y="844"/>
                    <a:pt x="1" y="879"/>
                  </a:cubicBezTo>
                  <a:cubicBezTo>
                    <a:pt x="13" y="903"/>
                    <a:pt x="37" y="927"/>
                    <a:pt x="60" y="927"/>
                  </a:cubicBezTo>
                  <a:lnTo>
                    <a:pt x="72" y="927"/>
                  </a:lnTo>
                  <a:lnTo>
                    <a:pt x="763" y="879"/>
                  </a:lnTo>
                  <a:cubicBezTo>
                    <a:pt x="775" y="891"/>
                    <a:pt x="775" y="891"/>
                    <a:pt x="787" y="891"/>
                  </a:cubicBezTo>
                  <a:cubicBezTo>
                    <a:pt x="799" y="891"/>
                    <a:pt x="799" y="891"/>
                    <a:pt x="811" y="879"/>
                  </a:cubicBezTo>
                  <a:lnTo>
                    <a:pt x="1108" y="856"/>
                  </a:lnTo>
                  <a:cubicBezTo>
                    <a:pt x="1144" y="856"/>
                    <a:pt x="1168" y="832"/>
                    <a:pt x="1168" y="796"/>
                  </a:cubicBezTo>
                  <a:cubicBezTo>
                    <a:pt x="1311" y="748"/>
                    <a:pt x="1442" y="677"/>
                    <a:pt x="1537" y="606"/>
                  </a:cubicBezTo>
                  <a:cubicBezTo>
                    <a:pt x="1561" y="582"/>
                    <a:pt x="1644" y="522"/>
                    <a:pt x="1632" y="427"/>
                  </a:cubicBezTo>
                  <a:cubicBezTo>
                    <a:pt x="1632" y="344"/>
                    <a:pt x="1549" y="284"/>
                    <a:pt x="1477" y="284"/>
                  </a:cubicBezTo>
                  <a:cubicBezTo>
                    <a:pt x="1406" y="284"/>
                    <a:pt x="1346" y="308"/>
                    <a:pt x="1299" y="344"/>
                  </a:cubicBezTo>
                  <a:cubicBezTo>
                    <a:pt x="1251" y="367"/>
                    <a:pt x="1215" y="391"/>
                    <a:pt x="1180" y="415"/>
                  </a:cubicBezTo>
                  <a:cubicBezTo>
                    <a:pt x="1203" y="356"/>
                    <a:pt x="1227" y="308"/>
                    <a:pt x="1251" y="248"/>
                  </a:cubicBezTo>
                  <a:cubicBezTo>
                    <a:pt x="1299" y="129"/>
                    <a:pt x="1263" y="70"/>
                    <a:pt x="1215" y="34"/>
                  </a:cubicBezTo>
                  <a:cubicBezTo>
                    <a:pt x="1195" y="13"/>
                    <a:pt x="1162" y="1"/>
                    <a:pt x="11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65"/>
            <p:cNvSpPr/>
            <p:nvPr/>
          </p:nvSpPr>
          <p:spPr>
            <a:xfrm>
              <a:off x="1167400" y="3676775"/>
              <a:ext cx="325" cy="325"/>
            </a:xfrm>
            <a:custGeom>
              <a:avLst/>
              <a:gdLst/>
              <a:ahLst/>
              <a:cxnLst/>
              <a:rect l="l" t="t" r="r" b="b"/>
              <a:pathLst>
                <a:path w="13" h="13" extrusionOk="0">
                  <a:moveTo>
                    <a:pt x="0" y="0"/>
                  </a:moveTo>
                  <a:cubicBezTo>
                    <a:pt x="0" y="0"/>
                    <a:pt x="12" y="12"/>
                    <a:pt x="12" y="12"/>
                  </a:cubicBezTo>
                  <a:lnTo>
                    <a:pt x="12" y="12"/>
                  </a:lnTo>
                  <a:lnTo>
                    <a:pt x="12" y="12"/>
                  </a:lnTo>
                  <a:cubicBezTo>
                    <a:pt x="12" y="12"/>
                    <a:pt x="12" y="12"/>
                    <a:pt x="0" y="0"/>
                  </a:cubicBezTo>
                  <a:close/>
                </a:path>
              </a:pathLst>
            </a:custGeom>
            <a:solidFill>
              <a:srgbClr val="FCB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65"/>
            <p:cNvSpPr/>
            <p:nvPr/>
          </p:nvSpPr>
          <p:spPr>
            <a:xfrm>
              <a:off x="951900" y="3548650"/>
              <a:ext cx="196175" cy="199575"/>
            </a:xfrm>
            <a:custGeom>
              <a:avLst/>
              <a:gdLst/>
              <a:ahLst/>
              <a:cxnLst/>
              <a:rect l="l" t="t" r="r" b="b"/>
              <a:pathLst>
                <a:path w="7847" h="7983" extrusionOk="0">
                  <a:moveTo>
                    <a:pt x="1126" y="0"/>
                  </a:moveTo>
                  <a:cubicBezTo>
                    <a:pt x="1109" y="0"/>
                    <a:pt x="1095" y="6"/>
                    <a:pt x="1084" y="18"/>
                  </a:cubicBezTo>
                  <a:cubicBezTo>
                    <a:pt x="965" y="137"/>
                    <a:pt x="1250" y="672"/>
                    <a:pt x="1417" y="958"/>
                  </a:cubicBezTo>
                  <a:cubicBezTo>
                    <a:pt x="1233" y="655"/>
                    <a:pt x="853" y="107"/>
                    <a:pt x="642" y="107"/>
                  </a:cubicBezTo>
                  <a:cubicBezTo>
                    <a:pt x="621" y="107"/>
                    <a:pt x="601" y="113"/>
                    <a:pt x="584" y="125"/>
                  </a:cubicBezTo>
                  <a:cubicBezTo>
                    <a:pt x="417" y="232"/>
                    <a:pt x="1227" y="1399"/>
                    <a:pt x="1227" y="1399"/>
                  </a:cubicBezTo>
                  <a:cubicBezTo>
                    <a:pt x="1227" y="1399"/>
                    <a:pt x="604" y="511"/>
                    <a:pt x="370" y="511"/>
                  </a:cubicBezTo>
                  <a:cubicBezTo>
                    <a:pt x="351" y="511"/>
                    <a:pt x="335" y="517"/>
                    <a:pt x="322" y="530"/>
                  </a:cubicBezTo>
                  <a:cubicBezTo>
                    <a:pt x="143" y="696"/>
                    <a:pt x="893" y="1673"/>
                    <a:pt x="893" y="1673"/>
                  </a:cubicBezTo>
                  <a:cubicBezTo>
                    <a:pt x="893" y="1673"/>
                    <a:pt x="362" y="984"/>
                    <a:pt x="167" y="984"/>
                  </a:cubicBezTo>
                  <a:cubicBezTo>
                    <a:pt x="147" y="984"/>
                    <a:pt x="131" y="991"/>
                    <a:pt x="119" y="1006"/>
                  </a:cubicBezTo>
                  <a:cubicBezTo>
                    <a:pt x="0" y="1161"/>
                    <a:pt x="500" y="1815"/>
                    <a:pt x="643" y="1982"/>
                  </a:cubicBezTo>
                  <a:cubicBezTo>
                    <a:pt x="667" y="2018"/>
                    <a:pt x="1405" y="3042"/>
                    <a:pt x="1405" y="3042"/>
                  </a:cubicBezTo>
                  <a:lnTo>
                    <a:pt x="2036" y="3875"/>
                  </a:lnTo>
                  <a:lnTo>
                    <a:pt x="2381" y="4268"/>
                  </a:lnTo>
                  <a:lnTo>
                    <a:pt x="2548" y="4471"/>
                  </a:lnTo>
                  <a:lnTo>
                    <a:pt x="2631" y="4566"/>
                  </a:lnTo>
                  <a:lnTo>
                    <a:pt x="2727" y="4673"/>
                  </a:lnTo>
                  <a:lnTo>
                    <a:pt x="3084" y="5054"/>
                  </a:lnTo>
                  <a:cubicBezTo>
                    <a:pt x="3143" y="5113"/>
                    <a:pt x="3203" y="5185"/>
                    <a:pt x="3263" y="5244"/>
                  </a:cubicBezTo>
                  <a:lnTo>
                    <a:pt x="3453" y="5435"/>
                  </a:lnTo>
                  <a:lnTo>
                    <a:pt x="3846" y="5804"/>
                  </a:lnTo>
                  <a:lnTo>
                    <a:pt x="4251" y="6161"/>
                  </a:lnTo>
                  <a:cubicBezTo>
                    <a:pt x="4798" y="6626"/>
                    <a:pt x="5382" y="7054"/>
                    <a:pt x="6037" y="7435"/>
                  </a:cubicBezTo>
                  <a:cubicBezTo>
                    <a:pt x="6358" y="7626"/>
                    <a:pt x="6692" y="7804"/>
                    <a:pt x="7049" y="7959"/>
                  </a:cubicBezTo>
                  <a:cubicBezTo>
                    <a:pt x="7061" y="7971"/>
                    <a:pt x="7073" y="7971"/>
                    <a:pt x="7084" y="7983"/>
                  </a:cubicBezTo>
                  <a:cubicBezTo>
                    <a:pt x="7263" y="7542"/>
                    <a:pt x="7442" y="7102"/>
                    <a:pt x="7596" y="6661"/>
                  </a:cubicBezTo>
                  <a:cubicBezTo>
                    <a:pt x="7680" y="6304"/>
                    <a:pt x="7763" y="5947"/>
                    <a:pt x="7823" y="5578"/>
                  </a:cubicBezTo>
                  <a:cubicBezTo>
                    <a:pt x="7835" y="5530"/>
                    <a:pt x="7846" y="5483"/>
                    <a:pt x="7846" y="5435"/>
                  </a:cubicBezTo>
                  <a:cubicBezTo>
                    <a:pt x="7644" y="5352"/>
                    <a:pt x="7454" y="5268"/>
                    <a:pt x="7251" y="5173"/>
                  </a:cubicBezTo>
                  <a:cubicBezTo>
                    <a:pt x="6727" y="4935"/>
                    <a:pt x="6215" y="4625"/>
                    <a:pt x="5727" y="4280"/>
                  </a:cubicBezTo>
                  <a:lnTo>
                    <a:pt x="5358" y="4006"/>
                  </a:lnTo>
                  <a:lnTo>
                    <a:pt x="5001" y="3720"/>
                  </a:lnTo>
                  <a:lnTo>
                    <a:pt x="4822" y="3578"/>
                  </a:lnTo>
                  <a:cubicBezTo>
                    <a:pt x="4763" y="3530"/>
                    <a:pt x="4703" y="3470"/>
                    <a:pt x="4644" y="3423"/>
                  </a:cubicBezTo>
                  <a:lnTo>
                    <a:pt x="4298" y="3113"/>
                  </a:lnTo>
                  <a:lnTo>
                    <a:pt x="4215" y="3042"/>
                  </a:lnTo>
                  <a:lnTo>
                    <a:pt x="4132" y="2958"/>
                  </a:lnTo>
                  <a:lnTo>
                    <a:pt x="3965" y="2792"/>
                  </a:lnTo>
                  <a:lnTo>
                    <a:pt x="3632" y="2470"/>
                  </a:lnTo>
                  <a:lnTo>
                    <a:pt x="2989" y="1780"/>
                  </a:lnTo>
                  <a:cubicBezTo>
                    <a:pt x="2798" y="1268"/>
                    <a:pt x="2477" y="244"/>
                    <a:pt x="2298" y="160"/>
                  </a:cubicBezTo>
                  <a:cubicBezTo>
                    <a:pt x="2290" y="156"/>
                    <a:pt x="2283" y="154"/>
                    <a:pt x="2276" y="154"/>
                  </a:cubicBezTo>
                  <a:cubicBezTo>
                    <a:pt x="2130" y="154"/>
                    <a:pt x="2239" y="1113"/>
                    <a:pt x="2239" y="1113"/>
                  </a:cubicBezTo>
                  <a:cubicBezTo>
                    <a:pt x="2239" y="1113"/>
                    <a:pt x="1376" y="0"/>
                    <a:pt x="1126" y="0"/>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65"/>
            <p:cNvSpPr/>
            <p:nvPr/>
          </p:nvSpPr>
          <p:spPr>
            <a:xfrm>
              <a:off x="1113525" y="3648725"/>
              <a:ext cx="178625" cy="202525"/>
            </a:xfrm>
            <a:custGeom>
              <a:avLst/>
              <a:gdLst/>
              <a:ahLst/>
              <a:cxnLst/>
              <a:rect l="l" t="t" r="r" b="b"/>
              <a:pathLst>
                <a:path w="7145" h="8101" extrusionOk="0">
                  <a:moveTo>
                    <a:pt x="2526" y="1"/>
                  </a:moveTo>
                  <a:cubicBezTo>
                    <a:pt x="2205" y="1"/>
                    <a:pt x="1833" y="20"/>
                    <a:pt x="1417" y="75"/>
                  </a:cubicBezTo>
                  <a:cubicBezTo>
                    <a:pt x="0" y="265"/>
                    <a:pt x="107" y="7326"/>
                    <a:pt x="107" y="7326"/>
                  </a:cubicBezTo>
                  <a:cubicBezTo>
                    <a:pt x="107" y="7326"/>
                    <a:pt x="1608" y="8040"/>
                    <a:pt x="3608" y="8099"/>
                  </a:cubicBezTo>
                  <a:lnTo>
                    <a:pt x="3667" y="8099"/>
                  </a:lnTo>
                  <a:cubicBezTo>
                    <a:pt x="3703" y="8100"/>
                    <a:pt x="3739" y="8100"/>
                    <a:pt x="3775" y="8100"/>
                  </a:cubicBezTo>
                  <a:cubicBezTo>
                    <a:pt x="5731" y="8100"/>
                    <a:pt x="7144" y="7468"/>
                    <a:pt x="7144" y="7468"/>
                  </a:cubicBezTo>
                  <a:lnTo>
                    <a:pt x="6465" y="4182"/>
                  </a:lnTo>
                  <a:cubicBezTo>
                    <a:pt x="6406" y="2301"/>
                    <a:pt x="5632" y="218"/>
                    <a:pt x="5453" y="194"/>
                  </a:cubicBezTo>
                  <a:cubicBezTo>
                    <a:pt x="4612" y="98"/>
                    <a:pt x="4273" y="77"/>
                    <a:pt x="4063" y="77"/>
                  </a:cubicBezTo>
                  <a:cubicBezTo>
                    <a:pt x="3958" y="77"/>
                    <a:pt x="3886" y="83"/>
                    <a:pt x="3798" y="87"/>
                  </a:cubicBezTo>
                  <a:cubicBezTo>
                    <a:pt x="3623" y="79"/>
                    <a:pt x="3179" y="1"/>
                    <a:pt x="25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65"/>
            <p:cNvSpPr/>
            <p:nvPr/>
          </p:nvSpPr>
          <p:spPr>
            <a:xfrm>
              <a:off x="1059650" y="3632075"/>
              <a:ext cx="137825" cy="108725"/>
            </a:xfrm>
            <a:custGeom>
              <a:avLst/>
              <a:gdLst/>
              <a:ahLst/>
              <a:cxnLst/>
              <a:rect l="l" t="t" r="r" b="b"/>
              <a:pathLst>
                <a:path w="5513" h="4349" extrusionOk="0">
                  <a:moveTo>
                    <a:pt x="1673" y="1"/>
                  </a:moveTo>
                  <a:cubicBezTo>
                    <a:pt x="1302" y="1"/>
                    <a:pt x="341" y="2125"/>
                    <a:pt x="36" y="3039"/>
                  </a:cubicBezTo>
                  <a:cubicBezTo>
                    <a:pt x="0" y="3158"/>
                    <a:pt x="238" y="3360"/>
                    <a:pt x="560" y="3586"/>
                  </a:cubicBezTo>
                  <a:cubicBezTo>
                    <a:pt x="560" y="3586"/>
                    <a:pt x="1465" y="4348"/>
                    <a:pt x="2479" y="4348"/>
                  </a:cubicBezTo>
                  <a:cubicBezTo>
                    <a:pt x="2899" y="4348"/>
                    <a:pt x="3338" y="4218"/>
                    <a:pt x="3739" y="3848"/>
                  </a:cubicBezTo>
                  <a:cubicBezTo>
                    <a:pt x="3739" y="3848"/>
                    <a:pt x="5513" y="2122"/>
                    <a:pt x="2977" y="455"/>
                  </a:cubicBezTo>
                  <a:cubicBezTo>
                    <a:pt x="2977" y="455"/>
                    <a:pt x="2167" y="110"/>
                    <a:pt x="1691" y="2"/>
                  </a:cubicBezTo>
                  <a:cubicBezTo>
                    <a:pt x="1685" y="1"/>
                    <a:pt x="1679" y="1"/>
                    <a:pt x="16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65"/>
            <p:cNvSpPr/>
            <p:nvPr/>
          </p:nvSpPr>
          <p:spPr>
            <a:xfrm>
              <a:off x="1225725" y="3682425"/>
              <a:ext cx="325" cy="325"/>
            </a:xfrm>
            <a:custGeom>
              <a:avLst/>
              <a:gdLst/>
              <a:ahLst/>
              <a:cxnLst/>
              <a:rect l="l" t="t" r="r" b="b"/>
              <a:pathLst>
                <a:path w="13" h="13" extrusionOk="0">
                  <a:moveTo>
                    <a:pt x="13" y="1"/>
                  </a:moveTo>
                  <a:cubicBezTo>
                    <a:pt x="13" y="1"/>
                    <a:pt x="1" y="13"/>
                    <a:pt x="1" y="13"/>
                  </a:cubicBezTo>
                  <a:cubicBezTo>
                    <a:pt x="13" y="13"/>
                    <a:pt x="13" y="1"/>
                    <a:pt x="13" y="1"/>
                  </a:cubicBezTo>
                  <a:close/>
                </a:path>
              </a:pathLst>
            </a:custGeom>
            <a:solidFill>
              <a:srgbClr val="FCB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65"/>
            <p:cNvSpPr/>
            <p:nvPr/>
          </p:nvSpPr>
          <p:spPr>
            <a:xfrm>
              <a:off x="1238525" y="3509950"/>
              <a:ext cx="161650" cy="232025"/>
            </a:xfrm>
            <a:custGeom>
              <a:avLst/>
              <a:gdLst/>
              <a:ahLst/>
              <a:cxnLst/>
              <a:rect l="l" t="t" r="r" b="b"/>
              <a:pathLst>
                <a:path w="6466" h="9281" extrusionOk="0">
                  <a:moveTo>
                    <a:pt x="5603" y="1"/>
                  </a:moveTo>
                  <a:cubicBezTo>
                    <a:pt x="5395" y="1"/>
                    <a:pt x="5163" y="678"/>
                    <a:pt x="5049" y="1030"/>
                  </a:cubicBezTo>
                  <a:cubicBezTo>
                    <a:pt x="5133" y="708"/>
                    <a:pt x="5263" y="125"/>
                    <a:pt x="5121" y="30"/>
                  </a:cubicBezTo>
                  <a:cubicBezTo>
                    <a:pt x="5112" y="24"/>
                    <a:pt x="5103" y="22"/>
                    <a:pt x="5093" y="22"/>
                  </a:cubicBezTo>
                  <a:cubicBezTo>
                    <a:pt x="4867" y="22"/>
                    <a:pt x="4299" y="1387"/>
                    <a:pt x="4299" y="1387"/>
                  </a:cubicBezTo>
                  <a:cubicBezTo>
                    <a:pt x="4299" y="1387"/>
                    <a:pt x="4152" y="471"/>
                    <a:pt x="4015" y="471"/>
                  </a:cubicBezTo>
                  <a:cubicBezTo>
                    <a:pt x="4007" y="471"/>
                    <a:pt x="3998" y="474"/>
                    <a:pt x="3990" y="482"/>
                  </a:cubicBezTo>
                  <a:cubicBezTo>
                    <a:pt x="3847" y="613"/>
                    <a:pt x="3799" y="1685"/>
                    <a:pt x="3739" y="2220"/>
                  </a:cubicBezTo>
                  <a:lnTo>
                    <a:pt x="3311" y="3066"/>
                  </a:lnTo>
                  <a:lnTo>
                    <a:pt x="3073" y="3459"/>
                  </a:lnTo>
                  <a:lnTo>
                    <a:pt x="2954" y="3661"/>
                  </a:lnTo>
                  <a:lnTo>
                    <a:pt x="2894" y="3768"/>
                  </a:lnTo>
                  <a:lnTo>
                    <a:pt x="2835" y="3864"/>
                  </a:lnTo>
                  <a:lnTo>
                    <a:pt x="2573" y="4245"/>
                  </a:lnTo>
                  <a:cubicBezTo>
                    <a:pt x="2537" y="4316"/>
                    <a:pt x="2489" y="4375"/>
                    <a:pt x="2454" y="4447"/>
                  </a:cubicBezTo>
                  <a:lnTo>
                    <a:pt x="2311" y="4626"/>
                  </a:lnTo>
                  <a:lnTo>
                    <a:pt x="2037" y="4995"/>
                  </a:lnTo>
                  <a:lnTo>
                    <a:pt x="1751" y="5352"/>
                  </a:lnTo>
                  <a:cubicBezTo>
                    <a:pt x="1370" y="5816"/>
                    <a:pt x="953" y="6245"/>
                    <a:pt x="525" y="6614"/>
                  </a:cubicBezTo>
                  <a:cubicBezTo>
                    <a:pt x="346" y="6757"/>
                    <a:pt x="180" y="6900"/>
                    <a:pt x="1" y="7019"/>
                  </a:cubicBezTo>
                  <a:cubicBezTo>
                    <a:pt x="25" y="7066"/>
                    <a:pt x="49" y="7114"/>
                    <a:pt x="72" y="7162"/>
                  </a:cubicBezTo>
                  <a:cubicBezTo>
                    <a:pt x="227" y="7495"/>
                    <a:pt x="394" y="7816"/>
                    <a:pt x="572" y="8150"/>
                  </a:cubicBezTo>
                  <a:cubicBezTo>
                    <a:pt x="846" y="8531"/>
                    <a:pt x="1120" y="8912"/>
                    <a:pt x="1406" y="9281"/>
                  </a:cubicBezTo>
                  <a:cubicBezTo>
                    <a:pt x="1418" y="9281"/>
                    <a:pt x="1430" y="9269"/>
                    <a:pt x="1442" y="9257"/>
                  </a:cubicBezTo>
                  <a:cubicBezTo>
                    <a:pt x="1751" y="9007"/>
                    <a:pt x="2025" y="8757"/>
                    <a:pt x="2287" y="8483"/>
                  </a:cubicBezTo>
                  <a:cubicBezTo>
                    <a:pt x="2811" y="7947"/>
                    <a:pt x="3263" y="7376"/>
                    <a:pt x="3668" y="6781"/>
                  </a:cubicBezTo>
                  <a:lnTo>
                    <a:pt x="3966" y="6340"/>
                  </a:lnTo>
                  <a:lnTo>
                    <a:pt x="4240" y="5876"/>
                  </a:lnTo>
                  <a:lnTo>
                    <a:pt x="4382" y="5649"/>
                  </a:lnTo>
                  <a:cubicBezTo>
                    <a:pt x="4430" y="5578"/>
                    <a:pt x="4466" y="5495"/>
                    <a:pt x="4513" y="5411"/>
                  </a:cubicBezTo>
                  <a:lnTo>
                    <a:pt x="4752" y="4947"/>
                  </a:lnTo>
                  <a:lnTo>
                    <a:pt x="4823" y="4828"/>
                  </a:lnTo>
                  <a:lnTo>
                    <a:pt x="4871" y="4709"/>
                  </a:lnTo>
                  <a:lnTo>
                    <a:pt x="4990" y="4471"/>
                  </a:lnTo>
                  <a:lnTo>
                    <a:pt x="5204" y="3994"/>
                  </a:lnTo>
                  <a:lnTo>
                    <a:pt x="5609" y="3030"/>
                  </a:lnTo>
                  <a:cubicBezTo>
                    <a:pt x="5609" y="3030"/>
                    <a:pt x="6049" y="1851"/>
                    <a:pt x="6073" y="1816"/>
                  </a:cubicBezTo>
                  <a:cubicBezTo>
                    <a:pt x="6156" y="1613"/>
                    <a:pt x="6466" y="863"/>
                    <a:pt x="6323" y="732"/>
                  </a:cubicBezTo>
                  <a:cubicBezTo>
                    <a:pt x="6312" y="724"/>
                    <a:pt x="6300" y="720"/>
                    <a:pt x="6287" y="720"/>
                  </a:cubicBezTo>
                  <a:cubicBezTo>
                    <a:pt x="6100" y="720"/>
                    <a:pt x="5754" y="1556"/>
                    <a:pt x="5740" y="1588"/>
                  </a:cubicBezTo>
                  <a:lnTo>
                    <a:pt x="5740" y="1588"/>
                  </a:lnTo>
                  <a:cubicBezTo>
                    <a:pt x="5756" y="1551"/>
                    <a:pt x="6212" y="433"/>
                    <a:pt x="6002" y="327"/>
                  </a:cubicBezTo>
                  <a:cubicBezTo>
                    <a:pt x="5991" y="322"/>
                    <a:pt x="5980" y="319"/>
                    <a:pt x="5968" y="319"/>
                  </a:cubicBezTo>
                  <a:cubicBezTo>
                    <a:pt x="5736" y="319"/>
                    <a:pt x="5347" y="1399"/>
                    <a:pt x="5347" y="1399"/>
                  </a:cubicBezTo>
                  <a:cubicBezTo>
                    <a:pt x="5347" y="1399"/>
                    <a:pt x="5823" y="65"/>
                    <a:pt x="5633" y="6"/>
                  </a:cubicBezTo>
                  <a:cubicBezTo>
                    <a:pt x="5623" y="3"/>
                    <a:pt x="5613" y="1"/>
                    <a:pt x="5603" y="1"/>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65"/>
            <p:cNvSpPr/>
            <p:nvPr/>
          </p:nvSpPr>
          <p:spPr>
            <a:xfrm>
              <a:off x="1193000" y="3632150"/>
              <a:ext cx="139925" cy="111725"/>
            </a:xfrm>
            <a:custGeom>
              <a:avLst/>
              <a:gdLst/>
              <a:ahLst/>
              <a:cxnLst/>
              <a:rect l="l" t="t" r="r" b="b"/>
              <a:pathLst>
                <a:path w="5597" h="4469" extrusionOk="0">
                  <a:moveTo>
                    <a:pt x="3191" y="1"/>
                  </a:moveTo>
                  <a:cubicBezTo>
                    <a:pt x="3173" y="1"/>
                    <a:pt x="3157" y="4"/>
                    <a:pt x="3144" y="11"/>
                  </a:cubicBezTo>
                  <a:cubicBezTo>
                    <a:pt x="2703" y="226"/>
                    <a:pt x="2012" y="773"/>
                    <a:pt x="2012" y="773"/>
                  </a:cubicBezTo>
                  <a:cubicBezTo>
                    <a:pt x="0" y="3047"/>
                    <a:pt x="2155" y="4250"/>
                    <a:pt x="2155" y="4250"/>
                  </a:cubicBezTo>
                  <a:cubicBezTo>
                    <a:pt x="2455" y="4405"/>
                    <a:pt x="2744" y="4469"/>
                    <a:pt x="3018" y="4469"/>
                  </a:cubicBezTo>
                  <a:cubicBezTo>
                    <a:pt x="4257" y="4469"/>
                    <a:pt x="5168" y="3167"/>
                    <a:pt x="5168" y="3167"/>
                  </a:cubicBezTo>
                  <a:cubicBezTo>
                    <a:pt x="5418" y="2869"/>
                    <a:pt x="5596" y="2607"/>
                    <a:pt x="5525" y="2500"/>
                  </a:cubicBezTo>
                  <a:cubicBezTo>
                    <a:pt x="5012" y="1725"/>
                    <a:pt x="3594" y="1"/>
                    <a:pt x="319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65"/>
            <p:cNvSpPr/>
            <p:nvPr/>
          </p:nvSpPr>
          <p:spPr>
            <a:xfrm>
              <a:off x="1161450" y="3650725"/>
              <a:ext cx="79500" cy="40950"/>
            </a:xfrm>
            <a:custGeom>
              <a:avLst/>
              <a:gdLst/>
              <a:ahLst/>
              <a:cxnLst/>
              <a:rect l="l" t="t" r="r" b="b"/>
              <a:pathLst>
                <a:path w="3180" h="1638" extrusionOk="0">
                  <a:moveTo>
                    <a:pt x="1804" y="1"/>
                  </a:moveTo>
                  <a:cubicBezTo>
                    <a:pt x="1384" y="1"/>
                    <a:pt x="893" y="24"/>
                    <a:pt x="369" y="126"/>
                  </a:cubicBezTo>
                  <a:cubicBezTo>
                    <a:pt x="0" y="197"/>
                    <a:pt x="12" y="495"/>
                    <a:pt x="12" y="495"/>
                  </a:cubicBezTo>
                  <a:cubicBezTo>
                    <a:pt x="24" y="1130"/>
                    <a:pt x="524" y="1638"/>
                    <a:pt x="1122" y="1638"/>
                  </a:cubicBezTo>
                  <a:cubicBezTo>
                    <a:pt x="1129" y="1638"/>
                    <a:pt x="1136" y="1638"/>
                    <a:pt x="1143" y="1638"/>
                  </a:cubicBezTo>
                  <a:lnTo>
                    <a:pt x="1893" y="1626"/>
                  </a:lnTo>
                  <a:cubicBezTo>
                    <a:pt x="2608" y="1614"/>
                    <a:pt x="3179" y="1078"/>
                    <a:pt x="3167" y="340"/>
                  </a:cubicBezTo>
                  <a:cubicBezTo>
                    <a:pt x="3167" y="340"/>
                    <a:pt x="3179" y="18"/>
                    <a:pt x="2829" y="18"/>
                  </a:cubicBezTo>
                  <a:cubicBezTo>
                    <a:pt x="2823" y="18"/>
                    <a:pt x="2817" y="18"/>
                    <a:pt x="2810" y="18"/>
                  </a:cubicBezTo>
                  <a:cubicBezTo>
                    <a:pt x="2784" y="19"/>
                    <a:pt x="2756" y="19"/>
                    <a:pt x="2727" y="19"/>
                  </a:cubicBezTo>
                  <a:cubicBezTo>
                    <a:pt x="2494" y="19"/>
                    <a:pt x="2177" y="1"/>
                    <a:pt x="18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65"/>
            <p:cNvSpPr/>
            <p:nvPr/>
          </p:nvSpPr>
          <p:spPr>
            <a:xfrm>
              <a:off x="1109350" y="3649675"/>
              <a:ext cx="189925" cy="264350"/>
            </a:xfrm>
            <a:custGeom>
              <a:avLst/>
              <a:gdLst/>
              <a:ahLst/>
              <a:cxnLst/>
              <a:rect l="l" t="t" r="r" b="b"/>
              <a:pathLst>
                <a:path w="7597" h="10574" extrusionOk="0">
                  <a:moveTo>
                    <a:pt x="2179" y="1"/>
                  </a:moveTo>
                  <a:lnTo>
                    <a:pt x="1501" y="37"/>
                  </a:lnTo>
                  <a:cubicBezTo>
                    <a:pt x="1501" y="37"/>
                    <a:pt x="2084" y="1644"/>
                    <a:pt x="1787" y="2966"/>
                  </a:cubicBezTo>
                  <a:cubicBezTo>
                    <a:pt x="1489" y="4299"/>
                    <a:pt x="274" y="6061"/>
                    <a:pt x="274" y="6061"/>
                  </a:cubicBezTo>
                  <a:cubicBezTo>
                    <a:pt x="274" y="6061"/>
                    <a:pt x="1" y="8931"/>
                    <a:pt x="1" y="9931"/>
                  </a:cubicBezTo>
                  <a:cubicBezTo>
                    <a:pt x="1" y="10062"/>
                    <a:pt x="1120" y="10574"/>
                    <a:pt x="3882" y="10574"/>
                  </a:cubicBezTo>
                  <a:cubicBezTo>
                    <a:pt x="6597" y="10574"/>
                    <a:pt x="7597" y="9895"/>
                    <a:pt x="7597" y="9895"/>
                  </a:cubicBezTo>
                  <a:lnTo>
                    <a:pt x="6918" y="4013"/>
                  </a:lnTo>
                  <a:cubicBezTo>
                    <a:pt x="6918" y="4013"/>
                    <a:pt x="6168" y="501"/>
                    <a:pt x="5835" y="84"/>
                  </a:cubicBezTo>
                  <a:cubicBezTo>
                    <a:pt x="5835" y="84"/>
                    <a:pt x="5606" y="39"/>
                    <a:pt x="5387" y="39"/>
                  </a:cubicBezTo>
                  <a:cubicBezTo>
                    <a:pt x="5332" y="39"/>
                    <a:pt x="5277" y="41"/>
                    <a:pt x="5227" y="49"/>
                  </a:cubicBezTo>
                  <a:cubicBezTo>
                    <a:pt x="5227" y="49"/>
                    <a:pt x="5763" y="1453"/>
                    <a:pt x="5704" y="2144"/>
                  </a:cubicBezTo>
                  <a:cubicBezTo>
                    <a:pt x="5704" y="2144"/>
                    <a:pt x="3061" y="2311"/>
                    <a:pt x="2751" y="2346"/>
                  </a:cubicBezTo>
                  <a:cubicBezTo>
                    <a:pt x="2751" y="2346"/>
                    <a:pt x="2632" y="691"/>
                    <a:pt x="21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65"/>
            <p:cNvSpPr/>
            <p:nvPr/>
          </p:nvSpPr>
          <p:spPr>
            <a:xfrm>
              <a:off x="1177225" y="3719050"/>
              <a:ext cx="80975" cy="49000"/>
            </a:xfrm>
            <a:custGeom>
              <a:avLst/>
              <a:gdLst/>
              <a:ahLst/>
              <a:cxnLst/>
              <a:rect l="l" t="t" r="r" b="b"/>
              <a:pathLst>
                <a:path w="3239" h="1960" extrusionOk="0">
                  <a:moveTo>
                    <a:pt x="3096" y="0"/>
                  </a:moveTo>
                  <a:lnTo>
                    <a:pt x="0" y="191"/>
                  </a:lnTo>
                  <a:cubicBezTo>
                    <a:pt x="139" y="1770"/>
                    <a:pt x="1201" y="1959"/>
                    <a:pt x="1671" y="1959"/>
                  </a:cubicBezTo>
                  <a:cubicBezTo>
                    <a:pt x="1807" y="1959"/>
                    <a:pt x="1893" y="1943"/>
                    <a:pt x="1893" y="1941"/>
                  </a:cubicBezTo>
                  <a:cubicBezTo>
                    <a:pt x="3239" y="1750"/>
                    <a:pt x="3096" y="0"/>
                    <a:pt x="30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65"/>
            <p:cNvSpPr/>
            <p:nvPr/>
          </p:nvSpPr>
          <p:spPr>
            <a:xfrm>
              <a:off x="1150725" y="3700275"/>
              <a:ext cx="33075" cy="14950"/>
            </a:xfrm>
            <a:custGeom>
              <a:avLst/>
              <a:gdLst/>
              <a:ahLst/>
              <a:cxnLst/>
              <a:rect l="l" t="t" r="r" b="b"/>
              <a:pathLst>
                <a:path w="1323" h="598" extrusionOk="0">
                  <a:moveTo>
                    <a:pt x="1046" y="0"/>
                  </a:moveTo>
                  <a:cubicBezTo>
                    <a:pt x="1039" y="0"/>
                    <a:pt x="1032" y="0"/>
                    <a:pt x="1025" y="1"/>
                  </a:cubicBezTo>
                  <a:lnTo>
                    <a:pt x="251" y="72"/>
                  </a:lnTo>
                  <a:cubicBezTo>
                    <a:pt x="108" y="84"/>
                    <a:pt x="1" y="203"/>
                    <a:pt x="12" y="358"/>
                  </a:cubicBezTo>
                  <a:cubicBezTo>
                    <a:pt x="24" y="494"/>
                    <a:pt x="142" y="597"/>
                    <a:pt x="277" y="597"/>
                  </a:cubicBezTo>
                  <a:cubicBezTo>
                    <a:pt x="284" y="597"/>
                    <a:pt x="291" y="597"/>
                    <a:pt x="298" y="596"/>
                  </a:cubicBezTo>
                  <a:lnTo>
                    <a:pt x="1060" y="525"/>
                  </a:lnTo>
                  <a:cubicBezTo>
                    <a:pt x="1215" y="513"/>
                    <a:pt x="1322" y="382"/>
                    <a:pt x="1310" y="239"/>
                  </a:cubicBezTo>
                  <a:cubicBezTo>
                    <a:pt x="1288" y="104"/>
                    <a:pt x="1179" y="0"/>
                    <a:pt x="10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65"/>
            <p:cNvSpPr/>
            <p:nvPr/>
          </p:nvSpPr>
          <p:spPr>
            <a:xfrm>
              <a:off x="1243600" y="3690450"/>
              <a:ext cx="33050" cy="14950"/>
            </a:xfrm>
            <a:custGeom>
              <a:avLst/>
              <a:gdLst/>
              <a:ahLst/>
              <a:cxnLst/>
              <a:rect l="l" t="t" r="r" b="b"/>
              <a:pathLst>
                <a:path w="1322" h="598" extrusionOk="0">
                  <a:moveTo>
                    <a:pt x="1046" y="0"/>
                  </a:moveTo>
                  <a:cubicBezTo>
                    <a:pt x="1039" y="0"/>
                    <a:pt x="1032" y="0"/>
                    <a:pt x="1024" y="1"/>
                  </a:cubicBezTo>
                  <a:lnTo>
                    <a:pt x="250" y="73"/>
                  </a:lnTo>
                  <a:cubicBezTo>
                    <a:pt x="107" y="84"/>
                    <a:pt x="0" y="215"/>
                    <a:pt x="12" y="358"/>
                  </a:cubicBezTo>
                  <a:cubicBezTo>
                    <a:pt x="24" y="494"/>
                    <a:pt x="142" y="597"/>
                    <a:pt x="276" y="597"/>
                  </a:cubicBezTo>
                  <a:cubicBezTo>
                    <a:pt x="283" y="597"/>
                    <a:pt x="291" y="597"/>
                    <a:pt x="298" y="596"/>
                  </a:cubicBezTo>
                  <a:lnTo>
                    <a:pt x="1060" y="525"/>
                  </a:lnTo>
                  <a:cubicBezTo>
                    <a:pt x="1215" y="513"/>
                    <a:pt x="1322" y="394"/>
                    <a:pt x="1310" y="239"/>
                  </a:cubicBezTo>
                  <a:cubicBezTo>
                    <a:pt x="1287" y="104"/>
                    <a:pt x="1179" y="0"/>
                    <a:pt x="10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65"/>
            <p:cNvSpPr/>
            <p:nvPr/>
          </p:nvSpPr>
          <p:spPr>
            <a:xfrm>
              <a:off x="1106675" y="3341000"/>
              <a:ext cx="35150" cy="49750"/>
            </a:xfrm>
            <a:custGeom>
              <a:avLst/>
              <a:gdLst/>
              <a:ahLst/>
              <a:cxnLst/>
              <a:rect l="l" t="t" r="r" b="b"/>
              <a:pathLst>
                <a:path w="1406" h="1990" extrusionOk="0">
                  <a:moveTo>
                    <a:pt x="1015" y="0"/>
                  </a:moveTo>
                  <a:cubicBezTo>
                    <a:pt x="1010" y="0"/>
                    <a:pt x="1005" y="1"/>
                    <a:pt x="1001" y="1"/>
                  </a:cubicBezTo>
                  <a:cubicBezTo>
                    <a:pt x="870" y="13"/>
                    <a:pt x="846" y="204"/>
                    <a:pt x="870" y="335"/>
                  </a:cubicBezTo>
                  <a:cubicBezTo>
                    <a:pt x="917" y="739"/>
                    <a:pt x="977" y="1132"/>
                    <a:pt x="1024" y="1537"/>
                  </a:cubicBezTo>
                  <a:lnTo>
                    <a:pt x="631" y="763"/>
                  </a:lnTo>
                  <a:cubicBezTo>
                    <a:pt x="584" y="656"/>
                    <a:pt x="524" y="549"/>
                    <a:pt x="429" y="477"/>
                  </a:cubicBezTo>
                  <a:cubicBezTo>
                    <a:pt x="371" y="434"/>
                    <a:pt x="299" y="408"/>
                    <a:pt x="231" y="408"/>
                  </a:cubicBezTo>
                  <a:cubicBezTo>
                    <a:pt x="187" y="408"/>
                    <a:pt x="145" y="419"/>
                    <a:pt x="108" y="442"/>
                  </a:cubicBezTo>
                  <a:cubicBezTo>
                    <a:pt x="24" y="513"/>
                    <a:pt x="0" y="632"/>
                    <a:pt x="24" y="739"/>
                  </a:cubicBezTo>
                  <a:cubicBezTo>
                    <a:pt x="48" y="847"/>
                    <a:pt x="120" y="930"/>
                    <a:pt x="179" y="1025"/>
                  </a:cubicBezTo>
                  <a:cubicBezTo>
                    <a:pt x="429" y="1347"/>
                    <a:pt x="679" y="1668"/>
                    <a:pt x="929" y="1990"/>
                  </a:cubicBezTo>
                  <a:lnTo>
                    <a:pt x="1155" y="1704"/>
                  </a:lnTo>
                  <a:cubicBezTo>
                    <a:pt x="1393" y="1239"/>
                    <a:pt x="1405" y="668"/>
                    <a:pt x="1203" y="192"/>
                  </a:cubicBezTo>
                  <a:cubicBezTo>
                    <a:pt x="1169" y="101"/>
                    <a:pt x="1103" y="0"/>
                    <a:pt x="101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65"/>
            <p:cNvSpPr/>
            <p:nvPr/>
          </p:nvSpPr>
          <p:spPr>
            <a:xfrm>
              <a:off x="1054875" y="3628775"/>
              <a:ext cx="94675" cy="92075"/>
            </a:xfrm>
            <a:custGeom>
              <a:avLst/>
              <a:gdLst/>
              <a:ahLst/>
              <a:cxnLst/>
              <a:rect l="l" t="t" r="r" b="b"/>
              <a:pathLst>
                <a:path w="3787" h="3683" extrusionOk="0">
                  <a:moveTo>
                    <a:pt x="2597" y="1"/>
                  </a:moveTo>
                  <a:cubicBezTo>
                    <a:pt x="2331" y="1"/>
                    <a:pt x="1723" y="126"/>
                    <a:pt x="1049" y="1111"/>
                  </a:cubicBezTo>
                  <a:cubicBezTo>
                    <a:pt x="132" y="2432"/>
                    <a:pt x="1" y="2635"/>
                    <a:pt x="1" y="2635"/>
                  </a:cubicBezTo>
                  <a:cubicBezTo>
                    <a:pt x="1" y="2635"/>
                    <a:pt x="513" y="3004"/>
                    <a:pt x="929" y="3135"/>
                  </a:cubicBezTo>
                  <a:lnTo>
                    <a:pt x="1453" y="2266"/>
                  </a:lnTo>
                  <a:lnTo>
                    <a:pt x="1179" y="3302"/>
                  </a:lnTo>
                  <a:cubicBezTo>
                    <a:pt x="1179" y="3302"/>
                    <a:pt x="1632" y="3504"/>
                    <a:pt x="2251" y="3599"/>
                  </a:cubicBezTo>
                  <a:lnTo>
                    <a:pt x="2596" y="2730"/>
                  </a:lnTo>
                  <a:lnTo>
                    <a:pt x="2632" y="3683"/>
                  </a:lnTo>
                  <a:cubicBezTo>
                    <a:pt x="2632" y="3683"/>
                    <a:pt x="3061" y="3623"/>
                    <a:pt x="3299" y="3409"/>
                  </a:cubicBezTo>
                  <a:cubicBezTo>
                    <a:pt x="3299" y="3409"/>
                    <a:pt x="3287" y="3051"/>
                    <a:pt x="3465" y="1968"/>
                  </a:cubicBezTo>
                  <a:cubicBezTo>
                    <a:pt x="3656" y="885"/>
                    <a:pt x="3787" y="277"/>
                    <a:pt x="2739" y="15"/>
                  </a:cubicBezTo>
                  <a:cubicBezTo>
                    <a:pt x="2739" y="15"/>
                    <a:pt x="2688" y="1"/>
                    <a:pt x="259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2492;p65"/>
            <p:cNvSpPr/>
            <p:nvPr/>
          </p:nvSpPr>
          <p:spPr>
            <a:xfrm>
              <a:off x="1086125" y="3614475"/>
              <a:ext cx="66125" cy="50150"/>
            </a:xfrm>
            <a:custGeom>
              <a:avLst/>
              <a:gdLst/>
              <a:ahLst/>
              <a:cxnLst/>
              <a:rect l="l" t="t" r="r" b="b"/>
              <a:pathLst>
                <a:path w="2645" h="2006" extrusionOk="0">
                  <a:moveTo>
                    <a:pt x="1080" y="0"/>
                  </a:moveTo>
                  <a:cubicBezTo>
                    <a:pt x="702" y="0"/>
                    <a:pt x="372" y="163"/>
                    <a:pt x="227" y="468"/>
                  </a:cubicBezTo>
                  <a:cubicBezTo>
                    <a:pt x="1" y="933"/>
                    <a:pt x="299" y="1552"/>
                    <a:pt x="906" y="1849"/>
                  </a:cubicBezTo>
                  <a:cubicBezTo>
                    <a:pt x="1121" y="1955"/>
                    <a:pt x="1346" y="2005"/>
                    <a:pt x="1556" y="2005"/>
                  </a:cubicBezTo>
                  <a:cubicBezTo>
                    <a:pt x="1938" y="2005"/>
                    <a:pt x="2272" y="1839"/>
                    <a:pt x="2418" y="1540"/>
                  </a:cubicBezTo>
                  <a:cubicBezTo>
                    <a:pt x="2644" y="1076"/>
                    <a:pt x="2346" y="456"/>
                    <a:pt x="1739" y="159"/>
                  </a:cubicBezTo>
                  <a:cubicBezTo>
                    <a:pt x="1521" y="52"/>
                    <a:pt x="1293" y="0"/>
                    <a:pt x="108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3" name="Google Shape;2493;p65"/>
            <p:cNvSpPr/>
            <p:nvPr/>
          </p:nvSpPr>
          <p:spPr>
            <a:xfrm>
              <a:off x="1243600" y="3569975"/>
              <a:ext cx="99150" cy="101175"/>
            </a:xfrm>
            <a:custGeom>
              <a:avLst/>
              <a:gdLst/>
              <a:ahLst/>
              <a:cxnLst/>
              <a:rect l="l" t="t" r="r" b="b"/>
              <a:pathLst>
                <a:path w="3966" h="4047" extrusionOk="0">
                  <a:moveTo>
                    <a:pt x="1306" y="1"/>
                  </a:moveTo>
                  <a:cubicBezTo>
                    <a:pt x="1034" y="1"/>
                    <a:pt x="784" y="147"/>
                    <a:pt x="512" y="522"/>
                  </a:cubicBezTo>
                  <a:cubicBezTo>
                    <a:pt x="512" y="522"/>
                    <a:pt x="0" y="1153"/>
                    <a:pt x="869" y="2510"/>
                  </a:cubicBezTo>
                  <a:cubicBezTo>
                    <a:pt x="1751" y="3856"/>
                    <a:pt x="1893" y="4046"/>
                    <a:pt x="1893" y="4046"/>
                  </a:cubicBezTo>
                  <a:cubicBezTo>
                    <a:pt x="1893" y="4046"/>
                    <a:pt x="2429" y="3713"/>
                    <a:pt x="2703" y="3391"/>
                  </a:cubicBezTo>
                  <a:lnTo>
                    <a:pt x="2096" y="2570"/>
                  </a:lnTo>
                  <a:lnTo>
                    <a:pt x="2953" y="3213"/>
                  </a:lnTo>
                  <a:cubicBezTo>
                    <a:pt x="2953" y="3213"/>
                    <a:pt x="3310" y="2879"/>
                    <a:pt x="3644" y="2344"/>
                  </a:cubicBezTo>
                  <a:lnTo>
                    <a:pt x="2965" y="1689"/>
                  </a:lnTo>
                  <a:lnTo>
                    <a:pt x="3858" y="2010"/>
                  </a:lnTo>
                  <a:cubicBezTo>
                    <a:pt x="3858" y="2010"/>
                    <a:pt x="3965" y="1593"/>
                    <a:pt x="3858" y="1296"/>
                  </a:cubicBezTo>
                  <a:cubicBezTo>
                    <a:pt x="3858" y="1296"/>
                    <a:pt x="3525" y="1177"/>
                    <a:pt x="2596" y="581"/>
                  </a:cubicBezTo>
                  <a:cubicBezTo>
                    <a:pt x="2061" y="256"/>
                    <a:pt x="1664" y="1"/>
                    <a:pt x="130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2494;p65"/>
            <p:cNvSpPr/>
            <p:nvPr/>
          </p:nvSpPr>
          <p:spPr>
            <a:xfrm>
              <a:off x="1232875" y="3563850"/>
              <a:ext cx="62825" cy="53825"/>
            </a:xfrm>
            <a:custGeom>
              <a:avLst/>
              <a:gdLst/>
              <a:ahLst/>
              <a:cxnLst/>
              <a:rect l="l" t="t" r="r" b="b"/>
              <a:pathLst>
                <a:path w="2513" h="2153" extrusionOk="0">
                  <a:moveTo>
                    <a:pt x="1533" y="1"/>
                  </a:moveTo>
                  <a:cubicBezTo>
                    <a:pt x="1234" y="1"/>
                    <a:pt x="905" y="127"/>
                    <a:pt x="632" y="374"/>
                  </a:cubicBezTo>
                  <a:cubicBezTo>
                    <a:pt x="132" y="815"/>
                    <a:pt x="1" y="1493"/>
                    <a:pt x="346" y="1886"/>
                  </a:cubicBezTo>
                  <a:cubicBezTo>
                    <a:pt x="503" y="2065"/>
                    <a:pt x="731" y="2152"/>
                    <a:pt x="980" y="2152"/>
                  </a:cubicBezTo>
                  <a:cubicBezTo>
                    <a:pt x="1279" y="2152"/>
                    <a:pt x="1609" y="2026"/>
                    <a:pt x="1882" y="1779"/>
                  </a:cubicBezTo>
                  <a:cubicBezTo>
                    <a:pt x="2382" y="1338"/>
                    <a:pt x="2513" y="660"/>
                    <a:pt x="2168" y="267"/>
                  </a:cubicBezTo>
                  <a:cubicBezTo>
                    <a:pt x="2011" y="88"/>
                    <a:pt x="1783" y="1"/>
                    <a:pt x="15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5" name="Google Shape;2495;p65"/>
            <p:cNvSpPr/>
            <p:nvPr/>
          </p:nvSpPr>
          <p:spPr>
            <a:xfrm>
              <a:off x="1001299" y="3370450"/>
              <a:ext cx="325950" cy="287875"/>
            </a:xfrm>
            <a:custGeom>
              <a:avLst/>
              <a:gdLst/>
              <a:ahLst/>
              <a:cxnLst/>
              <a:rect l="l" t="t" r="r" b="b"/>
              <a:pathLst>
                <a:path w="13038" h="11515" extrusionOk="0">
                  <a:moveTo>
                    <a:pt x="7243" y="1"/>
                  </a:moveTo>
                  <a:cubicBezTo>
                    <a:pt x="6215" y="1"/>
                    <a:pt x="5441" y="252"/>
                    <a:pt x="5441" y="252"/>
                  </a:cubicBezTo>
                  <a:cubicBezTo>
                    <a:pt x="0" y="1371"/>
                    <a:pt x="226" y="5753"/>
                    <a:pt x="607" y="7146"/>
                  </a:cubicBezTo>
                  <a:cubicBezTo>
                    <a:pt x="988" y="8527"/>
                    <a:pt x="2179" y="9920"/>
                    <a:pt x="4072" y="10991"/>
                  </a:cubicBezTo>
                  <a:cubicBezTo>
                    <a:pt x="4698" y="11344"/>
                    <a:pt x="5426" y="11514"/>
                    <a:pt x="6191" y="11514"/>
                  </a:cubicBezTo>
                  <a:cubicBezTo>
                    <a:pt x="7754" y="11514"/>
                    <a:pt x="9472" y="10802"/>
                    <a:pt x="10799" y="9467"/>
                  </a:cubicBezTo>
                  <a:cubicBezTo>
                    <a:pt x="12787" y="7491"/>
                    <a:pt x="13037" y="4586"/>
                    <a:pt x="11061" y="1824"/>
                  </a:cubicBezTo>
                  <a:cubicBezTo>
                    <a:pt x="9990" y="343"/>
                    <a:pt x="8443" y="1"/>
                    <a:pt x="724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65"/>
            <p:cNvSpPr/>
            <p:nvPr/>
          </p:nvSpPr>
          <p:spPr>
            <a:xfrm>
              <a:off x="1164125" y="3584025"/>
              <a:ext cx="71150" cy="103300"/>
            </a:xfrm>
            <a:custGeom>
              <a:avLst/>
              <a:gdLst/>
              <a:ahLst/>
              <a:cxnLst/>
              <a:rect l="l" t="t" r="r" b="b"/>
              <a:pathLst>
                <a:path w="2846" h="4132" extrusionOk="0">
                  <a:moveTo>
                    <a:pt x="1347" y="0"/>
                  </a:moveTo>
                  <a:cubicBezTo>
                    <a:pt x="1303" y="0"/>
                    <a:pt x="1259" y="3"/>
                    <a:pt x="1215" y="8"/>
                  </a:cubicBezTo>
                  <a:lnTo>
                    <a:pt x="1155" y="8"/>
                  </a:lnTo>
                  <a:cubicBezTo>
                    <a:pt x="489" y="91"/>
                    <a:pt x="0" y="686"/>
                    <a:pt x="72" y="1353"/>
                  </a:cubicBezTo>
                  <a:lnTo>
                    <a:pt x="286" y="3365"/>
                  </a:lnTo>
                  <a:cubicBezTo>
                    <a:pt x="357" y="3935"/>
                    <a:pt x="777" y="4131"/>
                    <a:pt x="1314" y="4131"/>
                  </a:cubicBezTo>
                  <a:cubicBezTo>
                    <a:pt x="1405" y="4131"/>
                    <a:pt x="1499" y="4126"/>
                    <a:pt x="1596" y="4115"/>
                  </a:cubicBezTo>
                  <a:lnTo>
                    <a:pt x="1655" y="4103"/>
                  </a:lnTo>
                  <a:cubicBezTo>
                    <a:pt x="2334" y="4032"/>
                    <a:pt x="2846" y="3758"/>
                    <a:pt x="2775" y="3091"/>
                  </a:cubicBezTo>
                  <a:lnTo>
                    <a:pt x="2560" y="1079"/>
                  </a:lnTo>
                  <a:cubicBezTo>
                    <a:pt x="2482" y="457"/>
                    <a:pt x="1959" y="0"/>
                    <a:pt x="1347" y="0"/>
                  </a:cubicBezTo>
                  <a:close/>
                </a:path>
              </a:pathLst>
            </a:custGeom>
            <a:solidFill>
              <a:srgbClr val="F7B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65"/>
            <p:cNvSpPr/>
            <p:nvPr/>
          </p:nvSpPr>
          <p:spPr>
            <a:xfrm>
              <a:off x="1237350" y="3489625"/>
              <a:ext cx="87525" cy="77150"/>
            </a:xfrm>
            <a:custGeom>
              <a:avLst/>
              <a:gdLst/>
              <a:ahLst/>
              <a:cxnLst/>
              <a:rect l="l" t="t" r="r" b="b"/>
              <a:pathLst>
                <a:path w="3501" h="3086" extrusionOk="0">
                  <a:moveTo>
                    <a:pt x="1738" y="1"/>
                  </a:moveTo>
                  <a:cubicBezTo>
                    <a:pt x="1489" y="1"/>
                    <a:pt x="1236" y="61"/>
                    <a:pt x="1000" y="188"/>
                  </a:cubicBezTo>
                  <a:cubicBezTo>
                    <a:pt x="262" y="605"/>
                    <a:pt x="0" y="1533"/>
                    <a:pt x="405" y="2283"/>
                  </a:cubicBezTo>
                  <a:cubicBezTo>
                    <a:pt x="690" y="2795"/>
                    <a:pt x="1213" y="3086"/>
                    <a:pt x="1755" y="3086"/>
                  </a:cubicBezTo>
                  <a:cubicBezTo>
                    <a:pt x="2007" y="3086"/>
                    <a:pt x="2263" y="3023"/>
                    <a:pt x="2501" y="2891"/>
                  </a:cubicBezTo>
                  <a:cubicBezTo>
                    <a:pt x="3239" y="2486"/>
                    <a:pt x="3501" y="1545"/>
                    <a:pt x="3096" y="795"/>
                  </a:cubicBezTo>
                  <a:cubicBezTo>
                    <a:pt x="2810" y="289"/>
                    <a:pt x="2283" y="1"/>
                    <a:pt x="1738" y="1"/>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65"/>
            <p:cNvSpPr/>
            <p:nvPr/>
          </p:nvSpPr>
          <p:spPr>
            <a:xfrm>
              <a:off x="1249550" y="3514200"/>
              <a:ext cx="63125" cy="28550"/>
            </a:xfrm>
            <a:custGeom>
              <a:avLst/>
              <a:gdLst/>
              <a:ahLst/>
              <a:cxnLst/>
              <a:rect l="l" t="t" r="r" b="b"/>
              <a:pathLst>
                <a:path w="2525" h="1142" extrusionOk="0">
                  <a:moveTo>
                    <a:pt x="1697" y="0"/>
                  </a:moveTo>
                  <a:cubicBezTo>
                    <a:pt x="1486" y="0"/>
                    <a:pt x="1270" y="37"/>
                    <a:pt x="1072" y="110"/>
                  </a:cubicBezTo>
                  <a:cubicBezTo>
                    <a:pt x="953" y="145"/>
                    <a:pt x="846" y="205"/>
                    <a:pt x="739" y="265"/>
                  </a:cubicBezTo>
                  <a:lnTo>
                    <a:pt x="584" y="372"/>
                  </a:lnTo>
                  <a:cubicBezTo>
                    <a:pt x="536" y="395"/>
                    <a:pt x="501" y="443"/>
                    <a:pt x="453" y="491"/>
                  </a:cubicBezTo>
                  <a:cubicBezTo>
                    <a:pt x="358" y="562"/>
                    <a:pt x="286" y="669"/>
                    <a:pt x="215" y="765"/>
                  </a:cubicBezTo>
                  <a:cubicBezTo>
                    <a:pt x="167" y="800"/>
                    <a:pt x="143" y="860"/>
                    <a:pt x="108" y="907"/>
                  </a:cubicBezTo>
                  <a:lnTo>
                    <a:pt x="24" y="1062"/>
                  </a:lnTo>
                  <a:cubicBezTo>
                    <a:pt x="0" y="1086"/>
                    <a:pt x="12" y="1122"/>
                    <a:pt x="36" y="1134"/>
                  </a:cubicBezTo>
                  <a:cubicBezTo>
                    <a:pt x="46" y="1139"/>
                    <a:pt x="56" y="1142"/>
                    <a:pt x="66" y="1142"/>
                  </a:cubicBezTo>
                  <a:cubicBezTo>
                    <a:pt x="80" y="1142"/>
                    <a:pt x="94" y="1136"/>
                    <a:pt x="108" y="1122"/>
                  </a:cubicBezTo>
                  <a:lnTo>
                    <a:pt x="108" y="1110"/>
                  </a:lnTo>
                  <a:lnTo>
                    <a:pt x="203" y="967"/>
                  </a:lnTo>
                  <a:cubicBezTo>
                    <a:pt x="239" y="931"/>
                    <a:pt x="262" y="872"/>
                    <a:pt x="298" y="836"/>
                  </a:cubicBezTo>
                  <a:cubicBezTo>
                    <a:pt x="381" y="741"/>
                    <a:pt x="441" y="657"/>
                    <a:pt x="536" y="586"/>
                  </a:cubicBezTo>
                  <a:cubicBezTo>
                    <a:pt x="703" y="431"/>
                    <a:pt x="905" y="312"/>
                    <a:pt x="1108" y="241"/>
                  </a:cubicBezTo>
                  <a:cubicBezTo>
                    <a:pt x="1322" y="169"/>
                    <a:pt x="1548" y="145"/>
                    <a:pt x="1774" y="145"/>
                  </a:cubicBezTo>
                  <a:cubicBezTo>
                    <a:pt x="2001" y="145"/>
                    <a:pt x="2239" y="181"/>
                    <a:pt x="2453" y="241"/>
                  </a:cubicBezTo>
                  <a:cubicBezTo>
                    <a:pt x="2460" y="243"/>
                    <a:pt x="2466" y="244"/>
                    <a:pt x="2472" y="244"/>
                  </a:cubicBezTo>
                  <a:cubicBezTo>
                    <a:pt x="2497" y="244"/>
                    <a:pt x="2513" y="224"/>
                    <a:pt x="2513" y="205"/>
                  </a:cubicBezTo>
                  <a:cubicBezTo>
                    <a:pt x="2525" y="181"/>
                    <a:pt x="2513" y="157"/>
                    <a:pt x="2489" y="145"/>
                  </a:cubicBezTo>
                  <a:cubicBezTo>
                    <a:pt x="2382" y="98"/>
                    <a:pt x="2263" y="62"/>
                    <a:pt x="2144" y="38"/>
                  </a:cubicBezTo>
                  <a:cubicBezTo>
                    <a:pt x="2025" y="14"/>
                    <a:pt x="1905" y="3"/>
                    <a:pt x="1786" y="3"/>
                  </a:cubicBezTo>
                  <a:cubicBezTo>
                    <a:pt x="1757" y="1"/>
                    <a:pt x="1727" y="0"/>
                    <a:pt x="1697" y="0"/>
                  </a:cubicBezTo>
                  <a:close/>
                </a:path>
              </a:pathLst>
            </a:custGeom>
            <a:solidFill>
              <a:srgbClr val="BF5E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2499;p65"/>
            <p:cNvSpPr/>
            <p:nvPr/>
          </p:nvSpPr>
          <p:spPr>
            <a:xfrm>
              <a:off x="1243300" y="3534425"/>
              <a:ext cx="49125" cy="22550"/>
            </a:xfrm>
            <a:custGeom>
              <a:avLst/>
              <a:gdLst/>
              <a:ahLst/>
              <a:cxnLst/>
              <a:rect l="l" t="t" r="r" b="b"/>
              <a:pathLst>
                <a:path w="1965" h="902" extrusionOk="0">
                  <a:moveTo>
                    <a:pt x="1311" y="1"/>
                  </a:moveTo>
                  <a:cubicBezTo>
                    <a:pt x="1151" y="1"/>
                    <a:pt x="977" y="35"/>
                    <a:pt x="822" y="87"/>
                  </a:cubicBezTo>
                  <a:cubicBezTo>
                    <a:pt x="739" y="110"/>
                    <a:pt x="643" y="158"/>
                    <a:pt x="560" y="206"/>
                  </a:cubicBezTo>
                  <a:cubicBezTo>
                    <a:pt x="489" y="265"/>
                    <a:pt x="405" y="325"/>
                    <a:pt x="346" y="384"/>
                  </a:cubicBezTo>
                  <a:cubicBezTo>
                    <a:pt x="274" y="456"/>
                    <a:pt x="215" y="527"/>
                    <a:pt x="155" y="599"/>
                  </a:cubicBezTo>
                  <a:cubicBezTo>
                    <a:pt x="108" y="682"/>
                    <a:pt x="60" y="765"/>
                    <a:pt x="12" y="849"/>
                  </a:cubicBezTo>
                  <a:cubicBezTo>
                    <a:pt x="0" y="860"/>
                    <a:pt x="12" y="884"/>
                    <a:pt x="24" y="896"/>
                  </a:cubicBezTo>
                  <a:cubicBezTo>
                    <a:pt x="31" y="900"/>
                    <a:pt x="38" y="901"/>
                    <a:pt x="45" y="901"/>
                  </a:cubicBezTo>
                  <a:cubicBezTo>
                    <a:pt x="61" y="901"/>
                    <a:pt x="75" y="893"/>
                    <a:pt x="84" y="884"/>
                  </a:cubicBezTo>
                  <a:cubicBezTo>
                    <a:pt x="131" y="813"/>
                    <a:pt x="179" y="729"/>
                    <a:pt x="239" y="670"/>
                  </a:cubicBezTo>
                  <a:cubicBezTo>
                    <a:pt x="298" y="599"/>
                    <a:pt x="358" y="527"/>
                    <a:pt x="417" y="479"/>
                  </a:cubicBezTo>
                  <a:cubicBezTo>
                    <a:pt x="548" y="360"/>
                    <a:pt x="703" y="277"/>
                    <a:pt x="870" y="218"/>
                  </a:cubicBezTo>
                  <a:cubicBezTo>
                    <a:pt x="1036" y="158"/>
                    <a:pt x="1203" y="146"/>
                    <a:pt x="1382" y="146"/>
                  </a:cubicBezTo>
                  <a:cubicBezTo>
                    <a:pt x="1560" y="146"/>
                    <a:pt x="1727" y="170"/>
                    <a:pt x="1905" y="206"/>
                  </a:cubicBezTo>
                  <a:cubicBezTo>
                    <a:pt x="1929" y="206"/>
                    <a:pt x="1953" y="194"/>
                    <a:pt x="1953" y="170"/>
                  </a:cubicBezTo>
                  <a:cubicBezTo>
                    <a:pt x="1965" y="158"/>
                    <a:pt x="1953" y="134"/>
                    <a:pt x="1941" y="134"/>
                  </a:cubicBezTo>
                  <a:cubicBezTo>
                    <a:pt x="1763" y="51"/>
                    <a:pt x="1572" y="3"/>
                    <a:pt x="1382" y="3"/>
                  </a:cubicBezTo>
                  <a:cubicBezTo>
                    <a:pt x="1358" y="2"/>
                    <a:pt x="1335" y="1"/>
                    <a:pt x="1311" y="1"/>
                  </a:cubicBezTo>
                  <a:close/>
                </a:path>
              </a:pathLst>
            </a:custGeom>
            <a:solidFill>
              <a:srgbClr val="9930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500;p65"/>
            <p:cNvSpPr/>
            <p:nvPr/>
          </p:nvSpPr>
          <p:spPr>
            <a:xfrm>
              <a:off x="1034950" y="3389950"/>
              <a:ext cx="268500" cy="257000"/>
            </a:xfrm>
            <a:custGeom>
              <a:avLst/>
              <a:gdLst/>
              <a:ahLst/>
              <a:cxnLst/>
              <a:rect l="l" t="t" r="r" b="b"/>
              <a:pathLst>
                <a:path w="10740" h="10280" extrusionOk="0">
                  <a:moveTo>
                    <a:pt x="5341" y="0"/>
                  </a:moveTo>
                  <a:cubicBezTo>
                    <a:pt x="5052" y="0"/>
                    <a:pt x="4759" y="26"/>
                    <a:pt x="4465" y="79"/>
                  </a:cubicBezTo>
                  <a:cubicBezTo>
                    <a:pt x="1774" y="567"/>
                    <a:pt x="0" y="3199"/>
                    <a:pt x="500" y="5937"/>
                  </a:cubicBezTo>
                  <a:cubicBezTo>
                    <a:pt x="945" y="8372"/>
                    <a:pt x="2754" y="10279"/>
                    <a:pt x="5359" y="10279"/>
                  </a:cubicBezTo>
                  <a:cubicBezTo>
                    <a:pt x="5684" y="10279"/>
                    <a:pt x="6021" y="10250"/>
                    <a:pt x="6370" y="10188"/>
                  </a:cubicBezTo>
                  <a:cubicBezTo>
                    <a:pt x="9739" y="9580"/>
                    <a:pt x="10739" y="6889"/>
                    <a:pt x="10239" y="4151"/>
                  </a:cubicBezTo>
                  <a:cubicBezTo>
                    <a:pt x="9794" y="1712"/>
                    <a:pt x="7695" y="0"/>
                    <a:pt x="5341" y="0"/>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2501;p65"/>
            <p:cNvSpPr/>
            <p:nvPr/>
          </p:nvSpPr>
          <p:spPr>
            <a:xfrm>
              <a:off x="1017675" y="3383950"/>
              <a:ext cx="272975" cy="177350"/>
            </a:xfrm>
            <a:custGeom>
              <a:avLst/>
              <a:gdLst/>
              <a:ahLst/>
              <a:cxnLst/>
              <a:rect l="l" t="t" r="r" b="b"/>
              <a:pathLst>
                <a:path w="10919" h="7094" extrusionOk="0">
                  <a:moveTo>
                    <a:pt x="6438" y="1"/>
                  </a:moveTo>
                  <a:cubicBezTo>
                    <a:pt x="6049" y="1"/>
                    <a:pt x="5626" y="41"/>
                    <a:pt x="5168" y="129"/>
                  </a:cubicBezTo>
                  <a:cubicBezTo>
                    <a:pt x="0" y="1117"/>
                    <a:pt x="786" y="7094"/>
                    <a:pt x="786" y="7094"/>
                  </a:cubicBezTo>
                  <a:lnTo>
                    <a:pt x="1894" y="6915"/>
                  </a:lnTo>
                  <a:cubicBezTo>
                    <a:pt x="4311" y="4820"/>
                    <a:pt x="5537" y="1807"/>
                    <a:pt x="5537" y="1807"/>
                  </a:cubicBezTo>
                  <a:cubicBezTo>
                    <a:pt x="7787" y="3593"/>
                    <a:pt x="10919" y="4212"/>
                    <a:pt x="10919" y="4212"/>
                  </a:cubicBezTo>
                  <a:cubicBezTo>
                    <a:pt x="10919" y="4212"/>
                    <a:pt x="10434" y="1"/>
                    <a:pt x="64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2" name="Google Shape;2502;p65"/>
            <p:cNvSpPr/>
            <p:nvPr/>
          </p:nvSpPr>
          <p:spPr>
            <a:xfrm>
              <a:off x="1134050" y="3543100"/>
              <a:ext cx="22050" cy="21500"/>
            </a:xfrm>
            <a:custGeom>
              <a:avLst/>
              <a:gdLst/>
              <a:ahLst/>
              <a:cxnLst/>
              <a:rect l="l" t="t" r="r" b="b"/>
              <a:pathLst>
                <a:path w="882" h="860" extrusionOk="0">
                  <a:moveTo>
                    <a:pt x="440" y="1"/>
                  </a:moveTo>
                  <a:cubicBezTo>
                    <a:pt x="433" y="1"/>
                    <a:pt x="425" y="1"/>
                    <a:pt x="418" y="1"/>
                  </a:cubicBezTo>
                  <a:cubicBezTo>
                    <a:pt x="179" y="13"/>
                    <a:pt x="1" y="216"/>
                    <a:pt x="13" y="454"/>
                  </a:cubicBezTo>
                  <a:cubicBezTo>
                    <a:pt x="24" y="685"/>
                    <a:pt x="214" y="859"/>
                    <a:pt x="443" y="859"/>
                  </a:cubicBezTo>
                  <a:cubicBezTo>
                    <a:pt x="450" y="859"/>
                    <a:pt x="458" y="859"/>
                    <a:pt x="465" y="859"/>
                  </a:cubicBezTo>
                  <a:cubicBezTo>
                    <a:pt x="691" y="847"/>
                    <a:pt x="882" y="644"/>
                    <a:pt x="870" y="406"/>
                  </a:cubicBezTo>
                  <a:cubicBezTo>
                    <a:pt x="858" y="176"/>
                    <a:pt x="668" y="1"/>
                    <a:pt x="4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3" name="Google Shape;2503;p65"/>
            <p:cNvSpPr/>
            <p:nvPr/>
          </p:nvSpPr>
          <p:spPr>
            <a:xfrm>
              <a:off x="1234375" y="3508850"/>
              <a:ext cx="23525" cy="20650"/>
            </a:xfrm>
            <a:custGeom>
              <a:avLst/>
              <a:gdLst/>
              <a:ahLst/>
              <a:cxnLst/>
              <a:rect l="l" t="t" r="r" b="b"/>
              <a:pathLst>
                <a:path w="941" h="826" extrusionOk="0">
                  <a:moveTo>
                    <a:pt x="465" y="1"/>
                  </a:moveTo>
                  <a:cubicBezTo>
                    <a:pt x="409" y="1"/>
                    <a:pt x="352" y="13"/>
                    <a:pt x="298" y="38"/>
                  </a:cubicBezTo>
                  <a:cubicBezTo>
                    <a:pt x="95" y="133"/>
                    <a:pt x="0" y="371"/>
                    <a:pt x="95" y="586"/>
                  </a:cubicBezTo>
                  <a:cubicBezTo>
                    <a:pt x="165" y="734"/>
                    <a:pt x="319" y="825"/>
                    <a:pt x="476" y="825"/>
                  </a:cubicBezTo>
                  <a:cubicBezTo>
                    <a:pt x="532" y="825"/>
                    <a:pt x="589" y="813"/>
                    <a:pt x="643" y="788"/>
                  </a:cubicBezTo>
                  <a:cubicBezTo>
                    <a:pt x="846" y="693"/>
                    <a:pt x="941" y="455"/>
                    <a:pt x="846" y="240"/>
                  </a:cubicBezTo>
                  <a:cubicBezTo>
                    <a:pt x="776" y="92"/>
                    <a:pt x="622"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4" name="Google Shape;2504;p65"/>
            <p:cNvSpPr/>
            <p:nvPr/>
          </p:nvSpPr>
          <p:spPr>
            <a:xfrm>
              <a:off x="1089600" y="3489975"/>
              <a:ext cx="48050" cy="52775"/>
            </a:xfrm>
            <a:custGeom>
              <a:avLst/>
              <a:gdLst/>
              <a:ahLst/>
              <a:cxnLst/>
              <a:rect l="l" t="t" r="r" b="b"/>
              <a:pathLst>
                <a:path w="1922" h="2111" extrusionOk="0">
                  <a:moveTo>
                    <a:pt x="1164" y="1"/>
                  </a:moveTo>
                  <a:cubicBezTo>
                    <a:pt x="517" y="1"/>
                    <a:pt x="17" y="1769"/>
                    <a:pt x="17" y="1769"/>
                  </a:cubicBezTo>
                  <a:cubicBezTo>
                    <a:pt x="0" y="2022"/>
                    <a:pt x="76" y="2111"/>
                    <a:pt x="189" y="2111"/>
                  </a:cubicBezTo>
                  <a:cubicBezTo>
                    <a:pt x="399" y="2111"/>
                    <a:pt x="737" y="1802"/>
                    <a:pt x="838" y="1686"/>
                  </a:cubicBezTo>
                  <a:cubicBezTo>
                    <a:pt x="993" y="1507"/>
                    <a:pt x="1922" y="150"/>
                    <a:pt x="1231" y="7"/>
                  </a:cubicBezTo>
                  <a:cubicBezTo>
                    <a:pt x="1208" y="3"/>
                    <a:pt x="1186" y="1"/>
                    <a:pt x="116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5" name="Google Shape;2505;p65"/>
            <p:cNvSpPr/>
            <p:nvPr/>
          </p:nvSpPr>
          <p:spPr>
            <a:xfrm>
              <a:off x="1201025" y="3460600"/>
              <a:ext cx="72475" cy="29650"/>
            </a:xfrm>
            <a:custGeom>
              <a:avLst/>
              <a:gdLst/>
              <a:ahLst/>
              <a:cxnLst/>
              <a:rect l="l" t="t" r="r" b="b"/>
              <a:pathLst>
                <a:path w="2899" h="1186" extrusionOk="0">
                  <a:moveTo>
                    <a:pt x="824" y="0"/>
                  </a:moveTo>
                  <a:cubicBezTo>
                    <a:pt x="663" y="0"/>
                    <a:pt x="528" y="45"/>
                    <a:pt x="441" y="158"/>
                  </a:cubicBezTo>
                  <a:cubicBezTo>
                    <a:pt x="1" y="706"/>
                    <a:pt x="1596" y="1135"/>
                    <a:pt x="1822" y="1170"/>
                  </a:cubicBezTo>
                  <a:cubicBezTo>
                    <a:pt x="1876" y="1178"/>
                    <a:pt x="1965" y="1185"/>
                    <a:pt x="2065" y="1185"/>
                  </a:cubicBezTo>
                  <a:cubicBezTo>
                    <a:pt x="2414" y="1185"/>
                    <a:pt x="2898" y="1103"/>
                    <a:pt x="2501" y="706"/>
                  </a:cubicBezTo>
                  <a:cubicBezTo>
                    <a:pt x="2501" y="706"/>
                    <a:pt x="1462" y="0"/>
                    <a:pt x="82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6" name="Google Shape;2506;p65"/>
            <p:cNvSpPr/>
            <p:nvPr/>
          </p:nvSpPr>
          <p:spPr>
            <a:xfrm>
              <a:off x="1174550" y="3510375"/>
              <a:ext cx="41675" cy="61575"/>
            </a:xfrm>
            <a:custGeom>
              <a:avLst/>
              <a:gdLst/>
              <a:ahLst/>
              <a:cxnLst/>
              <a:rect l="l" t="t" r="r" b="b"/>
              <a:pathLst>
                <a:path w="1667" h="2463" extrusionOk="0">
                  <a:moveTo>
                    <a:pt x="24" y="1"/>
                  </a:moveTo>
                  <a:cubicBezTo>
                    <a:pt x="12" y="13"/>
                    <a:pt x="0" y="13"/>
                    <a:pt x="0" y="25"/>
                  </a:cubicBezTo>
                  <a:cubicBezTo>
                    <a:pt x="60" y="358"/>
                    <a:pt x="131" y="691"/>
                    <a:pt x="226" y="1013"/>
                  </a:cubicBezTo>
                  <a:cubicBezTo>
                    <a:pt x="274" y="1180"/>
                    <a:pt x="333" y="1334"/>
                    <a:pt x="417" y="1489"/>
                  </a:cubicBezTo>
                  <a:cubicBezTo>
                    <a:pt x="441" y="1525"/>
                    <a:pt x="476" y="1572"/>
                    <a:pt x="500" y="1608"/>
                  </a:cubicBezTo>
                  <a:cubicBezTo>
                    <a:pt x="532" y="1629"/>
                    <a:pt x="573" y="1670"/>
                    <a:pt x="633" y="1670"/>
                  </a:cubicBezTo>
                  <a:cubicBezTo>
                    <a:pt x="640" y="1670"/>
                    <a:pt x="647" y="1669"/>
                    <a:pt x="655" y="1668"/>
                  </a:cubicBezTo>
                  <a:cubicBezTo>
                    <a:pt x="750" y="1656"/>
                    <a:pt x="834" y="1596"/>
                    <a:pt x="905" y="1549"/>
                  </a:cubicBezTo>
                  <a:cubicBezTo>
                    <a:pt x="976" y="1501"/>
                    <a:pt x="1036" y="1441"/>
                    <a:pt x="1107" y="1406"/>
                  </a:cubicBezTo>
                  <a:cubicBezTo>
                    <a:pt x="1167" y="1358"/>
                    <a:pt x="1238" y="1310"/>
                    <a:pt x="1310" y="1310"/>
                  </a:cubicBezTo>
                  <a:cubicBezTo>
                    <a:pt x="1369" y="1310"/>
                    <a:pt x="1429" y="1358"/>
                    <a:pt x="1476" y="1418"/>
                  </a:cubicBezTo>
                  <a:cubicBezTo>
                    <a:pt x="1488" y="1453"/>
                    <a:pt x="1524" y="1489"/>
                    <a:pt x="1536" y="1525"/>
                  </a:cubicBezTo>
                  <a:lnTo>
                    <a:pt x="1560" y="1572"/>
                  </a:lnTo>
                  <a:cubicBezTo>
                    <a:pt x="1560" y="1596"/>
                    <a:pt x="1560" y="1620"/>
                    <a:pt x="1572" y="1632"/>
                  </a:cubicBezTo>
                  <a:cubicBezTo>
                    <a:pt x="1584" y="1668"/>
                    <a:pt x="1572" y="1703"/>
                    <a:pt x="1584" y="1751"/>
                  </a:cubicBezTo>
                  <a:cubicBezTo>
                    <a:pt x="1572" y="1787"/>
                    <a:pt x="1572" y="1822"/>
                    <a:pt x="1560" y="1858"/>
                  </a:cubicBezTo>
                  <a:cubicBezTo>
                    <a:pt x="1536" y="1942"/>
                    <a:pt x="1488" y="2013"/>
                    <a:pt x="1453" y="2072"/>
                  </a:cubicBezTo>
                  <a:cubicBezTo>
                    <a:pt x="1357" y="2215"/>
                    <a:pt x="1238" y="2334"/>
                    <a:pt x="1095" y="2430"/>
                  </a:cubicBezTo>
                  <a:cubicBezTo>
                    <a:pt x="1084" y="2430"/>
                    <a:pt x="1084" y="2442"/>
                    <a:pt x="1095" y="2453"/>
                  </a:cubicBezTo>
                  <a:cubicBezTo>
                    <a:pt x="1095" y="2459"/>
                    <a:pt x="1098" y="2462"/>
                    <a:pt x="1103" y="2462"/>
                  </a:cubicBezTo>
                  <a:cubicBezTo>
                    <a:pt x="1107" y="2462"/>
                    <a:pt x="1113" y="2459"/>
                    <a:pt x="1119" y="2453"/>
                  </a:cubicBezTo>
                  <a:cubicBezTo>
                    <a:pt x="1262" y="2370"/>
                    <a:pt x="1393" y="2251"/>
                    <a:pt x="1500" y="2120"/>
                  </a:cubicBezTo>
                  <a:cubicBezTo>
                    <a:pt x="1560" y="2049"/>
                    <a:pt x="1607" y="1977"/>
                    <a:pt x="1631" y="1882"/>
                  </a:cubicBezTo>
                  <a:cubicBezTo>
                    <a:pt x="1643" y="1846"/>
                    <a:pt x="1655" y="1799"/>
                    <a:pt x="1655" y="1751"/>
                  </a:cubicBezTo>
                  <a:cubicBezTo>
                    <a:pt x="1655" y="1703"/>
                    <a:pt x="1667" y="1668"/>
                    <a:pt x="1655" y="1620"/>
                  </a:cubicBezTo>
                  <a:cubicBezTo>
                    <a:pt x="1643" y="1596"/>
                    <a:pt x="1643" y="1572"/>
                    <a:pt x="1643" y="1549"/>
                  </a:cubicBezTo>
                  <a:lnTo>
                    <a:pt x="1607" y="1489"/>
                  </a:lnTo>
                  <a:cubicBezTo>
                    <a:pt x="1596" y="1441"/>
                    <a:pt x="1572" y="1406"/>
                    <a:pt x="1548" y="1370"/>
                  </a:cubicBezTo>
                  <a:cubicBezTo>
                    <a:pt x="1512" y="1334"/>
                    <a:pt x="1488" y="1299"/>
                    <a:pt x="1453" y="1275"/>
                  </a:cubicBezTo>
                  <a:cubicBezTo>
                    <a:pt x="1441" y="1263"/>
                    <a:pt x="1429" y="1251"/>
                    <a:pt x="1417" y="1251"/>
                  </a:cubicBezTo>
                  <a:lnTo>
                    <a:pt x="1381" y="1239"/>
                  </a:lnTo>
                  <a:cubicBezTo>
                    <a:pt x="1357" y="1227"/>
                    <a:pt x="1334" y="1227"/>
                    <a:pt x="1310" y="1227"/>
                  </a:cubicBezTo>
                  <a:cubicBezTo>
                    <a:pt x="1203" y="1227"/>
                    <a:pt x="1119" y="1275"/>
                    <a:pt x="1048" y="1322"/>
                  </a:cubicBezTo>
                  <a:cubicBezTo>
                    <a:pt x="976" y="1370"/>
                    <a:pt x="905" y="1418"/>
                    <a:pt x="845" y="1477"/>
                  </a:cubicBezTo>
                  <a:cubicBezTo>
                    <a:pt x="774" y="1525"/>
                    <a:pt x="703" y="1561"/>
                    <a:pt x="643" y="1572"/>
                  </a:cubicBezTo>
                  <a:cubicBezTo>
                    <a:pt x="639" y="1575"/>
                    <a:pt x="634" y="1576"/>
                    <a:pt x="630" y="1576"/>
                  </a:cubicBezTo>
                  <a:cubicBezTo>
                    <a:pt x="610" y="1576"/>
                    <a:pt x="591" y="1556"/>
                    <a:pt x="572" y="1537"/>
                  </a:cubicBezTo>
                  <a:cubicBezTo>
                    <a:pt x="548" y="1513"/>
                    <a:pt x="524" y="1477"/>
                    <a:pt x="500" y="1441"/>
                  </a:cubicBezTo>
                  <a:cubicBezTo>
                    <a:pt x="417" y="1310"/>
                    <a:pt x="369" y="1144"/>
                    <a:pt x="310" y="989"/>
                  </a:cubicBezTo>
                  <a:cubicBezTo>
                    <a:pt x="250" y="834"/>
                    <a:pt x="202" y="679"/>
                    <a:pt x="167" y="513"/>
                  </a:cubicBezTo>
                  <a:cubicBezTo>
                    <a:pt x="119" y="346"/>
                    <a:pt x="83" y="191"/>
                    <a:pt x="36" y="25"/>
                  </a:cubicBezTo>
                  <a:cubicBezTo>
                    <a:pt x="36" y="13"/>
                    <a:pt x="24" y="1"/>
                    <a:pt x="24" y="1"/>
                  </a:cubicBezTo>
                  <a:close/>
                </a:path>
              </a:pathLst>
            </a:custGeom>
            <a:solidFill>
              <a:srgbClr val="9930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507;p65"/>
            <p:cNvSpPr/>
            <p:nvPr/>
          </p:nvSpPr>
          <p:spPr>
            <a:xfrm>
              <a:off x="1029275" y="3549200"/>
              <a:ext cx="76225" cy="77125"/>
            </a:xfrm>
            <a:custGeom>
              <a:avLst/>
              <a:gdLst/>
              <a:ahLst/>
              <a:cxnLst/>
              <a:rect l="l" t="t" r="r" b="b"/>
              <a:pathLst>
                <a:path w="3049" h="3085" extrusionOk="0">
                  <a:moveTo>
                    <a:pt x="2954" y="1960"/>
                  </a:moveTo>
                  <a:cubicBezTo>
                    <a:pt x="2964" y="2197"/>
                    <a:pt x="2874" y="2423"/>
                    <a:pt x="2715" y="2606"/>
                  </a:cubicBezTo>
                  <a:lnTo>
                    <a:pt x="2715" y="2606"/>
                  </a:lnTo>
                  <a:cubicBezTo>
                    <a:pt x="2860" y="2453"/>
                    <a:pt x="2974" y="2270"/>
                    <a:pt x="3049" y="2067"/>
                  </a:cubicBezTo>
                  <a:cubicBezTo>
                    <a:pt x="3013" y="2032"/>
                    <a:pt x="2977" y="1996"/>
                    <a:pt x="2954" y="1960"/>
                  </a:cubicBezTo>
                  <a:close/>
                  <a:moveTo>
                    <a:pt x="2715" y="2606"/>
                  </a:moveTo>
                  <a:lnTo>
                    <a:pt x="2715" y="2606"/>
                  </a:lnTo>
                  <a:cubicBezTo>
                    <a:pt x="2623" y="2703"/>
                    <a:pt x="2519" y="2788"/>
                    <a:pt x="2404" y="2858"/>
                  </a:cubicBezTo>
                  <a:lnTo>
                    <a:pt x="2404" y="2858"/>
                  </a:lnTo>
                  <a:cubicBezTo>
                    <a:pt x="2524" y="2790"/>
                    <a:pt x="2630" y="2704"/>
                    <a:pt x="2715" y="2606"/>
                  </a:cubicBezTo>
                  <a:close/>
                  <a:moveTo>
                    <a:pt x="1613" y="0"/>
                  </a:moveTo>
                  <a:cubicBezTo>
                    <a:pt x="1564" y="0"/>
                    <a:pt x="1515" y="3"/>
                    <a:pt x="1465" y="8"/>
                  </a:cubicBezTo>
                  <a:cubicBezTo>
                    <a:pt x="620" y="79"/>
                    <a:pt x="1" y="829"/>
                    <a:pt x="72" y="1674"/>
                  </a:cubicBezTo>
                  <a:cubicBezTo>
                    <a:pt x="151" y="2487"/>
                    <a:pt x="818" y="3085"/>
                    <a:pt x="1607" y="3085"/>
                  </a:cubicBezTo>
                  <a:cubicBezTo>
                    <a:pt x="1650" y="3085"/>
                    <a:pt x="1695" y="3083"/>
                    <a:pt x="1739" y="3079"/>
                  </a:cubicBezTo>
                  <a:cubicBezTo>
                    <a:pt x="1985" y="3056"/>
                    <a:pt x="2209" y="2978"/>
                    <a:pt x="2404" y="2858"/>
                  </a:cubicBezTo>
                  <a:lnTo>
                    <a:pt x="2404" y="2858"/>
                  </a:lnTo>
                  <a:cubicBezTo>
                    <a:pt x="2242" y="2951"/>
                    <a:pt x="2052" y="3013"/>
                    <a:pt x="1846" y="3032"/>
                  </a:cubicBezTo>
                  <a:cubicBezTo>
                    <a:pt x="1803" y="3036"/>
                    <a:pt x="1759" y="3038"/>
                    <a:pt x="1716" y="3038"/>
                  </a:cubicBezTo>
                  <a:cubicBezTo>
                    <a:pt x="1107" y="3038"/>
                    <a:pt x="605" y="2651"/>
                    <a:pt x="560" y="2139"/>
                  </a:cubicBezTo>
                  <a:cubicBezTo>
                    <a:pt x="549" y="2008"/>
                    <a:pt x="572" y="1889"/>
                    <a:pt x="608" y="1770"/>
                  </a:cubicBezTo>
                  <a:lnTo>
                    <a:pt x="608" y="1770"/>
                  </a:lnTo>
                  <a:cubicBezTo>
                    <a:pt x="549" y="1829"/>
                    <a:pt x="489" y="1889"/>
                    <a:pt x="429" y="1948"/>
                  </a:cubicBezTo>
                  <a:cubicBezTo>
                    <a:pt x="422" y="1962"/>
                    <a:pt x="407" y="1968"/>
                    <a:pt x="391" y="1968"/>
                  </a:cubicBezTo>
                  <a:cubicBezTo>
                    <a:pt x="380" y="1968"/>
                    <a:pt x="368" y="1965"/>
                    <a:pt x="358" y="1960"/>
                  </a:cubicBezTo>
                  <a:cubicBezTo>
                    <a:pt x="346" y="1936"/>
                    <a:pt x="334" y="1913"/>
                    <a:pt x="358" y="1889"/>
                  </a:cubicBezTo>
                  <a:cubicBezTo>
                    <a:pt x="418" y="1782"/>
                    <a:pt x="501" y="1698"/>
                    <a:pt x="584" y="1603"/>
                  </a:cubicBezTo>
                  <a:cubicBezTo>
                    <a:pt x="668" y="1520"/>
                    <a:pt x="763" y="1448"/>
                    <a:pt x="858" y="1377"/>
                  </a:cubicBezTo>
                  <a:cubicBezTo>
                    <a:pt x="870" y="1365"/>
                    <a:pt x="882" y="1353"/>
                    <a:pt x="906" y="1341"/>
                  </a:cubicBezTo>
                  <a:cubicBezTo>
                    <a:pt x="1096" y="1162"/>
                    <a:pt x="1358" y="1043"/>
                    <a:pt x="1668" y="1020"/>
                  </a:cubicBezTo>
                  <a:lnTo>
                    <a:pt x="1703" y="1020"/>
                  </a:lnTo>
                  <a:cubicBezTo>
                    <a:pt x="1763" y="1020"/>
                    <a:pt x="1811" y="1008"/>
                    <a:pt x="1870" y="1008"/>
                  </a:cubicBezTo>
                  <a:lnTo>
                    <a:pt x="2061" y="1008"/>
                  </a:lnTo>
                  <a:cubicBezTo>
                    <a:pt x="2120" y="1008"/>
                    <a:pt x="2180" y="1020"/>
                    <a:pt x="2239" y="1031"/>
                  </a:cubicBezTo>
                  <a:cubicBezTo>
                    <a:pt x="2311" y="1031"/>
                    <a:pt x="2382" y="1055"/>
                    <a:pt x="2454" y="1079"/>
                  </a:cubicBezTo>
                  <a:cubicBezTo>
                    <a:pt x="2311" y="722"/>
                    <a:pt x="2203" y="365"/>
                    <a:pt x="2132" y="91"/>
                  </a:cubicBezTo>
                  <a:cubicBezTo>
                    <a:pt x="1972" y="34"/>
                    <a:pt x="1797" y="0"/>
                    <a:pt x="1613" y="0"/>
                  </a:cubicBezTo>
                  <a:close/>
                </a:path>
              </a:pathLst>
            </a:custGeom>
            <a:solidFill>
              <a:srgbClr val="F7B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2508;p65"/>
            <p:cNvSpPr/>
            <p:nvPr/>
          </p:nvSpPr>
          <p:spPr>
            <a:xfrm>
              <a:off x="1051900" y="3574675"/>
              <a:ext cx="19975" cy="8075"/>
            </a:xfrm>
            <a:custGeom>
              <a:avLst/>
              <a:gdLst/>
              <a:ahLst/>
              <a:cxnLst/>
              <a:rect l="l" t="t" r="r" b="b"/>
              <a:pathLst>
                <a:path w="799" h="323" extrusionOk="0">
                  <a:moveTo>
                    <a:pt x="763" y="1"/>
                  </a:moveTo>
                  <a:cubicBezTo>
                    <a:pt x="453" y="36"/>
                    <a:pt x="191" y="155"/>
                    <a:pt x="1" y="322"/>
                  </a:cubicBezTo>
                  <a:cubicBezTo>
                    <a:pt x="179" y="191"/>
                    <a:pt x="394" y="96"/>
                    <a:pt x="608" y="48"/>
                  </a:cubicBezTo>
                  <a:cubicBezTo>
                    <a:pt x="667" y="24"/>
                    <a:pt x="739" y="12"/>
                    <a:pt x="798" y="1"/>
                  </a:cubicBezTo>
                  <a:close/>
                </a:path>
              </a:pathLst>
            </a:custGeom>
            <a:solidFill>
              <a:srgbClr val="EDA3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9" name="Google Shape;2509;p65"/>
            <p:cNvSpPr/>
            <p:nvPr/>
          </p:nvSpPr>
          <p:spPr>
            <a:xfrm>
              <a:off x="1051900" y="3574675"/>
              <a:ext cx="19975" cy="8075"/>
            </a:xfrm>
            <a:custGeom>
              <a:avLst/>
              <a:gdLst/>
              <a:ahLst/>
              <a:cxnLst/>
              <a:rect l="l" t="t" r="r" b="b"/>
              <a:pathLst>
                <a:path w="799" h="323" extrusionOk="0">
                  <a:moveTo>
                    <a:pt x="763" y="1"/>
                  </a:moveTo>
                  <a:cubicBezTo>
                    <a:pt x="453" y="36"/>
                    <a:pt x="191" y="155"/>
                    <a:pt x="1" y="322"/>
                  </a:cubicBezTo>
                  <a:cubicBezTo>
                    <a:pt x="179" y="191"/>
                    <a:pt x="394" y="96"/>
                    <a:pt x="608" y="48"/>
                  </a:cubicBezTo>
                  <a:cubicBezTo>
                    <a:pt x="667" y="24"/>
                    <a:pt x="739" y="12"/>
                    <a:pt x="798" y="1"/>
                  </a:cubicBezTo>
                  <a:close/>
                </a:path>
              </a:pathLst>
            </a:custGeom>
            <a:solidFill>
              <a:srgbClr val="9930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0" name="Google Shape;2510;p65"/>
            <p:cNvSpPr/>
            <p:nvPr/>
          </p:nvSpPr>
          <p:spPr>
            <a:xfrm>
              <a:off x="1051900" y="3574675"/>
              <a:ext cx="19975" cy="8075"/>
            </a:xfrm>
            <a:custGeom>
              <a:avLst/>
              <a:gdLst/>
              <a:ahLst/>
              <a:cxnLst/>
              <a:rect l="l" t="t" r="r" b="b"/>
              <a:pathLst>
                <a:path w="799" h="323" extrusionOk="0">
                  <a:moveTo>
                    <a:pt x="763" y="1"/>
                  </a:moveTo>
                  <a:cubicBezTo>
                    <a:pt x="453" y="36"/>
                    <a:pt x="191" y="155"/>
                    <a:pt x="1" y="322"/>
                  </a:cubicBezTo>
                  <a:cubicBezTo>
                    <a:pt x="179" y="191"/>
                    <a:pt x="394" y="96"/>
                    <a:pt x="608" y="48"/>
                  </a:cubicBezTo>
                  <a:cubicBezTo>
                    <a:pt x="667" y="24"/>
                    <a:pt x="739" y="12"/>
                    <a:pt x="798" y="1"/>
                  </a:cubicBezTo>
                  <a:close/>
                </a:path>
              </a:pathLst>
            </a:custGeom>
            <a:solidFill>
              <a:srgbClr val="9930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1" name="Google Shape;2511;p65"/>
            <p:cNvSpPr/>
            <p:nvPr/>
          </p:nvSpPr>
          <p:spPr>
            <a:xfrm>
              <a:off x="1037625" y="3582725"/>
              <a:ext cx="14300" cy="15675"/>
            </a:xfrm>
            <a:custGeom>
              <a:avLst/>
              <a:gdLst/>
              <a:ahLst/>
              <a:cxnLst/>
              <a:rect l="l" t="t" r="r" b="b"/>
              <a:pathLst>
                <a:path w="572" h="627" extrusionOk="0">
                  <a:moveTo>
                    <a:pt x="572" y="0"/>
                  </a:moveTo>
                  <a:lnTo>
                    <a:pt x="572" y="0"/>
                  </a:lnTo>
                  <a:cubicBezTo>
                    <a:pt x="548" y="12"/>
                    <a:pt x="536" y="24"/>
                    <a:pt x="524" y="36"/>
                  </a:cubicBezTo>
                  <a:cubicBezTo>
                    <a:pt x="429" y="107"/>
                    <a:pt x="334" y="179"/>
                    <a:pt x="250" y="262"/>
                  </a:cubicBezTo>
                  <a:cubicBezTo>
                    <a:pt x="155" y="357"/>
                    <a:pt x="84" y="441"/>
                    <a:pt x="24" y="548"/>
                  </a:cubicBezTo>
                  <a:cubicBezTo>
                    <a:pt x="0" y="572"/>
                    <a:pt x="12" y="595"/>
                    <a:pt x="24" y="619"/>
                  </a:cubicBezTo>
                  <a:cubicBezTo>
                    <a:pt x="34" y="624"/>
                    <a:pt x="46" y="627"/>
                    <a:pt x="57" y="627"/>
                  </a:cubicBezTo>
                  <a:cubicBezTo>
                    <a:pt x="73" y="627"/>
                    <a:pt x="88" y="621"/>
                    <a:pt x="95" y="607"/>
                  </a:cubicBezTo>
                  <a:cubicBezTo>
                    <a:pt x="155" y="548"/>
                    <a:pt x="215" y="488"/>
                    <a:pt x="274" y="429"/>
                  </a:cubicBezTo>
                  <a:cubicBezTo>
                    <a:pt x="334" y="262"/>
                    <a:pt x="429" y="119"/>
                    <a:pt x="572" y="0"/>
                  </a:cubicBezTo>
                  <a:close/>
                </a:path>
              </a:pathLst>
            </a:custGeom>
            <a:solidFill>
              <a:srgbClr val="BF5E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2" name="Google Shape;2512;p65"/>
            <p:cNvSpPr/>
            <p:nvPr/>
          </p:nvSpPr>
          <p:spPr>
            <a:xfrm>
              <a:off x="1071850" y="3574375"/>
              <a:ext cx="19975" cy="4500"/>
            </a:xfrm>
            <a:custGeom>
              <a:avLst/>
              <a:gdLst/>
              <a:ahLst/>
              <a:cxnLst/>
              <a:rect l="l" t="t" r="r" b="b"/>
              <a:pathLst>
                <a:path w="799" h="180" extrusionOk="0">
                  <a:moveTo>
                    <a:pt x="32" y="11"/>
                  </a:moveTo>
                  <a:lnTo>
                    <a:pt x="32" y="11"/>
                  </a:lnTo>
                  <a:cubicBezTo>
                    <a:pt x="22" y="12"/>
                    <a:pt x="11" y="12"/>
                    <a:pt x="0" y="13"/>
                  </a:cubicBezTo>
                  <a:cubicBezTo>
                    <a:pt x="11" y="13"/>
                    <a:pt x="22" y="12"/>
                    <a:pt x="32" y="11"/>
                  </a:cubicBezTo>
                  <a:close/>
                  <a:moveTo>
                    <a:pt x="167" y="1"/>
                  </a:moveTo>
                  <a:cubicBezTo>
                    <a:pt x="119" y="1"/>
                    <a:pt x="78" y="9"/>
                    <a:pt x="32" y="11"/>
                  </a:cubicBezTo>
                  <a:lnTo>
                    <a:pt x="32" y="11"/>
                  </a:lnTo>
                  <a:cubicBezTo>
                    <a:pt x="45" y="11"/>
                    <a:pt x="57" y="11"/>
                    <a:pt x="69" y="11"/>
                  </a:cubicBezTo>
                  <a:cubicBezTo>
                    <a:pt x="316" y="11"/>
                    <a:pt x="542" y="70"/>
                    <a:pt x="739" y="179"/>
                  </a:cubicBezTo>
                  <a:lnTo>
                    <a:pt x="798" y="179"/>
                  </a:lnTo>
                  <a:lnTo>
                    <a:pt x="751" y="72"/>
                  </a:lnTo>
                  <a:cubicBezTo>
                    <a:pt x="679" y="48"/>
                    <a:pt x="608" y="36"/>
                    <a:pt x="536" y="24"/>
                  </a:cubicBezTo>
                  <a:cubicBezTo>
                    <a:pt x="477" y="13"/>
                    <a:pt x="417" y="1"/>
                    <a:pt x="358" y="1"/>
                  </a:cubicBezTo>
                  <a:close/>
                </a:path>
              </a:pathLst>
            </a:custGeom>
            <a:solidFill>
              <a:srgbClr val="BF5E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3" name="Google Shape;2513;p65"/>
            <p:cNvSpPr/>
            <p:nvPr/>
          </p:nvSpPr>
          <p:spPr>
            <a:xfrm>
              <a:off x="1044475" y="3574650"/>
              <a:ext cx="45850" cy="18800"/>
            </a:xfrm>
            <a:custGeom>
              <a:avLst/>
              <a:gdLst/>
              <a:ahLst/>
              <a:cxnLst/>
              <a:rect l="l" t="t" r="r" b="b"/>
              <a:pathLst>
                <a:path w="1834" h="752" extrusionOk="0">
                  <a:moveTo>
                    <a:pt x="1164" y="0"/>
                  </a:moveTo>
                  <a:cubicBezTo>
                    <a:pt x="1141" y="0"/>
                    <a:pt x="1118" y="1"/>
                    <a:pt x="1095" y="2"/>
                  </a:cubicBezTo>
                  <a:cubicBezTo>
                    <a:pt x="1036" y="13"/>
                    <a:pt x="964" y="25"/>
                    <a:pt x="905" y="49"/>
                  </a:cubicBezTo>
                  <a:cubicBezTo>
                    <a:pt x="691" y="97"/>
                    <a:pt x="476" y="192"/>
                    <a:pt x="298" y="323"/>
                  </a:cubicBezTo>
                  <a:cubicBezTo>
                    <a:pt x="155" y="442"/>
                    <a:pt x="60" y="597"/>
                    <a:pt x="0" y="752"/>
                  </a:cubicBezTo>
                  <a:cubicBezTo>
                    <a:pt x="107" y="656"/>
                    <a:pt x="214" y="561"/>
                    <a:pt x="333" y="478"/>
                  </a:cubicBezTo>
                  <a:cubicBezTo>
                    <a:pt x="524" y="347"/>
                    <a:pt x="726" y="240"/>
                    <a:pt x="941" y="180"/>
                  </a:cubicBezTo>
                  <a:cubicBezTo>
                    <a:pt x="1075" y="143"/>
                    <a:pt x="1213" y="124"/>
                    <a:pt x="1354" y="124"/>
                  </a:cubicBezTo>
                  <a:cubicBezTo>
                    <a:pt x="1438" y="124"/>
                    <a:pt x="1523" y="131"/>
                    <a:pt x="1607" y="144"/>
                  </a:cubicBezTo>
                  <a:cubicBezTo>
                    <a:pt x="1667" y="144"/>
                    <a:pt x="1726" y="156"/>
                    <a:pt x="1786" y="180"/>
                  </a:cubicBezTo>
                  <a:cubicBezTo>
                    <a:pt x="1798" y="168"/>
                    <a:pt x="1810" y="168"/>
                    <a:pt x="1834" y="168"/>
                  </a:cubicBezTo>
                  <a:cubicBezTo>
                    <a:pt x="1637" y="59"/>
                    <a:pt x="1411" y="0"/>
                    <a:pt x="1164" y="0"/>
                  </a:cubicBezTo>
                  <a:close/>
                </a:path>
              </a:pathLst>
            </a:custGeom>
            <a:solidFill>
              <a:srgbClr val="BF5E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4" name="Google Shape;2514;p65"/>
            <p:cNvSpPr/>
            <p:nvPr/>
          </p:nvSpPr>
          <p:spPr>
            <a:xfrm>
              <a:off x="1091500" y="3579725"/>
              <a:ext cx="900" cy="325"/>
            </a:xfrm>
            <a:custGeom>
              <a:avLst/>
              <a:gdLst/>
              <a:ahLst/>
              <a:cxnLst/>
              <a:rect l="l" t="t" r="r" b="b"/>
              <a:pathLst>
                <a:path w="36" h="13" extrusionOk="0">
                  <a:moveTo>
                    <a:pt x="0" y="1"/>
                  </a:moveTo>
                  <a:cubicBezTo>
                    <a:pt x="12" y="1"/>
                    <a:pt x="24" y="13"/>
                    <a:pt x="36" y="13"/>
                  </a:cubicBezTo>
                  <a:cubicBezTo>
                    <a:pt x="36" y="13"/>
                    <a:pt x="36" y="13"/>
                    <a:pt x="36" y="1"/>
                  </a:cubicBezTo>
                  <a:close/>
                </a:path>
              </a:pathLst>
            </a:custGeom>
            <a:solidFill>
              <a:srgbClr val="9930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2515;p65"/>
            <p:cNvSpPr/>
            <p:nvPr/>
          </p:nvSpPr>
          <p:spPr>
            <a:xfrm>
              <a:off x="1066200" y="3578850"/>
              <a:ext cx="26500" cy="19950"/>
            </a:xfrm>
            <a:custGeom>
              <a:avLst/>
              <a:gdLst/>
              <a:ahLst/>
              <a:cxnLst/>
              <a:rect l="l" t="t" r="r" b="b"/>
              <a:pathLst>
                <a:path w="1060" h="798" extrusionOk="0">
                  <a:moveTo>
                    <a:pt x="917" y="0"/>
                  </a:moveTo>
                  <a:cubicBezTo>
                    <a:pt x="857" y="12"/>
                    <a:pt x="810" y="24"/>
                    <a:pt x="750" y="36"/>
                  </a:cubicBezTo>
                  <a:cubicBezTo>
                    <a:pt x="679" y="60"/>
                    <a:pt x="607" y="84"/>
                    <a:pt x="548" y="119"/>
                  </a:cubicBezTo>
                  <a:cubicBezTo>
                    <a:pt x="417" y="179"/>
                    <a:pt x="310" y="274"/>
                    <a:pt x="215" y="381"/>
                  </a:cubicBezTo>
                  <a:cubicBezTo>
                    <a:pt x="119" y="500"/>
                    <a:pt x="48" y="619"/>
                    <a:pt x="12" y="762"/>
                  </a:cubicBezTo>
                  <a:cubicBezTo>
                    <a:pt x="0" y="774"/>
                    <a:pt x="12" y="786"/>
                    <a:pt x="24" y="798"/>
                  </a:cubicBezTo>
                  <a:cubicBezTo>
                    <a:pt x="36" y="798"/>
                    <a:pt x="48" y="798"/>
                    <a:pt x="60" y="786"/>
                  </a:cubicBezTo>
                  <a:cubicBezTo>
                    <a:pt x="131" y="667"/>
                    <a:pt x="215" y="560"/>
                    <a:pt x="298" y="453"/>
                  </a:cubicBezTo>
                  <a:cubicBezTo>
                    <a:pt x="381" y="357"/>
                    <a:pt x="488" y="274"/>
                    <a:pt x="596" y="215"/>
                  </a:cubicBezTo>
                  <a:cubicBezTo>
                    <a:pt x="715" y="143"/>
                    <a:pt x="846" y="107"/>
                    <a:pt x="977" y="95"/>
                  </a:cubicBezTo>
                  <a:cubicBezTo>
                    <a:pt x="1000" y="84"/>
                    <a:pt x="1036" y="84"/>
                    <a:pt x="1060" y="84"/>
                  </a:cubicBezTo>
                  <a:cubicBezTo>
                    <a:pt x="1060" y="72"/>
                    <a:pt x="1060" y="60"/>
                    <a:pt x="1048" y="48"/>
                  </a:cubicBezTo>
                  <a:cubicBezTo>
                    <a:pt x="1036" y="48"/>
                    <a:pt x="1024" y="36"/>
                    <a:pt x="1012" y="36"/>
                  </a:cubicBezTo>
                  <a:cubicBezTo>
                    <a:pt x="977" y="24"/>
                    <a:pt x="953" y="12"/>
                    <a:pt x="917" y="0"/>
                  </a:cubicBezTo>
                  <a:close/>
                </a:path>
              </a:pathLst>
            </a:custGeom>
            <a:solidFill>
              <a:srgbClr val="BF5E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6" name="Google Shape;2516;p65"/>
            <p:cNvSpPr/>
            <p:nvPr/>
          </p:nvSpPr>
          <p:spPr>
            <a:xfrm>
              <a:off x="1092375" y="3580025"/>
              <a:ext cx="1225" cy="925"/>
            </a:xfrm>
            <a:custGeom>
              <a:avLst/>
              <a:gdLst/>
              <a:ahLst/>
              <a:cxnLst/>
              <a:rect l="l" t="t" r="r" b="b"/>
              <a:pathLst>
                <a:path w="49" h="37" extrusionOk="0">
                  <a:moveTo>
                    <a:pt x="1" y="1"/>
                  </a:moveTo>
                  <a:cubicBezTo>
                    <a:pt x="13" y="13"/>
                    <a:pt x="13" y="25"/>
                    <a:pt x="25" y="37"/>
                  </a:cubicBezTo>
                  <a:lnTo>
                    <a:pt x="49" y="37"/>
                  </a:lnTo>
                  <a:cubicBezTo>
                    <a:pt x="25" y="25"/>
                    <a:pt x="25" y="13"/>
                    <a:pt x="1" y="1"/>
                  </a:cubicBezTo>
                  <a:close/>
                </a:path>
              </a:pathLst>
            </a:custGeom>
            <a:solidFill>
              <a:srgbClr val="9930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7" name="Google Shape;2517;p65"/>
            <p:cNvSpPr/>
            <p:nvPr/>
          </p:nvSpPr>
          <p:spPr>
            <a:xfrm>
              <a:off x="1090300" y="3578850"/>
              <a:ext cx="2100" cy="900"/>
            </a:xfrm>
            <a:custGeom>
              <a:avLst/>
              <a:gdLst/>
              <a:ahLst/>
              <a:cxnLst/>
              <a:rect l="l" t="t" r="r" b="b"/>
              <a:pathLst>
                <a:path w="84" h="36" extrusionOk="0">
                  <a:moveTo>
                    <a:pt x="1" y="0"/>
                  </a:moveTo>
                  <a:cubicBezTo>
                    <a:pt x="13" y="12"/>
                    <a:pt x="36" y="24"/>
                    <a:pt x="48" y="36"/>
                  </a:cubicBezTo>
                  <a:lnTo>
                    <a:pt x="84" y="36"/>
                  </a:lnTo>
                  <a:lnTo>
                    <a:pt x="60" y="0"/>
                  </a:lnTo>
                  <a:close/>
                </a:path>
              </a:pathLst>
            </a:custGeom>
            <a:solidFill>
              <a:srgbClr val="9930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8" name="Google Shape;2518;p65"/>
            <p:cNvSpPr/>
            <p:nvPr/>
          </p:nvSpPr>
          <p:spPr>
            <a:xfrm>
              <a:off x="1089100" y="3578850"/>
              <a:ext cx="2425" cy="900"/>
            </a:xfrm>
            <a:custGeom>
              <a:avLst/>
              <a:gdLst/>
              <a:ahLst/>
              <a:cxnLst/>
              <a:rect l="l" t="t" r="r" b="b"/>
              <a:pathLst>
                <a:path w="97" h="36" extrusionOk="0">
                  <a:moveTo>
                    <a:pt x="1" y="0"/>
                  </a:moveTo>
                  <a:cubicBezTo>
                    <a:pt x="37" y="12"/>
                    <a:pt x="61" y="24"/>
                    <a:pt x="96" y="36"/>
                  </a:cubicBezTo>
                  <a:cubicBezTo>
                    <a:pt x="84" y="24"/>
                    <a:pt x="61" y="12"/>
                    <a:pt x="49" y="0"/>
                  </a:cubicBezTo>
                  <a:close/>
                </a:path>
              </a:pathLst>
            </a:custGeom>
            <a:solidFill>
              <a:srgbClr val="9930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9" name="Google Shape;2519;p65"/>
            <p:cNvSpPr/>
            <p:nvPr/>
          </p:nvSpPr>
          <p:spPr>
            <a:xfrm>
              <a:off x="1184350" y="3583000"/>
              <a:ext cx="34275" cy="20950"/>
            </a:xfrm>
            <a:custGeom>
              <a:avLst/>
              <a:gdLst/>
              <a:ahLst/>
              <a:cxnLst/>
              <a:rect l="l" t="t" r="r" b="b"/>
              <a:pathLst>
                <a:path w="1371" h="838" extrusionOk="0">
                  <a:moveTo>
                    <a:pt x="1215" y="1"/>
                  </a:moveTo>
                  <a:cubicBezTo>
                    <a:pt x="1001" y="1"/>
                    <a:pt x="620" y="25"/>
                    <a:pt x="156" y="120"/>
                  </a:cubicBezTo>
                  <a:cubicBezTo>
                    <a:pt x="61" y="144"/>
                    <a:pt x="1" y="251"/>
                    <a:pt x="25" y="334"/>
                  </a:cubicBezTo>
                  <a:cubicBezTo>
                    <a:pt x="81" y="538"/>
                    <a:pt x="277" y="837"/>
                    <a:pt x="662" y="837"/>
                  </a:cubicBezTo>
                  <a:cubicBezTo>
                    <a:pt x="683" y="837"/>
                    <a:pt x="705" y="836"/>
                    <a:pt x="727" y="834"/>
                  </a:cubicBezTo>
                  <a:cubicBezTo>
                    <a:pt x="1168" y="799"/>
                    <a:pt x="1358" y="453"/>
                    <a:pt x="1370" y="191"/>
                  </a:cubicBezTo>
                  <a:cubicBezTo>
                    <a:pt x="1370" y="84"/>
                    <a:pt x="1334" y="1"/>
                    <a:pt x="121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65"/>
            <p:cNvSpPr/>
            <p:nvPr/>
          </p:nvSpPr>
          <p:spPr>
            <a:xfrm>
              <a:off x="586075" y="3374800"/>
              <a:ext cx="107175" cy="94725"/>
            </a:xfrm>
            <a:custGeom>
              <a:avLst/>
              <a:gdLst/>
              <a:ahLst/>
              <a:cxnLst/>
              <a:rect l="l" t="t" r="r" b="b"/>
              <a:pathLst>
                <a:path w="4287" h="3789" extrusionOk="0">
                  <a:moveTo>
                    <a:pt x="2663" y="0"/>
                  </a:moveTo>
                  <a:cubicBezTo>
                    <a:pt x="2060" y="0"/>
                    <a:pt x="1465" y="231"/>
                    <a:pt x="870" y="673"/>
                  </a:cubicBezTo>
                  <a:cubicBezTo>
                    <a:pt x="0" y="1328"/>
                    <a:pt x="191" y="2138"/>
                    <a:pt x="191" y="2138"/>
                  </a:cubicBezTo>
                  <a:cubicBezTo>
                    <a:pt x="343" y="2477"/>
                    <a:pt x="908" y="3699"/>
                    <a:pt x="1232" y="3699"/>
                  </a:cubicBezTo>
                  <a:cubicBezTo>
                    <a:pt x="1239" y="3699"/>
                    <a:pt x="1245" y="3698"/>
                    <a:pt x="1251" y="3697"/>
                  </a:cubicBezTo>
                  <a:cubicBezTo>
                    <a:pt x="1615" y="3640"/>
                    <a:pt x="933" y="2133"/>
                    <a:pt x="874" y="2004"/>
                  </a:cubicBezTo>
                  <a:lnTo>
                    <a:pt x="874" y="2004"/>
                  </a:lnTo>
                  <a:cubicBezTo>
                    <a:pt x="936" y="2139"/>
                    <a:pt x="1706" y="3788"/>
                    <a:pt x="2110" y="3788"/>
                  </a:cubicBezTo>
                  <a:cubicBezTo>
                    <a:pt x="2126" y="3788"/>
                    <a:pt x="2141" y="3786"/>
                    <a:pt x="2155" y="3781"/>
                  </a:cubicBezTo>
                  <a:cubicBezTo>
                    <a:pt x="2548" y="3650"/>
                    <a:pt x="1561" y="1735"/>
                    <a:pt x="1560" y="1733"/>
                  </a:cubicBezTo>
                  <a:lnTo>
                    <a:pt x="1560" y="1733"/>
                  </a:lnTo>
                  <a:cubicBezTo>
                    <a:pt x="1561" y="1735"/>
                    <a:pt x="2586" y="3719"/>
                    <a:pt x="2939" y="3719"/>
                  </a:cubicBezTo>
                  <a:cubicBezTo>
                    <a:pt x="2953" y="3719"/>
                    <a:pt x="2965" y="3716"/>
                    <a:pt x="2977" y="3709"/>
                  </a:cubicBezTo>
                  <a:cubicBezTo>
                    <a:pt x="3321" y="3515"/>
                    <a:pt x="2712" y="2375"/>
                    <a:pt x="2372" y="1796"/>
                  </a:cubicBezTo>
                  <a:lnTo>
                    <a:pt x="2372" y="1796"/>
                  </a:lnTo>
                  <a:cubicBezTo>
                    <a:pt x="2665" y="2259"/>
                    <a:pt x="3200" y="3036"/>
                    <a:pt x="3497" y="3036"/>
                  </a:cubicBezTo>
                  <a:cubicBezTo>
                    <a:pt x="3511" y="3036"/>
                    <a:pt x="3524" y="3034"/>
                    <a:pt x="3537" y="3031"/>
                  </a:cubicBezTo>
                  <a:cubicBezTo>
                    <a:pt x="3929" y="2924"/>
                    <a:pt x="2858" y="721"/>
                    <a:pt x="2858" y="721"/>
                  </a:cubicBezTo>
                  <a:lnTo>
                    <a:pt x="2858" y="721"/>
                  </a:lnTo>
                  <a:cubicBezTo>
                    <a:pt x="2858" y="721"/>
                    <a:pt x="3493" y="869"/>
                    <a:pt x="3916" y="869"/>
                  </a:cubicBezTo>
                  <a:cubicBezTo>
                    <a:pt x="4128" y="869"/>
                    <a:pt x="4287" y="832"/>
                    <a:pt x="4287" y="721"/>
                  </a:cubicBezTo>
                  <a:cubicBezTo>
                    <a:pt x="4287" y="530"/>
                    <a:pt x="4191" y="387"/>
                    <a:pt x="3537" y="161"/>
                  </a:cubicBezTo>
                  <a:cubicBezTo>
                    <a:pt x="3243" y="53"/>
                    <a:pt x="2952" y="0"/>
                    <a:pt x="2663" y="0"/>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65"/>
            <p:cNvSpPr/>
            <p:nvPr/>
          </p:nvSpPr>
          <p:spPr>
            <a:xfrm>
              <a:off x="1731150" y="3474525"/>
              <a:ext cx="97075" cy="85725"/>
            </a:xfrm>
            <a:custGeom>
              <a:avLst/>
              <a:gdLst/>
              <a:ahLst/>
              <a:cxnLst/>
              <a:rect l="l" t="t" r="r" b="b"/>
              <a:pathLst>
                <a:path w="3883" h="3429" extrusionOk="0">
                  <a:moveTo>
                    <a:pt x="1467" y="1"/>
                  </a:moveTo>
                  <a:cubicBezTo>
                    <a:pt x="1211" y="1"/>
                    <a:pt x="953" y="46"/>
                    <a:pt x="691" y="137"/>
                  </a:cubicBezTo>
                  <a:cubicBezTo>
                    <a:pt x="96" y="351"/>
                    <a:pt x="1" y="482"/>
                    <a:pt x="13" y="649"/>
                  </a:cubicBezTo>
                  <a:cubicBezTo>
                    <a:pt x="13" y="752"/>
                    <a:pt x="156" y="787"/>
                    <a:pt x="346" y="787"/>
                  </a:cubicBezTo>
                  <a:cubicBezTo>
                    <a:pt x="727" y="787"/>
                    <a:pt x="1298" y="649"/>
                    <a:pt x="1299" y="649"/>
                  </a:cubicBezTo>
                  <a:lnTo>
                    <a:pt x="1299" y="649"/>
                  </a:lnTo>
                  <a:cubicBezTo>
                    <a:pt x="1299" y="649"/>
                    <a:pt x="334" y="2649"/>
                    <a:pt x="691" y="2744"/>
                  </a:cubicBezTo>
                  <a:cubicBezTo>
                    <a:pt x="702" y="2747"/>
                    <a:pt x="713" y="2749"/>
                    <a:pt x="725" y="2749"/>
                  </a:cubicBezTo>
                  <a:cubicBezTo>
                    <a:pt x="988" y="2749"/>
                    <a:pt x="1468" y="2045"/>
                    <a:pt x="1732" y="1624"/>
                  </a:cubicBezTo>
                  <a:lnTo>
                    <a:pt x="1732" y="1624"/>
                  </a:lnTo>
                  <a:cubicBezTo>
                    <a:pt x="1427" y="2148"/>
                    <a:pt x="883" y="3176"/>
                    <a:pt x="1191" y="3352"/>
                  </a:cubicBezTo>
                  <a:cubicBezTo>
                    <a:pt x="1202" y="3358"/>
                    <a:pt x="1213" y="3361"/>
                    <a:pt x="1226" y="3361"/>
                  </a:cubicBezTo>
                  <a:cubicBezTo>
                    <a:pt x="1541" y="3361"/>
                    <a:pt x="2476" y="1568"/>
                    <a:pt x="2477" y="1566"/>
                  </a:cubicBezTo>
                  <a:lnTo>
                    <a:pt x="2477" y="1566"/>
                  </a:lnTo>
                  <a:cubicBezTo>
                    <a:pt x="2476" y="1568"/>
                    <a:pt x="1584" y="3292"/>
                    <a:pt x="1941" y="3423"/>
                  </a:cubicBezTo>
                  <a:cubicBezTo>
                    <a:pt x="1953" y="3427"/>
                    <a:pt x="1966" y="3429"/>
                    <a:pt x="1978" y="3429"/>
                  </a:cubicBezTo>
                  <a:cubicBezTo>
                    <a:pt x="2339" y="3429"/>
                    <a:pt x="3051" y="1902"/>
                    <a:pt x="3094" y="1808"/>
                  </a:cubicBezTo>
                  <a:lnTo>
                    <a:pt x="3094" y="1808"/>
                  </a:lnTo>
                  <a:cubicBezTo>
                    <a:pt x="3053" y="1897"/>
                    <a:pt x="2417" y="3294"/>
                    <a:pt x="2751" y="3352"/>
                  </a:cubicBezTo>
                  <a:cubicBezTo>
                    <a:pt x="2755" y="3352"/>
                    <a:pt x="2760" y="3353"/>
                    <a:pt x="2764" y="3353"/>
                  </a:cubicBezTo>
                  <a:cubicBezTo>
                    <a:pt x="3053" y="3353"/>
                    <a:pt x="3563" y="2240"/>
                    <a:pt x="3704" y="1935"/>
                  </a:cubicBezTo>
                  <a:cubicBezTo>
                    <a:pt x="3704" y="1935"/>
                    <a:pt x="3882" y="1209"/>
                    <a:pt x="3096" y="613"/>
                  </a:cubicBezTo>
                  <a:cubicBezTo>
                    <a:pt x="2553" y="208"/>
                    <a:pt x="2015" y="1"/>
                    <a:pt x="1467"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65"/>
            <p:cNvSpPr/>
            <p:nvPr/>
          </p:nvSpPr>
          <p:spPr>
            <a:xfrm>
              <a:off x="916175" y="2929650"/>
              <a:ext cx="30975" cy="31000"/>
            </a:xfrm>
            <a:custGeom>
              <a:avLst/>
              <a:gdLst/>
              <a:ahLst/>
              <a:cxnLst/>
              <a:rect l="l" t="t" r="r" b="b"/>
              <a:pathLst>
                <a:path w="1239" h="1240" extrusionOk="0">
                  <a:moveTo>
                    <a:pt x="1167" y="1"/>
                  </a:moveTo>
                  <a:cubicBezTo>
                    <a:pt x="1065" y="43"/>
                    <a:pt x="975" y="49"/>
                    <a:pt x="885" y="49"/>
                  </a:cubicBezTo>
                  <a:cubicBezTo>
                    <a:pt x="848" y="49"/>
                    <a:pt x="812" y="48"/>
                    <a:pt x="774" y="48"/>
                  </a:cubicBezTo>
                  <a:cubicBezTo>
                    <a:pt x="655" y="48"/>
                    <a:pt x="536" y="36"/>
                    <a:pt x="429" y="36"/>
                  </a:cubicBezTo>
                  <a:cubicBezTo>
                    <a:pt x="310" y="36"/>
                    <a:pt x="191" y="48"/>
                    <a:pt x="120" y="96"/>
                  </a:cubicBezTo>
                  <a:cubicBezTo>
                    <a:pt x="36" y="144"/>
                    <a:pt x="12" y="251"/>
                    <a:pt x="12" y="358"/>
                  </a:cubicBezTo>
                  <a:cubicBezTo>
                    <a:pt x="12" y="417"/>
                    <a:pt x="0" y="465"/>
                    <a:pt x="24" y="525"/>
                  </a:cubicBezTo>
                  <a:lnTo>
                    <a:pt x="36" y="608"/>
                  </a:lnTo>
                  <a:cubicBezTo>
                    <a:pt x="48" y="632"/>
                    <a:pt x="60" y="656"/>
                    <a:pt x="60" y="679"/>
                  </a:cubicBezTo>
                  <a:cubicBezTo>
                    <a:pt x="84" y="727"/>
                    <a:pt x="120" y="775"/>
                    <a:pt x="143" y="822"/>
                  </a:cubicBezTo>
                  <a:cubicBezTo>
                    <a:pt x="179" y="858"/>
                    <a:pt x="215" y="906"/>
                    <a:pt x="262" y="941"/>
                  </a:cubicBezTo>
                  <a:cubicBezTo>
                    <a:pt x="346" y="1013"/>
                    <a:pt x="453" y="1060"/>
                    <a:pt x="548" y="1108"/>
                  </a:cubicBezTo>
                  <a:cubicBezTo>
                    <a:pt x="762" y="1191"/>
                    <a:pt x="1001" y="1227"/>
                    <a:pt x="1239" y="1239"/>
                  </a:cubicBezTo>
                  <a:lnTo>
                    <a:pt x="1167" y="1"/>
                  </a:lnTo>
                  <a:close/>
                </a:path>
              </a:pathLst>
            </a:custGeom>
            <a:solidFill>
              <a:srgbClr val="F7B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65"/>
            <p:cNvSpPr/>
            <p:nvPr/>
          </p:nvSpPr>
          <p:spPr>
            <a:xfrm>
              <a:off x="516125" y="3299325"/>
              <a:ext cx="74425" cy="58250"/>
            </a:xfrm>
            <a:custGeom>
              <a:avLst/>
              <a:gdLst/>
              <a:ahLst/>
              <a:cxnLst/>
              <a:rect l="l" t="t" r="r" b="b"/>
              <a:pathLst>
                <a:path w="2977" h="2330" extrusionOk="0">
                  <a:moveTo>
                    <a:pt x="1754" y="0"/>
                  </a:moveTo>
                  <a:cubicBezTo>
                    <a:pt x="1575" y="0"/>
                    <a:pt x="1396" y="27"/>
                    <a:pt x="1227" y="73"/>
                  </a:cubicBezTo>
                  <a:cubicBezTo>
                    <a:pt x="953" y="144"/>
                    <a:pt x="703" y="275"/>
                    <a:pt x="477" y="430"/>
                  </a:cubicBezTo>
                  <a:cubicBezTo>
                    <a:pt x="334" y="537"/>
                    <a:pt x="203" y="644"/>
                    <a:pt x="72" y="775"/>
                  </a:cubicBezTo>
                  <a:cubicBezTo>
                    <a:pt x="24" y="918"/>
                    <a:pt x="0" y="1061"/>
                    <a:pt x="12" y="1216"/>
                  </a:cubicBezTo>
                  <a:cubicBezTo>
                    <a:pt x="68" y="1851"/>
                    <a:pt x="687" y="2330"/>
                    <a:pt x="1430" y="2330"/>
                  </a:cubicBezTo>
                  <a:cubicBezTo>
                    <a:pt x="1481" y="2330"/>
                    <a:pt x="1532" y="2328"/>
                    <a:pt x="1584" y="2323"/>
                  </a:cubicBezTo>
                  <a:cubicBezTo>
                    <a:pt x="2382" y="2252"/>
                    <a:pt x="2977" y="1656"/>
                    <a:pt x="2941" y="1001"/>
                  </a:cubicBezTo>
                  <a:cubicBezTo>
                    <a:pt x="2751" y="739"/>
                    <a:pt x="2584" y="454"/>
                    <a:pt x="2441" y="168"/>
                  </a:cubicBezTo>
                  <a:lnTo>
                    <a:pt x="2334" y="168"/>
                  </a:lnTo>
                  <a:cubicBezTo>
                    <a:pt x="2167" y="192"/>
                    <a:pt x="2013" y="239"/>
                    <a:pt x="1870" y="323"/>
                  </a:cubicBezTo>
                  <a:cubicBezTo>
                    <a:pt x="1727" y="394"/>
                    <a:pt x="1608" y="501"/>
                    <a:pt x="1501" y="620"/>
                  </a:cubicBezTo>
                  <a:cubicBezTo>
                    <a:pt x="1393" y="739"/>
                    <a:pt x="1298" y="882"/>
                    <a:pt x="1215" y="1013"/>
                  </a:cubicBezTo>
                  <a:lnTo>
                    <a:pt x="1215" y="1025"/>
                  </a:lnTo>
                  <a:cubicBezTo>
                    <a:pt x="1203" y="1037"/>
                    <a:pt x="1179" y="1037"/>
                    <a:pt x="1167" y="1037"/>
                  </a:cubicBezTo>
                  <a:cubicBezTo>
                    <a:pt x="1143" y="1025"/>
                    <a:pt x="1143" y="1001"/>
                    <a:pt x="1143" y="990"/>
                  </a:cubicBezTo>
                  <a:cubicBezTo>
                    <a:pt x="1203" y="823"/>
                    <a:pt x="1286" y="668"/>
                    <a:pt x="1393" y="537"/>
                  </a:cubicBezTo>
                  <a:cubicBezTo>
                    <a:pt x="1513" y="394"/>
                    <a:pt x="1655" y="287"/>
                    <a:pt x="1810" y="204"/>
                  </a:cubicBezTo>
                  <a:cubicBezTo>
                    <a:pt x="1894" y="156"/>
                    <a:pt x="1977" y="120"/>
                    <a:pt x="2060" y="97"/>
                  </a:cubicBezTo>
                  <a:cubicBezTo>
                    <a:pt x="2120" y="85"/>
                    <a:pt x="2191" y="73"/>
                    <a:pt x="2263" y="61"/>
                  </a:cubicBezTo>
                  <a:cubicBezTo>
                    <a:pt x="2191" y="49"/>
                    <a:pt x="2120" y="25"/>
                    <a:pt x="2048" y="25"/>
                  </a:cubicBezTo>
                  <a:cubicBezTo>
                    <a:pt x="1951" y="8"/>
                    <a:pt x="1853" y="0"/>
                    <a:pt x="1754" y="0"/>
                  </a:cubicBezTo>
                  <a:close/>
                </a:path>
              </a:pathLst>
            </a:custGeom>
            <a:solidFill>
              <a:srgbClr val="BC7B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4" name="Google Shape;2524;p65"/>
            <p:cNvSpPr/>
            <p:nvPr/>
          </p:nvSpPr>
          <p:spPr>
            <a:xfrm>
              <a:off x="1042975" y="3577750"/>
              <a:ext cx="60750" cy="47400"/>
            </a:xfrm>
            <a:custGeom>
              <a:avLst/>
              <a:gdLst/>
              <a:ahLst/>
              <a:cxnLst/>
              <a:rect l="l" t="t" r="r" b="b"/>
              <a:pathLst>
                <a:path w="2430" h="1896" extrusionOk="0">
                  <a:moveTo>
                    <a:pt x="1419" y="0"/>
                  </a:moveTo>
                  <a:cubicBezTo>
                    <a:pt x="1278" y="0"/>
                    <a:pt x="1135" y="19"/>
                    <a:pt x="1001" y="56"/>
                  </a:cubicBezTo>
                  <a:cubicBezTo>
                    <a:pt x="786" y="116"/>
                    <a:pt x="584" y="223"/>
                    <a:pt x="393" y="342"/>
                  </a:cubicBezTo>
                  <a:cubicBezTo>
                    <a:pt x="274" y="425"/>
                    <a:pt x="167" y="520"/>
                    <a:pt x="60" y="628"/>
                  </a:cubicBezTo>
                  <a:cubicBezTo>
                    <a:pt x="24" y="747"/>
                    <a:pt x="1" y="866"/>
                    <a:pt x="12" y="997"/>
                  </a:cubicBezTo>
                  <a:cubicBezTo>
                    <a:pt x="57" y="1509"/>
                    <a:pt x="559" y="1896"/>
                    <a:pt x="1168" y="1896"/>
                  </a:cubicBezTo>
                  <a:cubicBezTo>
                    <a:pt x="1211" y="1896"/>
                    <a:pt x="1255" y="1894"/>
                    <a:pt x="1298" y="1890"/>
                  </a:cubicBezTo>
                  <a:cubicBezTo>
                    <a:pt x="1941" y="1830"/>
                    <a:pt x="2429" y="1354"/>
                    <a:pt x="2406" y="806"/>
                  </a:cubicBezTo>
                  <a:cubicBezTo>
                    <a:pt x="2239" y="604"/>
                    <a:pt x="2108" y="366"/>
                    <a:pt x="2001" y="128"/>
                  </a:cubicBezTo>
                  <a:cubicBezTo>
                    <a:pt x="1965" y="128"/>
                    <a:pt x="1929" y="128"/>
                    <a:pt x="1906" y="139"/>
                  </a:cubicBezTo>
                  <a:cubicBezTo>
                    <a:pt x="1775" y="151"/>
                    <a:pt x="1644" y="187"/>
                    <a:pt x="1536" y="259"/>
                  </a:cubicBezTo>
                  <a:cubicBezTo>
                    <a:pt x="1417" y="318"/>
                    <a:pt x="1310" y="401"/>
                    <a:pt x="1227" y="497"/>
                  </a:cubicBezTo>
                  <a:cubicBezTo>
                    <a:pt x="1144" y="604"/>
                    <a:pt x="1060" y="711"/>
                    <a:pt x="989" y="830"/>
                  </a:cubicBezTo>
                  <a:cubicBezTo>
                    <a:pt x="989" y="842"/>
                    <a:pt x="965" y="842"/>
                    <a:pt x="953" y="842"/>
                  </a:cubicBezTo>
                  <a:cubicBezTo>
                    <a:pt x="941" y="830"/>
                    <a:pt x="941" y="818"/>
                    <a:pt x="941" y="806"/>
                  </a:cubicBezTo>
                  <a:cubicBezTo>
                    <a:pt x="977" y="663"/>
                    <a:pt x="1048" y="544"/>
                    <a:pt x="1144" y="425"/>
                  </a:cubicBezTo>
                  <a:cubicBezTo>
                    <a:pt x="1239" y="318"/>
                    <a:pt x="1358" y="223"/>
                    <a:pt x="1477" y="163"/>
                  </a:cubicBezTo>
                  <a:cubicBezTo>
                    <a:pt x="1536" y="128"/>
                    <a:pt x="1608" y="104"/>
                    <a:pt x="1679" y="80"/>
                  </a:cubicBezTo>
                  <a:cubicBezTo>
                    <a:pt x="1739" y="68"/>
                    <a:pt x="1786" y="56"/>
                    <a:pt x="1846" y="44"/>
                  </a:cubicBezTo>
                  <a:cubicBezTo>
                    <a:pt x="1786" y="32"/>
                    <a:pt x="1727" y="20"/>
                    <a:pt x="1667" y="20"/>
                  </a:cubicBezTo>
                  <a:cubicBezTo>
                    <a:pt x="1587" y="7"/>
                    <a:pt x="1503" y="0"/>
                    <a:pt x="1419" y="0"/>
                  </a:cubicBezTo>
                  <a:close/>
                </a:path>
              </a:pathLst>
            </a:custGeom>
            <a:solidFill>
              <a:srgbClr val="F7B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5" name="Google Shape;2525;p65"/>
            <p:cNvSpPr/>
            <p:nvPr/>
          </p:nvSpPr>
          <p:spPr>
            <a:xfrm>
              <a:off x="1102500" y="2846600"/>
              <a:ext cx="84575" cy="69500"/>
            </a:xfrm>
            <a:custGeom>
              <a:avLst/>
              <a:gdLst/>
              <a:ahLst/>
              <a:cxnLst/>
              <a:rect l="l" t="t" r="r" b="b"/>
              <a:pathLst>
                <a:path w="3383" h="2780" extrusionOk="0">
                  <a:moveTo>
                    <a:pt x="2037" y="1"/>
                  </a:moveTo>
                  <a:cubicBezTo>
                    <a:pt x="1715" y="1"/>
                    <a:pt x="1394" y="49"/>
                    <a:pt x="1096" y="156"/>
                  </a:cubicBezTo>
                  <a:cubicBezTo>
                    <a:pt x="798" y="263"/>
                    <a:pt x="513" y="418"/>
                    <a:pt x="287" y="644"/>
                  </a:cubicBezTo>
                  <a:cubicBezTo>
                    <a:pt x="215" y="691"/>
                    <a:pt x="156" y="763"/>
                    <a:pt x="108" y="822"/>
                  </a:cubicBezTo>
                  <a:cubicBezTo>
                    <a:pt x="179" y="787"/>
                    <a:pt x="251" y="751"/>
                    <a:pt x="322" y="727"/>
                  </a:cubicBezTo>
                  <a:cubicBezTo>
                    <a:pt x="417" y="691"/>
                    <a:pt x="525" y="668"/>
                    <a:pt x="620" y="656"/>
                  </a:cubicBezTo>
                  <a:cubicBezTo>
                    <a:pt x="684" y="648"/>
                    <a:pt x="749" y="644"/>
                    <a:pt x="815" y="644"/>
                  </a:cubicBezTo>
                  <a:cubicBezTo>
                    <a:pt x="956" y="644"/>
                    <a:pt x="1097" y="663"/>
                    <a:pt x="1227" y="703"/>
                  </a:cubicBezTo>
                  <a:cubicBezTo>
                    <a:pt x="1430" y="763"/>
                    <a:pt x="1608" y="846"/>
                    <a:pt x="1775" y="977"/>
                  </a:cubicBezTo>
                  <a:cubicBezTo>
                    <a:pt x="1787" y="977"/>
                    <a:pt x="1787" y="1001"/>
                    <a:pt x="1787" y="1025"/>
                  </a:cubicBezTo>
                  <a:cubicBezTo>
                    <a:pt x="1778" y="1033"/>
                    <a:pt x="1764" y="1042"/>
                    <a:pt x="1748" y="1042"/>
                  </a:cubicBezTo>
                  <a:cubicBezTo>
                    <a:pt x="1741" y="1042"/>
                    <a:pt x="1734" y="1040"/>
                    <a:pt x="1727" y="1037"/>
                  </a:cubicBezTo>
                  <a:cubicBezTo>
                    <a:pt x="1549" y="965"/>
                    <a:pt x="1370" y="894"/>
                    <a:pt x="1191" y="858"/>
                  </a:cubicBezTo>
                  <a:cubicBezTo>
                    <a:pt x="1061" y="823"/>
                    <a:pt x="924" y="801"/>
                    <a:pt x="789" y="801"/>
                  </a:cubicBezTo>
                  <a:cubicBezTo>
                    <a:pt x="740" y="801"/>
                    <a:pt x="692" y="804"/>
                    <a:pt x="644" y="811"/>
                  </a:cubicBezTo>
                  <a:cubicBezTo>
                    <a:pt x="453" y="822"/>
                    <a:pt x="275" y="882"/>
                    <a:pt x="108" y="965"/>
                  </a:cubicBezTo>
                  <a:cubicBezTo>
                    <a:pt x="72" y="989"/>
                    <a:pt x="36" y="1013"/>
                    <a:pt x="1" y="1037"/>
                  </a:cubicBezTo>
                  <a:cubicBezTo>
                    <a:pt x="60" y="1394"/>
                    <a:pt x="96" y="1775"/>
                    <a:pt x="72" y="2156"/>
                  </a:cubicBezTo>
                  <a:cubicBezTo>
                    <a:pt x="323" y="2561"/>
                    <a:pt x="784" y="2780"/>
                    <a:pt x="1288" y="2780"/>
                  </a:cubicBezTo>
                  <a:cubicBezTo>
                    <a:pt x="1597" y="2780"/>
                    <a:pt x="1924" y="2697"/>
                    <a:pt x="2227" y="2525"/>
                  </a:cubicBezTo>
                  <a:cubicBezTo>
                    <a:pt x="3037" y="2061"/>
                    <a:pt x="3382" y="1132"/>
                    <a:pt x="2989" y="441"/>
                  </a:cubicBezTo>
                  <a:cubicBezTo>
                    <a:pt x="2906" y="287"/>
                    <a:pt x="2787" y="168"/>
                    <a:pt x="2644" y="60"/>
                  </a:cubicBezTo>
                  <a:cubicBezTo>
                    <a:pt x="2442" y="25"/>
                    <a:pt x="2239" y="1"/>
                    <a:pt x="2037" y="1"/>
                  </a:cubicBezTo>
                  <a:close/>
                </a:path>
              </a:pathLst>
            </a:custGeom>
            <a:solidFill>
              <a:srgbClr val="F7B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26" name="Google Shape;2526;p65"/>
          <p:cNvGrpSpPr/>
          <p:nvPr/>
        </p:nvGrpSpPr>
        <p:grpSpPr>
          <a:xfrm flipH="1">
            <a:off x="-131731" y="3760613"/>
            <a:ext cx="1463862" cy="1446064"/>
            <a:chOff x="5624415" y="3404280"/>
            <a:chExt cx="656087" cy="648111"/>
          </a:xfrm>
        </p:grpSpPr>
        <p:grpSp>
          <p:nvGrpSpPr>
            <p:cNvPr id="2527" name="Google Shape;2527;p65"/>
            <p:cNvGrpSpPr/>
            <p:nvPr/>
          </p:nvGrpSpPr>
          <p:grpSpPr>
            <a:xfrm flipH="1">
              <a:off x="5624415" y="3404280"/>
              <a:ext cx="656087" cy="648111"/>
              <a:chOff x="-2708900" y="3174350"/>
              <a:chExt cx="350100" cy="345825"/>
            </a:xfrm>
          </p:grpSpPr>
          <p:sp>
            <p:nvSpPr>
              <p:cNvPr id="2528" name="Google Shape;2528;p65"/>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65"/>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2530;p65"/>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1" name="Google Shape;2531;p65"/>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2" name="Google Shape;2532;p65"/>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3" name="Google Shape;2533;p65"/>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534" name="Google Shape;2534;p65"/>
            <p:cNvCxnSpPr/>
            <p:nvPr/>
          </p:nvCxnSpPr>
          <p:spPr>
            <a:xfrm>
              <a:off x="5679725" y="4047784"/>
              <a:ext cx="507900" cy="0"/>
            </a:xfrm>
            <a:prstGeom prst="straightConnector1">
              <a:avLst/>
            </a:prstGeom>
            <a:noFill/>
            <a:ln w="9525" cap="flat" cmpd="sng">
              <a:solidFill>
                <a:schemeClr val="dk1"/>
              </a:solidFill>
              <a:prstDash val="solid"/>
              <a:round/>
              <a:headEnd type="none" w="med" len="med"/>
              <a:tailEnd type="none" w="med" len="med"/>
            </a:ln>
          </p:spPr>
        </p:cxnSp>
      </p:grpSp>
      <p:sp>
        <p:nvSpPr>
          <p:cNvPr id="2535" name="Google Shape;2535;p65"/>
          <p:cNvSpPr/>
          <p:nvPr/>
        </p:nvSpPr>
        <p:spPr>
          <a:xfrm>
            <a:off x="359825" y="303400"/>
            <a:ext cx="1046700" cy="10467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65"/>
          <p:cNvSpPr/>
          <p:nvPr/>
        </p:nvSpPr>
        <p:spPr>
          <a:xfrm rot="1516262" flipH="1">
            <a:off x="4424323" y="1657452"/>
            <a:ext cx="295348"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65"/>
          <p:cNvSpPr/>
          <p:nvPr/>
        </p:nvSpPr>
        <p:spPr>
          <a:xfrm rot="1644276" flipH="1">
            <a:off x="2897925" y="438845"/>
            <a:ext cx="187227" cy="201071"/>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65"/>
          <p:cNvSpPr/>
          <p:nvPr/>
        </p:nvSpPr>
        <p:spPr>
          <a:xfrm rot="-194" flipH="1">
            <a:off x="4866430" y="3119943"/>
            <a:ext cx="187222" cy="201076"/>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539;p65"/>
          <p:cNvSpPr/>
          <p:nvPr/>
        </p:nvSpPr>
        <p:spPr>
          <a:xfrm rot="1204082">
            <a:off x="4148676" y="1491948"/>
            <a:ext cx="295346" cy="300932"/>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65"/>
          <p:cNvSpPr/>
          <p:nvPr/>
        </p:nvSpPr>
        <p:spPr>
          <a:xfrm rot="1204082">
            <a:off x="1643951" y="388911"/>
            <a:ext cx="295346" cy="300932"/>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541;p65"/>
          <p:cNvSpPr/>
          <p:nvPr/>
        </p:nvSpPr>
        <p:spPr>
          <a:xfrm rot="-1644276">
            <a:off x="8063775" y="507232"/>
            <a:ext cx="187227" cy="201071"/>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65"/>
          <p:cNvSpPr/>
          <p:nvPr/>
        </p:nvSpPr>
        <p:spPr>
          <a:xfrm flipH="1">
            <a:off x="-1253104" y="1023200"/>
            <a:ext cx="1057554" cy="1114149"/>
          </a:xfrm>
          <a:custGeom>
            <a:avLst/>
            <a:gdLst/>
            <a:ahLst/>
            <a:cxnLst/>
            <a:rect l="l" t="t" r="r" b="b"/>
            <a:pathLst>
              <a:path w="17098" h="18013" extrusionOk="0">
                <a:moveTo>
                  <a:pt x="10562" y="1"/>
                </a:moveTo>
                <a:cubicBezTo>
                  <a:pt x="8903" y="1"/>
                  <a:pt x="7060" y="370"/>
                  <a:pt x="5227" y="947"/>
                </a:cubicBezTo>
                <a:cubicBezTo>
                  <a:pt x="548" y="2423"/>
                  <a:pt x="0" y="6781"/>
                  <a:pt x="1512" y="11948"/>
                </a:cubicBezTo>
                <a:cubicBezTo>
                  <a:pt x="2806" y="16378"/>
                  <a:pt x="4988" y="18012"/>
                  <a:pt x="8714" y="18012"/>
                </a:cubicBezTo>
                <a:cubicBezTo>
                  <a:pt x="9344" y="18012"/>
                  <a:pt x="10018" y="17965"/>
                  <a:pt x="10740" y="17878"/>
                </a:cubicBezTo>
                <a:cubicBezTo>
                  <a:pt x="15609" y="17294"/>
                  <a:pt x="17098" y="13996"/>
                  <a:pt x="16883" y="10734"/>
                </a:cubicBezTo>
                <a:cubicBezTo>
                  <a:pt x="16621" y="6710"/>
                  <a:pt x="16240" y="3316"/>
                  <a:pt x="16240" y="3316"/>
                </a:cubicBezTo>
                <a:cubicBezTo>
                  <a:pt x="15290" y="900"/>
                  <a:pt x="13150" y="1"/>
                  <a:pt x="10562"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3" name="Google Shape;2543;p65"/>
          <p:cNvSpPr/>
          <p:nvPr/>
        </p:nvSpPr>
        <p:spPr>
          <a:xfrm flipH="1">
            <a:off x="-910690" y="2066351"/>
            <a:ext cx="298315" cy="127531"/>
          </a:xfrm>
          <a:custGeom>
            <a:avLst/>
            <a:gdLst/>
            <a:ahLst/>
            <a:cxnLst/>
            <a:rect l="l" t="t" r="r" b="b"/>
            <a:pathLst>
              <a:path w="4823" h="1942" extrusionOk="0">
                <a:moveTo>
                  <a:pt x="0" y="1"/>
                </a:moveTo>
                <a:lnTo>
                  <a:pt x="24" y="1477"/>
                </a:lnTo>
                <a:cubicBezTo>
                  <a:pt x="1560" y="1798"/>
                  <a:pt x="3227" y="1834"/>
                  <a:pt x="4822" y="1941"/>
                </a:cubicBezTo>
                <a:lnTo>
                  <a:pt x="4727" y="239"/>
                </a:lnTo>
                <a:lnTo>
                  <a:pt x="0" y="1"/>
                </a:ln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65"/>
          <p:cNvSpPr/>
          <p:nvPr/>
        </p:nvSpPr>
        <p:spPr>
          <a:xfrm>
            <a:off x="-1045300" y="2379425"/>
            <a:ext cx="298200" cy="189300"/>
          </a:xfrm>
          <a:prstGeom prst="rect">
            <a:avLst/>
          </a:prstGeom>
          <a:solidFill>
            <a:srgbClr val="BC7B5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65"/>
          <p:cNvSpPr/>
          <p:nvPr/>
        </p:nvSpPr>
        <p:spPr>
          <a:xfrm>
            <a:off x="-1127050" y="2498350"/>
            <a:ext cx="298200" cy="189300"/>
          </a:xfrm>
          <a:prstGeom prst="rect">
            <a:avLst/>
          </a:prstGeom>
          <a:solidFill>
            <a:srgbClr val="8C583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546;p65"/>
          <p:cNvSpPr/>
          <p:nvPr/>
        </p:nvSpPr>
        <p:spPr>
          <a:xfrm>
            <a:off x="-910575" y="2478375"/>
            <a:ext cx="298200" cy="189300"/>
          </a:xfrm>
          <a:prstGeom prst="rect">
            <a:avLst/>
          </a:prstGeom>
          <a:solidFill>
            <a:srgbClr val="DF947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550"/>
        <p:cNvGrpSpPr/>
        <p:nvPr/>
      </p:nvGrpSpPr>
      <p:grpSpPr>
        <a:xfrm>
          <a:off x="0" y="0"/>
          <a:ext cx="0" cy="0"/>
          <a:chOff x="0" y="0"/>
          <a:chExt cx="0" cy="0"/>
        </a:xfrm>
      </p:grpSpPr>
      <p:sp>
        <p:nvSpPr>
          <p:cNvPr id="2551" name="Google Shape;2551;p66"/>
          <p:cNvSpPr txBox="1">
            <a:spLocks noGrp="1"/>
          </p:cNvSpPr>
          <p:nvPr>
            <p:ph type="title" idx="8"/>
          </p:nvPr>
        </p:nvSpPr>
        <p:spPr>
          <a:xfrm>
            <a:off x="720000" y="445025"/>
            <a:ext cx="7704000" cy="73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Unconditional love</a:t>
            </a:r>
            <a:endParaRPr/>
          </a:p>
        </p:txBody>
      </p:sp>
      <p:sp>
        <p:nvSpPr>
          <p:cNvPr id="2552" name="Google Shape;2552;p66"/>
          <p:cNvSpPr txBox="1">
            <a:spLocks noGrp="1"/>
          </p:cNvSpPr>
          <p:nvPr>
            <p:ph type="subTitle" idx="5"/>
          </p:nvPr>
        </p:nvSpPr>
        <p:spPr>
          <a:xfrm>
            <a:off x="1891721" y="3556224"/>
            <a:ext cx="2398200" cy="83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of them all</a:t>
            </a:r>
            <a:endParaRPr/>
          </a:p>
        </p:txBody>
      </p:sp>
      <p:sp>
        <p:nvSpPr>
          <p:cNvPr id="2553" name="Google Shape;2553;p66"/>
          <p:cNvSpPr txBox="1">
            <a:spLocks noGrp="1"/>
          </p:cNvSpPr>
          <p:nvPr>
            <p:ph type="title"/>
          </p:nvPr>
        </p:nvSpPr>
        <p:spPr>
          <a:xfrm>
            <a:off x="1891713" y="1498175"/>
            <a:ext cx="23982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Mars</a:t>
            </a:r>
            <a:endParaRPr/>
          </a:p>
        </p:txBody>
      </p:sp>
      <p:sp>
        <p:nvSpPr>
          <p:cNvPr id="2554" name="Google Shape;2554;p66"/>
          <p:cNvSpPr txBox="1">
            <a:spLocks noGrp="1"/>
          </p:cNvSpPr>
          <p:nvPr>
            <p:ph type="subTitle" idx="1"/>
          </p:nvPr>
        </p:nvSpPr>
        <p:spPr>
          <a:xfrm>
            <a:off x="1891713" y="1918191"/>
            <a:ext cx="2398200" cy="83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Despite being red, Mars is actually a cold place full of iron oxide dust</a:t>
            </a:r>
            <a:endParaRPr/>
          </a:p>
        </p:txBody>
      </p:sp>
      <p:sp>
        <p:nvSpPr>
          <p:cNvPr id="2555" name="Google Shape;2555;p66"/>
          <p:cNvSpPr txBox="1">
            <a:spLocks noGrp="1"/>
          </p:cNvSpPr>
          <p:nvPr>
            <p:ph type="title" idx="2"/>
          </p:nvPr>
        </p:nvSpPr>
        <p:spPr>
          <a:xfrm>
            <a:off x="5818346" y="1498175"/>
            <a:ext cx="23982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Jupiter</a:t>
            </a:r>
            <a:endParaRPr/>
          </a:p>
        </p:txBody>
      </p:sp>
      <p:sp>
        <p:nvSpPr>
          <p:cNvPr id="2556" name="Google Shape;2556;p66"/>
          <p:cNvSpPr txBox="1">
            <a:spLocks noGrp="1"/>
          </p:cNvSpPr>
          <p:nvPr>
            <p:ph type="subTitle" idx="3"/>
          </p:nvPr>
        </p:nvSpPr>
        <p:spPr>
          <a:xfrm>
            <a:off x="5818346" y="1918191"/>
            <a:ext cx="2398200" cy="83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Jupiter is a gas giant and the biggest planet in the Solar System</a:t>
            </a:r>
            <a:endParaRPr/>
          </a:p>
        </p:txBody>
      </p:sp>
      <p:sp>
        <p:nvSpPr>
          <p:cNvPr id="2557" name="Google Shape;2557;p66"/>
          <p:cNvSpPr txBox="1">
            <a:spLocks noGrp="1"/>
          </p:cNvSpPr>
          <p:nvPr>
            <p:ph type="title" idx="4"/>
          </p:nvPr>
        </p:nvSpPr>
        <p:spPr>
          <a:xfrm>
            <a:off x="1891721" y="3136208"/>
            <a:ext cx="23982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Mercury</a:t>
            </a:r>
            <a:endParaRPr/>
          </a:p>
        </p:txBody>
      </p:sp>
      <p:sp>
        <p:nvSpPr>
          <p:cNvPr id="2558" name="Google Shape;2558;p66"/>
          <p:cNvSpPr txBox="1">
            <a:spLocks noGrp="1"/>
          </p:cNvSpPr>
          <p:nvPr>
            <p:ph type="title" idx="6"/>
          </p:nvPr>
        </p:nvSpPr>
        <p:spPr>
          <a:xfrm>
            <a:off x="5818360" y="3136208"/>
            <a:ext cx="23982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Venus</a:t>
            </a:r>
            <a:endParaRPr/>
          </a:p>
        </p:txBody>
      </p:sp>
      <p:sp>
        <p:nvSpPr>
          <p:cNvPr id="2559" name="Google Shape;2559;p66"/>
          <p:cNvSpPr txBox="1">
            <a:spLocks noGrp="1"/>
          </p:cNvSpPr>
          <p:nvPr>
            <p:ph type="subTitle" idx="7"/>
          </p:nvPr>
        </p:nvSpPr>
        <p:spPr>
          <a:xfrm>
            <a:off x="5818355" y="3556224"/>
            <a:ext cx="2398200" cy="83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a beautiful name and is the second planet from the Sun</a:t>
            </a:r>
            <a:endParaRPr/>
          </a:p>
        </p:txBody>
      </p:sp>
      <p:sp>
        <p:nvSpPr>
          <p:cNvPr id="2560" name="Google Shape;2560;p66"/>
          <p:cNvSpPr/>
          <p:nvPr/>
        </p:nvSpPr>
        <p:spPr>
          <a:xfrm>
            <a:off x="927438" y="1724025"/>
            <a:ext cx="885900" cy="8859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66"/>
          <p:cNvSpPr/>
          <p:nvPr/>
        </p:nvSpPr>
        <p:spPr>
          <a:xfrm>
            <a:off x="927438" y="3343275"/>
            <a:ext cx="885900" cy="8859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66"/>
          <p:cNvSpPr/>
          <p:nvPr/>
        </p:nvSpPr>
        <p:spPr>
          <a:xfrm>
            <a:off x="4854071" y="1724025"/>
            <a:ext cx="885900" cy="8859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66"/>
          <p:cNvSpPr/>
          <p:nvPr/>
        </p:nvSpPr>
        <p:spPr>
          <a:xfrm>
            <a:off x="4854071" y="3343275"/>
            <a:ext cx="885900" cy="8859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66"/>
          <p:cNvSpPr/>
          <p:nvPr/>
        </p:nvSpPr>
        <p:spPr>
          <a:xfrm>
            <a:off x="1184044" y="1986142"/>
            <a:ext cx="372720" cy="361678"/>
          </a:xfrm>
          <a:custGeom>
            <a:avLst/>
            <a:gdLst/>
            <a:ahLst/>
            <a:cxnLst/>
            <a:rect l="l" t="t" r="r" b="b"/>
            <a:pathLst>
              <a:path w="12760" h="12382" extrusionOk="0">
                <a:moveTo>
                  <a:pt x="2080" y="1"/>
                </a:moveTo>
                <a:cubicBezTo>
                  <a:pt x="946" y="1"/>
                  <a:pt x="32" y="946"/>
                  <a:pt x="1" y="2080"/>
                </a:cubicBezTo>
                <a:lnTo>
                  <a:pt x="1" y="9515"/>
                </a:lnTo>
                <a:cubicBezTo>
                  <a:pt x="1" y="11090"/>
                  <a:pt x="1261" y="12382"/>
                  <a:pt x="2899" y="12382"/>
                </a:cubicBezTo>
                <a:cubicBezTo>
                  <a:pt x="4537" y="12382"/>
                  <a:pt x="5798" y="11090"/>
                  <a:pt x="5829" y="9515"/>
                </a:cubicBezTo>
                <a:cubicBezTo>
                  <a:pt x="5829" y="9295"/>
                  <a:pt x="6144" y="9137"/>
                  <a:pt x="6365" y="9074"/>
                </a:cubicBezTo>
                <a:cubicBezTo>
                  <a:pt x="6617" y="9074"/>
                  <a:pt x="6932" y="9295"/>
                  <a:pt x="6932" y="9515"/>
                </a:cubicBezTo>
                <a:cubicBezTo>
                  <a:pt x="6932" y="11122"/>
                  <a:pt x="8223" y="12382"/>
                  <a:pt x="9830" y="12382"/>
                </a:cubicBezTo>
                <a:cubicBezTo>
                  <a:pt x="11374" y="12382"/>
                  <a:pt x="12760" y="11216"/>
                  <a:pt x="12760" y="9452"/>
                </a:cubicBezTo>
                <a:lnTo>
                  <a:pt x="12760" y="2080"/>
                </a:lnTo>
                <a:cubicBezTo>
                  <a:pt x="12760" y="946"/>
                  <a:pt x="11815" y="32"/>
                  <a:pt x="10681" y="1"/>
                </a:cubicBezTo>
                <a:cubicBezTo>
                  <a:pt x="10114" y="1"/>
                  <a:pt x="9578" y="221"/>
                  <a:pt x="9200" y="568"/>
                </a:cubicBezTo>
                <a:cubicBezTo>
                  <a:pt x="9043" y="725"/>
                  <a:pt x="9043" y="1009"/>
                  <a:pt x="9200" y="1166"/>
                </a:cubicBezTo>
                <a:cubicBezTo>
                  <a:pt x="9279" y="1245"/>
                  <a:pt x="9389" y="1284"/>
                  <a:pt x="9499" y="1284"/>
                </a:cubicBezTo>
                <a:cubicBezTo>
                  <a:pt x="9610" y="1284"/>
                  <a:pt x="9720" y="1245"/>
                  <a:pt x="9799" y="1166"/>
                </a:cubicBezTo>
                <a:cubicBezTo>
                  <a:pt x="10051" y="946"/>
                  <a:pt x="10366" y="820"/>
                  <a:pt x="10681" y="820"/>
                </a:cubicBezTo>
                <a:cubicBezTo>
                  <a:pt x="11342" y="820"/>
                  <a:pt x="11878" y="1355"/>
                  <a:pt x="11878" y="2080"/>
                </a:cubicBezTo>
                <a:lnTo>
                  <a:pt x="11878" y="7499"/>
                </a:lnTo>
                <a:cubicBezTo>
                  <a:pt x="11374" y="6963"/>
                  <a:pt x="10618" y="6648"/>
                  <a:pt x="9799" y="6648"/>
                </a:cubicBezTo>
                <a:cubicBezTo>
                  <a:pt x="8570" y="6648"/>
                  <a:pt x="7562" y="7404"/>
                  <a:pt x="7121" y="8444"/>
                </a:cubicBezTo>
                <a:cubicBezTo>
                  <a:pt x="6932" y="8349"/>
                  <a:pt x="6585" y="8286"/>
                  <a:pt x="6365" y="8286"/>
                </a:cubicBezTo>
                <a:cubicBezTo>
                  <a:pt x="6144" y="8286"/>
                  <a:pt x="5798" y="8381"/>
                  <a:pt x="5640" y="8444"/>
                </a:cubicBezTo>
                <a:cubicBezTo>
                  <a:pt x="5199" y="7404"/>
                  <a:pt x="4191" y="6648"/>
                  <a:pt x="2962" y="6648"/>
                </a:cubicBezTo>
                <a:cubicBezTo>
                  <a:pt x="2111" y="6648"/>
                  <a:pt x="1418" y="6995"/>
                  <a:pt x="851" y="7499"/>
                </a:cubicBezTo>
                <a:lnTo>
                  <a:pt x="851" y="2080"/>
                </a:lnTo>
                <a:cubicBezTo>
                  <a:pt x="851" y="1418"/>
                  <a:pt x="1418" y="851"/>
                  <a:pt x="2080" y="820"/>
                </a:cubicBezTo>
                <a:cubicBezTo>
                  <a:pt x="2426" y="820"/>
                  <a:pt x="2742" y="977"/>
                  <a:pt x="2962" y="1166"/>
                </a:cubicBezTo>
                <a:cubicBezTo>
                  <a:pt x="3041" y="1245"/>
                  <a:pt x="3151" y="1284"/>
                  <a:pt x="3257" y="1284"/>
                </a:cubicBezTo>
                <a:cubicBezTo>
                  <a:pt x="3364" y="1284"/>
                  <a:pt x="3466" y="1245"/>
                  <a:pt x="3529" y="1166"/>
                </a:cubicBezTo>
                <a:cubicBezTo>
                  <a:pt x="3687" y="1009"/>
                  <a:pt x="3687" y="725"/>
                  <a:pt x="3529" y="568"/>
                </a:cubicBezTo>
                <a:cubicBezTo>
                  <a:pt x="3183" y="221"/>
                  <a:pt x="2647" y="1"/>
                  <a:pt x="208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65" name="Google Shape;2565;p66"/>
          <p:cNvGrpSpPr/>
          <p:nvPr/>
        </p:nvGrpSpPr>
        <p:grpSpPr>
          <a:xfrm>
            <a:off x="5111124" y="1997629"/>
            <a:ext cx="371814" cy="338690"/>
            <a:chOff x="-40745125" y="3632900"/>
            <a:chExt cx="318225" cy="289875"/>
          </a:xfrm>
        </p:grpSpPr>
        <p:sp>
          <p:nvSpPr>
            <p:cNvPr id="2566" name="Google Shape;2566;p66"/>
            <p:cNvSpPr/>
            <p:nvPr/>
          </p:nvSpPr>
          <p:spPr>
            <a:xfrm>
              <a:off x="-40745125" y="3632900"/>
              <a:ext cx="300125" cy="82725"/>
            </a:xfrm>
            <a:custGeom>
              <a:avLst/>
              <a:gdLst/>
              <a:ahLst/>
              <a:cxnLst/>
              <a:rect l="l" t="t" r="r" b="b"/>
              <a:pathLst>
                <a:path w="12005" h="3309" extrusionOk="0">
                  <a:moveTo>
                    <a:pt x="1671" y="0"/>
                  </a:moveTo>
                  <a:cubicBezTo>
                    <a:pt x="757" y="0"/>
                    <a:pt x="1" y="757"/>
                    <a:pt x="1" y="1670"/>
                  </a:cubicBezTo>
                  <a:cubicBezTo>
                    <a:pt x="1" y="2552"/>
                    <a:pt x="757" y="3308"/>
                    <a:pt x="1671" y="3308"/>
                  </a:cubicBezTo>
                  <a:lnTo>
                    <a:pt x="11469" y="3308"/>
                  </a:lnTo>
                  <a:cubicBezTo>
                    <a:pt x="11815" y="3308"/>
                    <a:pt x="12004" y="2930"/>
                    <a:pt x="11784" y="2647"/>
                  </a:cubicBezTo>
                  <a:cubicBezTo>
                    <a:pt x="11595" y="2363"/>
                    <a:pt x="11469" y="2017"/>
                    <a:pt x="11469" y="1670"/>
                  </a:cubicBezTo>
                  <a:cubicBezTo>
                    <a:pt x="11469" y="1292"/>
                    <a:pt x="11595" y="946"/>
                    <a:pt x="11784" y="662"/>
                  </a:cubicBezTo>
                  <a:cubicBezTo>
                    <a:pt x="11973" y="410"/>
                    <a:pt x="11784" y="0"/>
                    <a:pt x="1146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66"/>
            <p:cNvSpPr/>
            <p:nvPr/>
          </p:nvSpPr>
          <p:spPr>
            <a:xfrm>
              <a:off x="-40508050" y="3736075"/>
              <a:ext cx="21300" cy="82725"/>
            </a:xfrm>
            <a:custGeom>
              <a:avLst/>
              <a:gdLst/>
              <a:ahLst/>
              <a:cxnLst/>
              <a:rect l="l" t="t" r="r" b="b"/>
              <a:pathLst>
                <a:path w="852" h="3309" extrusionOk="0">
                  <a:moveTo>
                    <a:pt x="1" y="1"/>
                  </a:moveTo>
                  <a:lnTo>
                    <a:pt x="1" y="3309"/>
                  </a:lnTo>
                  <a:lnTo>
                    <a:pt x="852" y="3309"/>
                  </a:lnTo>
                  <a:lnTo>
                    <a:pt x="85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66"/>
            <p:cNvSpPr/>
            <p:nvPr/>
          </p:nvSpPr>
          <p:spPr>
            <a:xfrm>
              <a:off x="-40466300" y="3736875"/>
              <a:ext cx="39400" cy="82725"/>
            </a:xfrm>
            <a:custGeom>
              <a:avLst/>
              <a:gdLst/>
              <a:ahLst/>
              <a:cxnLst/>
              <a:rect l="l" t="t" r="r" b="b"/>
              <a:pathLst>
                <a:path w="1576" h="3309" extrusionOk="0">
                  <a:moveTo>
                    <a:pt x="1" y="0"/>
                  </a:moveTo>
                  <a:lnTo>
                    <a:pt x="1" y="3308"/>
                  </a:lnTo>
                  <a:lnTo>
                    <a:pt x="1198" y="3308"/>
                  </a:lnTo>
                  <a:cubicBezTo>
                    <a:pt x="1387" y="3277"/>
                    <a:pt x="1576" y="3088"/>
                    <a:pt x="1576" y="2899"/>
                  </a:cubicBezTo>
                  <a:lnTo>
                    <a:pt x="1576" y="410"/>
                  </a:lnTo>
                  <a:cubicBezTo>
                    <a:pt x="1576" y="158"/>
                    <a:pt x="1387" y="0"/>
                    <a:pt x="119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66"/>
            <p:cNvSpPr/>
            <p:nvPr/>
          </p:nvSpPr>
          <p:spPr>
            <a:xfrm>
              <a:off x="-40723050" y="3736075"/>
              <a:ext cx="194550" cy="82725"/>
            </a:xfrm>
            <a:custGeom>
              <a:avLst/>
              <a:gdLst/>
              <a:ahLst/>
              <a:cxnLst/>
              <a:rect l="l" t="t" r="r" b="b"/>
              <a:pathLst>
                <a:path w="7782" h="3309" extrusionOk="0">
                  <a:moveTo>
                    <a:pt x="441" y="1"/>
                  </a:moveTo>
                  <a:cubicBezTo>
                    <a:pt x="189" y="1"/>
                    <a:pt x="0" y="221"/>
                    <a:pt x="0" y="442"/>
                  </a:cubicBezTo>
                  <a:lnTo>
                    <a:pt x="0" y="2931"/>
                  </a:lnTo>
                  <a:cubicBezTo>
                    <a:pt x="0" y="3151"/>
                    <a:pt x="189" y="3309"/>
                    <a:pt x="441" y="3309"/>
                  </a:cubicBezTo>
                  <a:lnTo>
                    <a:pt x="7782" y="3309"/>
                  </a:lnTo>
                  <a:lnTo>
                    <a:pt x="778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66"/>
            <p:cNvSpPr/>
            <p:nvPr/>
          </p:nvSpPr>
          <p:spPr>
            <a:xfrm>
              <a:off x="-40681325" y="3839250"/>
              <a:ext cx="21300" cy="82725"/>
            </a:xfrm>
            <a:custGeom>
              <a:avLst/>
              <a:gdLst/>
              <a:ahLst/>
              <a:cxnLst/>
              <a:rect l="l" t="t" r="r" b="b"/>
              <a:pathLst>
                <a:path w="852" h="3309" extrusionOk="0">
                  <a:moveTo>
                    <a:pt x="1" y="1"/>
                  </a:moveTo>
                  <a:lnTo>
                    <a:pt x="1" y="3309"/>
                  </a:lnTo>
                  <a:lnTo>
                    <a:pt x="851" y="3309"/>
                  </a:lnTo>
                  <a:lnTo>
                    <a:pt x="85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66"/>
            <p:cNvSpPr/>
            <p:nvPr/>
          </p:nvSpPr>
          <p:spPr>
            <a:xfrm>
              <a:off x="-40639575" y="3840825"/>
              <a:ext cx="190625" cy="81950"/>
            </a:xfrm>
            <a:custGeom>
              <a:avLst/>
              <a:gdLst/>
              <a:ahLst/>
              <a:cxnLst/>
              <a:rect l="l" t="t" r="r" b="b"/>
              <a:pathLst>
                <a:path w="7625" h="3278" extrusionOk="0">
                  <a:moveTo>
                    <a:pt x="1" y="1"/>
                  </a:moveTo>
                  <a:lnTo>
                    <a:pt x="1" y="3277"/>
                  </a:lnTo>
                  <a:lnTo>
                    <a:pt x="7247" y="3277"/>
                  </a:lnTo>
                  <a:cubicBezTo>
                    <a:pt x="7467" y="3277"/>
                    <a:pt x="7625" y="3057"/>
                    <a:pt x="7625" y="2868"/>
                  </a:cubicBezTo>
                  <a:lnTo>
                    <a:pt x="7625" y="379"/>
                  </a:lnTo>
                  <a:cubicBezTo>
                    <a:pt x="7625" y="158"/>
                    <a:pt x="7436" y="1"/>
                    <a:pt x="724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66"/>
            <p:cNvSpPr/>
            <p:nvPr/>
          </p:nvSpPr>
          <p:spPr>
            <a:xfrm>
              <a:off x="-40745125" y="3840050"/>
              <a:ext cx="43350" cy="82725"/>
            </a:xfrm>
            <a:custGeom>
              <a:avLst/>
              <a:gdLst/>
              <a:ahLst/>
              <a:cxnLst/>
              <a:rect l="l" t="t" r="r" b="b"/>
              <a:pathLst>
                <a:path w="1734" h="3309" extrusionOk="0">
                  <a:moveTo>
                    <a:pt x="442" y="0"/>
                  </a:moveTo>
                  <a:cubicBezTo>
                    <a:pt x="190" y="0"/>
                    <a:pt x="1" y="189"/>
                    <a:pt x="1" y="378"/>
                  </a:cubicBezTo>
                  <a:lnTo>
                    <a:pt x="1" y="2867"/>
                  </a:lnTo>
                  <a:cubicBezTo>
                    <a:pt x="1" y="3088"/>
                    <a:pt x="190" y="3308"/>
                    <a:pt x="442" y="3308"/>
                  </a:cubicBezTo>
                  <a:lnTo>
                    <a:pt x="1734" y="3308"/>
                  </a:lnTo>
                  <a:lnTo>
                    <a:pt x="17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73" name="Google Shape;2573;p66"/>
          <p:cNvGrpSpPr/>
          <p:nvPr/>
        </p:nvGrpSpPr>
        <p:grpSpPr>
          <a:xfrm>
            <a:off x="5115284" y="3601126"/>
            <a:ext cx="363518" cy="370178"/>
            <a:chOff x="-40742750" y="3972175"/>
            <a:chExt cx="311125" cy="316825"/>
          </a:xfrm>
        </p:grpSpPr>
        <p:sp>
          <p:nvSpPr>
            <p:cNvPr id="2574" name="Google Shape;2574;p66"/>
            <p:cNvSpPr/>
            <p:nvPr/>
          </p:nvSpPr>
          <p:spPr>
            <a:xfrm>
              <a:off x="-40699425" y="4118075"/>
              <a:ext cx="226850" cy="101625"/>
            </a:xfrm>
            <a:custGeom>
              <a:avLst/>
              <a:gdLst/>
              <a:ahLst/>
              <a:cxnLst/>
              <a:rect l="l" t="t" r="r" b="b"/>
              <a:pathLst>
                <a:path w="9074" h="4065" extrusionOk="0">
                  <a:moveTo>
                    <a:pt x="0" y="0"/>
                  </a:moveTo>
                  <a:lnTo>
                    <a:pt x="0" y="2017"/>
                  </a:lnTo>
                  <a:cubicBezTo>
                    <a:pt x="0" y="3529"/>
                    <a:pt x="2741" y="4065"/>
                    <a:pt x="4505" y="4065"/>
                  </a:cubicBezTo>
                  <a:cubicBezTo>
                    <a:pt x="6774" y="4065"/>
                    <a:pt x="9074" y="3371"/>
                    <a:pt x="9074" y="2017"/>
                  </a:cubicBezTo>
                  <a:lnTo>
                    <a:pt x="9074" y="0"/>
                  </a:lnTo>
                  <a:lnTo>
                    <a:pt x="5135" y="2237"/>
                  </a:lnTo>
                  <a:cubicBezTo>
                    <a:pt x="4953" y="2359"/>
                    <a:pt x="4748" y="2415"/>
                    <a:pt x="4546" y="2415"/>
                  </a:cubicBezTo>
                  <a:cubicBezTo>
                    <a:pt x="4330" y="2415"/>
                    <a:pt x="4117" y="2351"/>
                    <a:pt x="3938" y="2237"/>
                  </a:cubicBezTo>
                  <a:cubicBezTo>
                    <a:pt x="3623" y="2048"/>
                    <a:pt x="315" y="221"/>
                    <a:pt x="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66"/>
            <p:cNvSpPr/>
            <p:nvPr/>
          </p:nvSpPr>
          <p:spPr>
            <a:xfrm>
              <a:off x="-40742750" y="3972175"/>
              <a:ext cx="311125" cy="316825"/>
            </a:xfrm>
            <a:custGeom>
              <a:avLst/>
              <a:gdLst/>
              <a:ahLst/>
              <a:cxnLst/>
              <a:rect l="l" t="t" r="r" b="b"/>
              <a:pathLst>
                <a:path w="12445" h="12673" extrusionOk="0">
                  <a:moveTo>
                    <a:pt x="6254" y="0"/>
                  </a:moveTo>
                  <a:cubicBezTo>
                    <a:pt x="6183" y="0"/>
                    <a:pt x="6112" y="24"/>
                    <a:pt x="6049" y="71"/>
                  </a:cubicBezTo>
                  <a:lnTo>
                    <a:pt x="284" y="3379"/>
                  </a:lnTo>
                  <a:cubicBezTo>
                    <a:pt x="0" y="3537"/>
                    <a:pt x="0" y="3915"/>
                    <a:pt x="284" y="4072"/>
                  </a:cubicBezTo>
                  <a:lnTo>
                    <a:pt x="6049" y="7380"/>
                  </a:lnTo>
                  <a:cubicBezTo>
                    <a:pt x="6112" y="7427"/>
                    <a:pt x="6183" y="7451"/>
                    <a:pt x="6254" y="7451"/>
                  </a:cubicBezTo>
                  <a:cubicBezTo>
                    <a:pt x="6325" y="7451"/>
                    <a:pt x="6396" y="7427"/>
                    <a:pt x="6459" y="7380"/>
                  </a:cubicBezTo>
                  <a:cubicBezTo>
                    <a:pt x="11374" y="4545"/>
                    <a:pt x="11626" y="4419"/>
                    <a:pt x="11626" y="4419"/>
                  </a:cubicBezTo>
                  <a:lnTo>
                    <a:pt x="11626" y="12263"/>
                  </a:lnTo>
                  <a:cubicBezTo>
                    <a:pt x="11657" y="12515"/>
                    <a:pt x="11846" y="12673"/>
                    <a:pt x="12035" y="12673"/>
                  </a:cubicBezTo>
                  <a:cubicBezTo>
                    <a:pt x="12287" y="12673"/>
                    <a:pt x="12445" y="12452"/>
                    <a:pt x="12445" y="12263"/>
                  </a:cubicBezTo>
                  <a:lnTo>
                    <a:pt x="12445" y="3726"/>
                  </a:lnTo>
                  <a:cubicBezTo>
                    <a:pt x="12445" y="3568"/>
                    <a:pt x="12319" y="3411"/>
                    <a:pt x="12256" y="3379"/>
                  </a:cubicBezTo>
                  <a:lnTo>
                    <a:pt x="6459" y="71"/>
                  </a:lnTo>
                  <a:cubicBezTo>
                    <a:pt x="6396" y="24"/>
                    <a:pt x="6325" y="0"/>
                    <a:pt x="625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76" name="Google Shape;2576;p66"/>
          <p:cNvGrpSpPr/>
          <p:nvPr/>
        </p:nvGrpSpPr>
        <p:grpSpPr>
          <a:xfrm>
            <a:off x="1186346" y="3600319"/>
            <a:ext cx="368134" cy="371814"/>
            <a:chOff x="-37804925" y="3953450"/>
            <a:chExt cx="315075" cy="318225"/>
          </a:xfrm>
        </p:grpSpPr>
        <p:sp>
          <p:nvSpPr>
            <p:cNvPr id="2577" name="Google Shape;2577;p66"/>
            <p:cNvSpPr/>
            <p:nvPr/>
          </p:nvSpPr>
          <p:spPr>
            <a:xfrm>
              <a:off x="-37614300" y="3955025"/>
              <a:ext cx="124450" cy="186200"/>
            </a:xfrm>
            <a:custGeom>
              <a:avLst/>
              <a:gdLst/>
              <a:ahLst/>
              <a:cxnLst/>
              <a:rect l="l" t="t" r="r" b="b"/>
              <a:pathLst>
                <a:path w="4978" h="7448" extrusionOk="0">
                  <a:moveTo>
                    <a:pt x="2489" y="820"/>
                  </a:moveTo>
                  <a:cubicBezTo>
                    <a:pt x="3403" y="820"/>
                    <a:pt x="4127" y="1576"/>
                    <a:pt x="4127" y="2490"/>
                  </a:cubicBezTo>
                  <a:cubicBezTo>
                    <a:pt x="4127" y="3372"/>
                    <a:pt x="3403" y="4128"/>
                    <a:pt x="2489" y="4128"/>
                  </a:cubicBezTo>
                  <a:cubicBezTo>
                    <a:pt x="1575" y="4128"/>
                    <a:pt x="819" y="3372"/>
                    <a:pt x="819" y="2490"/>
                  </a:cubicBezTo>
                  <a:cubicBezTo>
                    <a:pt x="819" y="1576"/>
                    <a:pt x="1575" y="820"/>
                    <a:pt x="2489" y="820"/>
                  </a:cubicBezTo>
                  <a:close/>
                  <a:moveTo>
                    <a:pt x="2489" y="1"/>
                  </a:moveTo>
                  <a:cubicBezTo>
                    <a:pt x="1103" y="1"/>
                    <a:pt x="0" y="1104"/>
                    <a:pt x="0" y="2490"/>
                  </a:cubicBezTo>
                  <a:cubicBezTo>
                    <a:pt x="0" y="3214"/>
                    <a:pt x="315" y="3845"/>
                    <a:pt x="819" y="4317"/>
                  </a:cubicBezTo>
                  <a:lnTo>
                    <a:pt x="819" y="7058"/>
                  </a:lnTo>
                  <a:cubicBezTo>
                    <a:pt x="819" y="7287"/>
                    <a:pt x="1012" y="7448"/>
                    <a:pt x="1225" y="7448"/>
                  </a:cubicBezTo>
                  <a:cubicBezTo>
                    <a:pt x="1334" y="7448"/>
                    <a:pt x="1448" y="7406"/>
                    <a:pt x="1544" y="7310"/>
                  </a:cubicBezTo>
                  <a:lnTo>
                    <a:pt x="2489" y="6365"/>
                  </a:lnTo>
                  <a:lnTo>
                    <a:pt x="3434" y="7310"/>
                  </a:lnTo>
                  <a:cubicBezTo>
                    <a:pt x="3530" y="7406"/>
                    <a:pt x="3640" y="7448"/>
                    <a:pt x="3744" y="7448"/>
                  </a:cubicBezTo>
                  <a:cubicBezTo>
                    <a:pt x="3948" y="7448"/>
                    <a:pt x="4127" y="7287"/>
                    <a:pt x="4127" y="7058"/>
                  </a:cubicBezTo>
                  <a:lnTo>
                    <a:pt x="4127" y="4317"/>
                  </a:lnTo>
                  <a:cubicBezTo>
                    <a:pt x="4663" y="3845"/>
                    <a:pt x="4978" y="3214"/>
                    <a:pt x="4978" y="2490"/>
                  </a:cubicBezTo>
                  <a:cubicBezTo>
                    <a:pt x="4978" y="1104"/>
                    <a:pt x="3875" y="1"/>
                    <a:pt x="24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2578;p66"/>
            <p:cNvSpPr/>
            <p:nvPr/>
          </p:nvSpPr>
          <p:spPr>
            <a:xfrm>
              <a:off x="-37761600" y="4230700"/>
              <a:ext cx="270175" cy="40975"/>
            </a:xfrm>
            <a:custGeom>
              <a:avLst/>
              <a:gdLst/>
              <a:ahLst/>
              <a:cxnLst/>
              <a:rect l="l" t="t" r="r" b="b"/>
              <a:pathLst>
                <a:path w="10807" h="1639" extrusionOk="0">
                  <a:moveTo>
                    <a:pt x="1450" y="1"/>
                  </a:moveTo>
                  <a:cubicBezTo>
                    <a:pt x="1292" y="788"/>
                    <a:pt x="662" y="1387"/>
                    <a:pt x="1" y="1639"/>
                  </a:cubicBezTo>
                  <a:lnTo>
                    <a:pt x="8822" y="1639"/>
                  </a:lnTo>
                  <a:cubicBezTo>
                    <a:pt x="9799" y="1639"/>
                    <a:pt x="10649" y="946"/>
                    <a:pt x="1080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2579;p66"/>
            <p:cNvSpPr/>
            <p:nvPr/>
          </p:nvSpPr>
          <p:spPr>
            <a:xfrm>
              <a:off x="-37804925" y="3953450"/>
              <a:ext cx="274125" cy="295675"/>
            </a:xfrm>
            <a:custGeom>
              <a:avLst/>
              <a:gdLst/>
              <a:ahLst/>
              <a:cxnLst/>
              <a:rect l="l" t="t" r="r" b="b"/>
              <a:pathLst>
                <a:path w="10965" h="11827" extrusionOk="0">
                  <a:moveTo>
                    <a:pt x="379" y="1"/>
                  </a:moveTo>
                  <a:cubicBezTo>
                    <a:pt x="158" y="1"/>
                    <a:pt x="1" y="221"/>
                    <a:pt x="1" y="411"/>
                  </a:cubicBezTo>
                  <a:lnTo>
                    <a:pt x="1" y="10618"/>
                  </a:lnTo>
                  <a:cubicBezTo>
                    <a:pt x="1" y="11280"/>
                    <a:pt x="537" y="11815"/>
                    <a:pt x="1198" y="11815"/>
                  </a:cubicBezTo>
                  <a:cubicBezTo>
                    <a:pt x="1247" y="11823"/>
                    <a:pt x="1295" y="11826"/>
                    <a:pt x="1342" y="11826"/>
                  </a:cubicBezTo>
                  <a:cubicBezTo>
                    <a:pt x="1912" y="11826"/>
                    <a:pt x="2395" y="11318"/>
                    <a:pt x="2395" y="10650"/>
                  </a:cubicBezTo>
                  <a:cubicBezTo>
                    <a:pt x="2395" y="10398"/>
                    <a:pt x="2584" y="10272"/>
                    <a:pt x="2836" y="10272"/>
                  </a:cubicBezTo>
                  <a:lnTo>
                    <a:pt x="10965" y="10272"/>
                  </a:lnTo>
                  <a:lnTo>
                    <a:pt x="10965" y="8255"/>
                  </a:lnTo>
                  <a:cubicBezTo>
                    <a:pt x="10807" y="8161"/>
                    <a:pt x="10650" y="8098"/>
                    <a:pt x="10492" y="7972"/>
                  </a:cubicBezTo>
                  <a:lnTo>
                    <a:pt x="10146" y="7625"/>
                  </a:lnTo>
                  <a:lnTo>
                    <a:pt x="9799" y="7972"/>
                  </a:lnTo>
                  <a:cubicBezTo>
                    <a:pt x="9547" y="8224"/>
                    <a:pt x="9232" y="8318"/>
                    <a:pt x="8917" y="8318"/>
                  </a:cubicBezTo>
                  <a:cubicBezTo>
                    <a:pt x="8255" y="8318"/>
                    <a:pt x="7720" y="7783"/>
                    <a:pt x="7720" y="7058"/>
                  </a:cubicBezTo>
                  <a:lnTo>
                    <a:pt x="7720" y="4664"/>
                  </a:lnTo>
                  <a:cubicBezTo>
                    <a:pt x="7184" y="4065"/>
                    <a:pt x="6869" y="3309"/>
                    <a:pt x="6869" y="2490"/>
                  </a:cubicBezTo>
                  <a:cubicBezTo>
                    <a:pt x="6869" y="1513"/>
                    <a:pt x="7310" y="600"/>
                    <a:pt x="803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80" name="Google Shape;2580;p66"/>
          <p:cNvGrpSpPr/>
          <p:nvPr/>
        </p:nvGrpSpPr>
        <p:grpSpPr>
          <a:xfrm>
            <a:off x="-181411" y="3480024"/>
            <a:ext cx="1593899" cy="1574520"/>
            <a:chOff x="5624415" y="3404280"/>
            <a:chExt cx="656087" cy="648111"/>
          </a:xfrm>
        </p:grpSpPr>
        <p:grpSp>
          <p:nvGrpSpPr>
            <p:cNvPr id="2581" name="Google Shape;2581;p66"/>
            <p:cNvGrpSpPr/>
            <p:nvPr/>
          </p:nvGrpSpPr>
          <p:grpSpPr>
            <a:xfrm flipH="1">
              <a:off x="5624415" y="3404280"/>
              <a:ext cx="656087" cy="648111"/>
              <a:chOff x="-2708900" y="3174350"/>
              <a:chExt cx="350100" cy="345825"/>
            </a:xfrm>
          </p:grpSpPr>
          <p:sp>
            <p:nvSpPr>
              <p:cNvPr id="2582" name="Google Shape;2582;p66"/>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66"/>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66"/>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66"/>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66"/>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66"/>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588" name="Google Shape;2588;p66"/>
            <p:cNvCxnSpPr/>
            <p:nvPr/>
          </p:nvCxnSpPr>
          <p:spPr>
            <a:xfrm>
              <a:off x="5679725" y="4047784"/>
              <a:ext cx="507900" cy="0"/>
            </a:xfrm>
            <a:prstGeom prst="straightConnector1">
              <a:avLst/>
            </a:prstGeom>
            <a:noFill/>
            <a:ln w="9525" cap="flat" cmpd="sng">
              <a:solidFill>
                <a:schemeClr val="dk1"/>
              </a:solidFill>
              <a:prstDash val="solid"/>
              <a:round/>
              <a:headEnd type="none" w="med" len="med"/>
              <a:tailEnd type="none" w="med" len="med"/>
            </a:ln>
          </p:spPr>
        </p:cxnSp>
      </p:grpSp>
      <p:grpSp>
        <p:nvGrpSpPr>
          <p:cNvPr id="2589" name="Google Shape;2589;p66"/>
          <p:cNvGrpSpPr/>
          <p:nvPr/>
        </p:nvGrpSpPr>
        <p:grpSpPr>
          <a:xfrm>
            <a:off x="7815187" y="759352"/>
            <a:ext cx="1231436" cy="1119459"/>
            <a:chOff x="6494019" y="-137261"/>
            <a:chExt cx="2116596" cy="1924130"/>
          </a:xfrm>
        </p:grpSpPr>
        <p:sp>
          <p:nvSpPr>
            <p:cNvPr id="2590" name="Google Shape;2590;p66"/>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1" name="Google Shape;2591;p66"/>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92" name="Google Shape;2592;p66"/>
          <p:cNvSpPr/>
          <p:nvPr/>
        </p:nvSpPr>
        <p:spPr>
          <a:xfrm rot="-1644435">
            <a:off x="1938784" y="1113916"/>
            <a:ext cx="246286" cy="264499"/>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3" name="Google Shape;2593;p66"/>
          <p:cNvSpPr/>
          <p:nvPr/>
        </p:nvSpPr>
        <p:spPr>
          <a:xfrm flipH="1">
            <a:off x="4616273" y="1303512"/>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4" name="Google Shape;2594;p66"/>
          <p:cNvSpPr/>
          <p:nvPr/>
        </p:nvSpPr>
        <p:spPr>
          <a:xfrm rot="-1644435">
            <a:off x="8307759" y="3922829"/>
            <a:ext cx="246286" cy="264499"/>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5" name="Google Shape;2595;p66"/>
          <p:cNvSpPr/>
          <p:nvPr/>
        </p:nvSpPr>
        <p:spPr>
          <a:xfrm>
            <a:off x="7769048" y="3002400"/>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6" name="Google Shape;2596;p66"/>
          <p:cNvSpPr/>
          <p:nvPr/>
        </p:nvSpPr>
        <p:spPr>
          <a:xfrm rot="-1644435">
            <a:off x="4448859" y="2791329"/>
            <a:ext cx="246286" cy="264499"/>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600"/>
        <p:cNvGrpSpPr/>
        <p:nvPr/>
      </p:nvGrpSpPr>
      <p:grpSpPr>
        <a:xfrm>
          <a:off x="0" y="0"/>
          <a:ext cx="0" cy="0"/>
          <a:chOff x="0" y="0"/>
          <a:chExt cx="0" cy="0"/>
        </a:xfrm>
      </p:grpSpPr>
      <p:sp>
        <p:nvSpPr>
          <p:cNvPr id="2601" name="Google Shape;2601;p67"/>
          <p:cNvSpPr/>
          <p:nvPr/>
        </p:nvSpPr>
        <p:spPr>
          <a:xfrm rot="289">
            <a:off x="1047750" y="1312500"/>
            <a:ext cx="7125000" cy="3291600"/>
          </a:xfrm>
          <a:prstGeom prst="roundRect">
            <a:avLst>
              <a:gd name="adj" fmla="val 15418"/>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2" name="Google Shape;2602;p67"/>
          <p:cNvSpPr txBox="1">
            <a:spLocks noGrp="1"/>
          </p:cNvSpPr>
          <p:nvPr>
            <p:ph type="title"/>
          </p:nvPr>
        </p:nvSpPr>
        <p:spPr>
          <a:xfrm>
            <a:off x="720000" y="445025"/>
            <a:ext cx="7704000" cy="73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Family tree</a:t>
            </a:r>
            <a:endParaRPr/>
          </a:p>
        </p:txBody>
      </p:sp>
      <p:grpSp>
        <p:nvGrpSpPr>
          <p:cNvPr id="2603" name="Google Shape;2603;p67"/>
          <p:cNvGrpSpPr/>
          <p:nvPr/>
        </p:nvGrpSpPr>
        <p:grpSpPr>
          <a:xfrm>
            <a:off x="1690875" y="1716550"/>
            <a:ext cx="5838750" cy="2483500"/>
            <a:chOff x="1076325" y="1533525"/>
            <a:chExt cx="5838750" cy="2483500"/>
          </a:xfrm>
        </p:grpSpPr>
        <p:sp>
          <p:nvSpPr>
            <p:cNvPr id="2604" name="Google Shape;2604;p67"/>
            <p:cNvSpPr/>
            <p:nvPr/>
          </p:nvSpPr>
          <p:spPr>
            <a:xfrm>
              <a:off x="1076325" y="1533525"/>
              <a:ext cx="1743000" cy="5526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Nunito ExtraBold"/>
                  <a:ea typeface="Nunito ExtraBold"/>
                  <a:cs typeface="Nunito ExtraBold"/>
                  <a:sym typeface="Nunito ExtraBold"/>
                </a:rPr>
                <a:t>Grandma</a:t>
              </a:r>
              <a:endParaRPr>
                <a:solidFill>
                  <a:schemeClr val="lt1"/>
                </a:solidFill>
                <a:latin typeface="Nunito ExtraBold"/>
                <a:ea typeface="Nunito ExtraBold"/>
                <a:cs typeface="Nunito ExtraBold"/>
                <a:sym typeface="Nunito ExtraBold"/>
              </a:endParaRPr>
            </a:p>
          </p:txBody>
        </p:sp>
        <p:sp>
          <p:nvSpPr>
            <p:cNvPr id="2605" name="Google Shape;2605;p67"/>
            <p:cNvSpPr/>
            <p:nvPr/>
          </p:nvSpPr>
          <p:spPr>
            <a:xfrm>
              <a:off x="3152775" y="1533525"/>
              <a:ext cx="1743000" cy="5526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Nunito ExtraBold"/>
                  <a:ea typeface="Nunito ExtraBold"/>
                  <a:cs typeface="Nunito ExtraBold"/>
                  <a:sym typeface="Nunito ExtraBold"/>
                </a:rPr>
                <a:t>Grandpa</a:t>
              </a:r>
              <a:endParaRPr>
                <a:solidFill>
                  <a:schemeClr val="lt1"/>
                </a:solidFill>
                <a:latin typeface="Nunito ExtraBold"/>
                <a:ea typeface="Nunito ExtraBold"/>
                <a:cs typeface="Nunito ExtraBold"/>
                <a:sym typeface="Nunito ExtraBold"/>
              </a:endParaRPr>
            </a:p>
          </p:txBody>
        </p:sp>
        <p:sp>
          <p:nvSpPr>
            <p:cNvPr id="2606" name="Google Shape;2606;p67"/>
            <p:cNvSpPr/>
            <p:nvPr/>
          </p:nvSpPr>
          <p:spPr>
            <a:xfrm>
              <a:off x="2114550" y="2435725"/>
              <a:ext cx="1743000" cy="5526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Nunito ExtraBold"/>
                  <a:ea typeface="Nunito ExtraBold"/>
                  <a:cs typeface="Nunito ExtraBold"/>
                  <a:sym typeface="Nunito ExtraBold"/>
                </a:rPr>
                <a:t>Mom</a:t>
              </a:r>
              <a:endParaRPr>
                <a:solidFill>
                  <a:schemeClr val="lt1"/>
                </a:solidFill>
                <a:latin typeface="Nunito ExtraBold"/>
                <a:ea typeface="Nunito ExtraBold"/>
                <a:cs typeface="Nunito ExtraBold"/>
                <a:sym typeface="Nunito ExtraBold"/>
              </a:endParaRPr>
            </a:p>
          </p:txBody>
        </p:sp>
        <p:sp>
          <p:nvSpPr>
            <p:cNvPr id="2607" name="Google Shape;2607;p67"/>
            <p:cNvSpPr/>
            <p:nvPr/>
          </p:nvSpPr>
          <p:spPr>
            <a:xfrm>
              <a:off x="4181475" y="2435725"/>
              <a:ext cx="1743000" cy="5526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Nunito ExtraBold"/>
                  <a:ea typeface="Nunito ExtraBold"/>
                  <a:cs typeface="Nunito ExtraBold"/>
                  <a:sym typeface="Nunito ExtraBold"/>
                </a:rPr>
                <a:t>Dad</a:t>
              </a:r>
              <a:endParaRPr>
                <a:solidFill>
                  <a:schemeClr val="lt1"/>
                </a:solidFill>
                <a:latin typeface="Nunito ExtraBold"/>
                <a:ea typeface="Nunito ExtraBold"/>
                <a:cs typeface="Nunito ExtraBold"/>
                <a:sym typeface="Nunito ExtraBold"/>
              </a:endParaRPr>
            </a:p>
          </p:txBody>
        </p:sp>
        <p:cxnSp>
          <p:nvCxnSpPr>
            <p:cNvPr id="2608" name="Google Shape;2608;p67"/>
            <p:cNvCxnSpPr>
              <a:stCxn id="2604" idx="2"/>
              <a:endCxn id="2606" idx="0"/>
            </p:cNvCxnSpPr>
            <p:nvPr/>
          </p:nvCxnSpPr>
          <p:spPr>
            <a:xfrm rot="-5400000" flipH="1">
              <a:off x="2292225" y="1741725"/>
              <a:ext cx="349500" cy="1038300"/>
            </a:xfrm>
            <a:prstGeom prst="bentConnector3">
              <a:avLst>
                <a:gd name="adj1" fmla="val 50014"/>
              </a:avLst>
            </a:prstGeom>
            <a:noFill/>
            <a:ln w="9525" cap="flat" cmpd="sng">
              <a:solidFill>
                <a:schemeClr val="dk1"/>
              </a:solidFill>
              <a:prstDash val="solid"/>
              <a:round/>
              <a:headEnd type="none" w="med" len="med"/>
              <a:tailEnd type="none" w="med" len="med"/>
            </a:ln>
          </p:spPr>
        </p:cxnSp>
        <p:cxnSp>
          <p:nvCxnSpPr>
            <p:cNvPr id="2609" name="Google Shape;2609;p67"/>
            <p:cNvCxnSpPr>
              <a:stCxn id="2605" idx="2"/>
              <a:endCxn id="2606" idx="0"/>
            </p:cNvCxnSpPr>
            <p:nvPr/>
          </p:nvCxnSpPr>
          <p:spPr>
            <a:xfrm rot="5400000">
              <a:off x="3330375" y="1741725"/>
              <a:ext cx="349500" cy="1038300"/>
            </a:xfrm>
            <a:prstGeom prst="bentConnector3">
              <a:avLst>
                <a:gd name="adj1" fmla="val 50014"/>
              </a:avLst>
            </a:prstGeom>
            <a:noFill/>
            <a:ln w="9525" cap="flat" cmpd="sng">
              <a:solidFill>
                <a:schemeClr val="dk1"/>
              </a:solidFill>
              <a:prstDash val="solid"/>
              <a:round/>
              <a:headEnd type="none" w="med" len="med"/>
              <a:tailEnd type="none" w="med" len="med"/>
            </a:ln>
          </p:spPr>
        </p:cxnSp>
        <p:sp>
          <p:nvSpPr>
            <p:cNvPr id="2610" name="Google Shape;2610;p67"/>
            <p:cNvSpPr/>
            <p:nvPr/>
          </p:nvSpPr>
          <p:spPr>
            <a:xfrm>
              <a:off x="3152775" y="3464425"/>
              <a:ext cx="1743000" cy="5526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Nunito ExtraBold"/>
                  <a:ea typeface="Nunito ExtraBold"/>
                  <a:cs typeface="Nunito ExtraBold"/>
                  <a:sym typeface="Nunito ExtraBold"/>
                </a:rPr>
                <a:t>John</a:t>
              </a:r>
              <a:endParaRPr>
                <a:solidFill>
                  <a:schemeClr val="dk1"/>
                </a:solidFill>
                <a:latin typeface="Nunito ExtraBold"/>
                <a:ea typeface="Nunito ExtraBold"/>
                <a:cs typeface="Nunito ExtraBold"/>
                <a:sym typeface="Nunito ExtraBold"/>
              </a:endParaRPr>
            </a:p>
          </p:txBody>
        </p:sp>
        <p:sp>
          <p:nvSpPr>
            <p:cNvPr id="2611" name="Google Shape;2611;p67"/>
            <p:cNvSpPr/>
            <p:nvPr/>
          </p:nvSpPr>
          <p:spPr>
            <a:xfrm>
              <a:off x="1133475" y="3464425"/>
              <a:ext cx="1743000" cy="5526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Nunito ExtraBold"/>
                  <a:ea typeface="Nunito ExtraBold"/>
                  <a:cs typeface="Nunito ExtraBold"/>
                  <a:sym typeface="Nunito ExtraBold"/>
                </a:rPr>
                <a:t>Me</a:t>
              </a:r>
              <a:endParaRPr>
                <a:solidFill>
                  <a:schemeClr val="dk1"/>
                </a:solidFill>
                <a:latin typeface="Nunito ExtraBold"/>
                <a:ea typeface="Nunito ExtraBold"/>
                <a:cs typeface="Nunito ExtraBold"/>
                <a:sym typeface="Nunito ExtraBold"/>
              </a:endParaRPr>
            </a:p>
          </p:txBody>
        </p:sp>
        <p:sp>
          <p:nvSpPr>
            <p:cNvPr id="2612" name="Google Shape;2612;p67"/>
            <p:cNvSpPr/>
            <p:nvPr/>
          </p:nvSpPr>
          <p:spPr>
            <a:xfrm>
              <a:off x="5172075" y="3464425"/>
              <a:ext cx="1743000" cy="5526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Nunito ExtraBold"/>
                  <a:ea typeface="Nunito ExtraBold"/>
                  <a:cs typeface="Nunito ExtraBold"/>
                  <a:sym typeface="Nunito ExtraBold"/>
                </a:rPr>
                <a:t>Daisy</a:t>
              </a:r>
              <a:endParaRPr>
                <a:solidFill>
                  <a:schemeClr val="dk1"/>
                </a:solidFill>
                <a:latin typeface="Nunito ExtraBold"/>
                <a:ea typeface="Nunito ExtraBold"/>
                <a:cs typeface="Nunito ExtraBold"/>
                <a:sym typeface="Nunito ExtraBold"/>
              </a:endParaRPr>
            </a:p>
          </p:txBody>
        </p:sp>
        <p:cxnSp>
          <p:nvCxnSpPr>
            <p:cNvPr id="2613" name="Google Shape;2613;p67"/>
            <p:cNvCxnSpPr>
              <a:stCxn id="2611" idx="0"/>
              <a:endCxn id="2612" idx="0"/>
            </p:cNvCxnSpPr>
            <p:nvPr/>
          </p:nvCxnSpPr>
          <p:spPr>
            <a:xfrm rot="-5400000" flipH="1">
              <a:off x="4023975" y="1445425"/>
              <a:ext cx="600" cy="4038600"/>
            </a:xfrm>
            <a:prstGeom prst="bentConnector3">
              <a:avLst>
                <a:gd name="adj1" fmla="val -39687500"/>
              </a:avLst>
            </a:prstGeom>
            <a:noFill/>
            <a:ln w="9525" cap="flat" cmpd="sng">
              <a:solidFill>
                <a:schemeClr val="dk1"/>
              </a:solidFill>
              <a:prstDash val="solid"/>
              <a:round/>
              <a:headEnd type="none" w="med" len="med"/>
              <a:tailEnd type="none" w="med" len="med"/>
            </a:ln>
          </p:spPr>
        </p:cxnSp>
        <p:cxnSp>
          <p:nvCxnSpPr>
            <p:cNvPr id="2614" name="Google Shape;2614;p67"/>
            <p:cNvCxnSpPr>
              <a:stCxn id="2606" idx="2"/>
              <a:endCxn id="2610" idx="0"/>
            </p:cNvCxnSpPr>
            <p:nvPr/>
          </p:nvCxnSpPr>
          <p:spPr>
            <a:xfrm rot="-5400000" flipH="1">
              <a:off x="3267150" y="2707225"/>
              <a:ext cx="476100" cy="1038300"/>
            </a:xfrm>
            <a:prstGeom prst="bentConnector3">
              <a:avLst>
                <a:gd name="adj1" fmla="val 50000"/>
              </a:avLst>
            </a:prstGeom>
            <a:noFill/>
            <a:ln w="9525" cap="flat" cmpd="sng">
              <a:solidFill>
                <a:schemeClr val="dk1"/>
              </a:solidFill>
              <a:prstDash val="solid"/>
              <a:round/>
              <a:headEnd type="none" w="med" len="med"/>
              <a:tailEnd type="none" w="med" len="med"/>
            </a:ln>
          </p:spPr>
        </p:cxnSp>
        <p:cxnSp>
          <p:nvCxnSpPr>
            <p:cNvPr id="2615" name="Google Shape;2615;p67"/>
            <p:cNvCxnSpPr>
              <a:stCxn id="2607" idx="2"/>
              <a:endCxn id="2610" idx="0"/>
            </p:cNvCxnSpPr>
            <p:nvPr/>
          </p:nvCxnSpPr>
          <p:spPr>
            <a:xfrm rot="5400000">
              <a:off x="4300575" y="2712025"/>
              <a:ext cx="476100" cy="1028700"/>
            </a:xfrm>
            <a:prstGeom prst="bentConnector3">
              <a:avLst>
                <a:gd name="adj1" fmla="val 50000"/>
              </a:avLst>
            </a:prstGeom>
            <a:noFill/>
            <a:ln w="9525" cap="flat" cmpd="sng">
              <a:solidFill>
                <a:schemeClr val="dk1"/>
              </a:solidFill>
              <a:prstDash val="solid"/>
              <a:round/>
              <a:headEnd type="none" w="med" len="med"/>
              <a:tailEnd type="none" w="med" len="med"/>
            </a:ln>
          </p:spPr>
        </p:cxnSp>
      </p:grpSp>
      <p:grpSp>
        <p:nvGrpSpPr>
          <p:cNvPr id="2616" name="Google Shape;2616;p67"/>
          <p:cNvGrpSpPr/>
          <p:nvPr/>
        </p:nvGrpSpPr>
        <p:grpSpPr>
          <a:xfrm>
            <a:off x="314663" y="3732934"/>
            <a:ext cx="1376211" cy="1251069"/>
            <a:chOff x="6494019" y="-137261"/>
            <a:chExt cx="2116596" cy="1924130"/>
          </a:xfrm>
        </p:grpSpPr>
        <p:sp>
          <p:nvSpPr>
            <p:cNvPr id="2617" name="Google Shape;2617;p67"/>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2618;p67"/>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19" name="Google Shape;2619;p67"/>
          <p:cNvSpPr/>
          <p:nvPr/>
        </p:nvSpPr>
        <p:spPr>
          <a:xfrm>
            <a:off x="1355198" y="3116175"/>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0" name="Google Shape;2620;p67"/>
          <p:cNvSpPr/>
          <p:nvPr/>
        </p:nvSpPr>
        <p:spPr>
          <a:xfrm flipH="1">
            <a:off x="5993873" y="1716550"/>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1" name="Google Shape;2621;p67"/>
          <p:cNvSpPr/>
          <p:nvPr/>
        </p:nvSpPr>
        <p:spPr>
          <a:xfrm rot="-1644435">
            <a:off x="1475959" y="2439504"/>
            <a:ext cx="246286" cy="264499"/>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2" name="Google Shape;2622;p67"/>
          <p:cNvSpPr/>
          <p:nvPr/>
        </p:nvSpPr>
        <p:spPr>
          <a:xfrm rot="1644435" flipH="1">
            <a:off x="7676734" y="4073729"/>
            <a:ext cx="246286" cy="264499"/>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23" name="Google Shape;2623;p67"/>
          <p:cNvGrpSpPr/>
          <p:nvPr/>
        </p:nvGrpSpPr>
        <p:grpSpPr>
          <a:xfrm>
            <a:off x="6616683" y="904282"/>
            <a:ext cx="2037056" cy="2315957"/>
            <a:chOff x="2428575" y="1270925"/>
            <a:chExt cx="1062350" cy="1207800"/>
          </a:xfrm>
        </p:grpSpPr>
        <p:sp>
          <p:nvSpPr>
            <p:cNvPr id="2624" name="Google Shape;2624;p67"/>
            <p:cNvSpPr/>
            <p:nvPr/>
          </p:nvSpPr>
          <p:spPr>
            <a:xfrm>
              <a:off x="2698550" y="2157250"/>
              <a:ext cx="63700" cy="111625"/>
            </a:xfrm>
            <a:custGeom>
              <a:avLst/>
              <a:gdLst/>
              <a:ahLst/>
              <a:cxnLst/>
              <a:rect l="l" t="t" r="r" b="b"/>
              <a:pathLst>
                <a:path w="2548" h="4465" extrusionOk="0">
                  <a:moveTo>
                    <a:pt x="1000" y="0"/>
                  </a:moveTo>
                  <a:lnTo>
                    <a:pt x="0" y="3858"/>
                  </a:lnTo>
                  <a:cubicBezTo>
                    <a:pt x="464" y="4120"/>
                    <a:pt x="953" y="4310"/>
                    <a:pt x="1441" y="4465"/>
                  </a:cubicBezTo>
                  <a:lnTo>
                    <a:pt x="2548" y="250"/>
                  </a:lnTo>
                  <a:lnTo>
                    <a:pt x="10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5" name="Google Shape;2625;p67"/>
            <p:cNvSpPr/>
            <p:nvPr/>
          </p:nvSpPr>
          <p:spPr>
            <a:xfrm>
              <a:off x="2663125" y="2253675"/>
              <a:ext cx="71450" cy="164925"/>
            </a:xfrm>
            <a:custGeom>
              <a:avLst/>
              <a:gdLst/>
              <a:ahLst/>
              <a:cxnLst/>
              <a:rect l="l" t="t" r="r" b="b"/>
              <a:pathLst>
                <a:path w="2858" h="6597" extrusionOk="0">
                  <a:moveTo>
                    <a:pt x="1417" y="1"/>
                  </a:moveTo>
                  <a:lnTo>
                    <a:pt x="0" y="6097"/>
                  </a:lnTo>
                  <a:cubicBezTo>
                    <a:pt x="0" y="6097"/>
                    <a:pt x="348" y="6596"/>
                    <a:pt x="935" y="6596"/>
                  </a:cubicBezTo>
                  <a:cubicBezTo>
                    <a:pt x="1101" y="6596"/>
                    <a:pt x="1287" y="6556"/>
                    <a:pt x="1489" y="6454"/>
                  </a:cubicBezTo>
                  <a:lnTo>
                    <a:pt x="2858" y="608"/>
                  </a:lnTo>
                  <a:cubicBezTo>
                    <a:pt x="2370" y="453"/>
                    <a:pt x="1881" y="263"/>
                    <a:pt x="14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6" name="Google Shape;2626;p67"/>
            <p:cNvSpPr/>
            <p:nvPr/>
          </p:nvSpPr>
          <p:spPr>
            <a:xfrm>
              <a:off x="2916125" y="2153675"/>
              <a:ext cx="56275" cy="102825"/>
            </a:xfrm>
            <a:custGeom>
              <a:avLst/>
              <a:gdLst/>
              <a:ahLst/>
              <a:cxnLst/>
              <a:rect l="l" t="t" r="r" b="b"/>
              <a:pathLst>
                <a:path w="2251" h="4113" extrusionOk="0">
                  <a:moveTo>
                    <a:pt x="1501" y="0"/>
                  </a:moveTo>
                  <a:lnTo>
                    <a:pt x="1" y="417"/>
                  </a:lnTo>
                  <a:lnTo>
                    <a:pt x="691" y="4108"/>
                  </a:lnTo>
                  <a:cubicBezTo>
                    <a:pt x="815" y="4111"/>
                    <a:pt x="938" y="4112"/>
                    <a:pt x="1060" y="4112"/>
                  </a:cubicBezTo>
                  <a:cubicBezTo>
                    <a:pt x="1457" y="4112"/>
                    <a:pt x="1851" y="4097"/>
                    <a:pt x="2251" y="4060"/>
                  </a:cubicBezTo>
                  <a:lnTo>
                    <a:pt x="15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7" name="Google Shape;2627;p67"/>
            <p:cNvSpPr/>
            <p:nvPr/>
          </p:nvSpPr>
          <p:spPr>
            <a:xfrm>
              <a:off x="2933400" y="2255175"/>
              <a:ext cx="64300" cy="165475"/>
            </a:xfrm>
            <a:custGeom>
              <a:avLst/>
              <a:gdLst/>
              <a:ahLst/>
              <a:cxnLst/>
              <a:rect l="l" t="t" r="r" b="b"/>
              <a:pathLst>
                <a:path w="2572" h="6619" extrusionOk="0">
                  <a:moveTo>
                    <a:pt x="1560" y="0"/>
                  </a:moveTo>
                  <a:cubicBezTo>
                    <a:pt x="1160" y="37"/>
                    <a:pt x="766" y="52"/>
                    <a:pt x="369" y="52"/>
                  </a:cubicBezTo>
                  <a:cubicBezTo>
                    <a:pt x="247" y="52"/>
                    <a:pt x="124" y="51"/>
                    <a:pt x="0" y="48"/>
                  </a:cubicBezTo>
                  <a:lnTo>
                    <a:pt x="0" y="48"/>
                  </a:lnTo>
                  <a:lnTo>
                    <a:pt x="1072" y="6465"/>
                  </a:lnTo>
                  <a:cubicBezTo>
                    <a:pt x="1072" y="6465"/>
                    <a:pt x="1337" y="6618"/>
                    <a:pt x="1681" y="6618"/>
                  </a:cubicBezTo>
                  <a:cubicBezTo>
                    <a:pt x="1960" y="6618"/>
                    <a:pt x="2290" y="6518"/>
                    <a:pt x="2572" y="6156"/>
                  </a:cubicBezTo>
                  <a:lnTo>
                    <a:pt x="156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8" name="Google Shape;2628;p67"/>
            <p:cNvSpPr/>
            <p:nvPr/>
          </p:nvSpPr>
          <p:spPr>
            <a:xfrm>
              <a:off x="2520250" y="2224800"/>
              <a:ext cx="92300" cy="203475"/>
            </a:xfrm>
            <a:custGeom>
              <a:avLst/>
              <a:gdLst/>
              <a:ahLst/>
              <a:cxnLst/>
              <a:rect l="l" t="t" r="r" b="b"/>
              <a:pathLst>
                <a:path w="3692" h="8139" extrusionOk="0">
                  <a:moveTo>
                    <a:pt x="2203" y="1"/>
                  </a:moveTo>
                  <a:lnTo>
                    <a:pt x="0" y="7609"/>
                  </a:lnTo>
                  <a:cubicBezTo>
                    <a:pt x="0" y="7609"/>
                    <a:pt x="370" y="8139"/>
                    <a:pt x="997" y="8139"/>
                  </a:cubicBezTo>
                  <a:cubicBezTo>
                    <a:pt x="1173" y="8139"/>
                    <a:pt x="1370" y="8097"/>
                    <a:pt x="1584" y="7990"/>
                  </a:cubicBezTo>
                  <a:lnTo>
                    <a:pt x="3691" y="858"/>
                  </a:lnTo>
                  <a:cubicBezTo>
                    <a:pt x="3191" y="608"/>
                    <a:pt x="2703" y="310"/>
                    <a:pt x="220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9" name="Google Shape;2629;p67"/>
            <p:cNvSpPr/>
            <p:nvPr/>
          </p:nvSpPr>
          <p:spPr>
            <a:xfrm>
              <a:off x="2575300" y="2189100"/>
              <a:ext cx="50350" cy="57175"/>
            </a:xfrm>
            <a:custGeom>
              <a:avLst/>
              <a:gdLst/>
              <a:ahLst/>
              <a:cxnLst/>
              <a:rect l="l" t="t" r="r" b="b"/>
              <a:pathLst>
                <a:path w="2014" h="2287" extrusionOk="0">
                  <a:moveTo>
                    <a:pt x="370" y="0"/>
                  </a:moveTo>
                  <a:lnTo>
                    <a:pt x="1" y="1429"/>
                  </a:lnTo>
                  <a:cubicBezTo>
                    <a:pt x="501" y="1738"/>
                    <a:pt x="989" y="2036"/>
                    <a:pt x="1489" y="2286"/>
                  </a:cubicBezTo>
                  <a:lnTo>
                    <a:pt x="2013" y="274"/>
                  </a:lnTo>
                  <a:lnTo>
                    <a:pt x="37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0" name="Google Shape;2630;p67"/>
            <p:cNvSpPr/>
            <p:nvPr/>
          </p:nvSpPr>
          <p:spPr>
            <a:xfrm>
              <a:off x="2800350" y="2256650"/>
              <a:ext cx="75925" cy="173775"/>
            </a:xfrm>
            <a:custGeom>
              <a:avLst/>
              <a:gdLst/>
              <a:ahLst/>
              <a:cxnLst/>
              <a:rect l="l" t="t" r="r" b="b"/>
              <a:pathLst>
                <a:path w="3037" h="6951" extrusionOk="0">
                  <a:moveTo>
                    <a:pt x="0" y="1"/>
                  </a:moveTo>
                  <a:lnTo>
                    <a:pt x="1441" y="6787"/>
                  </a:lnTo>
                  <a:cubicBezTo>
                    <a:pt x="1441" y="6787"/>
                    <a:pt x="1720" y="6951"/>
                    <a:pt x="2085" y="6951"/>
                  </a:cubicBezTo>
                  <a:cubicBezTo>
                    <a:pt x="2380" y="6951"/>
                    <a:pt x="2732" y="6843"/>
                    <a:pt x="3036" y="6454"/>
                  </a:cubicBezTo>
                  <a:lnTo>
                    <a:pt x="1691" y="72"/>
                  </a:lnTo>
                  <a:cubicBezTo>
                    <a:pt x="1649" y="73"/>
                    <a:pt x="1607" y="74"/>
                    <a:pt x="1565" y="74"/>
                  </a:cubicBezTo>
                  <a:cubicBezTo>
                    <a:pt x="1054" y="74"/>
                    <a:pt x="517" y="12"/>
                    <a:pt x="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2631;p67"/>
            <p:cNvSpPr/>
            <p:nvPr/>
          </p:nvSpPr>
          <p:spPr>
            <a:xfrm>
              <a:off x="2789325" y="2185225"/>
              <a:ext cx="53300" cy="73075"/>
            </a:xfrm>
            <a:custGeom>
              <a:avLst/>
              <a:gdLst/>
              <a:ahLst/>
              <a:cxnLst/>
              <a:rect l="l" t="t" r="r" b="b"/>
              <a:pathLst>
                <a:path w="2132" h="2923" extrusionOk="0">
                  <a:moveTo>
                    <a:pt x="1596" y="0"/>
                  </a:moveTo>
                  <a:lnTo>
                    <a:pt x="0" y="453"/>
                  </a:lnTo>
                  <a:lnTo>
                    <a:pt x="441" y="2858"/>
                  </a:lnTo>
                  <a:cubicBezTo>
                    <a:pt x="922" y="2868"/>
                    <a:pt x="1420" y="2922"/>
                    <a:pt x="1898" y="2922"/>
                  </a:cubicBezTo>
                  <a:cubicBezTo>
                    <a:pt x="1976" y="2922"/>
                    <a:pt x="2054" y="2921"/>
                    <a:pt x="2132" y="2917"/>
                  </a:cubicBezTo>
                  <a:lnTo>
                    <a:pt x="159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67"/>
            <p:cNvSpPr/>
            <p:nvPr/>
          </p:nvSpPr>
          <p:spPr>
            <a:xfrm>
              <a:off x="2444925" y="1547325"/>
              <a:ext cx="638800" cy="685850"/>
            </a:xfrm>
            <a:custGeom>
              <a:avLst/>
              <a:gdLst/>
              <a:ahLst/>
              <a:cxnLst/>
              <a:rect l="l" t="t" r="r" b="b"/>
              <a:pathLst>
                <a:path w="25552" h="27434" extrusionOk="0">
                  <a:moveTo>
                    <a:pt x="6524" y="1"/>
                  </a:moveTo>
                  <a:cubicBezTo>
                    <a:pt x="6504" y="1"/>
                    <a:pt x="6485" y="1"/>
                    <a:pt x="6466" y="1"/>
                  </a:cubicBezTo>
                  <a:cubicBezTo>
                    <a:pt x="894" y="49"/>
                    <a:pt x="1" y="5490"/>
                    <a:pt x="227" y="10955"/>
                  </a:cubicBezTo>
                  <a:cubicBezTo>
                    <a:pt x="441" y="16432"/>
                    <a:pt x="2299" y="25564"/>
                    <a:pt x="2299" y="25564"/>
                  </a:cubicBezTo>
                  <a:cubicBezTo>
                    <a:pt x="6776" y="27064"/>
                    <a:pt x="10743" y="27433"/>
                    <a:pt x="13563" y="27433"/>
                  </a:cubicBezTo>
                  <a:cubicBezTo>
                    <a:pt x="16291" y="27433"/>
                    <a:pt x="17944" y="27088"/>
                    <a:pt x="17944" y="27088"/>
                  </a:cubicBezTo>
                  <a:cubicBezTo>
                    <a:pt x="18765" y="27088"/>
                    <a:pt x="24016" y="26159"/>
                    <a:pt x="24016" y="26159"/>
                  </a:cubicBezTo>
                  <a:cubicBezTo>
                    <a:pt x="24016" y="26159"/>
                    <a:pt x="25552" y="20361"/>
                    <a:pt x="24623" y="16980"/>
                  </a:cubicBezTo>
                  <a:cubicBezTo>
                    <a:pt x="23694" y="13586"/>
                    <a:pt x="18110" y="13360"/>
                    <a:pt x="18110" y="13360"/>
                  </a:cubicBezTo>
                  <a:cubicBezTo>
                    <a:pt x="17458" y="8566"/>
                    <a:pt x="12087" y="1"/>
                    <a:pt x="65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2633;p67"/>
            <p:cNvSpPr/>
            <p:nvPr/>
          </p:nvSpPr>
          <p:spPr>
            <a:xfrm>
              <a:off x="2829200" y="1972400"/>
              <a:ext cx="196200" cy="58350"/>
            </a:xfrm>
            <a:custGeom>
              <a:avLst/>
              <a:gdLst/>
              <a:ahLst/>
              <a:cxnLst/>
              <a:rect l="l" t="t" r="r" b="b"/>
              <a:pathLst>
                <a:path w="7848" h="2334" extrusionOk="0">
                  <a:moveTo>
                    <a:pt x="108" y="0"/>
                  </a:moveTo>
                  <a:cubicBezTo>
                    <a:pt x="49" y="0"/>
                    <a:pt x="1" y="36"/>
                    <a:pt x="1" y="96"/>
                  </a:cubicBezTo>
                  <a:cubicBezTo>
                    <a:pt x="1" y="143"/>
                    <a:pt x="49" y="191"/>
                    <a:pt x="96" y="191"/>
                  </a:cubicBezTo>
                  <a:cubicBezTo>
                    <a:pt x="7180" y="358"/>
                    <a:pt x="7633" y="2239"/>
                    <a:pt x="7633" y="2251"/>
                  </a:cubicBezTo>
                  <a:cubicBezTo>
                    <a:pt x="7657" y="2298"/>
                    <a:pt x="7692" y="2334"/>
                    <a:pt x="7740" y="2334"/>
                  </a:cubicBezTo>
                  <a:lnTo>
                    <a:pt x="7752" y="2334"/>
                  </a:lnTo>
                  <a:cubicBezTo>
                    <a:pt x="7811" y="2322"/>
                    <a:pt x="7847" y="2274"/>
                    <a:pt x="7835" y="2215"/>
                  </a:cubicBezTo>
                  <a:cubicBezTo>
                    <a:pt x="7823" y="2132"/>
                    <a:pt x="7407" y="167"/>
                    <a:pt x="108" y="0"/>
                  </a:cubicBezTo>
                  <a:close/>
                </a:path>
              </a:pathLst>
            </a:custGeom>
            <a:solidFill>
              <a:srgbClr val="F16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4" name="Google Shape;2634;p67"/>
            <p:cNvSpPr/>
            <p:nvPr/>
          </p:nvSpPr>
          <p:spPr>
            <a:xfrm>
              <a:off x="2885475" y="2012625"/>
              <a:ext cx="157775" cy="192275"/>
            </a:xfrm>
            <a:custGeom>
              <a:avLst/>
              <a:gdLst/>
              <a:ahLst/>
              <a:cxnLst/>
              <a:rect l="l" t="t" r="r" b="b"/>
              <a:pathLst>
                <a:path w="6311" h="7691" extrusionOk="0">
                  <a:moveTo>
                    <a:pt x="4744" y="0"/>
                  </a:moveTo>
                  <a:cubicBezTo>
                    <a:pt x="3507" y="0"/>
                    <a:pt x="235" y="692"/>
                    <a:pt x="84" y="725"/>
                  </a:cubicBezTo>
                  <a:cubicBezTo>
                    <a:pt x="36" y="737"/>
                    <a:pt x="0" y="796"/>
                    <a:pt x="12" y="844"/>
                  </a:cubicBezTo>
                  <a:cubicBezTo>
                    <a:pt x="22" y="896"/>
                    <a:pt x="60" y="930"/>
                    <a:pt x="109" y="930"/>
                  </a:cubicBezTo>
                  <a:cubicBezTo>
                    <a:pt x="116" y="930"/>
                    <a:pt x="123" y="929"/>
                    <a:pt x="131" y="927"/>
                  </a:cubicBezTo>
                  <a:cubicBezTo>
                    <a:pt x="164" y="917"/>
                    <a:pt x="3510" y="203"/>
                    <a:pt x="4715" y="203"/>
                  </a:cubicBezTo>
                  <a:cubicBezTo>
                    <a:pt x="4832" y="203"/>
                    <a:pt x="4929" y="210"/>
                    <a:pt x="5001" y="225"/>
                  </a:cubicBezTo>
                  <a:cubicBezTo>
                    <a:pt x="5132" y="249"/>
                    <a:pt x="5251" y="356"/>
                    <a:pt x="5358" y="534"/>
                  </a:cubicBezTo>
                  <a:cubicBezTo>
                    <a:pt x="5965" y="1511"/>
                    <a:pt x="6096" y="4237"/>
                    <a:pt x="5179" y="7571"/>
                  </a:cubicBezTo>
                  <a:cubicBezTo>
                    <a:pt x="5168" y="7619"/>
                    <a:pt x="5191" y="7678"/>
                    <a:pt x="5251" y="7690"/>
                  </a:cubicBezTo>
                  <a:lnTo>
                    <a:pt x="5275" y="7690"/>
                  </a:lnTo>
                  <a:cubicBezTo>
                    <a:pt x="5322" y="7690"/>
                    <a:pt x="5358" y="7666"/>
                    <a:pt x="5382" y="7619"/>
                  </a:cubicBezTo>
                  <a:cubicBezTo>
                    <a:pt x="6311" y="4237"/>
                    <a:pt x="6156" y="1439"/>
                    <a:pt x="5525" y="427"/>
                  </a:cubicBezTo>
                  <a:cubicBezTo>
                    <a:pt x="5382" y="201"/>
                    <a:pt x="5227" y="58"/>
                    <a:pt x="5048" y="22"/>
                  </a:cubicBezTo>
                  <a:cubicBezTo>
                    <a:pt x="4971" y="7"/>
                    <a:pt x="4867" y="0"/>
                    <a:pt x="4744" y="0"/>
                  </a:cubicBezTo>
                  <a:close/>
                </a:path>
              </a:pathLst>
            </a:custGeom>
            <a:solidFill>
              <a:srgbClr val="F16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5" name="Google Shape;2635;p67"/>
            <p:cNvSpPr/>
            <p:nvPr/>
          </p:nvSpPr>
          <p:spPr>
            <a:xfrm>
              <a:off x="2520550" y="1567900"/>
              <a:ext cx="565275" cy="636700"/>
            </a:xfrm>
            <a:custGeom>
              <a:avLst/>
              <a:gdLst/>
              <a:ahLst/>
              <a:cxnLst/>
              <a:rect l="l" t="t" r="r" b="b"/>
              <a:pathLst>
                <a:path w="22611" h="25468" extrusionOk="0">
                  <a:moveTo>
                    <a:pt x="3414" y="0"/>
                  </a:moveTo>
                  <a:cubicBezTo>
                    <a:pt x="1527" y="0"/>
                    <a:pt x="65" y="647"/>
                    <a:pt x="36" y="655"/>
                  </a:cubicBezTo>
                  <a:cubicBezTo>
                    <a:pt x="12" y="678"/>
                    <a:pt x="0" y="702"/>
                    <a:pt x="12" y="726"/>
                  </a:cubicBezTo>
                  <a:cubicBezTo>
                    <a:pt x="21" y="743"/>
                    <a:pt x="42" y="755"/>
                    <a:pt x="62" y="755"/>
                  </a:cubicBezTo>
                  <a:cubicBezTo>
                    <a:pt x="70" y="755"/>
                    <a:pt x="77" y="753"/>
                    <a:pt x="83" y="750"/>
                  </a:cubicBezTo>
                  <a:cubicBezTo>
                    <a:pt x="105" y="743"/>
                    <a:pt x="1549" y="103"/>
                    <a:pt x="3413" y="103"/>
                  </a:cubicBezTo>
                  <a:cubicBezTo>
                    <a:pt x="4619" y="103"/>
                    <a:pt x="6001" y="371"/>
                    <a:pt x="7287" y="1250"/>
                  </a:cubicBezTo>
                  <a:cubicBezTo>
                    <a:pt x="11121" y="3869"/>
                    <a:pt x="13799" y="9108"/>
                    <a:pt x="14752" y="13132"/>
                  </a:cubicBezTo>
                  <a:cubicBezTo>
                    <a:pt x="14752" y="13156"/>
                    <a:pt x="14776" y="13168"/>
                    <a:pt x="14800" y="13180"/>
                  </a:cubicBezTo>
                  <a:cubicBezTo>
                    <a:pt x="14835" y="13180"/>
                    <a:pt x="18574" y="13370"/>
                    <a:pt x="20598" y="15633"/>
                  </a:cubicBezTo>
                  <a:cubicBezTo>
                    <a:pt x="22610" y="17895"/>
                    <a:pt x="20527" y="25336"/>
                    <a:pt x="20503" y="25408"/>
                  </a:cubicBezTo>
                  <a:cubicBezTo>
                    <a:pt x="20491" y="25431"/>
                    <a:pt x="20503" y="25455"/>
                    <a:pt x="20538" y="25467"/>
                  </a:cubicBezTo>
                  <a:lnTo>
                    <a:pt x="20550" y="25467"/>
                  </a:lnTo>
                  <a:cubicBezTo>
                    <a:pt x="20574" y="25467"/>
                    <a:pt x="20586" y="25455"/>
                    <a:pt x="20598" y="25431"/>
                  </a:cubicBezTo>
                  <a:cubicBezTo>
                    <a:pt x="20598" y="25420"/>
                    <a:pt x="21134" y="23526"/>
                    <a:pt x="21408" y="21383"/>
                  </a:cubicBezTo>
                  <a:cubicBezTo>
                    <a:pt x="21777" y="18490"/>
                    <a:pt x="21527" y="16538"/>
                    <a:pt x="20669" y="15573"/>
                  </a:cubicBezTo>
                  <a:cubicBezTo>
                    <a:pt x="18729" y="13394"/>
                    <a:pt x="15240" y="13109"/>
                    <a:pt x="14835" y="13073"/>
                  </a:cubicBezTo>
                  <a:cubicBezTo>
                    <a:pt x="13871" y="9037"/>
                    <a:pt x="11192" y="3786"/>
                    <a:pt x="7346" y="1167"/>
                  </a:cubicBezTo>
                  <a:cubicBezTo>
                    <a:pt x="6040" y="272"/>
                    <a:pt x="4638" y="0"/>
                    <a:pt x="341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6" name="Google Shape;2636;p67"/>
            <p:cNvSpPr/>
            <p:nvPr/>
          </p:nvSpPr>
          <p:spPr>
            <a:xfrm>
              <a:off x="2929225" y="1634550"/>
              <a:ext cx="93475" cy="308500"/>
            </a:xfrm>
            <a:custGeom>
              <a:avLst/>
              <a:gdLst/>
              <a:ahLst/>
              <a:cxnLst/>
              <a:rect l="l" t="t" r="r" b="b"/>
              <a:pathLst>
                <a:path w="3739" h="12340" extrusionOk="0">
                  <a:moveTo>
                    <a:pt x="0" y="1"/>
                  </a:moveTo>
                  <a:cubicBezTo>
                    <a:pt x="0" y="1"/>
                    <a:pt x="608" y="9311"/>
                    <a:pt x="1012" y="10847"/>
                  </a:cubicBezTo>
                  <a:cubicBezTo>
                    <a:pt x="1260" y="11788"/>
                    <a:pt x="915" y="12340"/>
                    <a:pt x="1240" y="12340"/>
                  </a:cubicBezTo>
                  <a:cubicBezTo>
                    <a:pt x="1446" y="12340"/>
                    <a:pt x="1922" y="12118"/>
                    <a:pt x="2989" y="11633"/>
                  </a:cubicBezTo>
                  <a:cubicBezTo>
                    <a:pt x="2989" y="11633"/>
                    <a:pt x="3739" y="11193"/>
                    <a:pt x="3596" y="7478"/>
                  </a:cubicBezTo>
                  <a:cubicBezTo>
                    <a:pt x="3656" y="5656"/>
                    <a:pt x="3453" y="4275"/>
                    <a:pt x="3120" y="3227"/>
                  </a:cubicBezTo>
                  <a:cubicBezTo>
                    <a:pt x="2144" y="144"/>
                    <a:pt x="1" y="1"/>
                    <a:pt x="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7" name="Google Shape;2637;p67"/>
            <p:cNvSpPr/>
            <p:nvPr/>
          </p:nvSpPr>
          <p:spPr>
            <a:xfrm>
              <a:off x="2720875" y="1832800"/>
              <a:ext cx="11325" cy="58350"/>
            </a:xfrm>
            <a:custGeom>
              <a:avLst/>
              <a:gdLst/>
              <a:ahLst/>
              <a:cxnLst/>
              <a:rect l="l" t="t" r="r" b="b"/>
              <a:pathLst>
                <a:path w="453" h="2334" extrusionOk="0">
                  <a:moveTo>
                    <a:pt x="452" y="0"/>
                  </a:moveTo>
                  <a:lnTo>
                    <a:pt x="0" y="2334"/>
                  </a:lnTo>
                  <a:cubicBezTo>
                    <a:pt x="274" y="1203"/>
                    <a:pt x="381" y="500"/>
                    <a:pt x="452" y="0"/>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8" name="Google Shape;2638;p67"/>
            <p:cNvSpPr/>
            <p:nvPr/>
          </p:nvSpPr>
          <p:spPr>
            <a:xfrm>
              <a:off x="2818200" y="1586625"/>
              <a:ext cx="86350" cy="31000"/>
            </a:xfrm>
            <a:custGeom>
              <a:avLst/>
              <a:gdLst/>
              <a:ahLst/>
              <a:cxnLst/>
              <a:rect l="l" t="t" r="r" b="b"/>
              <a:pathLst>
                <a:path w="3454" h="1240" extrusionOk="0">
                  <a:moveTo>
                    <a:pt x="0" y="1"/>
                  </a:moveTo>
                  <a:lnTo>
                    <a:pt x="48" y="1037"/>
                  </a:lnTo>
                  <a:cubicBezTo>
                    <a:pt x="1143" y="1227"/>
                    <a:pt x="2322" y="1203"/>
                    <a:pt x="3453" y="1239"/>
                  </a:cubicBezTo>
                  <a:lnTo>
                    <a:pt x="3346" y="37"/>
                  </a:lnTo>
                  <a:lnTo>
                    <a:pt x="0" y="1"/>
                  </a:ln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9" name="Google Shape;2639;p67"/>
            <p:cNvSpPr/>
            <p:nvPr/>
          </p:nvSpPr>
          <p:spPr>
            <a:xfrm>
              <a:off x="2644950" y="1612825"/>
              <a:ext cx="319725" cy="346075"/>
            </a:xfrm>
            <a:custGeom>
              <a:avLst/>
              <a:gdLst/>
              <a:ahLst/>
              <a:cxnLst/>
              <a:rect l="l" t="t" r="r" b="b"/>
              <a:pathLst>
                <a:path w="12789" h="13843" extrusionOk="0">
                  <a:moveTo>
                    <a:pt x="3692" y="7799"/>
                  </a:moveTo>
                  <a:lnTo>
                    <a:pt x="3489" y="8811"/>
                  </a:lnTo>
                  <a:cubicBezTo>
                    <a:pt x="3561" y="8383"/>
                    <a:pt x="3597" y="8097"/>
                    <a:pt x="3692" y="7799"/>
                  </a:cubicBezTo>
                  <a:close/>
                  <a:moveTo>
                    <a:pt x="6990" y="1"/>
                  </a:moveTo>
                  <a:lnTo>
                    <a:pt x="7038" y="870"/>
                  </a:lnTo>
                  <a:lnTo>
                    <a:pt x="5585" y="1048"/>
                  </a:lnTo>
                  <a:cubicBezTo>
                    <a:pt x="5585" y="1048"/>
                    <a:pt x="3716" y="1513"/>
                    <a:pt x="2870" y="2441"/>
                  </a:cubicBezTo>
                  <a:cubicBezTo>
                    <a:pt x="2311" y="3061"/>
                    <a:pt x="1239" y="4406"/>
                    <a:pt x="322" y="8514"/>
                  </a:cubicBezTo>
                  <a:cubicBezTo>
                    <a:pt x="1" y="9490"/>
                    <a:pt x="287" y="13026"/>
                    <a:pt x="1025" y="13836"/>
                  </a:cubicBezTo>
                  <a:cubicBezTo>
                    <a:pt x="1051" y="13840"/>
                    <a:pt x="1077" y="13842"/>
                    <a:pt x="1102" y="13842"/>
                  </a:cubicBezTo>
                  <a:cubicBezTo>
                    <a:pt x="1985" y="13842"/>
                    <a:pt x="2072" y="11129"/>
                    <a:pt x="2975" y="11129"/>
                  </a:cubicBezTo>
                  <a:cubicBezTo>
                    <a:pt x="2995" y="11129"/>
                    <a:pt x="3016" y="11130"/>
                    <a:pt x="3037" y="11133"/>
                  </a:cubicBezTo>
                  <a:lnTo>
                    <a:pt x="3489" y="8811"/>
                  </a:lnTo>
                  <a:lnTo>
                    <a:pt x="3489" y="8811"/>
                  </a:lnTo>
                  <a:cubicBezTo>
                    <a:pt x="3418" y="9311"/>
                    <a:pt x="3311" y="10002"/>
                    <a:pt x="3037" y="11133"/>
                  </a:cubicBezTo>
                  <a:lnTo>
                    <a:pt x="7311" y="12121"/>
                  </a:lnTo>
                  <a:lnTo>
                    <a:pt x="12657" y="11407"/>
                  </a:lnTo>
                  <a:cubicBezTo>
                    <a:pt x="12788" y="9573"/>
                    <a:pt x="11764" y="2751"/>
                    <a:pt x="11705" y="941"/>
                  </a:cubicBezTo>
                  <a:cubicBezTo>
                    <a:pt x="11300" y="858"/>
                    <a:pt x="10443" y="727"/>
                    <a:pt x="10443" y="727"/>
                  </a:cubicBezTo>
                  <a:lnTo>
                    <a:pt x="10383" y="191"/>
                  </a:lnTo>
                  <a:cubicBezTo>
                    <a:pt x="9252" y="155"/>
                    <a:pt x="8073" y="179"/>
                    <a:pt x="6990"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0" name="Google Shape;2640;p67"/>
            <p:cNvSpPr/>
            <p:nvPr/>
          </p:nvSpPr>
          <p:spPr>
            <a:xfrm>
              <a:off x="2995025" y="2303400"/>
              <a:ext cx="186325" cy="125000"/>
            </a:xfrm>
            <a:custGeom>
              <a:avLst/>
              <a:gdLst/>
              <a:ahLst/>
              <a:cxnLst/>
              <a:rect l="l" t="t" r="r" b="b"/>
              <a:pathLst>
                <a:path w="7453" h="5000" extrusionOk="0">
                  <a:moveTo>
                    <a:pt x="274" y="0"/>
                  </a:moveTo>
                  <a:lnTo>
                    <a:pt x="512" y="3084"/>
                  </a:lnTo>
                  <a:cubicBezTo>
                    <a:pt x="0" y="4683"/>
                    <a:pt x="905" y="4992"/>
                    <a:pt x="1681" y="4992"/>
                  </a:cubicBezTo>
                  <a:cubicBezTo>
                    <a:pt x="2170" y="4992"/>
                    <a:pt x="2607" y="4870"/>
                    <a:pt x="2607" y="4870"/>
                  </a:cubicBezTo>
                  <a:cubicBezTo>
                    <a:pt x="2607" y="4870"/>
                    <a:pt x="3995" y="4999"/>
                    <a:pt x="5286" y="4999"/>
                  </a:cubicBezTo>
                  <a:cubicBezTo>
                    <a:pt x="6406" y="4999"/>
                    <a:pt x="7453" y="4902"/>
                    <a:pt x="7453" y="4536"/>
                  </a:cubicBezTo>
                  <a:cubicBezTo>
                    <a:pt x="7441" y="3739"/>
                    <a:pt x="3202" y="2346"/>
                    <a:pt x="3202" y="2346"/>
                  </a:cubicBezTo>
                  <a:cubicBezTo>
                    <a:pt x="3274" y="1703"/>
                    <a:pt x="3333" y="929"/>
                    <a:pt x="3381" y="60"/>
                  </a:cubicBezTo>
                  <a:cubicBezTo>
                    <a:pt x="2345" y="12"/>
                    <a:pt x="1309" y="0"/>
                    <a:pt x="274" y="0"/>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1" name="Google Shape;2641;p67"/>
            <p:cNvSpPr/>
            <p:nvPr/>
          </p:nvSpPr>
          <p:spPr>
            <a:xfrm>
              <a:off x="2987575" y="2119350"/>
              <a:ext cx="95550" cy="185850"/>
            </a:xfrm>
            <a:custGeom>
              <a:avLst/>
              <a:gdLst/>
              <a:ahLst/>
              <a:cxnLst/>
              <a:rect l="l" t="t" r="r" b="b"/>
              <a:pathLst>
                <a:path w="3822" h="7434" extrusionOk="0">
                  <a:moveTo>
                    <a:pt x="3306" y="0"/>
                  </a:moveTo>
                  <a:cubicBezTo>
                    <a:pt x="2198" y="0"/>
                    <a:pt x="1099" y="89"/>
                    <a:pt x="0" y="206"/>
                  </a:cubicBezTo>
                  <a:lnTo>
                    <a:pt x="572" y="7374"/>
                  </a:lnTo>
                  <a:cubicBezTo>
                    <a:pt x="1607" y="7374"/>
                    <a:pt x="2643" y="7374"/>
                    <a:pt x="3679" y="7434"/>
                  </a:cubicBezTo>
                  <a:cubicBezTo>
                    <a:pt x="3798" y="5290"/>
                    <a:pt x="3822" y="2611"/>
                    <a:pt x="3810" y="16"/>
                  </a:cubicBezTo>
                  <a:cubicBezTo>
                    <a:pt x="3774" y="16"/>
                    <a:pt x="3727" y="4"/>
                    <a:pt x="3691" y="4"/>
                  </a:cubicBezTo>
                  <a:cubicBezTo>
                    <a:pt x="3562" y="2"/>
                    <a:pt x="3434" y="0"/>
                    <a:pt x="3306" y="0"/>
                  </a:cubicBez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2" name="Google Shape;2642;p67"/>
            <p:cNvSpPr/>
            <p:nvPr/>
          </p:nvSpPr>
          <p:spPr>
            <a:xfrm>
              <a:off x="2812850" y="2133125"/>
              <a:ext cx="111625" cy="168800"/>
            </a:xfrm>
            <a:custGeom>
              <a:avLst/>
              <a:gdLst/>
              <a:ahLst/>
              <a:cxnLst/>
              <a:rect l="l" t="t" r="r" b="b"/>
              <a:pathLst>
                <a:path w="4465" h="6752" extrusionOk="0">
                  <a:moveTo>
                    <a:pt x="4465" y="1"/>
                  </a:moveTo>
                  <a:lnTo>
                    <a:pt x="4465" y="1"/>
                  </a:lnTo>
                  <a:cubicBezTo>
                    <a:pt x="2977" y="203"/>
                    <a:pt x="1500" y="406"/>
                    <a:pt x="0" y="465"/>
                  </a:cubicBezTo>
                  <a:cubicBezTo>
                    <a:pt x="167" y="2739"/>
                    <a:pt x="310" y="4751"/>
                    <a:pt x="441" y="6382"/>
                  </a:cubicBezTo>
                  <a:cubicBezTo>
                    <a:pt x="1405" y="6585"/>
                    <a:pt x="2393" y="6704"/>
                    <a:pt x="3417" y="6728"/>
                  </a:cubicBezTo>
                  <a:cubicBezTo>
                    <a:pt x="3548" y="6740"/>
                    <a:pt x="3691" y="6752"/>
                    <a:pt x="3834" y="6752"/>
                  </a:cubicBezTo>
                  <a:cubicBezTo>
                    <a:pt x="4036" y="4716"/>
                    <a:pt x="4251" y="2322"/>
                    <a:pt x="4465" y="1"/>
                  </a:cubicBez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3" name="Google Shape;2643;p67"/>
            <p:cNvSpPr/>
            <p:nvPr/>
          </p:nvSpPr>
          <p:spPr>
            <a:xfrm>
              <a:off x="2820300" y="2292675"/>
              <a:ext cx="182775" cy="154600"/>
            </a:xfrm>
            <a:custGeom>
              <a:avLst/>
              <a:gdLst/>
              <a:ahLst/>
              <a:cxnLst/>
              <a:rect l="l" t="t" r="r" b="b"/>
              <a:pathLst>
                <a:path w="7311" h="6184" extrusionOk="0">
                  <a:moveTo>
                    <a:pt x="143" y="0"/>
                  </a:moveTo>
                  <a:lnTo>
                    <a:pt x="143" y="0"/>
                  </a:lnTo>
                  <a:cubicBezTo>
                    <a:pt x="357" y="2656"/>
                    <a:pt x="512" y="4275"/>
                    <a:pt x="512" y="4275"/>
                  </a:cubicBezTo>
                  <a:cubicBezTo>
                    <a:pt x="0" y="5874"/>
                    <a:pt x="905" y="6183"/>
                    <a:pt x="1681" y="6183"/>
                  </a:cubicBezTo>
                  <a:cubicBezTo>
                    <a:pt x="2170" y="6183"/>
                    <a:pt x="2607" y="6061"/>
                    <a:pt x="2607" y="6061"/>
                  </a:cubicBezTo>
                  <a:cubicBezTo>
                    <a:pt x="2607" y="6061"/>
                    <a:pt x="3869" y="6176"/>
                    <a:pt x="5085" y="6176"/>
                  </a:cubicBezTo>
                  <a:cubicBezTo>
                    <a:pt x="6217" y="6176"/>
                    <a:pt x="7310" y="6076"/>
                    <a:pt x="7310" y="5692"/>
                  </a:cubicBezTo>
                  <a:cubicBezTo>
                    <a:pt x="7298" y="4906"/>
                    <a:pt x="3191" y="3537"/>
                    <a:pt x="3191" y="3537"/>
                  </a:cubicBezTo>
                  <a:cubicBezTo>
                    <a:pt x="3298" y="2679"/>
                    <a:pt x="3417" y="1584"/>
                    <a:pt x="3536" y="370"/>
                  </a:cubicBezTo>
                  <a:cubicBezTo>
                    <a:pt x="3393" y="370"/>
                    <a:pt x="3250" y="358"/>
                    <a:pt x="3119" y="346"/>
                  </a:cubicBezTo>
                  <a:cubicBezTo>
                    <a:pt x="2095" y="322"/>
                    <a:pt x="1107" y="203"/>
                    <a:pt x="143" y="0"/>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4" name="Google Shape;2644;p67"/>
            <p:cNvSpPr/>
            <p:nvPr/>
          </p:nvSpPr>
          <p:spPr>
            <a:xfrm>
              <a:off x="2820134" y="2247715"/>
              <a:ext cx="208975" cy="30425"/>
            </a:xfrm>
            <a:custGeom>
              <a:avLst/>
              <a:gdLst/>
              <a:ahLst/>
              <a:cxnLst/>
              <a:rect l="l" t="t" r="r" b="b"/>
              <a:pathLst>
                <a:path w="8359" h="1217" extrusionOk="0">
                  <a:moveTo>
                    <a:pt x="5411" y="1"/>
                  </a:moveTo>
                  <a:cubicBezTo>
                    <a:pt x="3583" y="1"/>
                    <a:pt x="1792" y="253"/>
                    <a:pt x="0" y="506"/>
                  </a:cubicBezTo>
                  <a:cubicBezTo>
                    <a:pt x="1240" y="1020"/>
                    <a:pt x="2540" y="1217"/>
                    <a:pt x="3807" y="1217"/>
                  </a:cubicBezTo>
                  <a:cubicBezTo>
                    <a:pt x="5449" y="1217"/>
                    <a:pt x="7035" y="886"/>
                    <a:pt x="8359" y="482"/>
                  </a:cubicBezTo>
                  <a:cubicBezTo>
                    <a:pt x="7549" y="244"/>
                    <a:pt x="6727" y="66"/>
                    <a:pt x="5870" y="6"/>
                  </a:cubicBezTo>
                  <a:cubicBezTo>
                    <a:pt x="5717" y="2"/>
                    <a:pt x="5564" y="1"/>
                    <a:pt x="541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5" name="Google Shape;2645;p67"/>
            <p:cNvSpPr/>
            <p:nvPr/>
          </p:nvSpPr>
          <p:spPr>
            <a:xfrm>
              <a:off x="2631275" y="1888750"/>
              <a:ext cx="492350" cy="373000"/>
            </a:xfrm>
            <a:custGeom>
              <a:avLst/>
              <a:gdLst/>
              <a:ahLst/>
              <a:cxnLst/>
              <a:rect l="l" t="t" r="r" b="b"/>
              <a:pathLst>
                <a:path w="19694" h="14920" extrusionOk="0">
                  <a:moveTo>
                    <a:pt x="3584" y="1"/>
                  </a:moveTo>
                  <a:lnTo>
                    <a:pt x="3584" y="1"/>
                  </a:lnTo>
                  <a:cubicBezTo>
                    <a:pt x="3417" y="298"/>
                    <a:pt x="0" y="8954"/>
                    <a:pt x="6513" y="11466"/>
                  </a:cubicBezTo>
                  <a:cubicBezTo>
                    <a:pt x="8192" y="12109"/>
                    <a:pt x="6989" y="12347"/>
                    <a:pt x="7299" y="14717"/>
                  </a:cubicBezTo>
                  <a:cubicBezTo>
                    <a:pt x="7442" y="14788"/>
                    <a:pt x="7585" y="14848"/>
                    <a:pt x="7727" y="14919"/>
                  </a:cubicBezTo>
                  <a:cubicBezTo>
                    <a:pt x="9519" y="14666"/>
                    <a:pt x="11310" y="14414"/>
                    <a:pt x="13138" y="14414"/>
                  </a:cubicBezTo>
                  <a:cubicBezTo>
                    <a:pt x="13291" y="14414"/>
                    <a:pt x="13444" y="14415"/>
                    <a:pt x="13597" y="14419"/>
                  </a:cubicBezTo>
                  <a:cubicBezTo>
                    <a:pt x="14454" y="14479"/>
                    <a:pt x="15276" y="14669"/>
                    <a:pt x="16086" y="14895"/>
                  </a:cubicBezTo>
                  <a:cubicBezTo>
                    <a:pt x="18157" y="14264"/>
                    <a:pt x="19598" y="13455"/>
                    <a:pt x="19598" y="13455"/>
                  </a:cubicBezTo>
                  <a:cubicBezTo>
                    <a:pt x="19693" y="9716"/>
                    <a:pt x="19503" y="11193"/>
                    <a:pt x="19407" y="8728"/>
                  </a:cubicBezTo>
                  <a:cubicBezTo>
                    <a:pt x="19157" y="2513"/>
                    <a:pt x="13347" y="656"/>
                    <a:pt x="13192" y="275"/>
                  </a:cubicBezTo>
                  <a:cubicBezTo>
                    <a:pt x="11716" y="416"/>
                    <a:pt x="10178" y="531"/>
                    <a:pt x="8631" y="531"/>
                  </a:cubicBezTo>
                  <a:cubicBezTo>
                    <a:pt x="6935" y="531"/>
                    <a:pt x="5228" y="393"/>
                    <a:pt x="358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6" name="Google Shape;2646;p67"/>
            <p:cNvSpPr/>
            <p:nvPr/>
          </p:nvSpPr>
          <p:spPr>
            <a:xfrm>
              <a:off x="2831600" y="2428700"/>
              <a:ext cx="171775" cy="22625"/>
            </a:xfrm>
            <a:custGeom>
              <a:avLst/>
              <a:gdLst/>
              <a:ahLst/>
              <a:cxnLst/>
              <a:rect l="l" t="t" r="r" b="b"/>
              <a:pathLst>
                <a:path w="6871" h="905" extrusionOk="0">
                  <a:moveTo>
                    <a:pt x="6799" y="1"/>
                  </a:moveTo>
                  <a:cubicBezTo>
                    <a:pt x="5412" y="339"/>
                    <a:pt x="4142" y="457"/>
                    <a:pt x="3048" y="457"/>
                  </a:cubicBezTo>
                  <a:cubicBezTo>
                    <a:pt x="1757" y="457"/>
                    <a:pt x="709" y="293"/>
                    <a:pt x="0" y="132"/>
                  </a:cubicBezTo>
                  <a:lnTo>
                    <a:pt x="0" y="132"/>
                  </a:lnTo>
                  <a:cubicBezTo>
                    <a:pt x="24" y="310"/>
                    <a:pt x="48" y="489"/>
                    <a:pt x="95" y="679"/>
                  </a:cubicBezTo>
                  <a:cubicBezTo>
                    <a:pt x="95" y="679"/>
                    <a:pt x="788" y="904"/>
                    <a:pt x="2585" y="904"/>
                  </a:cubicBezTo>
                  <a:cubicBezTo>
                    <a:pt x="2896" y="904"/>
                    <a:pt x="3240" y="897"/>
                    <a:pt x="3620" y="882"/>
                  </a:cubicBezTo>
                  <a:cubicBezTo>
                    <a:pt x="6501" y="763"/>
                    <a:pt x="6858" y="358"/>
                    <a:pt x="6858" y="358"/>
                  </a:cubicBezTo>
                  <a:cubicBezTo>
                    <a:pt x="6858" y="358"/>
                    <a:pt x="6870" y="215"/>
                    <a:pt x="67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7" name="Google Shape;2647;p67"/>
            <p:cNvSpPr/>
            <p:nvPr/>
          </p:nvSpPr>
          <p:spPr>
            <a:xfrm>
              <a:off x="2890225" y="2386425"/>
              <a:ext cx="111875" cy="58275"/>
            </a:xfrm>
            <a:custGeom>
              <a:avLst/>
              <a:gdLst/>
              <a:ahLst/>
              <a:cxnLst/>
              <a:rect l="l" t="t" r="r" b="b"/>
              <a:pathLst>
                <a:path w="4475" h="2331" extrusionOk="0">
                  <a:moveTo>
                    <a:pt x="1013" y="1"/>
                  </a:moveTo>
                  <a:cubicBezTo>
                    <a:pt x="394" y="644"/>
                    <a:pt x="1" y="2323"/>
                    <a:pt x="1" y="2323"/>
                  </a:cubicBezTo>
                  <a:lnTo>
                    <a:pt x="953" y="2323"/>
                  </a:lnTo>
                  <a:cubicBezTo>
                    <a:pt x="1236" y="2328"/>
                    <a:pt x="1499" y="2331"/>
                    <a:pt x="1744" y="2331"/>
                  </a:cubicBezTo>
                  <a:cubicBezTo>
                    <a:pt x="3680" y="2331"/>
                    <a:pt x="4475" y="2157"/>
                    <a:pt x="4454" y="1692"/>
                  </a:cubicBezTo>
                  <a:cubicBezTo>
                    <a:pt x="4418" y="727"/>
                    <a:pt x="1013" y="1"/>
                    <a:pt x="10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8" name="Google Shape;2648;p67"/>
            <p:cNvSpPr/>
            <p:nvPr/>
          </p:nvSpPr>
          <p:spPr>
            <a:xfrm>
              <a:off x="3005125" y="2410250"/>
              <a:ext cx="176525" cy="22525"/>
            </a:xfrm>
            <a:custGeom>
              <a:avLst/>
              <a:gdLst/>
              <a:ahLst/>
              <a:cxnLst/>
              <a:rect l="l" t="t" r="r" b="b"/>
              <a:pathLst>
                <a:path w="7061" h="901" extrusionOk="0">
                  <a:moveTo>
                    <a:pt x="6989" y="0"/>
                  </a:moveTo>
                  <a:cubicBezTo>
                    <a:pt x="5684" y="324"/>
                    <a:pt x="4448" y="437"/>
                    <a:pt x="3359" y="437"/>
                  </a:cubicBezTo>
                  <a:cubicBezTo>
                    <a:pt x="1924" y="437"/>
                    <a:pt x="745" y="241"/>
                    <a:pt x="1" y="72"/>
                  </a:cubicBezTo>
                  <a:lnTo>
                    <a:pt x="1" y="72"/>
                  </a:lnTo>
                  <a:cubicBezTo>
                    <a:pt x="24" y="239"/>
                    <a:pt x="48" y="429"/>
                    <a:pt x="84" y="608"/>
                  </a:cubicBezTo>
                  <a:cubicBezTo>
                    <a:pt x="84" y="608"/>
                    <a:pt x="972" y="900"/>
                    <a:pt x="2923" y="900"/>
                  </a:cubicBezTo>
                  <a:cubicBezTo>
                    <a:pt x="3198" y="900"/>
                    <a:pt x="3493" y="895"/>
                    <a:pt x="3811" y="881"/>
                  </a:cubicBezTo>
                  <a:cubicBezTo>
                    <a:pt x="6692" y="774"/>
                    <a:pt x="7049" y="358"/>
                    <a:pt x="7049" y="358"/>
                  </a:cubicBezTo>
                  <a:cubicBezTo>
                    <a:pt x="7049" y="358"/>
                    <a:pt x="7061" y="215"/>
                    <a:pt x="69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67"/>
            <p:cNvSpPr/>
            <p:nvPr/>
          </p:nvSpPr>
          <p:spPr>
            <a:xfrm>
              <a:off x="3068525" y="2367975"/>
              <a:ext cx="111875" cy="58350"/>
            </a:xfrm>
            <a:custGeom>
              <a:avLst/>
              <a:gdLst/>
              <a:ahLst/>
              <a:cxnLst/>
              <a:rect l="l" t="t" r="r" b="b"/>
              <a:pathLst>
                <a:path w="4475" h="2334" extrusionOk="0">
                  <a:moveTo>
                    <a:pt x="1013" y="1"/>
                  </a:moveTo>
                  <a:cubicBezTo>
                    <a:pt x="393" y="656"/>
                    <a:pt x="1" y="2322"/>
                    <a:pt x="1" y="2322"/>
                  </a:cubicBezTo>
                  <a:lnTo>
                    <a:pt x="953" y="2322"/>
                  </a:lnTo>
                  <a:cubicBezTo>
                    <a:pt x="1272" y="2330"/>
                    <a:pt x="1567" y="2334"/>
                    <a:pt x="1838" y="2334"/>
                  </a:cubicBezTo>
                  <a:cubicBezTo>
                    <a:pt x="3705" y="2334"/>
                    <a:pt x="4474" y="2149"/>
                    <a:pt x="4453" y="1691"/>
                  </a:cubicBezTo>
                  <a:cubicBezTo>
                    <a:pt x="4418" y="727"/>
                    <a:pt x="1013" y="1"/>
                    <a:pt x="10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0" name="Google Shape;2650;p67"/>
            <p:cNvSpPr/>
            <p:nvPr/>
          </p:nvSpPr>
          <p:spPr>
            <a:xfrm>
              <a:off x="2641975" y="1401225"/>
              <a:ext cx="144100" cy="159625"/>
            </a:xfrm>
            <a:custGeom>
              <a:avLst/>
              <a:gdLst/>
              <a:ahLst/>
              <a:cxnLst/>
              <a:rect l="l" t="t" r="r" b="b"/>
              <a:pathLst>
                <a:path w="5764" h="6385" extrusionOk="0">
                  <a:moveTo>
                    <a:pt x="3277" y="0"/>
                  </a:moveTo>
                  <a:cubicBezTo>
                    <a:pt x="2549" y="0"/>
                    <a:pt x="1482" y="776"/>
                    <a:pt x="846" y="1761"/>
                  </a:cubicBezTo>
                  <a:cubicBezTo>
                    <a:pt x="1" y="3071"/>
                    <a:pt x="1108" y="5536"/>
                    <a:pt x="2870" y="6238"/>
                  </a:cubicBezTo>
                  <a:cubicBezTo>
                    <a:pt x="3129" y="6340"/>
                    <a:pt x="3361" y="6384"/>
                    <a:pt x="3570" y="6384"/>
                  </a:cubicBezTo>
                  <a:cubicBezTo>
                    <a:pt x="4795" y="6384"/>
                    <a:pt x="5204" y="4881"/>
                    <a:pt x="5204" y="4881"/>
                  </a:cubicBezTo>
                  <a:cubicBezTo>
                    <a:pt x="5764" y="4464"/>
                    <a:pt x="4418" y="1047"/>
                    <a:pt x="3859" y="273"/>
                  </a:cubicBezTo>
                  <a:cubicBezTo>
                    <a:pt x="3720" y="84"/>
                    <a:pt x="3517" y="0"/>
                    <a:pt x="3277"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1" name="Google Shape;2651;p67"/>
            <p:cNvSpPr/>
            <p:nvPr/>
          </p:nvSpPr>
          <p:spPr>
            <a:xfrm>
              <a:off x="2676150" y="1298975"/>
              <a:ext cx="389725" cy="296125"/>
            </a:xfrm>
            <a:custGeom>
              <a:avLst/>
              <a:gdLst/>
              <a:ahLst/>
              <a:cxnLst/>
              <a:rect l="l" t="t" r="r" b="b"/>
              <a:pathLst>
                <a:path w="15589" h="11845" extrusionOk="0">
                  <a:moveTo>
                    <a:pt x="4289" y="0"/>
                  </a:moveTo>
                  <a:cubicBezTo>
                    <a:pt x="3636" y="0"/>
                    <a:pt x="3164" y="116"/>
                    <a:pt x="2968" y="375"/>
                  </a:cubicBezTo>
                  <a:cubicBezTo>
                    <a:pt x="1944" y="1708"/>
                    <a:pt x="1825" y="2518"/>
                    <a:pt x="1503" y="3970"/>
                  </a:cubicBezTo>
                  <a:cubicBezTo>
                    <a:pt x="1" y="10716"/>
                    <a:pt x="6491" y="11844"/>
                    <a:pt x="9657" y="11844"/>
                  </a:cubicBezTo>
                  <a:cubicBezTo>
                    <a:pt x="10380" y="11844"/>
                    <a:pt x="10930" y="11785"/>
                    <a:pt x="11171" y="11721"/>
                  </a:cubicBezTo>
                  <a:cubicBezTo>
                    <a:pt x="12052" y="11471"/>
                    <a:pt x="15124" y="9483"/>
                    <a:pt x="15291" y="8042"/>
                  </a:cubicBezTo>
                  <a:cubicBezTo>
                    <a:pt x="15469" y="6602"/>
                    <a:pt x="15588" y="4482"/>
                    <a:pt x="15588" y="4482"/>
                  </a:cubicBezTo>
                  <a:cubicBezTo>
                    <a:pt x="13902" y="2357"/>
                    <a:pt x="7242" y="0"/>
                    <a:pt x="4289"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2" name="Google Shape;2652;p67"/>
            <p:cNvSpPr/>
            <p:nvPr/>
          </p:nvSpPr>
          <p:spPr>
            <a:xfrm>
              <a:off x="2701175" y="1428425"/>
              <a:ext cx="73300" cy="78600"/>
            </a:xfrm>
            <a:custGeom>
              <a:avLst/>
              <a:gdLst/>
              <a:ahLst/>
              <a:cxnLst/>
              <a:rect l="l" t="t" r="r" b="b"/>
              <a:pathLst>
                <a:path w="2932" h="3144" extrusionOk="0">
                  <a:moveTo>
                    <a:pt x="1757" y="1"/>
                  </a:moveTo>
                  <a:cubicBezTo>
                    <a:pt x="1313" y="1"/>
                    <a:pt x="840" y="233"/>
                    <a:pt x="526" y="1031"/>
                  </a:cubicBezTo>
                  <a:cubicBezTo>
                    <a:pt x="1" y="2364"/>
                    <a:pt x="830" y="3144"/>
                    <a:pt x="1734" y="3144"/>
                  </a:cubicBezTo>
                  <a:cubicBezTo>
                    <a:pt x="2121" y="3144"/>
                    <a:pt x="2522" y="3001"/>
                    <a:pt x="2836" y="2697"/>
                  </a:cubicBezTo>
                  <a:lnTo>
                    <a:pt x="2931" y="447"/>
                  </a:lnTo>
                  <a:cubicBezTo>
                    <a:pt x="2931" y="447"/>
                    <a:pt x="2372" y="1"/>
                    <a:pt x="1757"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3" name="Google Shape;2653;p67"/>
            <p:cNvSpPr/>
            <p:nvPr/>
          </p:nvSpPr>
          <p:spPr>
            <a:xfrm>
              <a:off x="2745875" y="1292925"/>
              <a:ext cx="310175" cy="321200"/>
            </a:xfrm>
            <a:custGeom>
              <a:avLst/>
              <a:gdLst/>
              <a:ahLst/>
              <a:cxnLst/>
              <a:rect l="l" t="t" r="r" b="b"/>
              <a:pathLst>
                <a:path w="12407" h="12848" extrusionOk="0">
                  <a:moveTo>
                    <a:pt x="5296" y="1"/>
                  </a:moveTo>
                  <a:cubicBezTo>
                    <a:pt x="2177" y="1"/>
                    <a:pt x="779" y="2623"/>
                    <a:pt x="405" y="6236"/>
                  </a:cubicBezTo>
                  <a:cubicBezTo>
                    <a:pt x="0" y="10022"/>
                    <a:pt x="1429" y="11654"/>
                    <a:pt x="4846" y="12594"/>
                  </a:cubicBezTo>
                  <a:cubicBezTo>
                    <a:pt x="5473" y="12768"/>
                    <a:pt x="6048" y="12848"/>
                    <a:pt x="6573" y="12848"/>
                  </a:cubicBezTo>
                  <a:cubicBezTo>
                    <a:pt x="8852" y="12848"/>
                    <a:pt x="10197" y="11350"/>
                    <a:pt x="10787" y="9570"/>
                  </a:cubicBezTo>
                  <a:cubicBezTo>
                    <a:pt x="11692" y="6855"/>
                    <a:pt x="12359" y="4534"/>
                    <a:pt x="12359" y="4534"/>
                  </a:cubicBezTo>
                  <a:cubicBezTo>
                    <a:pt x="12406" y="1521"/>
                    <a:pt x="9251" y="307"/>
                    <a:pt x="5787" y="21"/>
                  </a:cubicBezTo>
                  <a:cubicBezTo>
                    <a:pt x="5618" y="7"/>
                    <a:pt x="5455" y="1"/>
                    <a:pt x="5296"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4" name="Google Shape;2654;p67"/>
            <p:cNvSpPr/>
            <p:nvPr/>
          </p:nvSpPr>
          <p:spPr>
            <a:xfrm>
              <a:off x="2875650" y="1507375"/>
              <a:ext cx="26500" cy="23325"/>
            </a:xfrm>
            <a:custGeom>
              <a:avLst/>
              <a:gdLst/>
              <a:ahLst/>
              <a:cxnLst/>
              <a:rect l="l" t="t" r="r" b="b"/>
              <a:pathLst>
                <a:path w="1060" h="933" extrusionOk="0">
                  <a:moveTo>
                    <a:pt x="61" y="1"/>
                  </a:moveTo>
                  <a:cubicBezTo>
                    <a:pt x="57" y="1"/>
                    <a:pt x="52" y="2"/>
                    <a:pt x="48" y="4"/>
                  </a:cubicBezTo>
                  <a:cubicBezTo>
                    <a:pt x="24" y="4"/>
                    <a:pt x="0" y="28"/>
                    <a:pt x="12" y="51"/>
                  </a:cubicBezTo>
                  <a:cubicBezTo>
                    <a:pt x="107" y="897"/>
                    <a:pt x="881" y="933"/>
                    <a:pt x="1000" y="933"/>
                  </a:cubicBezTo>
                  <a:lnTo>
                    <a:pt x="1024" y="933"/>
                  </a:lnTo>
                  <a:cubicBezTo>
                    <a:pt x="1048" y="933"/>
                    <a:pt x="1060" y="909"/>
                    <a:pt x="1060" y="885"/>
                  </a:cubicBezTo>
                  <a:cubicBezTo>
                    <a:pt x="1060" y="861"/>
                    <a:pt x="1048" y="849"/>
                    <a:pt x="1012" y="849"/>
                  </a:cubicBezTo>
                  <a:cubicBezTo>
                    <a:pt x="1011" y="849"/>
                    <a:pt x="1007" y="849"/>
                    <a:pt x="1002" y="849"/>
                  </a:cubicBezTo>
                  <a:cubicBezTo>
                    <a:pt x="904" y="849"/>
                    <a:pt x="186" y="828"/>
                    <a:pt x="96" y="40"/>
                  </a:cubicBezTo>
                  <a:cubicBezTo>
                    <a:pt x="96" y="20"/>
                    <a:pt x="80" y="1"/>
                    <a:pt x="6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5" name="Google Shape;2655;p67"/>
            <p:cNvSpPr/>
            <p:nvPr/>
          </p:nvSpPr>
          <p:spPr>
            <a:xfrm>
              <a:off x="2967925" y="1355350"/>
              <a:ext cx="325" cy="1225"/>
            </a:xfrm>
            <a:custGeom>
              <a:avLst/>
              <a:gdLst/>
              <a:ahLst/>
              <a:cxnLst/>
              <a:rect l="l" t="t" r="r" b="b"/>
              <a:pathLst>
                <a:path w="13" h="49" extrusionOk="0">
                  <a:moveTo>
                    <a:pt x="12" y="48"/>
                  </a:moveTo>
                  <a:cubicBezTo>
                    <a:pt x="0" y="25"/>
                    <a:pt x="0" y="1"/>
                    <a:pt x="0" y="1"/>
                  </a:cubicBezTo>
                  <a:cubicBezTo>
                    <a:pt x="0" y="1"/>
                    <a:pt x="0" y="25"/>
                    <a:pt x="12" y="48"/>
                  </a:cubicBez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6" name="Google Shape;2656;p67"/>
            <p:cNvSpPr/>
            <p:nvPr/>
          </p:nvSpPr>
          <p:spPr>
            <a:xfrm>
              <a:off x="2810450" y="1391450"/>
              <a:ext cx="64625" cy="34675"/>
            </a:xfrm>
            <a:custGeom>
              <a:avLst/>
              <a:gdLst/>
              <a:ahLst/>
              <a:cxnLst/>
              <a:rect l="l" t="t" r="r" b="b"/>
              <a:pathLst>
                <a:path w="2585" h="1387" extrusionOk="0">
                  <a:moveTo>
                    <a:pt x="1942" y="0"/>
                  </a:moveTo>
                  <a:cubicBezTo>
                    <a:pt x="1739" y="0"/>
                    <a:pt x="1471" y="42"/>
                    <a:pt x="1120" y="140"/>
                  </a:cubicBezTo>
                  <a:cubicBezTo>
                    <a:pt x="1" y="450"/>
                    <a:pt x="263" y="1093"/>
                    <a:pt x="263" y="1093"/>
                  </a:cubicBezTo>
                  <a:cubicBezTo>
                    <a:pt x="345" y="1299"/>
                    <a:pt x="531" y="1386"/>
                    <a:pt x="818" y="1386"/>
                  </a:cubicBezTo>
                  <a:cubicBezTo>
                    <a:pt x="1028" y="1386"/>
                    <a:pt x="1292" y="1340"/>
                    <a:pt x="1608" y="1259"/>
                  </a:cubicBezTo>
                  <a:cubicBezTo>
                    <a:pt x="2239" y="1105"/>
                    <a:pt x="2584" y="759"/>
                    <a:pt x="2549" y="438"/>
                  </a:cubicBezTo>
                  <a:cubicBezTo>
                    <a:pt x="2516" y="194"/>
                    <a:pt x="2378" y="0"/>
                    <a:pt x="1942"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7" name="Google Shape;2657;p67"/>
            <p:cNvSpPr/>
            <p:nvPr/>
          </p:nvSpPr>
          <p:spPr>
            <a:xfrm>
              <a:off x="2959875" y="1421300"/>
              <a:ext cx="61650" cy="48050"/>
            </a:xfrm>
            <a:custGeom>
              <a:avLst/>
              <a:gdLst/>
              <a:ahLst/>
              <a:cxnLst/>
              <a:rect l="l" t="t" r="r" b="b"/>
              <a:pathLst>
                <a:path w="2466" h="1922" extrusionOk="0">
                  <a:moveTo>
                    <a:pt x="553" y="1"/>
                  </a:moveTo>
                  <a:cubicBezTo>
                    <a:pt x="381" y="1"/>
                    <a:pt x="267" y="91"/>
                    <a:pt x="179" y="220"/>
                  </a:cubicBezTo>
                  <a:cubicBezTo>
                    <a:pt x="1" y="494"/>
                    <a:pt x="167" y="970"/>
                    <a:pt x="656" y="1387"/>
                  </a:cubicBezTo>
                  <a:cubicBezTo>
                    <a:pt x="1069" y="1726"/>
                    <a:pt x="1396" y="1922"/>
                    <a:pt x="1654" y="1922"/>
                  </a:cubicBezTo>
                  <a:cubicBezTo>
                    <a:pt x="1767" y="1922"/>
                    <a:pt x="1866" y="1884"/>
                    <a:pt x="1953" y="1804"/>
                  </a:cubicBezTo>
                  <a:cubicBezTo>
                    <a:pt x="1953" y="1804"/>
                    <a:pt x="2465" y="1351"/>
                    <a:pt x="1596" y="589"/>
                  </a:cubicBezTo>
                  <a:cubicBezTo>
                    <a:pt x="1103" y="157"/>
                    <a:pt x="779" y="1"/>
                    <a:pt x="553" y="1"/>
                  </a:cubicBezTo>
                  <a:close/>
                </a:path>
              </a:pathLst>
            </a:custGeom>
            <a:solidFill>
              <a:srgbClr val="EED9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8" name="Google Shape;2658;p67"/>
            <p:cNvSpPr/>
            <p:nvPr/>
          </p:nvSpPr>
          <p:spPr>
            <a:xfrm>
              <a:off x="2724425" y="1442150"/>
              <a:ext cx="50925" cy="49675"/>
            </a:xfrm>
            <a:custGeom>
              <a:avLst/>
              <a:gdLst/>
              <a:ahLst/>
              <a:cxnLst/>
              <a:rect l="l" t="t" r="r" b="b"/>
              <a:pathLst>
                <a:path w="2037" h="1987" extrusionOk="0">
                  <a:moveTo>
                    <a:pt x="726" y="0"/>
                  </a:moveTo>
                  <a:cubicBezTo>
                    <a:pt x="331" y="0"/>
                    <a:pt x="24" y="256"/>
                    <a:pt x="13" y="267"/>
                  </a:cubicBezTo>
                  <a:cubicBezTo>
                    <a:pt x="1" y="279"/>
                    <a:pt x="1" y="303"/>
                    <a:pt x="13" y="315"/>
                  </a:cubicBezTo>
                  <a:cubicBezTo>
                    <a:pt x="20" y="329"/>
                    <a:pt x="31" y="335"/>
                    <a:pt x="44" y="335"/>
                  </a:cubicBezTo>
                  <a:cubicBezTo>
                    <a:pt x="53" y="335"/>
                    <a:pt x="62" y="332"/>
                    <a:pt x="72" y="327"/>
                  </a:cubicBezTo>
                  <a:cubicBezTo>
                    <a:pt x="72" y="327"/>
                    <a:pt x="367" y="83"/>
                    <a:pt x="721" y="83"/>
                  </a:cubicBezTo>
                  <a:cubicBezTo>
                    <a:pt x="750" y="83"/>
                    <a:pt x="780" y="85"/>
                    <a:pt x="811" y="89"/>
                  </a:cubicBezTo>
                  <a:cubicBezTo>
                    <a:pt x="1049" y="113"/>
                    <a:pt x="1251" y="243"/>
                    <a:pt x="1430" y="470"/>
                  </a:cubicBezTo>
                  <a:cubicBezTo>
                    <a:pt x="1930" y="1125"/>
                    <a:pt x="1203" y="1910"/>
                    <a:pt x="1203" y="1922"/>
                  </a:cubicBezTo>
                  <a:cubicBezTo>
                    <a:pt x="1192" y="1934"/>
                    <a:pt x="1192" y="1958"/>
                    <a:pt x="1203" y="1982"/>
                  </a:cubicBezTo>
                  <a:lnTo>
                    <a:pt x="1215" y="1982"/>
                  </a:lnTo>
                  <a:cubicBezTo>
                    <a:pt x="1222" y="1985"/>
                    <a:pt x="1228" y="1987"/>
                    <a:pt x="1234" y="1987"/>
                  </a:cubicBezTo>
                  <a:cubicBezTo>
                    <a:pt x="1246" y="1987"/>
                    <a:pt x="1255" y="1978"/>
                    <a:pt x="1263" y="1970"/>
                  </a:cubicBezTo>
                  <a:cubicBezTo>
                    <a:pt x="1275" y="1970"/>
                    <a:pt x="2037" y="1125"/>
                    <a:pt x="1489" y="422"/>
                  </a:cubicBezTo>
                  <a:cubicBezTo>
                    <a:pt x="1299" y="172"/>
                    <a:pt x="1072" y="29"/>
                    <a:pt x="822" y="5"/>
                  </a:cubicBezTo>
                  <a:cubicBezTo>
                    <a:pt x="790" y="2"/>
                    <a:pt x="758" y="0"/>
                    <a:pt x="72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9" name="Google Shape;2659;p67"/>
            <p:cNvSpPr/>
            <p:nvPr/>
          </p:nvSpPr>
          <p:spPr>
            <a:xfrm>
              <a:off x="2736650" y="1461500"/>
              <a:ext cx="29475" cy="12475"/>
            </a:xfrm>
            <a:custGeom>
              <a:avLst/>
              <a:gdLst/>
              <a:ahLst/>
              <a:cxnLst/>
              <a:rect l="l" t="t" r="r" b="b"/>
              <a:pathLst>
                <a:path w="1179" h="499" extrusionOk="0">
                  <a:moveTo>
                    <a:pt x="406" y="0"/>
                  </a:moveTo>
                  <a:cubicBezTo>
                    <a:pt x="195" y="0"/>
                    <a:pt x="29" y="53"/>
                    <a:pt x="24" y="53"/>
                  </a:cubicBezTo>
                  <a:cubicBezTo>
                    <a:pt x="12" y="65"/>
                    <a:pt x="0" y="89"/>
                    <a:pt x="0" y="101"/>
                  </a:cubicBezTo>
                  <a:cubicBezTo>
                    <a:pt x="0" y="124"/>
                    <a:pt x="12" y="124"/>
                    <a:pt x="24" y="136"/>
                  </a:cubicBezTo>
                  <a:lnTo>
                    <a:pt x="60" y="136"/>
                  </a:lnTo>
                  <a:cubicBezTo>
                    <a:pt x="60" y="131"/>
                    <a:pt x="208" y="83"/>
                    <a:pt x="398" y="83"/>
                  </a:cubicBezTo>
                  <a:cubicBezTo>
                    <a:pt x="635" y="83"/>
                    <a:pt x="937" y="158"/>
                    <a:pt x="1095" y="482"/>
                  </a:cubicBezTo>
                  <a:cubicBezTo>
                    <a:pt x="1104" y="490"/>
                    <a:pt x="1118" y="498"/>
                    <a:pt x="1134" y="498"/>
                  </a:cubicBezTo>
                  <a:cubicBezTo>
                    <a:pt x="1141" y="498"/>
                    <a:pt x="1148" y="497"/>
                    <a:pt x="1155" y="493"/>
                  </a:cubicBezTo>
                  <a:cubicBezTo>
                    <a:pt x="1167" y="482"/>
                    <a:pt x="1179" y="458"/>
                    <a:pt x="1167" y="434"/>
                  </a:cubicBezTo>
                  <a:cubicBezTo>
                    <a:pt x="990" y="80"/>
                    <a:pt x="664" y="0"/>
                    <a:pt x="40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0" name="Google Shape;2660;p67"/>
            <p:cNvSpPr/>
            <p:nvPr/>
          </p:nvSpPr>
          <p:spPr>
            <a:xfrm>
              <a:off x="2893200" y="1400775"/>
              <a:ext cx="35750" cy="106250"/>
            </a:xfrm>
            <a:custGeom>
              <a:avLst/>
              <a:gdLst/>
              <a:ahLst/>
              <a:cxnLst/>
              <a:rect l="l" t="t" r="r" b="b"/>
              <a:pathLst>
                <a:path w="1430" h="4250" extrusionOk="0">
                  <a:moveTo>
                    <a:pt x="1042" y="1"/>
                  </a:moveTo>
                  <a:cubicBezTo>
                    <a:pt x="1026" y="1"/>
                    <a:pt x="1013" y="12"/>
                    <a:pt x="1013" y="29"/>
                  </a:cubicBezTo>
                  <a:cubicBezTo>
                    <a:pt x="906" y="279"/>
                    <a:pt x="1" y="2446"/>
                    <a:pt x="84" y="2791"/>
                  </a:cubicBezTo>
                  <a:cubicBezTo>
                    <a:pt x="122" y="2933"/>
                    <a:pt x="242" y="3089"/>
                    <a:pt x="573" y="3089"/>
                  </a:cubicBezTo>
                  <a:cubicBezTo>
                    <a:pt x="661" y="3089"/>
                    <a:pt x="763" y="3078"/>
                    <a:pt x="882" y="3053"/>
                  </a:cubicBezTo>
                  <a:lnTo>
                    <a:pt x="906" y="3053"/>
                  </a:lnTo>
                  <a:cubicBezTo>
                    <a:pt x="939" y="3046"/>
                    <a:pt x="971" y="3042"/>
                    <a:pt x="1001" y="3042"/>
                  </a:cubicBezTo>
                  <a:cubicBezTo>
                    <a:pt x="1109" y="3042"/>
                    <a:pt x="1192" y="3091"/>
                    <a:pt x="1239" y="3184"/>
                  </a:cubicBezTo>
                  <a:cubicBezTo>
                    <a:pt x="1334" y="3375"/>
                    <a:pt x="1263" y="3720"/>
                    <a:pt x="1072" y="3899"/>
                  </a:cubicBezTo>
                  <a:cubicBezTo>
                    <a:pt x="846" y="4125"/>
                    <a:pt x="489" y="4173"/>
                    <a:pt x="489" y="4173"/>
                  </a:cubicBezTo>
                  <a:cubicBezTo>
                    <a:pt x="465" y="4173"/>
                    <a:pt x="441" y="4196"/>
                    <a:pt x="453" y="4208"/>
                  </a:cubicBezTo>
                  <a:cubicBezTo>
                    <a:pt x="453" y="4232"/>
                    <a:pt x="465" y="4244"/>
                    <a:pt x="477" y="4244"/>
                  </a:cubicBezTo>
                  <a:cubicBezTo>
                    <a:pt x="485" y="4244"/>
                    <a:pt x="488" y="4249"/>
                    <a:pt x="492" y="4249"/>
                  </a:cubicBezTo>
                  <a:cubicBezTo>
                    <a:pt x="494" y="4249"/>
                    <a:pt x="497" y="4248"/>
                    <a:pt x="501" y="4244"/>
                  </a:cubicBezTo>
                  <a:cubicBezTo>
                    <a:pt x="513" y="4244"/>
                    <a:pt x="882" y="4208"/>
                    <a:pt x="1144" y="3958"/>
                  </a:cubicBezTo>
                  <a:cubicBezTo>
                    <a:pt x="1346" y="3744"/>
                    <a:pt x="1430" y="3363"/>
                    <a:pt x="1310" y="3149"/>
                  </a:cubicBezTo>
                  <a:cubicBezTo>
                    <a:pt x="1251" y="3030"/>
                    <a:pt x="1135" y="2961"/>
                    <a:pt x="988" y="2961"/>
                  </a:cubicBezTo>
                  <a:cubicBezTo>
                    <a:pt x="958" y="2961"/>
                    <a:pt x="926" y="2964"/>
                    <a:pt x="894" y="2970"/>
                  </a:cubicBezTo>
                  <a:lnTo>
                    <a:pt x="858" y="2970"/>
                  </a:lnTo>
                  <a:cubicBezTo>
                    <a:pt x="743" y="2994"/>
                    <a:pt x="642" y="3006"/>
                    <a:pt x="555" y="3006"/>
                  </a:cubicBezTo>
                  <a:cubicBezTo>
                    <a:pt x="338" y="3006"/>
                    <a:pt x="210" y="2929"/>
                    <a:pt x="167" y="2768"/>
                  </a:cubicBezTo>
                  <a:cubicBezTo>
                    <a:pt x="108" y="2506"/>
                    <a:pt x="810" y="720"/>
                    <a:pt x="1084" y="65"/>
                  </a:cubicBezTo>
                  <a:cubicBezTo>
                    <a:pt x="1096" y="41"/>
                    <a:pt x="1084" y="17"/>
                    <a:pt x="1060" y="5"/>
                  </a:cubicBezTo>
                  <a:cubicBezTo>
                    <a:pt x="1054" y="2"/>
                    <a:pt x="1048" y="1"/>
                    <a:pt x="104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1" name="Google Shape;2661;p67"/>
            <p:cNvSpPr/>
            <p:nvPr/>
          </p:nvSpPr>
          <p:spPr>
            <a:xfrm>
              <a:off x="2780400" y="1476325"/>
              <a:ext cx="68175" cy="45750"/>
            </a:xfrm>
            <a:custGeom>
              <a:avLst/>
              <a:gdLst/>
              <a:ahLst/>
              <a:cxnLst/>
              <a:rect l="l" t="t" r="r" b="b"/>
              <a:pathLst>
                <a:path w="2727" h="1830" extrusionOk="0">
                  <a:moveTo>
                    <a:pt x="747" y="1"/>
                  </a:moveTo>
                  <a:cubicBezTo>
                    <a:pt x="491" y="1"/>
                    <a:pt x="287" y="82"/>
                    <a:pt x="191" y="246"/>
                  </a:cubicBezTo>
                  <a:cubicBezTo>
                    <a:pt x="0" y="591"/>
                    <a:pt x="357" y="1174"/>
                    <a:pt x="1012" y="1543"/>
                  </a:cubicBezTo>
                  <a:cubicBezTo>
                    <a:pt x="1345" y="1734"/>
                    <a:pt x="1686" y="1830"/>
                    <a:pt x="1967" y="1830"/>
                  </a:cubicBezTo>
                  <a:cubicBezTo>
                    <a:pt x="2229" y="1830"/>
                    <a:pt x="2438" y="1746"/>
                    <a:pt x="2536" y="1579"/>
                  </a:cubicBezTo>
                  <a:cubicBezTo>
                    <a:pt x="2727" y="1234"/>
                    <a:pt x="2370" y="662"/>
                    <a:pt x="1715" y="293"/>
                  </a:cubicBezTo>
                  <a:cubicBezTo>
                    <a:pt x="1377" y="100"/>
                    <a:pt x="1030" y="1"/>
                    <a:pt x="747" y="1"/>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2" name="Google Shape;2662;p67"/>
            <p:cNvSpPr/>
            <p:nvPr/>
          </p:nvSpPr>
          <p:spPr>
            <a:xfrm>
              <a:off x="2922675" y="1525400"/>
              <a:ext cx="68775" cy="36150"/>
            </a:xfrm>
            <a:custGeom>
              <a:avLst/>
              <a:gdLst/>
              <a:ahLst/>
              <a:cxnLst/>
              <a:rect l="l" t="t" r="r" b="b"/>
              <a:pathLst>
                <a:path w="2751" h="1446" extrusionOk="0">
                  <a:moveTo>
                    <a:pt x="1231" y="1"/>
                  </a:moveTo>
                  <a:cubicBezTo>
                    <a:pt x="579" y="1"/>
                    <a:pt x="69" y="250"/>
                    <a:pt x="36" y="616"/>
                  </a:cubicBezTo>
                  <a:cubicBezTo>
                    <a:pt x="0" y="1009"/>
                    <a:pt x="572" y="1378"/>
                    <a:pt x="1322" y="1438"/>
                  </a:cubicBezTo>
                  <a:cubicBezTo>
                    <a:pt x="1390" y="1443"/>
                    <a:pt x="1457" y="1446"/>
                    <a:pt x="1522" y="1446"/>
                  </a:cubicBezTo>
                  <a:cubicBezTo>
                    <a:pt x="2169" y="1446"/>
                    <a:pt x="2683" y="1187"/>
                    <a:pt x="2715" y="831"/>
                  </a:cubicBezTo>
                  <a:cubicBezTo>
                    <a:pt x="2751" y="438"/>
                    <a:pt x="2179" y="69"/>
                    <a:pt x="1441" y="9"/>
                  </a:cubicBezTo>
                  <a:cubicBezTo>
                    <a:pt x="1370" y="3"/>
                    <a:pt x="1300" y="1"/>
                    <a:pt x="1231" y="1"/>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3" name="Google Shape;2663;p67"/>
            <p:cNvSpPr/>
            <p:nvPr/>
          </p:nvSpPr>
          <p:spPr>
            <a:xfrm>
              <a:off x="2731875" y="1270925"/>
              <a:ext cx="347100" cy="254150"/>
            </a:xfrm>
            <a:custGeom>
              <a:avLst/>
              <a:gdLst/>
              <a:ahLst/>
              <a:cxnLst/>
              <a:rect l="l" t="t" r="r" b="b"/>
              <a:pathLst>
                <a:path w="13884" h="10166" extrusionOk="0">
                  <a:moveTo>
                    <a:pt x="4345" y="1"/>
                  </a:moveTo>
                  <a:cubicBezTo>
                    <a:pt x="3131" y="1"/>
                    <a:pt x="1506" y="242"/>
                    <a:pt x="822" y="1425"/>
                  </a:cubicBezTo>
                  <a:cubicBezTo>
                    <a:pt x="72" y="2723"/>
                    <a:pt x="1" y="4473"/>
                    <a:pt x="60" y="5545"/>
                  </a:cubicBezTo>
                  <a:cubicBezTo>
                    <a:pt x="80" y="5983"/>
                    <a:pt x="442" y="6310"/>
                    <a:pt x="853" y="6310"/>
                  </a:cubicBezTo>
                  <a:cubicBezTo>
                    <a:pt x="945" y="6310"/>
                    <a:pt x="1039" y="6294"/>
                    <a:pt x="1132" y="6259"/>
                  </a:cubicBezTo>
                  <a:cubicBezTo>
                    <a:pt x="1989" y="5938"/>
                    <a:pt x="3322" y="5211"/>
                    <a:pt x="4739" y="3497"/>
                  </a:cubicBezTo>
                  <a:cubicBezTo>
                    <a:pt x="4905" y="3306"/>
                    <a:pt x="5138" y="3208"/>
                    <a:pt x="5368" y="3208"/>
                  </a:cubicBezTo>
                  <a:cubicBezTo>
                    <a:pt x="5584" y="3208"/>
                    <a:pt x="5798" y="3294"/>
                    <a:pt x="5954" y="3473"/>
                  </a:cubicBezTo>
                  <a:cubicBezTo>
                    <a:pt x="7628" y="5324"/>
                    <a:pt x="11370" y="10166"/>
                    <a:pt x="12008" y="10166"/>
                  </a:cubicBezTo>
                  <a:cubicBezTo>
                    <a:pt x="12014" y="10166"/>
                    <a:pt x="12020" y="10165"/>
                    <a:pt x="12026" y="10164"/>
                  </a:cubicBezTo>
                  <a:cubicBezTo>
                    <a:pt x="12740" y="10045"/>
                    <a:pt x="13883" y="5914"/>
                    <a:pt x="13169" y="4164"/>
                  </a:cubicBezTo>
                  <a:cubicBezTo>
                    <a:pt x="12509" y="2513"/>
                    <a:pt x="9900" y="100"/>
                    <a:pt x="6404" y="100"/>
                  </a:cubicBezTo>
                  <a:cubicBezTo>
                    <a:pt x="6244" y="100"/>
                    <a:pt x="6082" y="105"/>
                    <a:pt x="5918" y="115"/>
                  </a:cubicBezTo>
                  <a:cubicBezTo>
                    <a:pt x="5858" y="115"/>
                    <a:pt x="5799" y="115"/>
                    <a:pt x="5751" y="104"/>
                  </a:cubicBezTo>
                  <a:cubicBezTo>
                    <a:pt x="5557" y="74"/>
                    <a:pt x="5013" y="1"/>
                    <a:pt x="4345"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4" name="Google Shape;2664;p67"/>
            <p:cNvSpPr/>
            <p:nvPr/>
          </p:nvSpPr>
          <p:spPr>
            <a:xfrm>
              <a:off x="2954825" y="1496850"/>
              <a:ext cx="21450" cy="21825"/>
            </a:xfrm>
            <a:custGeom>
              <a:avLst/>
              <a:gdLst/>
              <a:ahLst/>
              <a:cxnLst/>
              <a:rect l="l" t="t" r="r" b="b"/>
              <a:pathLst>
                <a:path w="858" h="873" extrusionOk="0">
                  <a:moveTo>
                    <a:pt x="475" y="0"/>
                  </a:moveTo>
                  <a:cubicBezTo>
                    <a:pt x="314" y="0"/>
                    <a:pt x="152" y="122"/>
                    <a:pt x="84" y="306"/>
                  </a:cubicBezTo>
                  <a:cubicBezTo>
                    <a:pt x="0" y="532"/>
                    <a:pt x="84" y="782"/>
                    <a:pt x="274" y="853"/>
                  </a:cubicBezTo>
                  <a:cubicBezTo>
                    <a:pt x="309" y="867"/>
                    <a:pt x="345" y="873"/>
                    <a:pt x="381" y="873"/>
                  </a:cubicBezTo>
                  <a:cubicBezTo>
                    <a:pt x="540" y="873"/>
                    <a:pt x="697" y="750"/>
                    <a:pt x="774" y="556"/>
                  </a:cubicBezTo>
                  <a:cubicBezTo>
                    <a:pt x="858" y="330"/>
                    <a:pt x="774" y="80"/>
                    <a:pt x="584" y="20"/>
                  </a:cubicBezTo>
                  <a:cubicBezTo>
                    <a:pt x="548" y="7"/>
                    <a:pt x="512" y="0"/>
                    <a:pt x="4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5" name="Google Shape;2665;p67"/>
            <p:cNvSpPr/>
            <p:nvPr/>
          </p:nvSpPr>
          <p:spPr>
            <a:xfrm>
              <a:off x="2838725" y="1462625"/>
              <a:ext cx="21475" cy="22125"/>
            </a:xfrm>
            <a:custGeom>
              <a:avLst/>
              <a:gdLst/>
              <a:ahLst/>
              <a:cxnLst/>
              <a:rect l="l" t="t" r="r" b="b"/>
              <a:pathLst>
                <a:path w="859" h="885" extrusionOk="0">
                  <a:moveTo>
                    <a:pt x="476" y="0"/>
                  </a:moveTo>
                  <a:cubicBezTo>
                    <a:pt x="315" y="0"/>
                    <a:pt x="152" y="123"/>
                    <a:pt x="84" y="317"/>
                  </a:cubicBezTo>
                  <a:cubicBezTo>
                    <a:pt x="1" y="544"/>
                    <a:pt x="84" y="794"/>
                    <a:pt x="275" y="865"/>
                  </a:cubicBezTo>
                  <a:cubicBezTo>
                    <a:pt x="310" y="878"/>
                    <a:pt x="346" y="885"/>
                    <a:pt x="383" y="885"/>
                  </a:cubicBezTo>
                  <a:cubicBezTo>
                    <a:pt x="544" y="885"/>
                    <a:pt x="707" y="762"/>
                    <a:pt x="775" y="567"/>
                  </a:cubicBezTo>
                  <a:cubicBezTo>
                    <a:pt x="858" y="341"/>
                    <a:pt x="775" y="91"/>
                    <a:pt x="584" y="20"/>
                  </a:cubicBezTo>
                  <a:cubicBezTo>
                    <a:pt x="549" y="7"/>
                    <a:pt x="513" y="0"/>
                    <a:pt x="4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6" name="Google Shape;2666;p67"/>
            <p:cNvSpPr/>
            <p:nvPr/>
          </p:nvSpPr>
          <p:spPr>
            <a:xfrm>
              <a:off x="2707475" y="1410250"/>
              <a:ext cx="336675" cy="153600"/>
            </a:xfrm>
            <a:custGeom>
              <a:avLst/>
              <a:gdLst/>
              <a:ahLst/>
              <a:cxnLst/>
              <a:rect l="l" t="t" r="r" b="b"/>
              <a:pathLst>
                <a:path w="13467" h="6144" extrusionOk="0">
                  <a:moveTo>
                    <a:pt x="5357" y="113"/>
                  </a:moveTo>
                  <a:cubicBezTo>
                    <a:pt x="5562" y="113"/>
                    <a:pt x="5771" y="144"/>
                    <a:pt x="5977" y="210"/>
                  </a:cubicBezTo>
                  <a:cubicBezTo>
                    <a:pt x="7061" y="555"/>
                    <a:pt x="7668" y="1710"/>
                    <a:pt x="7323" y="2793"/>
                  </a:cubicBezTo>
                  <a:cubicBezTo>
                    <a:pt x="7043" y="3671"/>
                    <a:pt x="6233" y="4236"/>
                    <a:pt x="5359" y="4236"/>
                  </a:cubicBezTo>
                  <a:cubicBezTo>
                    <a:pt x="5154" y="4236"/>
                    <a:pt x="4945" y="4205"/>
                    <a:pt x="4739" y="4139"/>
                  </a:cubicBezTo>
                  <a:cubicBezTo>
                    <a:pt x="3655" y="3794"/>
                    <a:pt x="3048" y="2639"/>
                    <a:pt x="3394" y="1555"/>
                  </a:cubicBezTo>
                  <a:cubicBezTo>
                    <a:pt x="3673" y="678"/>
                    <a:pt x="4483" y="113"/>
                    <a:pt x="5357" y="113"/>
                  </a:cubicBezTo>
                  <a:close/>
                  <a:moveTo>
                    <a:pt x="11035" y="1911"/>
                  </a:moveTo>
                  <a:cubicBezTo>
                    <a:pt x="11241" y="1911"/>
                    <a:pt x="11450" y="1942"/>
                    <a:pt x="11656" y="2008"/>
                  </a:cubicBezTo>
                  <a:cubicBezTo>
                    <a:pt x="12740" y="2353"/>
                    <a:pt x="13335" y="3508"/>
                    <a:pt x="13002" y="4591"/>
                  </a:cubicBezTo>
                  <a:cubicBezTo>
                    <a:pt x="12722" y="5469"/>
                    <a:pt x="11904" y="6034"/>
                    <a:pt x="11028" y="6034"/>
                  </a:cubicBezTo>
                  <a:cubicBezTo>
                    <a:pt x="10822" y="6034"/>
                    <a:pt x="10613" y="6002"/>
                    <a:pt x="10406" y="5937"/>
                  </a:cubicBezTo>
                  <a:cubicBezTo>
                    <a:pt x="9323" y="5591"/>
                    <a:pt x="8728" y="4437"/>
                    <a:pt x="9061" y="3353"/>
                  </a:cubicBezTo>
                  <a:cubicBezTo>
                    <a:pt x="9340" y="2476"/>
                    <a:pt x="10159" y="1911"/>
                    <a:pt x="11035" y="1911"/>
                  </a:cubicBezTo>
                  <a:close/>
                  <a:moveTo>
                    <a:pt x="5358" y="0"/>
                  </a:moveTo>
                  <a:cubicBezTo>
                    <a:pt x="4457" y="0"/>
                    <a:pt x="3615" y="568"/>
                    <a:pt x="3298" y="1460"/>
                  </a:cubicBezTo>
                  <a:lnTo>
                    <a:pt x="810" y="686"/>
                  </a:lnTo>
                  <a:lnTo>
                    <a:pt x="786" y="686"/>
                  </a:lnTo>
                  <a:cubicBezTo>
                    <a:pt x="762" y="686"/>
                    <a:pt x="179" y="722"/>
                    <a:pt x="0" y="1210"/>
                  </a:cubicBezTo>
                  <a:cubicBezTo>
                    <a:pt x="0" y="1234"/>
                    <a:pt x="12" y="1269"/>
                    <a:pt x="36" y="1281"/>
                  </a:cubicBezTo>
                  <a:lnTo>
                    <a:pt x="48" y="1281"/>
                  </a:lnTo>
                  <a:cubicBezTo>
                    <a:pt x="54" y="1284"/>
                    <a:pt x="61" y="1286"/>
                    <a:pt x="67" y="1286"/>
                  </a:cubicBezTo>
                  <a:cubicBezTo>
                    <a:pt x="88" y="1286"/>
                    <a:pt x="110" y="1272"/>
                    <a:pt x="119" y="1246"/>
                  </a:cubicBezTo>
                  <a:cubicBezTo>
                    <a:pt x="250" y="865"/>
                    <a:pt x="715" y="805"/>
                    <a:pt x="786" y="793"/>
                  </a:cubicBezTo>
                  <a:lnTo>
                    <a:pt x="3263" y="1567"/>
                  </a:lnTo>
                  <a:cubicBezTo>
                    <a:pt x="2941" y="2698"/>
                    <a:pt x="3572" y="3889"/>
                    <a:pt x="4703" y="4246"/>
                  </a:cubicBezTo>
                  <a:cubicBezTo>
                    <a:pt x="4922" y="4317"/>
                    <a:pt x="5144" y="4350"/>
                    <a:pt x="5363" y="4350"/>
                  </a:cubicBezTo>
                  <a:cubicBezTo>
                    <a:pt x="6284" y="4350"/>
                    <a:pt x="7141" y="3753"/>
                    <a:pt x="7430" y="2829"/>
                  </a:cubicBezTo>
                  <a:cubicBezTo>
                    <a:pt x="7465" y="2746"/>
                    <a:pt x="7477" y="2651"/>
                    <a:pt x="7501" y="2567"/>
                  </a:cubicBezTo>
                  <a:cubicBezTo>
                    <a:pt x="7549" y="2560"/>
                    <a:pt x="7650" y="2548"/>
                    <a:pt x="7783" y="2548"/>
                  </a:cubicBezTo>
                  <a:cubicBezTo>
                    <a:pt x="8113" y="2548"/>
                    <a:pt x="8642" y="2626"/>
                    <a:pt x="9049" y="3067"/>
                  </a:cubicBezTo>
                  <a:cubicBezTo>
                    <a:pt x="9013" y="3151"/>
                    <a:pt x="8978" y="3222"/>
                    <a:pt x="8954" y="3305"/>
                  </a:cubicBezTo>
                  <a:cubicBezTo>
                    <a:pt x="8597" y="4460"/>
                    <a:pt x="9228" y="5675"/>
                    <a:pt x="10371" y="6044"/>
                  </a:cubicBezTo>
                  <a:cubicBezTo>
                    <a:pt x="10587" y="6111"/>
                    <a:pt x="10806" y="6144"/>
                    <a:pt x="11023" y="6144"/>
                  </a:cubicBezTo>
                  <a:cubicBezTo>
                    <a:pt x="11947" y="6144"/>
                    <a:pt x="12810" y="5554"/>
                    <a:pt x="13109" y="4627"/>
                  </a:cubicBezTo>
                  <a:cubicBezTo>
                    <a:pt x="13466" y="3484"/>
                    <a:pt x="12835" y="2258"/>
                    <a:pt x="11692" y="1889"/>
                  </a:cubicBezTo>
                  <a:cubicBezTo>
                    <a:pt x="11476" y="1821"/>
                    <a:pt x="11256" y="1788"/>
                    <a:pt x="11041" y="1788"/>
                  </a:cubicBezTo>
                  <a:cubicBezTo>
                    <a:pt x="10237" y="1788"/>
                    <a:pt x="9484" y="2237"/>
                    <a:pt x="9109" y="2960"/>
                  </a:cubicBezTo>
                  <a:cubicBezTo>
                    <a:pt x="8672" y="2515"/>
                    <a:pt x="8136" y="2429"/>
                    <a:pt x="7789" y="2429"/>
                  </a:cubicBezTo>
                  <a:cubicBezTo>
                    <a:pt x="7672" y="2429"/>
                    <a:pt x="7576" y="2439"/>
                    <a:pt x="7513" y="2448"/>
                  </a:cubicBezTo>
                  <a:cubicBezTo>
                    <a:pt x="7644" y="1424"/>
                    <a:pt x="7037" y="424"/>
                    <a:pt x="6013" y="103"/>
                  </a:cubicBezTo>
                  <a:cubicBezTo>
                    <a:pt x="5795" y="33"/>
                    <a:pt x="5575" y="0"/>
                    <a:pt x="53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67"/>
            <p:cNvSpPr/>
            <p:nvPr/>
          </p:nvSpPr>
          <p:spPr>
            <a:xfrm>
              <a:off x="2729200" y="1491750"/>
              <a:ext cx="25325" cy="27875"/>
            </a:xfrm>
            <a:custGeom>
              <a:avLst/>
              <a:gdLst/>
              <a:ahLst/>
              <a:cxnLst/>
              <a:rect l="l" t="t" r="r" b="b"/>
              <a:pathLst>
                <a:path w="1013" h="1115" extrusionOk="0">
                  <a:moveTo>
                    <a:pt x="611" y="0"/>
                  </a:moveTo>
                  <a:cubicBezTo>
                    <a:pt x="422" y="0"/>
                    <a:pt x="218" y="157"/>
                    <a:pt x="119" y="403"/>
                  </a:cubicBezTo>
                  <a:cubicBezTo>
                    <a:pt x="0" y="688"/>
                    <a:pt x="72" y="998"/>
                    <a:pt x="286" y="1093"/>
                  </a:cubicBezTo>
                  <a:cubicBezTo>
                    <a:pt x="323" y="1108"/>
                    <a:pt x="362" y="1115"/>
                    <a:pt x="402" y="1115"/>
                  </a:cubicBezTo>
                  <a:cubicBezTo>
                    <a:pt x="591" y="1115"/>
                    <a:pt x="795" y="958"/>
                    <a:pt x="893" y="712"/>
                  </a:cubicBezTo>
                  <a:cubicBezTo>
                    <a:pt x="1012" y="426"/>
                    <a:pt x="941" y="117"/>
                    <a:pt x="727" y="22"/>
                  </a:cubicBezTo>
                  <a:cubicBezTo>
                    <a:pt x="689" y="7"/>
                    <a:pt x="650" y="0"/>
                    <a:pt x="61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8" name="Google Shape;2668;p67"/>
            <p:cNvSpPr/>
            <p:nvPr/>
          </p:nvSpPr>
          <p:spPr>
            <a:xfrm>
              <a:off x="2785450" y="1631650"/>
              <a:ext cx="144400" cy="46050"/>
            </a:xfrm>
            <a:custGeom>
              <a:avLst/>
              <a:gdLst/>
              <a:ahLst/>
              <a:cxnLst/>
              <a:rect l="l" t="t" r="r" b="b"/>
              <a:pathLst>
                <a:path w="5776" h="1842" extrusionOk="0">
                  <a:moveTo>
                    <a:pt x="5273" y="0"/>
                  </a:moveTo>
                  <a:cubicBezTo>
                    <a:pt x="5199" y="0"/>
                    <a:pt x="5120" y="3"/>
                    <a:pt x="5037" y="10"/>
                  </a:cubicBezTo>
                  <a:cubicBezTo>
                    <a:pt x="5037" y="10"/>
                    <a:pt x="4966" y="1057"/>
                    <a:pt x="3573" y="1141"/>
                  </a:cubicBezTo>
                  <a:cubicBezTo>
                    <a:pt x="3519" y="1144"/>
                    <a:pt x="3466" y="1145"/>
                    <a:pt x="3413" y="1145"/>
                  </a:cubicBezTo>
                  <a:cubicBezTo>
                    <a:pt x="2087" y="1145"/>
                    <a:pt x="941" y="176"/>
                    <a:pt x="941" y="176"/>
                  </a:cubicBezTo>
                  <a:cubicBezTo>
                    <a:pt x="941" y="176"/>
                    <a:pt x="849" y="164"/>
                    <a:pt x="685" y="164"/>
                  </a:cubicBezTo>
                  <a:cubicBezTo>
                    <a:pt x="522" y="164"/>
                    <a:pt x="286" y="176"/>
                    <a:pt x="1" y="224"/>
                  </a:cubicBezTo>
                  <a:cubicBezTo>
                    <a:pt x="808" y="1159"/>
                    <a:pt x="1778" y="1842"/>
                    <a:pt x="3092" y="1842"/>
                  </a:cubicBezTo>
                  <a:cubicBezTo>
                    <a:pt x="3367" y="1842"/>
                    <a:pt x="3658" y="1812"/>
                    <a:pt x="3965" y="1748"/>
                  </a:cubicBezTo>
                  <a:cubicBezTo>
                    <a:pt x="4823" y="1605"/>
                    <a:pt x="5454" y="891"/>
                    <a:pt x="5775" y="45"/>
                  </a:cubicBezTo>
                  <a:cubicBezTo>
                    <a:pt x="5629" y="20"/>
                    <a:pt x="5465" y="0"/>
                    <a:pt x="52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9" name="Google Shape;2669;p67"/>
            <p:cNvSpPr/>
            <p:nvPr/>
          </p:nvSpPr>
          <p:spPr>
            <a:xfrm>
              <a:off x="2637225" y="1632775"/>
              <a:ext cx="356900" cy="298875"/>
            </a:xfrm>
            <a:custGeom>
              <a:avLst/>
              <a:gdLst/>
              <a:ahLst/>
              <a:cxnLst/>
              <a:rect l="l" t="t" r="r" b="b"/>
              <a:pathLst>
                <a:path w="14276" h="11955" extrusionOk="0">
                  <a:moveTo>
                    <a:pt x="11704" y="0"/>
                  </a:moveTo>
                  <a:cubicBezTo>
                    <a:pt x="11383" y="846"/>
                    <a:pt x="10752" y="1560"/>
                    <a:pt x="9883" y="1703"/>
                  </a:cubicBezTo>
                  <a:cubicBezTo>
                    <a:pt x="9577" y="1767"/>
                    <a:pt x="9288" y="1797"/>
                    <a:pt x="9013" y="1797"/>
                  </a:cubicBezTo>
                  <a:cubicBezTo>
                    <a:pt x="7703" y="1797"/>
                    <a:pt x="6727" y="1114"/>
                    <a:pt x="5930" y="179"/>
                  </a:cubicBezTo>
                  <a:cubicBezTo>
                    <a:pt x="4882" y="358"/>
                    <a:pt x="3191" y="1012"/>
                    <a:pt x="2060" y="3334"/>
                  </a:cubicBezTo>
                  <a:cubicBezTo>
                    <a:pt x="322" y="6906"/>
                    <a:pt x="0" y="10299"/>
                    <a:pt x="286" y="11954"/>
                  </a:cubicBezTo>
                  <a:lnTo>
                    <a:pt x="3715" y="10549"/>
                  </a:lnTo>
                  <a:cubicBezTo>
                    <a:pt x="3715" y="10549"/>
                    <a:pt x="5786" y="11078"/>
                    <a:pt x="8488" y="11078"/>
                  </a:cubicBezTo>
                  <a:cubicBezTo>
                    <a:pt x="8900" y="11078"/>
                    <a:pt x="9327" y="11066"/>
                    <a:pt x="9764" y="11037"/>
                  </a:cubicBezTo>
                  <a:cubicBezTo>
                    <a:pt x="13073" y="10823"/>
                    <a:pt x="12966" y="10597"/>
                    <a:pt x="12966" y="10597"/>
                  </a:cubicBezTo>
                  <a:cubicBezTo>
                    <a:pt x="12966" y="10597"/>
                    <a:pt x="14276" y="9906"/>
                    <a:pt x="14193" y="7204"/>
                  </a:cubicBezTo>
                  <a:cubicBezTo>
                    <a:pt x="14109" y="4501"/>
                    <a:pt x="12990" y="1501"/>
                    <a:pt x="12347" y="262"/>
                  </a:cubicBezTo>
                  <a:cubicBezTo>
                    <a:pt x="12347" y="262"/>
                    <a:pt x="12145" y="96"/>
                    <a:pt x="117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0" name="Google Shape;2670;p67"/>
            <p:cNvSpPr/>
            <p:nvPr/>
          </p:nvSpPr>
          <p:spPr>
            <a:xfrm>
              <a:off x="2960175" y="1711825"/>
              <a:ext cx="35150" cy="187075"/>
            </a:xfrm>
            <a:custGeom>
              <a:avLst/>
              <a:gdLst/>
              <a:ahLst/>
              <a:cxnLst/>
              <a:rect l="l" t="t" r="r" b="b"/>
              <a:pathLst>
                <a:path w="1406" h="7483" extrusionOk="0">
                  <a:moveTo>
                    <a:pt x="569" y="0"/>
                  </a:moveTo>
                  <a:cubicBezTo>
                    <a:pt x="562" y="0"/>
                    <a:pt x="555" y="2"/>
                    <a:pt x="548" y="5"/>
                  </a:cubicBezTo>
                  <a:cubicBezTo>
                    <a:pt x="536" y="5"/>
                    <a:pt x="525" y="29"/>
                    <a:pt x="536" y="53"/>
                  </a:cubicBezTo>
                  <a:cubicBezTo>
                    <a:pt x="536" y="65"/>
                    <a:pt x="1322" y="1660"/>
                    <a:pt x="1251" y="4280"/>
                  </a:cubicBezTo>
                  <a:cubicBezTo>
                    <a:pt x="1179" y="6887"/>
                    <a:pt x="48" y="7399"/>
                    <a:pt x="36" y="7411"/>
                  </a:cubicBezTo>
                  <a:cubicBezTo>
                    <a:pt x="13" y="7411"/>
                    <a:pt x="1" y="7435"/>
                    <a:pt x="13" y="7459"/>
                  </a:cubicBezTo>
                  <a:cubicBezTo>
                    <a:pt x="13" y="7471"/>
                    <a:pt x="36" y="7483"/>
                    <a:pt x="48" y="7483"/>
                  </a:cubicBezTo>
                  <a:cubicBezTo>
                    <a:pt x="48" y="7483"/>
                    <a:pt x="48" y="7471"/>
                    <a:pt x="60" y="7471"/>
                  </a:cubicBezTo>
                  <a:cubicBezTo>
                    <a:pt x="108" y="7459"/>
                    <a:pt x="1251" y="6947"/>
                    <a:pt x="1322" y="4280"/>
                  </a:cubicBezTo>
                  <a:cubicBezTo>
                    <a:pt x="1406" y="1637"/>
                    <a:pt x="608" y="29"/>
                    <a:pt x="596" y="17"/>
                  </a:cubicBezTo>
                  <a:cubicBezTo>
                    <a:pt x="596" y="9"/>
                    <a:pt x="584" y="0"/>
                    <a:pt x="5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1" name="Google Shape;2671;p67"/>
            <p:cNvSpPr/>
            <p:nvPr/>
          </p:nvSpPr>
          <p:spPr>
            <a:xfrm>
              <a:off x="2729200" y="1719875"/>
              <a:ext cx="51225" cy="177525"/>
            </a:xfrm>
            <a:custGeom>
              <a:avLst/>
              <a:gdLst/>
              <a:ahLst/>
              <a:cxnLst/>
              <a:rect l="l" t="t" r="r" b="b"/>
              <a:pathLst>
                <a:path w="2049" h="7101" extrusionOk="0">
                  <a:moveTo>
                    <a:pt x="1774" y="0"/>
                  </a:moveTo>
                  <a:cubicBezTo>
                    <a:pt x="1770" y="0"/>
                    <a:pt x="1766" y="2"/>
                    <a:pt x="1763" y="5"/>
                  </a:cubicBezTo>
                  <a:cubicBezTo>
                    <a:pt x="1739" y="5"/>
                    <a:pt x="1727" y="29"/>
                    <a:pt x="1727" y="41"/>
                  </a:cubicBezTo>
                  <a:cubicBezTo>
                    <a:pt x="1739" y="52"/>
                    <a:pt x="1977" y="1065"/>
                    <a:pt x="1393" y="3493"/>
                  </a:cubicBezTo>
                  <a:cubicBezTo>
                    <a:pt x="822" y="5934"/>
                    <a:pt x="24" y="7030"/>
                    <a:pt x="12" y="7041"/>
                  </a:cubicBezTo>
                  <a:cubicBezTo>
                    <a:pt x="0" y="7065"/>
                    <a:pt x="0" y="7089"/>
                    <a:pt x="24" y="7101"/>
                  </a:cubicBezTo>
                  <a:lnTo>
                    <a:pt x="48" y="7101"/>
                  </a:lnTo>
                  <a:cubicBezTo>
                    <a:pt x="60" y="7101"/>
                    <a:pt x="60" y="7101"/>
                    <a:pt x="72" y="7089"/>
                  </a:cubicBezTo>
                  <a:cubicBezTo>
                    <a:pt x="84" y="7077"/>
                    <a:pt x="881" y="5970"/>
                    <a:pt x="1465" y="3517"/>
                  </a:cubicBezTo>
                  <a:cubicBezTo>
                    <a:pt x="2048" y="1053"/>
                    <a:pt x="1810" y="64"/>
                    <a:pt x="1798" y="29"/>
                  </a:cubicBezTo>
                  <a:cubicBezTo>
                    <a:pt x="1798" y="11"/>
                    <a:pt x="1785" y="0"/>
                    <a:pt x="17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67"/>
            <p:cNvSpPr/>
            <p:nvPr/>
          </p:nvSpPr>
          <p:spPr>
            <a:xfrm>
              <a:off x="2815825" y="1795875"/>
              <a:ext cx="184275" cy="172475"/>
            </a:xfrm>
            <a:custGeom>
              <a:avLst/>
              <a:gdLst/>
              <a:ahLst/>
              <a:cxnLst/>
              <a:rect l="l" t="t" r="r" b="b"/>
              <a:pathLst>
                <a:path w="7371" h="6899" extrusionOk="0">
                  <a:moveTo>
                    <a:pt x="6251" y="1"/>
                  </a:moveTo>
                  <a:cubicBezTo>
                    <a:pt x="6251" y="1"/>
                    <a:pt x="4064" y="411"/>
                    <a:pt x="2802" y="411"/>
                  </a:cubicBezTo>
                  <a:cubicBezTo>
                    <a:pt x="2721" y="411"/>
                    <a:pt x="2644" y="409"/>
                    <a:pt x="2572" y="406"/>
                  </a:cubicBezTo>
                  <a:cubicBezTo>
                    <a:pt x="2523" y="403"/>
                    <a:pt x="2473" y="402"/>
                    <a:pt x="2424" y="402"/>
                  </a:cubicBezTo>
                  <a:cubicBezTo>
                    <a:pt x="1260" y="402"/>
                    <a:pt x="131" y="1049"/>
                    <a:pt x="131" y="1049"/>
                  </a:cubicBezTo>
                  <a:cubicBezTo>
                    <a:pt x="131" y="1049"/>
                    <a:pt x="214" y="1584"/>
                    <a:pt x="345" y="3347"/>
                  </a:cubicBezTo>
                  <a:cubicBezTo>
                    <a:pt x="464" y="5109"/>
                    <a:pt x="0" y="6466"/>
                    <a:pt x="0" y="6466"/>
                  </a:cubicBezTo>
                  <a:cubicBezTo>
                    <a:pt x="0" y="6466"/>
                    <a:pt x="1324" y="6899"/>
                    <a:pt x="2664" y="6899"/>
                  </a:cubicBezTo>
                  <a:cubicBezTo>
                    <a:pt x="3157" y="6899"/>
                    <a:pt x="3652" y="6840"/>
                    <a:pt x="4084" y="6680"/>
                  </a:cubicBezTo>
                  <a:cubicBezTo>
                    <a:pt x="5691" y="6097"/>
                    <a:pt x="7120" y="6037"/>
                    <a:pt x="7120" y="6037"/>
                  </a:cubicBezTo>
                  <a:cubicBezTo>
                    <a:pt x="7120" y="6037"/>
                    <a:pt x="7299" y="5514"/>
                    <a:pt x="7334" y="4823"/>
                  </a:cubicBezTo>
                  <a:cubicBezTo>
                    <a:pt x="7370" y="4144"/>
                    <a:pt x="6251" y="1"/>
                    <a:pt x="625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67"/>
            <p:cNvSpPr/>
            <p:nvPr/>
          </p:nvSpPr>
          <p:spPr>
            <a:xfrm>
              <a:off x="2742300" y="1693725"/>
              <a:ext cx="137825" cy="143625"/>
            </a:xfrm>
            <a:custGeom>
              <a:avLst/>
              <a:gdLst/>
              <a:ahLst/>
              <a:cxnLst/>
              <a:rect l="l" t="t" r="r" b="b"/>
              <a:pathLst>
                <a:path w="5513" h="5745" extrusionOk="0">
                  <a:moveTo>
                    <a:pt x="250" y="0"/>
                  </a:moveTo>
                  <a:cubicBezTo>
                    <a:pt x="194" y="0"/>
                    <a:pt x="137" y="21"/>
                    <a:pt x="96" y="63"/>
                  </a:cubicBezTo>
                  <a:cubicBezTo>
                    <a:pt x="0" y="146"/>
                    <a:pt x="0" y="277"/>
                    <a:pt x="84" y="372"/>
                  </a:cubicBezTo>
                  <a:lnTo>
                    <a:pt x="5120" y="5682"/>
                  </a:lnTo>
                  <a:cubicBezTo>
                    <a:pt x="5162" y="5724"/>
                    <a:pt x="5215" y="5745"/>
                    <a:pt x="5270" y="5745"/>
                  </a:cubicBezTo>
                  <a:cubicBezTo>
                    <a:pt x="5325" y="5745"/>
                    <a:pt x="5382" y="5724"/>
                    <a:pt x="5430" y="5682"/>
                  </a:cubicBezTo>
                  <a:cubicBezTo>
                    <a:pt x="5513" y="5599"/>
                    <a:pt x="5513" y="5456"/>
                    <a:pt x="5441" y="5373"/>
                  </a:cubicBezTo>
                  <a:lnTo>
                    <a:pt x="405" y="63"/>
                  </a:lnTo>
                  <a:cubicBezTo>
                    <a:pt x="363" y="21"/>
                    <a:pt x="307" y="0"/>
                    <a:pt x="250" y="0"/>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67"/>
            <p:cNvSpPr/>
            <p:nvPr/>
          </p:nvSpPr>
          <p:spPr>
            <a:xfrm>
              <a:off x="2729200" y="1683450"/>
              <a:ext cx="29500" cy="21600"/>
            </a:xfrm>
            <a:custGeom>
              <a:avLst/>
              <a:gdLst/>
              <a:ahLst/>
              <a:cxnLst/>
              <a:rect l="l" t="t" r="r" b="b"/>
              <a:pathLst>
                <a:path w="1180" h="864" extrusionOk="0">
                  <a:moveTo>
                    <a:pt x="856" y="1"/>
                  </a:moveTo>
                  <a:cubicBezTo>
                    <a:pt x="726" y="1"/>
                    <a:pt x="562" y="55"/>
                    <a:pt x="405" y="164"/>
                  </a:cubicBezTo>
                  <a:cubicBezTo>
                    <a:pt x="131" y="343"/>
                    <a:pt x="0" y="617"/>
                    <a:pt x="96" y="771"/>
                  </a:cubicBezTo>
                  <a:cubicBezTo>
                    <a:pt x="142" y="833"/>
                    <a:pt x="222" y="863"/>
                    <a:pt x="322" y="863"/>
                  </a:cubicBezTo>
                  <a:cubicBezTo>
                    <a:pt x="454" y="863"/>
                    <a:pt x="618" y="809"/>
                    <a:pt x="774" y="700"/>
                  </a:cubicBezTo>
                  <a:cubicBezTo>
                    <a:pt x="1036" y="521"/>
                    <a:pt x="1179" y="247"/>
                    <a:pt x="1072" y="93"/>
                  </a:cubicBezTo>
                  <a:cubicBezTo>
                    <a:pt x="1031" y="31"/>
                    <a:pt x="953" y="1"/>
                    <a:pt x="856" y="1"/>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5" name="Google Shape;2675;p67"/>
            <p:cNvSpPr/>
            <p:nvPr/>
          </p:nvSpPr>
          <p:spPr>
            <a:xfrm>
              <a:off x="2633350" y="1791675"/>
              <a:ext cx="254225" cy="187600"/>
            </a:xfrm>
            <a:custGeom>
              <a:avLst/>
              <a:gdLst/>
              <a:ahLst/>
              <a:cxnLst/>
              <a:rect l="l" t="t" r="r" b="b"/>
              <a:pathLst>
                <a:path w="10169" h="7504" extrusionOk="0">
                  <a:moveTo>
                    <a:pt x="8047" y="0"/>
                  </a:moveTo>
                  <a:cubicBezTo>
                    <a:pt x="8036" y="0"/>
                    <a:pt x="8025" y="1"/>
                    <a:pt x="8014" y="2"/>
                  </a:cubicBezTo>
                  <a:cubicBezTo>
                    <a:pt x="7585" y="50"/>
                    <a:pt x="7001" y="1562"/>
                    <a:pt x="7001" y="1562"/>
                  </a:cubicBezTo>
                  <a:cubicBezTo>
                    <a:pt x="7001" y="1562"/>
                    <a:pt x="3275" y="3146"/>
                    <a:pt x="834" y="4717"/>
                  </a:cubicBezTo>
                  <a:cubicBezTo>
                    <a:pt x="1" y="5872"/>
                    <a:pt x="513" y="7420"/>
                    <a:pt x="2846" y="7503"/>
                  </a:cubicBezTo>
                  <a:cubicBezTo>
                    <a:pt x="5251" y="5658"/>
                    <a:pt x="8430" y="3193"/>
                    <a:pt x="8430" y="3193"/>
                  </a:cubicBezTo>
                  <a:cubicBezTo>
                    <a:pt x="9264" y="2800"/>
                    <a:pt x="10169" y="2169"/>
                    <a:pt x="10049" y="1883"/>
                  </a:cubicBezTo>
                  <a:cubicBezTo>
                    <a:pt x="9977" y="1682"/>
                    <a:pt x="9867" y="1650"/>
                    <a:pt x="9803" y="1650"/>
                  </a:cubicBezTo>
                  <a:cubicBezTo>
                    <a:pt x="9774" y="1650"/>
                    <a:pt x="9754" y="1656"/>
                    <a:pt x="9752" y="1657"/>
                  </a:cubicBezTo>
                  <a:lnTo>
                    <a:pt x="9752" y="1657"/>
                  </a:lnTo>
                  <a:cubicBezTo>
                    <a:pt x="9762" y="1653"/>
                    <a:pt x="10083" y="1534"/>
                    <a:pt x="9966" y="1264"/>
                  </a:cubicBezTo>
                  <a:cubicBezTo>
                    <a:pt x="9902" y="1130"/>
                    <a:pt x="9795" y="1096"/>
                    <a:pt x="9703" y="1096"/>
                  </a:cubicBezTo>
                  <a:cubicBezTo>
                    <a:pt x="9637" y="1096"/>
                    <a:pt x="9578" y="1114"/>
                    <a:pt x="9548" y="1125"/>
                  </a:cubicBezTo>
                  <a:lnTo>
                    <a:pt x="9548" y="1125"/>
                  </a:lnTo>
                  <a:cubicBezTo>
                    <a:pt x="9608" y="1097"/>
                    <a:pt x="9768" y="1003"/>
                    <a:pt x="9680" y="788"/>
                  </a:cubicBezTo>
                  <a:cubicBezTo>
                    <a:pt x="9611" y="623"/>
                    <a:pt x="9519" y="570"/>
                    <a:pt x="9430" y="570"/>
                  </a:cubicBezTo>
                  <a:cubicBezTo>
                    <a:pt x="9277" y="570"/>
                    <a:pt x="9133" y="729"/>
                    <a:pt x="9133" y="729"/>
                  </a:cubicBezTo>
                  <a:cubicBezTo>
                    <a:pt x="9133" y="729"/>
                    <a:pt x="9418" y="395"/>
                    <a:pt x="9192" y="121"/>
                  </a:cubicBezTo>
                  <a:cubicBezTo>
                    <a:pt x="9164" y="87"/>
                    <a:pt x="9125" y="72"/>
                    <a:pt x="9079" y="72"/>
                  </a:cubicBezTo>
                  <a:cubicBezTo>
                    <a:pt x="8755" y="72"/>
                    <a:pt x="8061" y="812"/>
                    <a:pt x="8061" y="812"/>
                  </a:cubicBezTo>
                  <a:cubicBezTo>
                    <a:pt x="8061" y="812"/>
                    <a:pt x="8422" y="0"/>
                    <a:pt x="8047" y="0"/>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67"/>
            <p:cNvSpPr/>
            <p:nvPr/>
          </p:nvSpPr>
          <p:spPr>
            <a:xfrm>
              <a:off x="2790225" y="1830700"/>
              <a:ext cx="44375" cy="63725"/>
            </a:xfrm>
            <a:custGeom>
              <a:avLst/>
              <a:gdLst/>
              <a:ahLst/>
              <a:cxnLst/>
              <a:rect l="l" t="t" r="r" b="b"/>
              <a:pathLst>
                <a:path w="1775" h="2549" extrusionOk="0">
                  <a:moveTo>
                    <a:pt x="726" y="1"/>
                  </a:moveTo>
                  <a:cubicBezTo>
                    <a:pt x="726" y="1"/>
                    <a:pt x="441" y="61"/>
                    <a:pt x="0" y="215"/>
                  </a:cubicBezTo>
                  <a:cubicBezTo>
                    <a:pt x="393" y="1013"/>
                    <a:pt x="822" y="1823"/>
                    <a:pt x="1346" y="2549"/>
                  </a:cubicBezTo>
                  <a:cubicBezTo>
                    <a:pt x="1619" y="2204"/>
                    <a:pt x="1774" y="1930"/>
                    <a:pt x="1774" y="1930"/>
                  </a:cubicBezTo>
                  <a:lnTo>
                    <a:pt x="7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7" name="Google Shape;2677;p67"/>
            <p:cNvSpPr/>
            <p:nvPr/>
          </p:nvSpPr>
          <p:spPr>
            <a:xfrm>
              <a:off x="2635725" y="1836075"/>
              <a:ext cx="187850" cy="150875"/>
            </a:xfrm>
            <a:custGeom>
              <a:avLst/>
              <a:gdLst/>
              <a:ahLst/>
              <a:cxnLst/>
              <a:rect l="l" t="t" r="r" b="b"/>
              <a:pathLst>
                <a:path w="7514" h="6035" extrusionOk="0">
                  <a:moveTo>
                    <a:pt x="6180" y="0"/>
                  </a:moveTo>
                  <a:cubicBezTo>
                    <a:pt x="5073" y="357"/>
                    <a:pt x="2930" y="1191"/>
                    <a:pt x="1156" y="2679"/>
                  </a:cubicBezTo>
                  <a:cubicBezTo>
                    <a:pt x="1156" y="2679"/>
                    <a:pt x="825" y="1942"/>
                    <a:pt x="544" y="1942"/>
                  </a:cubicBezTo>
                  <a:cubicBezTo>
                    <a:pt x="392" y="1942"/>
                    <a:pt x="254" y="2158"/>
                    <a:pt x="191" y="2822"/>
                  </a:cubicBezTo>
                  <a:cubicBezTo>
                    <a:pt x="1" y="4703"/>
                    <a:pt x="1227" y="5620"/>
                    <a:pt x="1227" y="5620"/>
                  </a:cubicBezTo>
                  <a:cubicBezTo>
                    <a:pt x="1610" y="5913"/>
                    <a:pt x="2016" y="6035"/>
                    <a:pt x="2429" y="6035"/>
                  </a:cubicBezTo>
                  <a:cubicBezTo>
                    <a:pt x="4371" y="6035"/>
                    <a:pt x="6467" y="3335"/>
                    <a:pt x="6978" y="2894"/>
                  </a:cubicBezTo>
                  <a:cubicBezTo>
                    <a:pt x="7192" y="2715"/>
                    <a:pt x="7371" y="2513"/>
                    <a:pt x="7514" y="2334"/>
                  </a:cubicBezTo>
                  <a:cubicBezTo>
                    <a:pt x="7002" y="1608"/>
                    <a:pt x="6573" y="798"/>
                    <a:pt x="618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8" name="Google Shape;2678;p67"/>
            <p:cNvSpPr/>
            <p:nvPr/>
          </p:nvSpPr>
          <p:spPr>
            <a:xfrm>
              <a:off x="2906900" y="1706225"/>
              <a:ext cx="144975" cy="135200"/>
            </a:xfrm>
            <a:custGeom>
              <a:avLst/>
              <a:gdLst/>
              <a:ahLst/>
              <a:cxnLst/>
              <a:rect l="l" t="t" r="r" b="b"/>
              <a:pathLst>
                <a:path w="5799" h="5408" extrusionOk="0">
                  <a:moveTo>
                    <a:pt x="5561" y="0"/>
                  </a:moveTo>
                  <a:cubicBezTo>
                    <a:pt x="5504" y="0"/>
                    <a:pt x="5448" y="21"/>
                    <a:pt x="5406" y="63"/>
                  </a:cubicBezTo>
                  <a:lnTo>
                    <a:pt x="596" y="4635"/>
                  </a:lnTo>
                  <a:cubicBezTo>
                    <a:pt x="512" y="4718"/>
                    <a:pt x="0" y="5313"/>
                    <a:pt x="84" y="5397"/>
                  </a:cubicBezTo>
                  <a:cubicBezTo>
                    <a:pt x="91" y="5404"/>
                    <a:pt x="101" y="5408"/>
                    <a:pt x="114" y="5408"/>
                  </a:cubicBezTo>
                  <a:cubicBezTo>
                    <a:pt x="262" y="5408"/>
                    <a:pt x="782" y="4949"/>
                    <a:pt x="870" y="4873"/>
                  </a:cubicBezTo>
                  <a:lnTo>
                    <a:pt x="5704" y="384"/>
                  </a:lnTo>
                  <a:cubicBezTo>
                    <a:pt x="5799" y="301"/>
                    <a:pt x="5799" y="158"/>
                    <a:pt x="5715" y="63"/>
                  </a:cubicBezTo>
                  <a:cubicBezTo>
                    <a:pt x="5674" y="21"/>
                    <a:pt x="5617" y="0"/>
                    <a:pt x="5561" y="0"/>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67"/>
            <p:cNvSpPr/>
            <p:nvPr/>
          </p:nvSpPr>
          <p:spPr>
            <a:xfrm>
              <a:off x="3038475" y="1694100"/>
              <a:ext cx="24425" cy="26075"/>
            </a:xfrm>
            <a:custGeom>
              <a:avLst/>
              <a:gdLst/>
              <a:ahLst/>
              <a:cxnLst/>
              <a:rect l="l" t="t" r="r" b="b"/>
              <a:pathLst>
                <a:path w="977" h="1043" extrusionOk="0">
                  <a:moveTo>
                    <a:pt x="269" y="0"/>
                  </a:moveTo>
                  <a:cubicBezTo>
                    <a:pt x="226" y="0"/>
                    <a:pt x="187" y="11"/>
                    <a:pt x="155" y="36"/>
                  </a:cubicBezTo>
                  <a:cubicBezTo>
                    <a:pt x="0" y="131"/>
                    <a:pt x="36" y="441"/>
                    <a:pt x="214" y="702"/>
                  </a:cubicBezTo>
                  <a:cubicBezTo>
                    <a:pt x="363" y="916"/>
                    <a:pt x="563" y="1043"/>
                    <a:pt x="711" y="1043"/>
                  </a:cubicBezTo>
                  <a:cubicBezTo>
                    <a:pt x="753" y="1043"/>
                    <a:pt x="790" y="1033"/>
                    <a:pt x="822" y="1012"/>
                  </a:cubicBezTo>
                  <a:cubicBezTo>
                    <a:pt x="976" y="905"/>
                    <a:pt x="941" y="607"/>
                    <a:pt x="750" y="345"/>
                  </a:cubicBezTo>
                  <a:cubicBezTo>
                    <a:pt x="612" y="133"/>
                    <a:pt x="417" y="0"/>
                    <a:pt x="269" y="0"/>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0" name="Google Shape;2680;p67"/>
            <p:cNvSpPr/>
            <p:nvPr/>
          </p:nvSpPr>
          <p:spPr>
            <a:xfrm>
              <a:off x="2938450" y="1791125"/>
              <a:ext cx="325" cy="325"/>
            </a:xfrm>
            <a:custGeom>
              <a:avLst/>
              <a:gdLst/>
              <a:ahLst/>
              <a:cxnLst/>
              <a:rect l="l" t="t" r="r" b="b"/>
              <a:pathLst>
                <a:path w="13" h="13" extrusionOk="0">
                  <a:moveTo>
                    <a:pt x="1" y="0"/>
                  </a:moveTo>
                  <a:cubicBezTo>
                    <a:pt x="12" y="12"/>
                    <a:pt x="12" y="12"/>
                    <a:pt x="12" y="12"/>
                  </a:cubicBezTo>
                  <a:cubicBezTo>
                    <a:pt x="12" y="12"/>
                    <a:pt x="12" y="0"/>
                    <a:pt x="1" y="0"/>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1" name="Google Shape;2681;p67"/>
            <p:cNvSpPr/>
            <p:nvPr/>
          </p:nvSpPr>
          <p:spPr>
            <a:xfrm>
              <a:off x="2916125" y="1769125"/>
              <a:ext cx="102725" cy="113700"/>
            </a:xfrm>
            <a:custGeom>
              <a:avLst/>
              <a:gdLst/>
              <a:ahLst/>
              <a:cxnLst/>
              <a:rect l="l" t="t" r="r" b="b"/>
              <a:pathLst>
                <a:path w="4109" h="4548" extrusionOk="0">
                  <a:moveTo>
                    <a:pt x="1611" y="0"/>
                  </a:moveTo>
                  <a:cubicBezTo>
                    <a:pt x="1585" y="0"/>
                    <a:pt x="1560" y="7"/>
                    <a:pt x="1536" y="23"/>
                  </a:cubicBezTo>
                  <a:cubicBezTo>
                    <a:pt x="1239" y="214"/>
                    <a:pt x="1405" y="619"/>
                    <a:pt x="1405" y="619"/>
                  </a:cubicBezTo>
                  <a:cubicBezTo>
                    <a:pt x="1405" y="619"/>
                    <a:pt x="1288" y="371"/>
                    <a:pt x="1106" y="371"/>
                  </a:cubicBezTo>
                  <a:cubicBezTo>
                    <a:pt x="1036" y="371"/>
                    <a:pt x="956" y="408"/>
                    <a:pt x="870" y="511"/>
                  </a:cubicBezTo>
                  <a:cubicBezTo>
                    <a:pt x="715" y="690"/>
                    <a:pt x="846" y="833"/>
                    <a:pt x="894" y="880"/>
                  </a:cubicBezTo>
                  <a:cubicBezTo>
                    <a:pt x="857" y="844"/>
                    <a:pt x="767" y="781"/>
                    <a:pt x="662" y="781"/>
                  </a:cubicBezTo>
                  <a:cubicBezTo>
                    <a:pt x="595" y="781"/>
                    <a:pt x="522" y="806"/>
                    <a:pt x="453" y="880"/>
                  </a:cubicBezTo>
                  <a:cubicBezTo>
                    <a:pt x="253" y="1104"/>
                    <a:pt x="529" y="1316"/>
                    <a:pt x="536" y="1321"/>
                  </a:cubicBezTo>
                  <a:lnTo>
                    <a:pt x="536" y="1321"/>
                  </a:lnTo>
                  <a:cubicBezTo>
                    <a:pt x="534" y="1319"/>
                    <a:pt x="496" y="1291"/>
                    <a:pt x="435" y="1291"/>
                  </a:cubicBezTo>
                  <a:cubicBezTo>
                    <a:pt x="373" y="1291"/>
                    <a:pt x="286" y="1321"/>
                    <a:pt x="191" y="1440"/>
                  </a:cubicBezTo>
                  <a:cubicBezTo>
                    <a:pt x="1" y="1690"/>
                    <a:pt x="679" y="2547"/>
                    <a:pt x="1346" y="3178"/>
                  </a:cubicBezTo>
                  <a:cubicBezTo>
                    <a:pt x="1346" y="3178"/>
                    <a:pt x="1763" y="3702"/>
                    <a:pt x="2156" y="4548"/>
                  </a:cubicBezTo>
                  <a:cubicBezTo>
                    <a:pt x="2775" y="3928"/>
                    <a:pt x="3430" y="3345"/>
                    <a:pt x="4108" y="2785"/>
                  </a:cubicBezTo>
                  <a:cubicBezTo>
                    <a:pt x="3406" y="2071"/>
                    <a:pt x="3203" y="2035"/>
                    <a:pt x="3203" y="2035"/>
                  </a:cubicBezTo>
                  <a:cubicBezTo>
                    <a:pt x="3203" y="2035"/>
                    <a:pt x="3084" y="428"/>
                    <a:pt x="2691" y="249"/>
                  </a:cubicBezTo>
                  <a:cubicBezTo>
                    <a:pt x="2657" y="234"/>
                    <a:pt x="2627" y="227"/>
                    <a:pt x="2600" y="227"/>
                  </a:cubicBezTo>
                  <a:cubicBezTo>
                    <a:pt x="2316" y="227"/>
                    <a:pt x="2406" y="1011"/>
                    <a:pt x="2406" y="1011"/>
                  </a:cubicBezTo>
                  <a:cubicBezTo>
                    <a:pt x="2406" y="1011"/>
                    <a:pt x="1920" y="0"/>
                    <a:pt x="1611" y="0"/>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2" name="Google Shape;2682;p67"/>
            <p:cNvSpPr/>
            <p:nvPr/>
          </p:nvSpPr>
          <p:spPr>
            <a:xfrm>
              <a:off x="2956900" y="1820000"/>
              <a:ext cx="55100" cy="56575"/>
            </a:xfrm>
            <a:custGeom>
              <a:avLst/>
              <a:gdLst/>
              <a:ahLst/>
              <a:cxnLst/>
              <a:rect l="l" t="t" r="r" b="b"/>
              <a:pathLst>
                <a:path w="2204" h="2263" extrusionOk="0">
                  <a:moveTo>
                    <a:pt x="1572" y="0"/>
                  </a:moveTo>
                  <a:lnTo>
                    <a:pt x="1" y="1536"/>
                  </a:lnTo>
                  <a:cubicBezTo>
                    <a:pt x="1" y="1536"/>
                    <a:pt x="72" y="1846"/>
                    <a:pt x="239" y="2263"/>
                  </a:cubicBezTo>
                  <a:cubicBezTo>
                    <a:pt x="953" y="1715"/>
                    <a:pt x="1596" y="1072"/>
                    <a:pt x="2203" y="417"/>
                  </a:cubicBezTo>
                  <a:cubicBezTo>
                    <a:pt x="1822" y="143"/>
                    <a:pt x="1572" y="0"/>
                    <a:pt x="15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3" name="Google Shape;2683;p67"/>
            <p:cNvSpPr/>
            <p:nvPr/>
          </p:nvSpPr>
          <p:spPr>
            <a:xfrm>
              <a:off x="2962850" y="1830425"/>
              <a:ext cx="97075" cy="108375"/>
            </a:xfrm>
            <a:custGeom>
              <a:avLst/>
              <a:gdLst/>
              <a:ahLst/>
              <a:cxnLst/>
              <a:rect l="l" t="t" r="r" b="b"/>
              <a:pathLst>
                <a:path w="3883" h="4335" extrusionOk="0">
                  <a:moveTo>
                    <a:pt x="1965" y="0"/>
                  </a:moveTo>
                  <a:cubicBezTo>
                    <a:pt x="1358" y="655"/>
                    <a:pt x="715" y="1298"/>
                    <a:pt x="1" y="1846"/>
                  </a:cubicBezTo>
                  <a:cubicBezTo>
                    <a:pt x="84" y="2060"/>
                    <a:pt x="37" y="2703"/>
                    <a:pt x="168" y="2941"/>
                  </a:cubicBezTo>
                  <a:cubicBezTo>
                    <a:pt x="600" y="3765"/>
                    <a:pt x="1057" y="4335"/>
                    <a:pt x="1884" y="4335"/>
                  </a:cubicBezTo>
                  <a:cubicBezTo>
                    <a:pt x="2037" y="4335"/>
                    <a:pt x="2202" y="4315"/>
                    <a:pt x="2382" y="4274"/>
                  </a:cubicBezTo>
                  <a:cubicBezTo>
                    <a:pt x="2382" y="4274"/>
                    <a:pt x="3501" y="3846"/>
                    <a:pt x="3716" y="2834"/>
                  </a:cubicBezTo>
                  <a:cubicBezTo>
                    <a:pt x="3882" y="2024"/>
                    <a:pt x="2918" y="667"/>
                    <a:pt x="196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4" name="Google Shape;2684;p67"/>
            <p:cNvSpPr/>
            <p:nvPr/>
          </p:nvSpPr>
          <p:spPr>
            <a:xfrm>
              <a:off x="2911375" y="1805125"/>
              <a:ext cx="19075" cy="39300"/>
            </a:xfrm>
            <a:custGeom>
              <a:avLst/>
              <a:gdLst/>
              <a:ahLst/>
              <a:cxnLst/>
              <a:rect l="l" t="t" r="r" b="b"/>
              <a:pathLst>
                <a:path w="763" h="1572" extrusionOk="0">
                  <a:moveTo>
                    <a:pt x="155" y="0"/>
                  </a:moveTo>
                  <a:lnTo>
                    <a:pt x="0" y="36"/>
                  </a:lnTo>
                  <a:cubicBezTo>
                    <a:pt x="0" y="36"/>
                    <a:pt x="619" y="810"/>
                    <a:pt x="560" y="1572"/>
                  </a:cubicBezTo>
                  <a:lnTo>
                    <a:pt x="762" y="1345"/>
                  </a:lnTo>
                  <a:cubicBezTo>
                    <a:pt x="762" y="1345"/>
                    <a:pt x="548" y="607"/>
                    <a:pt x="15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5" name="Google Shape;2685;p67"/>
            <p:cNvSpPr/>
            <p:nvPr/>
          </p:nvSpPr>
          <p:spPr>
            <a:xfrm>
              <a:off x="2904525" y="1812250"/>
              <a:ext cx="18775" cy="39025"/>
            </a:xfrm>
            <a:custGeom>
              <a:avLst/>
              <a:gdLst/>
              <a:ahLst/>
              <a:cxnLst/>
              <a:rect l="l" t="t" r="r" b="b"/>
              <a:pathLst>
                <a:path w="751" h="1561" extrusionOk="0">
                  <a:moveTo>
                    <a:pt x="155" y="1"/>
                  </a:moveTo>
                  <a:lnTo>
                    <a:pt x="0" y="25"/>
                  </a:lnTo>
                  <a:cubicBezTo>
                    <a:pt x="0" y="25"/>
                    <a:pt x="619" y="799"/>
                    <a:pt x="548" y="1561"/>
                  </a:cubicBezTo>
                  <a:lnTo>
                    <a:pt x="750" y="1346"/>
                  </a:lnTo>
                  <a:cubicBezTo>
                    <a:pt x="750" y="1346"/>
                    <a:pt x="536" y="596"/>
                    <a:pt x="15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6" name="Google Shape;2686;p67"/>
            <p:cNvSpPr/>
            <p:nvPr/>
          </p:nvSpPr>
          <p:spPr>
            <a:xfrm>
              <a:off x="2446725" y="1565500"/>
              <a:ext cx="398275" cy="667675"/>
            </a:xfrm>
            <a:custGeom>
              <a:avLst/>
              <a:gdLst/>
              <a:ahLst/>
              <a:cxnLst/>
              <a:rect l="l" t="t" r="r" b="b"/>
              <a:pathLst>
                <a:path w="15931" h="26707" extrusionOk="0">
                  <a:moveTo>
                    <a:pt x="3453" y="1"/>
                  </a:moveTo>
                  <a:lnTo>
                    <a:pt x="3453" y="1"/>
                  </a:lnTo>
                  <a:cubicBezTo>
                    <a:pt x="465" y="1429"/>
                    <a:pt x="0" y="5739"/>
                    <a:pt x="143" y="10228"/>
                  </a:cubicBezTo>
                  <a:cubicBezTo>
                    <a:pt x="334" y="15693"/>
                    <a:pt x="1917" y="24837"/>
                    <a:pt x="1917" y="24837"/>
                  </a:cubicBezTo>
                  <a:cubicBezTo>
                    <a:pt x="5741" y="26337"/>
                    <a:pt x="9129" y="26706"/>
                    <a:pt x="11536" y="26706"/>
                  </a:cubicBezTo>
                  <a:cubicBezTo>
                    <a:pt x="13865" y="26706"/>
                    <a:pt x="15276" y="26361"/>
                    <a:pt x="15276" y="26361"/>
                  </a:cubicBezTo>
                  <a:lnTo>
                    <a:pt x="15324" y="26361"/>
                  </a:lnTo>
                  <a:cubicBezTo>
                    <a:pt x="15538" y="25099"/>
                    <a:pt x="15931" y="21837"/>
                    <a:pt x="15086" y="18705"/>
                  </a:cubicBezTo>
                  <a:cubicBezTo>
                    <a:pt x="14469" y="16409"/>
                    <a:pt x="12799" y="15960"/>
                    <a:pt x="11020" y="15960"/>
                  </a:cubicBezTo>
                  <a:cubicBezTo>
                    <a:pt x="9874" y="15960"/>
                    <a:pt x="8684" y="16146"/>
                    <a:pt x="7700" y="16146"/>
                  </a:cubicBezTo>
                  <a:cubicBezTo>
                    <a:pt x="7558" y="16146"/>
                    <a:pt x="7420" y="16142"/>
                    <a:pt x="7287" y="16133"/>
                  </a:cubicBezTo>
                  <a:cubicBezTo>
                    <a:pt x="6073" y="16050"/>
                    <a:pt x="2394" y="14074"/>
                    <a:pt x="1453" y="7716"/>
                  </a:cubicBezTo>
                  <a:cubicBezTo>
                    <a:pt x="810" y="3358"/>
                    <a:pt x="2060" y="1096"/>
                    <a:pt x="345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7" name="Google Shape;2687;p67"/>
            <p:cNvSpPr/>
            <p:nvPr/>
          </p:nvSpPr>
          <p:spPr>
            <a:xfrm>
              <a:off x="2730400" y="1980425"/>
              <a:ext cx="100925" cy="226250"/>
            </a:xfrm>
            <a:custGeom>
              <a:avLst/>
              <a:gdLst/>
              <a:ahLst/>
              <a:cxnLst/>
              <a:rect l="l" t="t" r="r" b="b"/>
              <a:pathLst>
                <a:path w="4037" h="9050" extrusionOk="0">
                  <a:moveTo>
                    <a:pt x="48" y="1"/>
                  </a:moveTo>
                  <a:cubicBezTo>
                    <a:pt x="24" y="1"/>
                    <a:pt x="0" y="25"/>
                    <a:pt x="0" y="48"/>
                  </a:cubicBezTo>
                  <a:cubicBezTo>
                    <a:pt x="0" y="72"/>
                    <a:pt x="24" y="96"/>
                    <a:pt x="48" y="96"/>
                  </a:cubicBezTo>
                  <a:cubicBezTo>
                    <a:pt x="1667" y="215"/>
                    <a:pt x="2667" y="858"/>
                    <a:pt x="3000" y="2013"/>
                  </a:cubicBezTo>
                  <a:cubicBezTo>
                    <a:pt x="3953" y="5299"/>
                    <a:pt x="3512" y="8621"/>
                    <a:pt x="3465" y="8990"/>
                  </a:cubicBezTo>
                  <a:cubicBezTo>
                    <a:pt x="3465" y="9026"/>
                    <a:pt x="3477" y="9050"/>
                    <a:pt x="3500" y="9050"/>
                  </a:cubicBezTo>
                  <a:cubicBezTo>
                    <a:pt x="3524" y="9050"/>
                    <a:pt x="3548" y="9038"/>
                    <a:pt x="3548" y="9014"/>
                  </a:cubicBezTo>
                  <a:cubicBezTo>
                    <a:pt x="3596" y="8633"/>
                    <a:pt x="4036" y="5287"/>
                    <a:pt x="3084" y="1989"/>
                  </a:cubicBezTo>
                  <a:cubicBezTo>
                    <a:pt x="2727" y="787"/>
                    <a:pt x="1715" y="120"/>
                    <a:pt x="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67"/>
            <p:cNvSpPr/>
            <p:nvPr/>
          </p:nvSpPr>
          <p:spPr>
            <a:xfrm>
              <a:off x="2428575" y="1635625"/>
              <a:ext cx="275350" cy="353175"/>
            </a:xfrm>
            <a:custGeom>
              <a:avLst/>
              <a:gdLst/>
              <a:ahLst/>
              <a:cxnLst/>
              <a:rect l="l" t="t" r="r" b="b"/>
              <a:pathLst>
                <a:path w="11014" h="14127" extrusionOk="0">
                  <a:moveTo>
                    <a:pt x="2129" y="1"/>
                  </a:moveTo>
                  <a:cubicBezTo>
                    <a:pt x="2114" y="1"/>
                    <a:pt x="2092" y="12"/>
                    <a:pt x="2084" y="29"/>
                  </a:cubicBezTo>
                  <a:cubicBezTo>
                    <a:pt x="2072" y="77"/>
                    <a:pt x="0" y="4792"/>
                    <a:pt x="2989" y="9971"/>
                  </a:cubicBezTo>
                  <a:cubicBezTo>
                    <a:pt x="4048" y="11804"/>
                    <a:pt x="5310" y="13067"/>
                    <a:pt x="6727" y="13686"/>
                  </a:cubicBezTo>
                  <a:cubicBezTo>
                    <a:pt x="7501" y="14031"/>
                    <a:pt x="8192" y="14126"/>
                    <a:pt x="8739" y="14126"/>
                  </a:cubicBezTo>
                  <a:cubicBezTo>
                    <a:pt x="8942" y="14126"/>
                    <a:pt x="9120" y="14114"/>
                    <a:pt x="9287" y="14090"/>
                  </a:cubicBezTo>
                  <a:cubicBezTo>
                    <a:pt x="9358" y="14079"/>
                    <a:pt x="9454" y="14067"/>
                    <a:pt x="9561" y="14055"/>
                  </a:cubicBezTo>
                  <a:cubicBezTo>
                    <a:pt x="9906" y="13995"/>
                    <a:pt x="10406" y="13924"/>
                    <a:pt x="10978" y="13888"/>
                  </a:cubicBezTo>
                  <a:cubicBezTo>
                    <a:pt x="11001" y="13888"/>
                    <a:pt x="11013" y="13864"/>
                    <a:pt x="11013" y="13840"/>
                  </a:cubicBezTo>
                  <a:cubicBezTo>
                    <a:pt x="11013" y="13817"/>
                    <a:pt x="10990" y="13793"/>
                    <a:pt x="10978" y="13793"/>
                  </a:cubicBezTo>
                  <a:cubicBezTo>
                    <a:pt x="10406" y="13829"/>
                    <a:pt x="9894" y="13900"/>
                    <a:pt x="9561" y="13948"/>
                  </a:cubicBezTo>
                  <a:cubicBezTo>
                    <a:pt x="9442" y="13971"/>
                    <a:pt x="9347" y="13983"/>
                    <a:pt x="9275" y="13995"/>
                  </a:cubicBezTo>
                  <a:cubicBezTo>
                    <a:pt x="9085" y="14019"/>
                    <a:pt x="8894" y="14031"/>
                    <a:pt x="8704" y="14031"/>
                  </a:cubicBezTo>
                  <a:cubicBezTo>
                    <a:pt x="5763" y="14031"/>
                    <a:pt x="3798" y="11185"/>
                    <a:pt x="3060" y="9911"/>
                  </a:cubicBezTo>
                  <a:cubicBezTo>
                    <a:pt x="107" y="4780"/>
                    <a:pt x="2143" y="113"/>
                    <a:pt x="2167" y="77"/>
                  </a:cubicBezTo>
                  <a:cubicBezTo>
                    <a:pt x="2179" y="53"/>
                    <a:pt x="2167" y="17"/>
                    <a:pt x="2143" y="5"/>
                  </a:cubicBezTo>
                  <a:cubicBezTo>
                    <a:pt x="2140" y="2"/>
                    <a:pt x="2135" y="1"/>
                    <a:pt x="21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67"/>
            <p:cNvSpPr/>
            <p:nvPr/>
          </p:nvSpPr>
          <p:spPr>
            <a:xfrm>
              <a:off x="3167050" y="2120925"/>
              <a:ext cx="117900" cy="124750"/>
            </a:xfrm>
            <a:custGeom>
              <a:avLst/>
              <a:gdLst/>
              <a:ahLst/>
              <a:cxnLst/>
              <a:rect l="l" t="t" r="r" b="b"/>
              <a:pathLst>
                <a:path w="4716" h="4990" extrusionOk="0">
                  <a:moveTo>
                    <a:pt x="1263" y="1"/>
                  </a:moveTo>
                  <a:cubicBezTo>
                    <a:pt x="1263" y="1"/>
                    <a:pt x="1" y="3251"/>
                    <a:pt x="48" y="4084"/>
                  </a:cubicBezTo>
                  <a:cubicBezTo>
                    <a:pt x="60" y="4168"/>
                    <a:pt x="1548" y="4989"/>
                    <a:pt x="1906" y="4989"/>
                  </a:cubicBezTo>
                  <a:cubicBezTo>
                    <a:pt x="1906" y="4989"/>
                    <a:pt x="1907" y="4989"/>
                    <a:pt x="1907" y="4989"/>
                  </a:cubicBezTo>
                  <a:cubicBezTo>
                    <a:pt x="2270" y="4989"/>
                    <a:pt x="4715" y="1179"/>
                    <a:pt x="4715" y="1179"/>
                  </a:cubicBezTo>
                  <a:lnTo>
                    <a:pt x="1263" y="1"/>
                  </a:lnTo>
                  <a:close/>
                </a:path>
              </a:pathLst>
            </a:custGeom>
            <a:solidFill>
              <a:srgbClr val="8C58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67"/>
            <p:cNvSpPr/>
            <p:nvPr/>
          </p:nvSpPr>
          <p:spPr>
            <a:xfrm>
              <a:off x="3140550" y="2257250"/>
              <a:ext cx="324175" cy="131000"/>
            </a:xfrm>
            <a:custGeom>
              <a:avLst/>
              <a:gdLst/>
              <a:ahLst/>
              <a:cxnLst/>
              <a:rect l="l" t="t" r="r" b="b"/>
              <a:pathLst>
                <a:path w="12967" h="5240" extrusionOk="0">
                  <a:moveTo>
                    <a:pt x="5168" y="1"/>
                  </a:moveTo>
                  <a:cubicBezTo>
                    <a:pt x="5168" y="1"/>
                    <a:pt x="5275" y="453"/>
                    <a:pt x="5371" y="1084"/>
                  </a:cubicBezTo>
                  <a:cubicBezTo>
                    <a:pt x="3847" y="1096"/>
                    <a:pt x="1811" y="1144"/>
                    <a:pt x="1132" y="1322"/>
                  </a:cubicBezTo>
                  <a:cubicBezTo>
                    <a:pt x="1" y="1644"/>
                    <a:pt x="1251" y="2953"/>
                    <a:pt x="2156" y="4477"/>
                  </a:cubicBezTo>
                  <a:lnTo>
                    <a:pt x="7538" y="5239"/>
                  </a:lnTo>
                  <a:cubicBezTo>
                    <a:pt x="7538" y="5239"/>
                    <a:pt x="7442" y="4823"/>
                    <a:pt x="7347" y="4251"/>
                  </a:cubicBezTo>
                  <a:lnTo>
                    <a:pt x="7347" y="4251"/>
                  </a:lnTo>
                  <a:cubicBezTo>
                    <a:pt x="8250" y="4298"/>
                    <a:pt x="9501" y="4382"/>
                    <a:pt x="10432" y="4382"/>
                  </a:cubicBezTo>
                  <a:cubicBezTo>
                    <a:pt x="10912" y="4382"/>
                    <a:pt x="11307" y="4360"/>
                    <a:pt x="11526" y="4299"/>
                  </a:cubicBezTo>
                  <a:cubicBezTo>
                    <a:pt x="12657" y="3977"/>
                    <a:pt x="12967" y="2251"/>
                    <a:pt x="11157" y="358"/>
                  </a:cubicBezTo>
                  <a:lnTo>
                    <a:pt x="51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67"/>
            <p:cNvSpPr/>
            <p:nvPr/>
          </p:nvSpPr>
          <p:spPr>
            <a:xfrm>
              <a:off x="3179250" y="2040025"/>
              <a:ext cx="142900" cy="131250"/>
            </a:xfrm>
            <a:custGeom>
              <a:avLst/>
              <a:gdLst/>
              <a:ahLst/>
              <a:cxnLst/>
              <a:rect l="l" t="t" r="r" b="b"/>
              <a:pathLst>
                <a:path w="5716" h="5250" extrusionOk="0">
                  <a:moveTo>
                    <a:pt x="3224" y="1"/>
                  </a:moveTo>
                  <a:cubicBezTo>
                    <a:pt x="1879" y="1"/>
                    <a:pt x="544" y="2059"/>
                    <a:pt x="1" y="3010"/>
                  </a:cubicBezTo>
                  <a:cubicBezTo>
                    <a:pt x="370" y="3594"/>
                    <a:pt x="906" y="4213"/>
                    <a:pt x="1668" y="4594"/>
                  </a:cubicBezTo>
                  <a:cubicBezTo>
                    <a:pt x="2758" y="5145"/>
                    <a:pt x="3710" y="5250"/>
                    <a:pt x="4294" y="5250"/>
                  </a:cubicBezTo>
                  <a:cubicBezTo>
                    <a:pt x="4329" y="5250"/>
                    <a:pt x="4362" y="5249"/>
                    <a:pt x="4394" y="5249"/>
                  </a:cubicBezTo>
                  <a:cubicBezTo>
                    <a:pt x="4835" y="4237"/>
                    <a:pt x="5716" y="1677"/>
                    <a:pt x="4132" y="355"/>
                  </a:cubicBezTo>
                  <a:cubicBezTo>
                    <a:pt x="3835" y="107"/>
                    <a:pt x="3529" y="1"/>
                    <a:pt x="32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67"/>
            <p:cNvSpPr/>
            <p:nvPr/>
          </p:nvSpPr>
          <p:spPr>
            <a:xfrm>
              <a:off x="3173000" y="2115275"/>
              <a:ext cx="116125" cy="67075"/>
            </a:xfrm>
            <a:custGeom>
              <a:avLst/>
              <a:gdLst/>
              <a:ahLst/>
              <a:cxnLst/>
              <a:rect l="l" t="t" r="r" b="b"/>
              <a:pathLst>
                <a:path w="4645" h="2683" extrusionOk="0">
                  <a:moveTo>
                    <a:pt x="251" y="0"/>
                  </a:moveTo>
                  <a:cubicBezTo>
                    <a:pt x="84" y="286"/>
                    <a:pt x="1" y="477"/>
                    <a:pt x="1" y="477"/>
                  </a:cubicBezTo>
                  <a:cubicBezTo>
                    <a:pt x="1" y="477"/>
                    <a:pt x="903" y="2682"/>
                    <a:pt x="4232" y="2682"/>
                  </a:cubicBezTo>
                  <a:cubicBezTo>
                    <a:pt x="4301" y="2682"/>
                    <a:pt x="4371" y="2681"/>
                    <a:pt x="4442" y="2679"/>
                  </a:cubicBezTo>
                  <a:cubicBezTo>
                    <a:pt x="4442" y="2679"/>
                    <a:pt x="4525" y="2513"/>
                    <a:pt x="4644" y="2239"/>
                  </a:cubicBezTo>
                  <a:lnTo>
                    <a:pt x="4644" y="2239"/>
                  </a:lnTo>
                  <a:cubicBezTo>
                    <a:pt x="4612" y="2239"/>
                    <a:pt x="4579" y="2240"/>
                    <a:pt x="4544" y="2240"/>
                  </a:cubicBezTo>
                  <a:cubicBezTo>
                    <a:pt x="3960" y="2240"/>
                    <a:pt x="3008" y="2135"/>
                    <a:pt x="1918" y="1584"/>
                  </a:cubicBezTo>
                  <a:cubicBezTo>
                    <a:pt x="1156" y="1203"/>
                    <a:pt x="620" y="584"/>
                    <a:pt x="25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3" name="Google Shape;2693;p67"/>
            <p:cNvSpPr/>
            <p:nvPr/>
          </p:nvSpPr>
          <p:spPr>
            <a:xfrm>
              <a:off x="3229250" y="2038625"/>
              <a:ext cx="199175" cy="264050"/>
            </a:xfrm>
            <a:custGeom>
              <a:avLst/>
              <a:gdLst/>
              <a:ahLst/>
              <a:cxnLst/>
              <a:rect l="l" t="t" r="r" b="b"/>
              <a:pathLst>
                <a:path w="7967" h="10562" extrusionOk="0">
                  <a:moveTo>
                    <a:pt x="2595" y="0"/>
                  </a:moveTo>
                  <a:cubicBezTo>
                    <a:pt x="1928" y="0"/>
                    <a:pt x="942" y="102"/>
                    <a:pt x="942" y="102"/>
                  </a:cubicBezTo>
                  <a:cubicBezTo>
                    <a:pt x="942" y="102"/>
                    <a:pt x="180" y="6221"/>
                    <a:pt x="1" y="9793"/>
                  </a:cubicBezTo>
                  <a:cubicBezTo>
                    <a:pt x="1" y="9793"/>
                    <a:pt x="922" y="10562"/>
                    <a:pt x="3107" y="10562"/>
                  </a:cubicBezTo>
                  <a:cubicBezTo>
                    <a:pt x="4319" y="10562"/>
                    <a:pt x="5919" y="10326"/>
                    <a:pt x="7966" y="9591"/>
                  </a:cubicBezTo>
                  <a:lnTo>
                    <a:pt x="6323" y="411"/>
                  </a:lnTo>
                  <a:cubicBezTo>
                    <a:pt x="6323" y="411"/>
                    <a:pt x="5049" y="125"/>
                    <a:pt x="2847" y="6"/>
                  </a:cubicBezTo>
                  <a:cubicBezTo>
                    <a:pt x="2771" y="2"/>
                    <a:pt x="2686" y="0"/>
                    <a:pt x="259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4" name="Google Shape;2694;p67"/>
            <p:cNvSpPr/>
            <p:nvPr/>
          </p:nvSpPr>
          <p:spPr>
            <a:xfrm>
              <a:off x="3260800" y="2038225"/>
              <a:ext cx="97075" cy="48525"/>
            </a:xfrm>
            <a:custGeom>
              <a:avLst/>
              <a:gdLst/>
              <a:ahLst/>
              <a:cxnLst/>
              <a:rect l="l" t="t" r="r" b="b"/>
              <a:pathLst>
                <a:path w="3883" h="1941" extrusionOk="0">
                  <a:moveTo>
                    <a:pt x="1518" y="0"/>
                  </a:moveTo>
                  <a:cubicBezTo>
                    <a:pt x="685" y="0"/>
                    <a:pt x="72" y="70"/>
                    <a:pt x="72" y="70"/>
                  </a:cubicBezTo>
                  <a:cubicBezTo>
                    <a:pt x="72" y="70"/>
                    <a:pt x="1" y="1892"/>
                    <a:pt x="1811" y="1939"/>
                  </a:cubicBezTo>
                  <a:cubicBezTo>
                    <a:pt x="1841" y="1940"/>
                    <a:pt x="1870" y="1941"/>
                    <a:pt x="1899" y="1941"/>
                  </a:cubicBezTo>
                  <a:cubicBezTo>
                    <a:pt x="3618" y="1941"/>
                    <a:pt x="3882" y="237"/>
                    <a:pt x="3882" y="237"/>
                  </a:cubicBezTo>
                  <a:cubicBezTo>
                    <a:pt x="3095" y="51"/>
                    <a:pt x="2226" y="0"/>
                    <a:pt x="151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67"/>
            <p:cNvSpPr/>
            <p:nvPr/>
          </p:nvSpPr>
          <p:spPr>
            <a:xfrm>
              <a:off x="3178075" y="1771475"/>
              <a:ext cx="119975" cy="142825"/>
            </a:xfrm>
            <a:custGeom>
              <a:avLst/>
              <a:gdLst/>
              <a:ahLst/>
              <a:cxnLst/>
              <a:rect l="l" t="t" r="r" b="b"/>
              <a:pathLst>
                <a:path w="4799" h="5713" extrusionOk="0">
                  <a:moveTo>
                    <a:pt x="3822" y="1"/>
                  </a:moveTo>
                  <a:cubicBezTo>
                    <a:pt x="3143" y="132"/>
                    <a:pt x="2441" y="263"/>
                    <a:pt x="1905" y="679"/>
                  </a:cubicBezTo>
                  <a:cubicBezTo>
                    <a:pt x="1357" y="1096"/>
                    <a:pt x="1036" y="1882"/>
                    <a:pt x="1369" y="2477"/>
                  </a:cubicBezTo>
                  <a:cubicBezTo>
                    <a:pt x="1107" y="2846"/>
                    <a:pt x="845" y="3203"/>
                    <a:pt x="583" y="3561"/>
                  </a:cubicBezTo>
                  <a:cubicBezTo>
                    <a:pt x="393" y="3834"/>
                    <a:pt x="202" y="4108"/>
                    <a:pt x="95" y="4418"/>
                  </a:cubicBezTo>
                  <a:cubicBezTo>
                    <a:pt x="0" y="4727"/>
                    <a:pt x="0" y="5097"/>
                    <a:pt x="202" y="5370"/>
                  </a:cubicBezTo>
                  <a:cubicBezTo>
                    <a:pt x="364" y="5596"/>
                    <a:pt x="650" y="5713"/>
                    <a:pt x="941" y="5713"/>
                  </a:cubicBezTo>
                  <a:cubicBezTo>
                    <a:pt x="1079" y="5713"/>
                    <a:pt x="1219" y="5686"/>
                    <a:pt x="1345" y="5632"/>
                  </a:cubicBezTo>
                  <a:cubicBezTo>
                    <a:pt x="1726" y="5478"/>
                    <a:pt x="2012" y="5120"/>
                    <a:pt x="2167" y="4727"/>
                  </a:cubicBezTo>
                  <a:cubicBezTo>
                    <a:pt x="2322" y="4335"/>
                    <a:pt x="2381" y="3906"/>
                    <a:pt x="2429" y="3489"/>
                  </a:cubicBezTo>
                  <a:cubicBezTo>
                    <a:pt x="3048" y="3072"/>
                    <a:pt x="3620" y="2596"/>
                    <a:pt x="4143" y="2072"/>
                  </a:cubicBezTo>
                  <a:cubicBezTo>
                    <a:pt x="4405" y="1798"/>
                    <a:pt x="4667" y="1489"/>
                    <a:pt x="4727" y="1120"/>
                  </a:cubicBezTo>
                  <a:cubicBezTo>
                    <a:pt x="4798" y="751"/>
                    <a:pt x="4596" y="298"/>
                    <a:pt x="4227" y="227"/>
                  </a:cubicBezTo>
                  <a:lnTo>
                    <a:pt x="3822" y="1"/>
                  </a:lnTo>
                  <a:close/>
                </a:path>
              </a:pathLst>
            </a:custGeom>
            <a:solidFill>
              <a:srgbClr val="8C58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67"/>
            <p:cNvSpPr/>
            <p:nvPr/>
          </p:nvSpPr>
          <p:spPr>
            <a:xfrm>
              <a:off x="3173000" y="1779150"/>
              <a:ext cx="102425" cy="134325"/>
            </a:xfrm>
            <a:custGeom>
              <a:avLst/>
              <a:gdLst/>
              <a:ahLst/>
              <a:cxnLst/>
              <a:rect l="l" t="t" r="r" b="b"/>
              <a:pathLst>
                <a:path w="4097" h="5373" extrusionOk="0">
                  <a:moveTo>
                    <a:pt x="3651" y="1"/>
                  </a:moveTo>
                  <a:cubicBezTo>
                    <a:pt x="3246" y="1"/>
                    <a:pt x="2843" y="94"/>
                    <a:pt x="2477" y="277"/>
                  </a:cubicBezTo>
                  <a:cubicBezTo>
                    <a:pt x="1977" y="515"/>
                    <a:pt x="1560" y="920"/>
                    <a:pt x="1298" y="1408"/>
                  </a:cubicBezTo>
                  <a:cubicBezTo>
                    <a:pt x="1239" y="1527"/>
                    <a:pt x="1167" y="1682"/>
                    <a:pt x="1167" y="1849"/>
                  </a:cubicBezTo>
                  <a:cubicBezTo>
                    <a:pt x="1167" y="2003"/>
                    <a:pt x="1239" y="2182"/>
                    <a:pt x="1394" y="2253"/>
                  </a:cubicBezTo>
                  <a:cubicBezTo>
                    <a:pt x="1451" y="2279"/>
                    <a:pt x="1505" y="2291"/>
                    <a:pt x="1558" y="2291"/>
                  </a:cubicBezTo>
                  <a:cubicBezTo>
                    <a:pt x="1603" y="2291"/>
                    <a:pt x="1647" y="2282"/>
                    <a:pt x="1691" y="2265"/>
                  </a:cubicBezTo>
                  <a:lnTo>
                    <a:pt x="1691" y="2265"/>
                  </a:lnTo>
                  <a:cubicBezTo>
                    <a:pt x="1334" y="2575"/>
                    <a:pt x="989" y="2908"/>
                    <a:pt x="667" y="3266"/>
                  </a:cubicBezTo>
                  <a:cubicBezTo>
                    <a:pt x="441" y="3504"/>
                    <a:pt x="191" y="3801"/>
                    <a:pt x="108" y="4158"/>
                  </a:cubicBezTo>
                  <a:cubicBezTo>
                    <a:pt x="1" y="4599"/>
                    <a:pt x="203" y="5111"/>
                    <a:pt x="584" y="5373"/>
                  </a:cubicBezTo>
                  <a:lnTo>
                    <a:pt x="620" y="5301"/>
                  </a:lnTo>
                  <a:cubicBezTo>
                    <a:pt x="263" y="5063"/>
                    <a:pt x="72" y="4587"/>
                    <a:pt x="179" y="4170"/>
                  </a:cubicBezTo>
                  <a:cubicBezTo>
                    <a:pt x="251" y="3837"/>
                    <a:pt x="501" y="3551"/>
                    <a:pt x="715" y="3313"/>
                  </a:cubicBezTo>
                  <a:cubicBezTo>
                    <a:pt x="1120" y="2873"/>
                    <a:pt x="1560" y="2468"/>
                    <a:pt x="2013" y="2087"/>
                  </a:cubicBezTo>
                  <a:lnTo>
                    <a:pt x="1965" y="2039"/>
                  </a:lnTo>
                  <a:cubicBezTo>
                    <a:pt x="1801" y="2160"/>
                    <a:pt x="1662" y="2219"/>
                    <a:pt x="1548" y="2219"/>
                  </a:cubicBezTo>
                  <a:cubicBezTo>
                    <a:pt x="1505" y="2219"/>
                    <a:pt x="1465" y="2210"/>
                    <a:pt x="1429" y="2194"/>
                  </a:cubicBezTo>
                  <a:cubicBezTo>
                    <a:pt x="1298" y="2134"/>
                    <a:pt x="1239" y="1980"/>
                    <a:pt x="1239" y="1849"/>
                  </a:cubicBezTo>
                  <a:cubicBezTo>
                    <a:pt x="1239" y="1706"/>
                    <a:pt x="1310" y="1563"/>
                    <a:pt x="1370" y="1444"/>
                  </a:cubicBezTo>
                  <a:cubicBezTo>
                    <a:pt x="1620" y="968"/>
                    <a:pt x="2025" y="575"/>
                    <a:pt x="2501" y="337"/>
                  </a:cubicBezTo>
                  <a:cubicBezTo>
                    <a:pt x="2857" y="163"/>
                    <a:pt x="3250" y="72"/>
                    <a:pt x="3645" y="72"/>
                  </a:cubicBezTo>
                  <a:cubicBezTo>
                    <a:pt x="3792" y="72"/>
                    <a:pt x="3939" y="84"/>
                    <a:pt x="4084" y="110"/>
                  </a:cubicBezTo>
                  <a:lnTo>
                    <a:pt x="4096" y="39"/>
                  </a:lnTo>
                  <a:cubicBezTo>
                    <a:pt x="3949" y="13"/>
                    <a:pt x="3800" y="1"/>
                    <a:pt x="3651" y="1"/>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7" name="Google Shape;2697;p67"/>
            <p:cNvSpPr/>
            <p:nvPr/>
          </p:nvSpPr>
          <p:spPr>
            <a:xfrm>
              <a:off x="3272725" y="2019425"/>
              <a:ext cx="74125" cy="28850"/>
            </a:xfrm>
            <a:custGeom>
              <a:avLst/>
              <a:gdLst/>
              <a:ahLst/>
              <a:cxnLst/>
              <a:rect l="l" t="t" r="r" b="b"/>
              <a:pathLst>
                <a:path w="2965" h="1154" extrusionOk="0">
                  <a:moveTo>
                    <a:pt x="0" y="1"/>
                  </a:moveTo>
                  <a:lnTo>
                    <a:pt x="107" y="1120"/>
                  </a:lnTo>
                  <a:cubicBezTo>
                    <a:pt x="329" y="1142"/>
                    <a:pt x="553" y="1154"/>
                    <a:pt x="779" y="1154"/>
                  </a:cubicBezTo>
                  <a:cubicBezTo>
                    <a:pt x="1500" y="1154"/>
                    <a:pt x="2237" y="1040"/>
                    <a:pt x="2953" y="822"/>
                  </a:cubicBezTo>
                  <a:lnTo>
                    <a:pt x="2965" y="24"/>
                  </a:lnTo>
                  <a:lnTo>
                    <a:pt x="0" y="1"/>
                  </a:lnTo>
                  <a:close/>
                </a:path>
              </a:pathLst>
            </a:custGeom>
            <a:solidFill>
              <a:srgbClr val="8C58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67"/>
            <p:cNvSpPr/>
            <p:nvPr/>
          </p:nvSpPr>
          <p:spPr>
            <a:xfrm>
              <a:off x="3275400" y="2039975"/>
              <a:ext cx="71150" cy="33050"/>
            </a:xfrm>
            <a:custGeom>
              <a:avLst/>
              <a:gdLst/>
              <a:ahLst/>
              <a:cxnLst/>
              <a:rect l="l" t="t" r="r" b="b"/>
              <a:pathLst>
                <a:path w="2846" h="1322" extrusionOk="0">
                  <a:moveTo>
                    <a:pt x="2846" y="0"/>
                  </a:moveTo>
                  <a:lnTo>
                    <a:pt x="2846" y="0"/>
                  </a:lnTo>
                  <a:cubicBezTo>
                    <a:pt x="2130" y="218"/>
                    <a:pt x="1393" y="332"/>
                    <a:pt x="672" y="332"/>
                  </a:cubicBezTo>
                  <a:cubicBezTo>
                    <a:pt x="446" y="332"/>
                    <a:pt x="222" y="320"/>
                    <a:pt x="0" y="298"/>
                  </a:cubicBezTo>
                  <a:lnTo>
                    <a:pt x="0" y="298"/>
                  </a:lnTo>
                  <a:lnTo>
                    <a:pt x="60" y="786"/>
                  </a:lnTo>
                  <a:cubicBezTo>
                    <a:pt x="60" y="786"/>
                    <a:pt x="262" y="1322"/>
                    <a:pt x="1273" y="1322"/>
                  </a:cubicBezTo>
                  <a:cubicBezTo>
                    <a:pt x="1359" y="1322"/>
                    <a:pt x="1450" y="1318"/>
                    <a:pt x="1548" y="1310"/>
                  </a:cubicBezTo>
                  <a:cubicBezTo>
                    <a:pt x="2667" y="1214"/>
                    <a:pt x="2775" y="560"/>
                    <a:pt x="2775" y="560"/>
                  </a:cubicBezTo>
                  <a:lnTo>
                    <a:pt x="2846" y="0"/>
                  </a:lnTo>
                  <a:close/>
                </a:path>
              </a:pathLst>
            </a:custGeom>
            <a:solidFill>
              <a:srgbClr val="BC7B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9" name="Google Shape;2699;p67"/>
            <p:cNvSpPr/>
            <p:nvPr/>
          </p:nvSpPr>
          <p:spPr>
            <a:xfrm>
              <a:off x="3391475" y="1834575"/>
              <a:ext cx="74150" cy="156600"/>
            </a:xfrm>
            <a:custGeom>
              <a:avLst/>
              <a:gdLst/>
              <a:ahLst/>
              <a:cxnLst/>
              <a:rect l="l" t="t" r="r" b="b"/>
              <a:pathLst>
                <a:path w="2966" h="6264" extrusionOk="0">
                  <a:moveTo>
                    <a:pt x="1775" y="1"/>
                  </a:moveTo>
                  <a:lnTo>
                    <a:pt x="1727" y="48"/>
                  </a:lnTo>
                  <a:cubicBezTo>
                    <a:pt x="2442" y="751"/>
                    <a:pt x="2858" y="1715"/>
                    <a:pt x="2882" y="2703"/>
                  </a:cubicBezTo>
                  <a:cubicBezTo>
                    <a:pt x="2894" y="2894"/>
                    <a:pt x="2882" y="3144"/>
                    <a:pt x="2751" y="3323"/>
                  </a:cubicBezTo>
                  <a:cubicBezTo>
                    <a:pt x="2680" y="3406"/>
                    <a:pt x="2561" y="3477"/>
                    <a:pt x="2442" y="3489"/>
                  </a:cubicBezTo>
                  <a:cubicBezTo>
                    <a:pt x="2382" y="3489"/>
                    <a:pt x="2299" y="3489"/>
                    <a:pt x="2227" y="3418"/>
                  </a:cubicBezTo>
                  <a:lnTo>
                    <a:pt x="2168" y="3465"/>
                  </a:lnTo>
                  <a:cubicBezTo>
                    <a:pt x="2632" y="4073"/>
                    <a:pt x="2620" y="5013"/>
                    <a:pt x="2132" y="5597"/>
                  </a:cubicBezTo>
                  <a:cubicBezTo>
                    <a:pt x="1805" y="5986"/>
                    <a:pt x="1301" y="6197"/>
                    <a:pt x="801" y="6197"/>
                  </a:cubicBezTo>
                  <a:cubicBezTo>
                    <a:pt x="536" y="6197"/>
                    <a:pt x="272" y="6137"/>
                    <a:pt x="37" y="6013"/>
                  </a:cubicBezTo>
                  <a:lnTo>
                    <a:pt x="1" y="6073"/>
                  </a:lnTo>
                  <a:cubicBezTo>
                    <a:pt x="251" y="6204"/>
                    <a:pt x="525" y="6263"/>
                    <a:pt x="799" y="6263"/>
                  </a:cubicBezTo>
                  <a:cubicBezTo>
                    <a:pt x="1322" y="6263"/>
                    <a:pt x="1846" y="6049"/>
                    <a:pt x="2180" y="5644"/>
                  </a:cubicBezTo>
                  <a:cubicBezTo>
                    <a:pt x="2668" y="5073"/>
                    <a:pt x="2715" y="4180"/>
                    <a:pt x="2311" y="3549"/>
                  </a:cubicBezTo>
                  <a:lnTo>
                    <a:pt x="2311" y="3549"/>
                  </a:lnTo>
                  <a:cubicBezTo>
                    <a:pt x="2358" y="3561"/>
                    <a:pt x="2406" y="3561"/>
                    <a:pt x="2454" y="3561"/>
                  </a:cubicBezTo>
                  <a:cubicBezTo>
                    <a:pt x="2596" y="3549"/>
                    <a:pt x="2727" y="3465"/>
                    <a:pt x="2811" y="3358"/>
                  </a:cubicBezTo>
                  <a:cubicBezTo>
                    <a:pt x="2954" y="3168"/>
                    <a:pt x="2965" y="2906"/>
                    <a:pt x="2965" y="2703"/>
                  </a:cubicBezTo>
                  <a:cubicBezTo>
                    <a:pt x="2930" y="1691"/>
                    <a:pt x="2501" y="703"/>
                    <a:pt x="1775" y="1"/>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0" name="Google Shape;2700;p67"/>
            <p:cNvSpPr/>
            <p:nvPr/>
          </p:nvSpPr>
          <p:spPr>
            <a:xfrm>
              <a:off x="3158025" y="1895175"/>
              <a:ext cx="66200" cy="60775"/>
            </a:xfrm>
            <a:custGeom>
              <a:avLst/>
              <a:gdLst/>
              <a:ahLst/>
              <a:cxnLst/>
              <a:rect l="l" t="t" r="r" b="b"/>
              <a:pathLst>
                <a:path w="2648" h="2431" extrusionOk="0">
                  <a:moveTo>
                    <a:pt x="1418" y="1"/>
                  </a:moveTo>
                  <a:cubicBezTo>
                    <a:pt x="1017" y="1"/>
                    <a:pt x="619" y="181"/>
                    <a:pt x="397" y="780"/>
                  </a:cubicBezTo>
                  <a:cubicBezTo>
                    <a:pt x="1" y="1829"/>
                    <a:pt x="647" y="2431"/>
                    <a:pt x="1351" y="2431"/>
                  </a:cubicBezTo>
                  <a:cubicBezTo>
                    <a:pt x="1661" y="2431"/>
                    <a:pt x="1983" y="2313"/>
                    <a:pt x="2231" y="2065"/>
                  </a:cubicBezTo>
                  <a:lnTo>
                    <a:pt x="2648" y="422"/>
                  </a:lnTo>
                  <a:cubicBezTo>
                    <a:pt x="2648" y="422"/>
                    <a:pt x="2030" y="1"/>
                    <a:pt x="1418" y="1"/>
                  </a:cubicBezTo>
                  <a:close/>
                </a:path>
              </a:pathLst>
            </a:custGeom>
            <a:solidFill>
              <a:srgbClr val="BC7B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1" name="Google Shape;2701;p67"/>
            <p:cNvSpPr/>
            <p:nvPr/>
          </p:nvSpPr>
          <p:spPr>
            <a:xfrm>
              <a:off x="3175375" y="1905925"/>
              <a:ext cx="40525" cy="39100"/>
            </a:xfrm>
            <a:custGeom>
              <a:avLst/>
              <a:gdLst/>
              <a:ahLst/>
              <a:cxnLst/>
              <a:rect l="l" t="t" r="r" b="b"/>
              <a:pathLst>
                <a:path w="1621" h="1564" extrusionOk="0">
                  <a:moveTo>
                    <a:pt x="573" y="1"/>
                  </a:moveTo>
                  <a:cubicBezTo>
                    <a:pt x="262" y="1"/>
                    <a:pt x="24" y="207"/>
                    <a:pt x="13" y="219"/>
                  </a:cubicBezTo>
                  <a:cubicBezTo>
                    <a:pt x="1" y="230"/>
                    <a:pt x="1" y="254"/>
                    <a:pt x="13" y="266"/>
                  </a:cubicBezTo>
                  <a:cubicBezTo>
                    <a:pt x="19" y="272"/>
                    <a:pt x="25" y="275"/>
                    <a:pt x="32" y="275"/>
                  </a:cubicBezTo>
                  <a:cubicBezTo>
                    <a:pt x="40" y="275"/>
                    <a:pt x="49" y="272"/>
                    <a:pt x="60" y="266"/>
                  </a:cubicBezTo>
                  <a:cubicBezTo>
                    <a:pt x="60" y="266"/>
                    <a:pt x="297" y="62"/>
                    <a:pt x="596" y="62"/>
                  </a:cubicBezTo>
                  <a:cubicBezTo>
                    <a:pt x="612" y="62"/>
                    <a:pt x="628" y="63"/>
                    <a:pt x="644" y="64"/>
                  </a:cubicBezTo>
                  <a:cubicBezTo>
                    <a:pt x="822" y="88"/>
                    <a:pt x="989" y="183"/>
                    <a:pt x="1132" y="361"/>
                  </a:cubicBezTo>
                  <a:cubicBezTo>
                    <a:pt x="1537" y="862"/>
                    <a:pt x="977" y="1504"/>
                    <a:pt x="965" y="1504"/>
                  </a:cubicBezTo>
                  <a:cubicBezTo>
                    <a:pt x="953" y="1516"/>
                    <a:pt x="953" y="1540"/>
                    <a:pt x="977" y="1552"/>
                  </a:cubicBezTo>
                  <a:cubicBezTo>
                    <a:pt x="977" y="1552"/>
                    <a:pt x="977" y="1564"/>
                    <a:pt x="989" y="1564"/>
                  </a:cubicBezTo>
                  <a:cubicBezTo>
                    <a:pt x="1001" y="1564"/>
                    <a:pt x="1013" y="1564"/>
                    <a:pt x="1025" y="1552"/>
                  </a:cubicBezTo>
                  <a:cubicBezTo>
                    <a:pt x="1025" y="1540"/>
                    <a:pt x="1620" y="873"/>
                    <a:pt x="1180" y="314"/>
                  </a:cubicBezTo>
                  <a:cubicBezTo>
                    <a:pt x="1025" y="123"/>
                    <a:pt x="846" y="16"/>
                    <a:pt x="644" y="4"/>
                  </a:cubicBezTo>
                  <a:cubicBezTo>
                    <a:pt x="620" y="2"/>
                    <a:pt x="596" y="1"/>
                    <a:pt x="573"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2" name="Google Shape;2702;p67"/>
            <p:cNvSpPr/>
            <p:nvPr/>
          </p:nvSpPr>
          <p:spPr>
            <a:xfrm>
              <a:off x="3185200" y="1921250"/>
              <a:ext cx="23250" cy="9500"/>
            </a:xfrm>
            <a:custGeom>
              <a:avLst/>
              <a:gdLst/>
              <a:ahLst/>
              <a:cxnLst/>
              <a:rect l="l" t="t" r="r" b="b"/>
              <a:pathLst>
                <a:path w="930" h="380" extrusionOk="0">
                  <a:moveTo>
                    <a:pt x="335" y="0"/>
                  </a:moveTo>
                  <a:cubicBezTo>
                    <a:pt x="162" y="0"/>
                    <a:pt x="25" y="46"/>
                    <a:pt x="25" y="46"/>
                  </a:cubicBezTo>
                  <a:cubicBezTo>
                    <a:pt x="13" y="46"/>
                    <a:pt x="1" y="70"/>
                    <a:pt x="1" y="82"/>
                  </a:cubicBezTo>
                  <a:cubicBezTo>
                    <a:pt x="13" y="94"/>
                    <a:pt x="13" y="106"/>
                    <a:pt x="25" y="106"/>
                  </a:cubicBezTo>
                  <a:lnTo>
                    <a:pt x="48" y="106"/>
                  </a:lnTo>
                  <a:cubicBezTo>
                    <a:pt x="48" y="106"/>
                    <a:pt x="175" y="62"/>
                    <a:pt x="334" y="62"/>
                  </a:cubicBezTo>
                  <a:cubicBezTo>
                    <a:pt x="517" y="62"/>
                    <a:pt x="743" y="119"/>
                    <a:pt x="870" y="368"/>
                  </a:cubicBezTo>
                  <a:cubicBezTo>
                    <a:pt x="870" y="379"/>
                    <a:pt x="894" y="379"/>
                    <a:pt x="918" y="379"/>
                  </a:cubicBezTo>
                  <a:cubicBezTo>
                    <a:pt x="929" y="368"/>
                    <a:pt x="929" y="356"/>
                    <a:pt x="929" y="332"/>
                  </a:cubicBezTo>
                  <a:cubicBezTo>
                    <a:pt x="788" y="63"/>
                    <a:pt x="537" y="0"/>
                    <a:pt x="335" y="0"/>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3" name="Google Shape;2703;p67"/>
            <p:cNvSpPr/>
            <p:nvPr/>
          </p:nvSpPr>
          <p:spPr>
            <a:xfrm>
              <a:off x="3187875" y="1787875"/>
              <a:ext cx="255425" cy="247900"/>
            </a:xfrm>
            <a:custGeom>
              <a:avLst/>
              <a:gdLst/>
              <a:ahLst/>
              <a:cxnLst/>
              <a:rect l="l" t="t" r="r" b="b"/>
              <a:pathLst>
                <a:path w="10217" h="9916" extrusionOk="0">
                  <a:moveTo>
                    <a:pt x="4712" y="1"/>
                  </a:moveTo>
                  <a:cubicBezTo>
                    <a:pt x="3715" y="1"/>
                    <a:pt x="2892" y="426"/>
                    <a:pt x="2323" y="1262"/>
                  </a:cubicBezTo>
                  <a:cubicBezTo>
                    <a:pt x="2323" y="1262"/>
                    <a:pt x="1251" y="2595"/>
                    <a:pt x="549" y="4822"/>
                  </a:cubicBezTo>
                  <a:cubicBezTo>
                    <a:pt x="1" y="6560"/>
                    <a:pt x="846" y="8703"/>
                    <a:pt x="2918" y="9513"/>
                  </a:cubicBezTo>
                  <a:cubicBezTo>
                    <a:pt x="3560" y="9763"/>
                    <a:pt x="4243" y="9916"/>
                    <a:pt x="4924" y="9916"/>
                  </a:cubicBezTo>
                  <a:cubicBezTo>
                    <a:pt x="6315" y="9916"/>
                    <a:pt x="7697" y="9279"/>
                    <a:pt x="8704" y="7536"/>
                  </a:cubicBezTo>
                  <a:cubicBezTo>
                    <a:pt x="10217" y="4929"/>
                    <a:pt x="10050" y="2428"/>
                    <a:pt x="7704" y="1000"/>
                  </a:cubicBezTo>
                  <a:cubicBezTo>
                    <a:pt x="6606" y="331"/>
                    <a:pt x="5591" y="1"/>
                    <a:pt x="4712" y="1"/>
                  </a:cubicBezTo>
                  <a:close/>
                </a:path>
              </a:pathLst>
            </a:custGeom>
            <a:solidFill>
              <a:srgbClr val="BC7B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4" name="Google Shape;2704;p67"/>
            <p:cNvSpPr/>
            <p:nvPr/>
          </p:nvSpPr>
          <p:spPr>
            <a:xfrm>
              <a:off x="3197400" y="1835775"/>
              <a:ext cx="29800" cy="60950"/>
            </a:xfrm>
            <a:custGeom>
              <a:avLst/>
              <a:gdLst/>
              <a:ahLst/>
              <a:cxnLst/>
              <a:rect l="l" t="t" r="r" b="b"/>
              <a:pathLst>
                <a:path w="1192" h="2438" extrusionOk="0">
                  <a:moveTo>
                    <a:pt x="1049" y="0"/>
                  </a:moveTo>
                  <a:lnTo>
                    <a:pt x="1049" y="0"/>
                  </a:lnTo>
                  <a:cubicBezTo>
                    <a:pt x="441" y="655"/>
                    <a:pt x="72" y="1524"/>
                    <a:pt x="1" y="2417"/>
                  </a:cubicBezTo>
                  <a:lnTo>
                    <a:pt x="49" y="2286"/>
                  </a:lnTo>
                  <a:cubicBezTo>
                    <a:pt x="95" y="2387"/>
                    <a:pt x="212" y="2437"/>
                    <a:pt x="330" y="2437"/>
                  </a:cubicBezTo>
                  <a:cubicBezTo>
                    <a:pt x="394" y="2437"/>
                    <a:pt x="459" y="2423"/>
                    <a:pt x="513" y="2394"/>
                  </a:cubicBezTo>
                  <a:cubicBezTo>
                    <a:pt x="668" y="2310"/>
                    <a:pt x="763" y="2144"/>
                    <a:pt x="834" y="1977"/>
                  </a:cubicBezTo>
                  <a:cubicBezTo>
                    <a:pt x="1120" y="1370"/>
                    <a:pt x="1192" y="655"/>
                    <a:pt x="1049" y="0"/>
                  </a:cubicBezTo>
                  <a:close/>
                </a:path>
              </a:pathLst>
            </a:custGeom>
            <a:solidFill>
              <a:srgbClr val="8C58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5" name="Google Shape;2705;p67"/>
            <p:cNvSpPr/>
            <p:nvPr/>
          </p:nvSpPr>
          <p:spPr>
            <a:xfrm>
              <a:off x="3201700" y="1751975"/>
              <a:ext cx="289225" cy="223900"/>
            </a:xfrm>
            <a:custGeom>
              <a:avLst/>
              <a:gdLst/>
              <a:ahLst/>
              <a:cxnLst/>
              <a:rect l="l" t="t" r="r" b="b"/>
              <a:pathLst>
                <a:path w="11569" h="8956" extrusionOk="0">
                  <a:moveTo>
                    <a:pt x="3492" y="0"/>
                  </a:moveTo>
                  <a:cubicBezTo>
                    <a:pt x="2451" y="0"/>
                    <a:pt x="2294" y="1257"/>
                    <a:pt x="2294" y="1257"/>
                  </a:cubicBezTo>
                  <a:cubicBezTo>
                    <a:pt x="2289" y="1257"/>
                    <a:pt x="2285" y="1257"/>
                    <a:pt x="2281" y="1257"/>
                  </a:cubicBezTo>
                  <a:cubicBezTo>
                    <a:pt x="1607" y="1257"/>
                    <a:pt x="1" y="3154"/>
                    <a:pt x="841" y="3745"/>
                  </a:cubicBezTo>
                  <a:cubicBezTo>
                    <a:pt x="1053" y="3893"/>
                    <a:pt x="1295" y="3948"/>
                    <a:pt x="1538" y="3948"/>
                  </a:cubicBezTo>
                  <a:cubicBezTo>
                    <a:pt x="2277" y="3948"/>
                    <a:pt x="3032" y="3436"/>
                    <a:pt x="3032" y="3436"/>
                  </a:cubicBezTo>
                  <a:lnTo>
                    <a:pt x="3032" y="3436"/>
                  </a:lnTo>
                  <a:cubicBezTo>
                    <a:pt x="2639" y="3852"/>
                    <a:pt x="2936" y="4269"/>
                    <a:pt x="2936" y="4269"/>
                  </a:cubicBezTo>
                  <a:cubicBezTo>
                    <a:pt x="3454" y="4926"/>
                    <a:pt x="5421" y="5028"/>
                    <a:pt x="6592" y="5028"/>
                  </a:cubicBezTo>
                  <a:cubicBezTo>
                    <a:pt x="7119" y="5028"/>
                    <a:pt x="7485" y="5007"/>
                    <a:pt x="7485" y="5007"/>
                  </a:cubicBezTo>
                  <a:lnTo>
                    <a:pt x="7485" y="5007"/>
                  </a:lnTo>
                  <a:cubicBezTo>
                    <a:pt x="7270" y="6388"/>
                    <a:pt x="7830" y="6865"/>
                    <a:pt x="7830" y="6865"/>
                  </a:cubicBezTo>
                  <a:cubicBezTo>
                    <a:pt x="7497" y="8210"/>
                    <a:pt x="8199" y="8627"/>
                    <a:pt x="8199" y="8627"/>
                  </a:cubicBezTo>
                  <a:cubicBezTo>
                    <a:pt x="8199" y="8627"/>
                    <a:pt x="7903" y="8955"/>
                    <a:pt x="8525" y="8955"/>
                  </a:cubicBezTo>
                  <a:cubicBezTo>
                    <a:pt x="8661" y="8955"/>
                    <a:pt x="8842" y="8939"/>
                    <a:pt x="9080" y="8901"/>
                  </a:cubicBezTo>
                  <a:cubicBezTo>
                    <a:pt x="10414" y="8698"/>
                    <a:pt x="10080" y="6841"/>
                    <a:pt x="10080" y="6841"/>
                  </a:cubicBezTo>
                  <a:cubicBezTo>
                    <a:pt x="11569" y="5555"/>
                    <a:pt x="9390" y="3281"/>
                    <a:pt x="9390" y="3281"/>
                  </a:cubicBezTo>
                  <a:cubicBezTo>
                    <a:pt x="9283" y="2602"/>
                    <a:pt x="8818" y="1709"/>
                    <a:pt x="7723" y="1305"/>
                  </a:cubicBezTo>
                  <a:cubicBezTo>
                    <a:pt x="6627" y="888"/>
                    <a:pt x="6211" y="1102"/>
                    <a:pt x="4365" y="233"/>
                  </a:cubicBezTo>
                  <a:cubicBezTo>
                    <a:pt x="4021" y="67"/>
                    <a:pt x="3733" y="0"/>
                    <a:pt x="3492" y="0"/>
                  </a:cubicBezTo>
                  <a:close/>
                </a:path>
              </a:pathLst>
            </a:custGeom>
            <a:solidFill>
              <a:srgbClr val="8C58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6" name="Google Shape;2706;p67"/>
            <p:cNvSpPr/>
            <p:nvPr/>
          </p:nvSpPr>
          <p:spPr>
            <a:xfrm>
              <a:off x="3427200" y="1811050"/>
              <a:ext cx="34250" cy="38725"/>
            </a:xfrm>
            <a:custGeom>
              <a:avLst/>
              <a:gdLst/>
              <a:ahLst/>
              <a:cxnLst/>
              <a:rect l="l" t="t" r="r" b="b"/>
              <a:pathLst>
                <a:path w="1370" h="1549" extrusionOk="0">
                  <a:moveTo>
                    <a:pt x="1058" y="1"/>
                  </a:moveTo>
                  <a:cubicBezTo>
                    <a:pt x="1018" y="1"/>
                    <a:pt x="978" y="9"/>
                    <a:pt x="941" y="25"/>
                  </a:cubicBezTo>
                  <a:cubicBezTo>
                    <a:pt x="870" y="73"/>
                    <a:pt x="810" y="144"/>
                    <a:pt x="763" y="215"/>
                  </a:cubicBezTo>
                  <a:cubicBezTo>
                    <a:pt x="513" y="561"/>
                    <a:pt x="251" y="906"/>
                    <a:pt x="1" y="1251"/>
                  </a:cubicBezTo>
                  <a:lnTo>
                    <a:pt x="346" y="1549"/>
                  </a:lnTo>
                  <a:cubicBezTo>
                    <a:pt x="667" y="1418"/>
                    <a:pt x="977" y="1228"/>
                    <a:pt x="1251" y="1013"/>
                  </a:cubicBezTo>
                  <a:cubicBezTo>
                    <a:pt x="1310" y="966"/>
                    <a:pt x="1370" y="870"/>
                    <a:pt x="1322" y="811"/>
                  </a:cubicBezTo>
                  <a:cubicBezTo>
                    <a:pt x="1305" y="794"/>
                    <a:pt x="1285" y="787"/>
                    <a:pt x="1263" y="787"/>
                  </a:cubicBezTo>
                  <a:cubicBezTo>
                    <a:pt x="1225" y="787"/>
                    <a:pt x="1182" y="807"/>
                    <a:pt x="1144" y="823"/>
                  </a:cubicBezTo>
                  <a:cubicBezTo>
                    <a:pt x="953" y="918"/>
                    <a:pt x="763" y="1013"/>
                    <a:pt x="572" y="1108"/>
                  </a:cubicBezTo>
                  <a:cubicBezTo>
                    <a:pt x="810" y="906"/>
                    <a:pt x="1025" y="656"/>
                    <a:pt x="1167" y="382"/>
                  </a:cubicBezTo>
                  <a:cubicBezTo>
                    <a:pt x="1227" y="275"/>
                    <a:pt x="1275" y="132"/>
                    <a:pt x="1191" y="49"/>
                  </a:cubicBezTo>
                  <a:cubicBezTo>
                    <a:pt x="1158" y="15"/>
                    <a:pt x="1109" y="1"/>
                    <a:pt x="1058" y="1"/>
                  </a:cubicBezTo>
                  <a:close/>
                </a:path>
              </a:pathLst>
            </a:custGeom>
            <a:solidFill>
              <a:srgbClr val="8C58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7" name="Google Shape;2707;p67"/>
            <p:cNvSpPr/>
            <p:nvPr/>
          </p:nvSpPr>
          <p:spPr>
            <a:xfrm>
              <a:off x="3226875" y="1813450"/>
              <a:ext cx="172975" cy="64900"/>
            </a:xfrm>
            <a:custGeom>
              <a:avLst/>
              <a:gdLst/>
              <a:ahLst/>
              <a:cxnLst/>
              <a:rect l="l" t="t" r="r" b="b"/>
              <a:pathLst>
                <a:path w="6919" h="2596" extrusionOk="0">
                  <a:moveTo>
                    <a:pt x="72" y="0"/>
                  </a:moveTo>
                  <a:lnTo>
                    <a:pt x="1" y="36"/>
                  </a:lnTo>
                  <a:cubicBezTo>
                    <a:pt x="215" y="441"/>
                    <a:pt x="596" y="739"/>
                    <a:pt x="1037" y="858"/>
                  </a:cubicBezTo>
                  <a:cubicBezTo>
                    <a:pt x="1155" y="885"/>
                    <a:pt x="1278" y="899"/>
                    <a:pt x="1401" y="899"/>
                  </a:cubicBezTo>
                  <a:cubicBezTo>
                    <a:pt x="1599" y="899"/>
                    <a:pt x="1798" y="864"/>
                    <a:pt x="1989" y="798"/>
                  </a:cubicBezTo>
                  <a:lnTo>
                    <a:pt x="1989" y="798"/>
                  </a:lnTo>
                  <a:cubicBezTo>
                    <a:pt x="1858" y="905"/>
                    <a:pt x="1751" y="1048"/>
                    <a:pt x="1703" y="1215"/>
                  </a:cubicBezTo>
                  <a:cubicBezTo>
                    <a:pt x="1584" y="1620"/>
                    <a:pt x="1858" y="2048"/>
                    <a:pt x="2191" y="2251"/>
                  </a:cubicBezTo>
                  <a:cubicBezTo>
                    <a:pt x="2537" y="2453"/>
                    <a:pt x="2930" y="2501"/>
                    <a:pt x="3346" y="2525"/>
                  </a:cubicBezTo>
                  <a:cubicBezTo>
                    <a:pt x="4037" y="2572"/>
                    <a:pt x="4739" y="2596"/>
                    <a:pt x="5430" y="2596"/>
                  </a:cubicBezTo>
                  <a:cubicBezTo>
                    <a:pt x="5930" y="2596"/>
                    <a:pt x="6430" y="2584"/>
                    <a:pt x="6918" y="2560"/>
                  </a:cubicBezTo>
                  <a:lnTo>
                    <a:pt x="6918" y="2489"/>
                  </a:lnTo>
                  <a:cubicBezTo>
                    <a:pt x="6427" y="2514"/>
                    <a:pt x="5932" y="2526"/>
                    <a:pt x="5436" y="2526"/>
                  </a:cubicBezTo>
                  <a:cubicBezTo>
                    <a:pt x="4742" y="2526"/>
                    <a:pt x="4046" y="2502"/>
                    <a:pt x="3358" y="2453"/>
                  </a:cubicBezTo>
                  <a:cubicBezTo>
                    <a:pt x="2942" y="2429"/>
                    <a:pt x="2561" y="2382"/>
                    <a:pt x="2227" y="2191"/>
                  </a:cubicBezTo>
                  <a:cubicBezTo>
                    <a:pt x="1929" y="2001"/>
                    <a:pt x="1668" y="1608"/>
                    <a:pt x="1775" y="1239"/>
                  </a:cubicBezTo>
                  <a:cubicBezTo>
                    <a:pt x="1858" y="977"/>
                    <a:pt x="2072" y="798"/>
                    <a:pt x="2334" y="608"/>
                  </a:cubicBezTo>
                  <a:lnTo>
                    <a:pt x="2299" y="548"/>
                  </a:lnTo>
                  <a:cubicBezTo>
                    <a:pt x="2037" y="731"/>
                    <a:pt x="1719" y="825"/>
                    <a:pt x="1404" y="825"/>
                  </a:cubicBezTo>
                  <a:cubicBezTo>
                    <a:pt x="1288" y="825"/>
                    <a:pt x="1172" y="812"/>
                    <a:pt x="1060" y="786"/>
                  </a:cubicBezTo>
                  <a:cubicBezTo>
                    <a:pt x="632" y="679"/>
                    <a:pt x="263" y="381"/>
                    <a:pt x="72" y="0"/>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67"/>
            <p:cNvSpPr/>
            <p:nvPr/>
          </p:nvSpPr>
          <p:spPr>
            <a:xfrm>
              <a:off x="3367375" y="1957200"/>
              <a:ext cx="65550" cy="62500"/>
            </a:xfrm>
            <a:custGeom>
              <a:avLst/>
              <a:gdLst/>
              <a:ahLst/>
              <a:cxnLst/>
              <a:rect l="l" t="t" r="r" b="b"/>
              <a:pathLst>
                <a:path w="2622" h="2500" extrusionOk="0">
                  <a:moveTo>
                    <a:pt x="1022" y="1"/>
                  </a:moveTo>
                  <a:cubicBezTo>
                    <a:pt x="1000" y="1"/>
                    <a:pt x="989" y="1"/>
                    <a:pt x="989" y="1"/>
                  </a:cubicBezTo>
                  <a:lnTo>
                    <a:pt x="0" y="1477"/>
                  </a:lnTo>
                  <a:cubicBezTo>
                    <a:pt x="110" y="2090"/>
                    <a:pt x="638" y="2500"/>
                    <a:pt x="1166" y="2500"/>
                  </a:cubicBezTo>
                  <a:cubicBezTo>
                    <a:pt x="1613" y="2500"/>
                    <a:pt x="2060" y="2205"/>
                    <a:pt x="2251" y="1489"/>
                  </a:cubicBezTo>
                  <a:cubicBezTo>
                    <a:pt x="2622" y="61"/>
                    <a:pt x="1254" y="1"/>
                    <a:pt x="1022" y="1"/>
                  </a:cubicBezTo>
                  <a:close/>
                </a:path>
              </a:pathLst>
            </a:custGeom>
            <a:solidFill>
              <a:srgbClr val="BC7B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9" name="Google Shape;2709;p67"/>
            <p:cNvSpPr/>
            <p:nvPr/>
          </p:nvSpPr>
          <p:spPr>
            <a:xfrm>
              <a:off x="3376900" y="1971350"/>
              <a:ext cx="42300" cy="29350"/>
            </a:xfrm>
            <a:custGeom>
              <a:avLst/>
              <a:gdLst/>
              <a:ahLst/>
              <a:cxnLst/>
              <a:rect l="l" t="t" r="r" b="b"/>
              <a:pathLst>
                <a:path w="1692" h="1174" extrusionOk="0">
                  <a:moveTo>
                    <a:pt x="937" y="1"/>
                  </a:moveTo>
                  <a:cubicBezTo>
                    <a:pt x="851" y="1"/>
                    <a:pt x="761" y="14"/>
                    <a:pt x="667" y="42"/>
                  </a:cubicBezTo>
                  <a:cubicBezTo>
                    <a:pt x="0" y="233"/>
                    <a:pt x="96" y="1138"/>
                    <a:pt x="96" y="1138"/>
                  </a:cubicBezTo>
                  <a:cubicBezTo>
                    <a:pt x="96" y="1150"/>
                    <a:pt x="108" y="1162"/>
                    <a:pt x="119" y="1173"/>
                  </a:cubicBezTo>
                  <a:lnTo>
                    <a:pt x="131" y="1173"/>
                  </a:lnTo>
                  <a:cubicBezTo>
                    <a:pt x="155" y="1173"/>
                    <a:pt x="167" y="1150"/>
                    <a:pt x="167" y="1138"/>
                  </a:cubicBezTo>
                  <a:cubicBezTo>
                    <a:pt x="155" y="1126"/>
                    <a:pt x="72" y="280"/>
                    <a:pt x="691" y="102"/>
                  </a:cubicBezTo>
                  <a:cubicBezTo>
                    <a:pt x="777" y="78"/>
                    <a:pt x="860" y="65"/>
                    <a:pt x="939" y="65"/>
                  </a:cubicBezTo>
                  <a:cubicBezTo>
                    <a:pt x="1055" y="65"/>
                    <a:pt x="1163" y="93"/>
                    <a:pt x="1262" y="150"/>
                  </a:cubicBezTo>
                  <a:cubicBezTo>
                    <a:pt x="1536" y="304"/>
                    <a:pt x="1620" y="638"/>
                    <a:pt x="1620" y="650"/>
                  </a:cubicBezTo>
                  <a:cubicBezTo>
                    <a:pt x="1632" y="661"/>
                    <a:pt x="1643" y="673"/>
                    <a:pt x="1667" y="673"/>
                  </a:cubicBezTo>
                  <a:cubicBezTo>
                    <a:pt x="1679" y="661"/>
                    <a:pt x="1691" y="650"/>
                    <a:pt x="1691" y="638"/>
                  </a:cubicBezTo>
                  <a:cubicBezTo>
                    <a:pt x="1679" y="614"/>
                    <a:pt x="1596" y="269"/>
                    <a:pt x="1298" y="90"/>
                  </a:cubicBezTo>
                  <a:cubicBezTo>
                    <a:pt x="1190" y="32"/>
                    <a:pt x="1069" y="1"/>
                    <a:pt x="937"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67"/>
            <p:cNvSpPr/>
            <p:nvPr/>
          </p:nvSpPr>
          <p:spPr>
            <a:xfrm>
              <a:off x="3381375" y="1981350"/>
              <a:ext cx="23525" cy="10125"/>
            </a:xfrm>
            <a:custGeom>
              <a:avLst/>
              <a:gdLst/>
              <a:ahLst/>
              <a:cxnLst/>
              <a:rect l="l" t="t" r="r" b="b"/>
              <a:pathLst>
                <a:path w="941" h="405" extrusionOk="0">
                  <a:moveTo>
                    <a:pt x="299" y="0"/>
                  </a:moveTo>
                  <a:cubicBezTo>
                    <a:pt x="213" y="0"/>
                    <a:pt x="120" y="20"/>
                    <a:pt x="24" y="71"/>
                  </a:cubicBezTo>
                  <a:cubicBezTo>
                    <a:pt x="0" y="83"/>
                    <a:pt x="0" y="107"/>
                    <a:pt x="0" y="119"/>
                  </a:cubicBezTo>
                  <a:cubicBezTo>
                    <a:pt x="8" y="127"/>
                    <a:pt x="23" y="135"/>
                    <a:pt x="35" y="135"/>
                  </a:cubicBezTo>
                  <a:cubicBezTo>
                    <a:pt x="40" y="135"/>
                    <a:pt x="44" y="134"/>
                    <a:pt x="48" y="131"/>
                  </a:cubicBezTo>
                  <a:cubicBezTo>
                    <a:pt x="135" y="85"/>
                    <a:pt x="219" y="66"/>
                    <a:pt x="297" y="66"/>
                  </a:cubicBezTo>
                  <a:cubicBezTo>
                    <a:pt x="628" y="66"/>
                    <a:pt x="869" y="392"/>
                    <a:pt x="869" y="392"/>
                  </a:cubicBezTo>
                  <a:cubicBezTo>
                    <a:pt x="881" y="404"/>
                    <a:pt x="881" y="404"/>
                    <a:pt x="893" y="404"/>
                  </a:cubicBezTo>
                  <a:lnTo>
                    <a:pt x="917" y="404"/>
                  </a:lnTo>
                  <a:cubicBezTo>
                    <a:pt x="929" y="392"/>
                    <a:pt x="941" y="369"/>
                    <a:pt x="929" y="357"/>
                  </a:cubicBezTo>
                  <a:cubicBezTo>
                    <a:pt x="919" y="357"/>
                    <a:pt x="661" y="0"/>
                    <a:pt x="299" y="0"/>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1" name="Google Shape;2711;p67"/>
            <p:cNvSpPr/>
            <p:nvPr/>
          </p:nvSpPr>
          <p:spPr>
            <a:xfrm>
              <a:off x="3272725" y="1967325"/>
              <a:ext cx="18175" cy="7600"/>
            </a:xfrm>
            <a:custGeom>
              <a:avLst/>
              <a:gdLst/>
              <a:ahLst/>
              <a:cxnLst/>
              <a:rect l="l" t="t" r="r" b="b"/>
              <a:pathLst>
                <a:path w="727" h="304" extrusionOk="0">
                  <a:moveTo>
                    <a:pt x="703" y="1"/>
                  </a:moveTo>
                  <a:cubicBezTo>
                    <a:pt x="691" y="1"/>
                    <a:pt x="667" y="1"/>
                    <a:pt x="667" y="25"/>
                  </a:cubicBezTo>
                  <a:cubicBezTo>
                    <a:pt x="667" y="34"/>
                    <a:pt x="566" y="238"/>
                    <a:pt x="302" y="238"/>
                  </a:cubicBezTo>
                  <a:cubicBezTo>
                    <a:pt x="227" y="238"/>
                    <a:pt x="139" y="222"/>
                    <a:pt x="36" y="180"/>
                  </a:cubicBezTo>
                  <a:cubicBezTo>
                    <a:pt x="24" y="180"/>
                    <a:pt x="12" y="191"/>
                    <a:pt x="0" y="203"/>
                  </a:cubicBezTo>
                  <a:cubicBezTo>
                    <a:pt x="0" y="215"/>
                    <a:pt x="0" y="239"/>
                    <a:pt x="12" y="239"/>
                  </a:cubicBezTo>
                  <a:cubicBezTo>
                    <a:pt x="48" y="251"/>
                    <a:pt x="84" y="263"/>
                    <a:pt x="107" y="275"/>
                  </a:cubicBezTo>
                  <a:cubicBezTo>
                    <a:pt x="177" y="295"/>
                    <a:pt x="241" y="304"/>
                    <a:pt x="298" y="304"/>
                  </a:cubicBezTo>
                  <a:cubicBezTo>
                    <a:pt x="607" y="304"/>
                    <a:pt x="727" y="49"/>
                    <a:pt x="727" y="49"/>
                  </a:cubicBezTo>
                  <a:cubicBezTo>
                    <a:pt x="727" y="25"/>
                    <a:pt x="727" y="13"/>
                    <a:pt x="703"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2" name="Google Shape;2712;p67"/>
            <p:cNvSpPr/>
            <p:nvPr/>
          </p:nvSpPr>
          <p:spPr>
            <a:xfrm>
              <a:off x="3303675" y="1969825"/>
              <a:ext cx="51825" cy="27550"/>
            </a:xfrm>
            <a:custGeom>
              <a:avLst/>
              <a:gdLst/>
              <a:ahLst/>
              <a:cxnLst/>
              <a:rect l="l" t="t" r="r" b="b"/>
              <a:pathLst>
                <a:path w="2073" h="1102" extrusionOk="0">
                  <a:moveTo>
                    <a:pt x="918" y="1"/>
                  </a:moveTo>
                  <a:cubicBezTo>
                    <a:pt x="443" y="1"/>
                    <a:pt x="56" y="183"/>
                    <a:pt x="24" y="461"/>
                  </a:cubicBezTo>
                  <a:cubicBezTo>
                    <a:pt x="0" y="758"/>
                    <a:pt x="429" y="1044"/>
                    <a:pt x="989" y="1092"/>
                  </a:cubicBezTo>
                  <a:cubicBezTo>
                    <a:pt x="1053" y="1099"/>
                    <a:pt x="1117" y="1102"/>
                    <a:pt x="1179" y="1102"/>
                  </a:cubicBezTo>
                  <a:cubicBezTo>
                    <a:pt x="1643" y="1102"/>
                    <a:pt x="2017" y="914"/>
                    <a:pt x="2048" y="651"/>
                  </a:cubicBezTo>
                  <a:cubicBezTo>
                    <a:pt x="2072" y="353"/>
                    <a:pt x="1644" y="68"/>
                    <a:pt x="1084" y="8"/>
                  </a:cubicBezTo>
                  <a:cubicBezTo>
                    <a:pt x="1028" y="3"/>
                    <a:pt x="972" y="1"/>
                    <a:pt x="918" y="1"/>
                  </a:cubicBezTo>
                  <a:close/>
                </a:path>
              </a:pathLst>
            </a:custGeom>
            <a:solidFill>
              <a:srgbClr val="DF94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67"/>
            <p:cNvSpPr/>
            <p:nvPr/>
          </p:nvSpPr>
          <p:spPr>
            <a:xfrm>
              <a:off x="3331350" y="1905000"/>
              <a:ext cx="39325" cy="29275"/>
            </a:xfrm>
            <a:custGeom>
              <a:avLst/>
              <a:gdLst/>
              <a:ahLst/>
              <a:cxnLst/>
              <a:rect l="l" t="t" r="r" b="b"/>
              <a:pathLst>
                <a:path w="1573" h="1171" extrusionOk="0">
                  <a:moveTo>
                    <a:pt x="331" y="1"/>
                  </a:moveTo>
                  <a:cubicBezTo>
                    <a:pt x="249" y="1"/>
                    <a:pt x="185" y="32"/>
                    <a:pt x="132" y="77"/>
                  </a:cubicBezTo>
                  <a:cubicBezTo>
                    <a:pt x="1" y="196"/>
                    <a:pt x="72" y="470"/>
                    <a:pt x="370" y="744"/>
                  </a:cubicBezTo>
                  <a:cubicBezTo>
                    <a:pt x="661" y="1016"/>
                    <a:pt x="886" y="1170"/>
                    <a:pt x="1067" y="1170"/>
                  </a:cubicBezTo>
                  <a:cubicBezTo>
                    <a:pt x="1115" y="1170"/>
                    <a:pt x="1161" y="1159"/>
                    <a:pt x="1203" y="1137"/>
                  </a:cubicBezTo>
                  <a:cubicBezTo>
                    <a:pt x="1203" y="1137"/>
                    <a:pt x="1572" y="970"/>
                    <a:pt x="1049" y="446"/>
                  </a:cubicBezTo>
                  <a:cubicBezTo>
                    <a:pt x="706" y="111"/>
                    <a:pt x="486" y="1"/>
                    <a:pt x="331" y="1"/>
                  </a:cubicBezTo>
                  <a:close/>
                </a:path>
              </a:pathLst>
            </a:custGeom>
            <a:solidFill>
              <a:srgbClr val="8C58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4" name="Google Shape;2714;p67"/>
            <p:cNvSpPr/>
            <p:nvPr/>
          </p:nvSpPr>
          <p:spPr>
            <a:xfrm>
              <a:off x="3317375" y="1941775"/>
              <a:ext cx="17875" cy="18700"/>
            </a:xfrm>
            <a:custGeom>
              <a:avLst/>
              <a:gdLst/>
              <a:ahLst/>
              <a:cxnLst/>
              <a:rect l="l" t="t" r="r" b="b"/>
              <a:pathLst>
                <a:path w="715" h="748" extrusionOk="0">
                  <a:moveTo>
                    <a:pt x="390" y="0"/>
                  </a:moveTo>
                  <a:cubicBezTo>
                    <a:pt x="247" y="0"/>
                    <a:pt x="110" y="112"/>
                    <a:pt x="60" y="285"/>
                  </a:cubicBezTo>
                  <a:cubicBezTo>
                    <a:pt x="0" y="487"/>
                    <a:pt x="84" y="690"/>
                    <a:pt x="250" y="737"/>
                  </a:cubicBezTo>
                  <a:cubicBezTo>
                    <a:pt x="275" y="744"/>
                    <a:pt x="300" y="748"/>
                    <a:pt x="325" y="748"/>
                  </a:cubicBezTo>
                  <a:cubicBezTo>
                    <a:pt x="467" y="748"/>
                    <a:pt x="604" y="636"/>
                    <a:pt x="655" y="463"/>
                  </a:cubicBezTo>
                  <a:cubicBezTo>
                    <a:pt x="715" y="261"/>
                    <a:pt x="631" y="59"/>
                    <a:pt x="465" y="11"/>
                  </a:cubicBezTo>
                  <a:cubicBezTo>
                    <a:pt x="440" y="4"/>
                    <a:pt x="415" y="0"/>
                    <a:pt x="390" y="0"/>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5" name="Google Shape;2715;p67"/>
            <p:cNvSpPr/>
            <p:nvPr/>
          </p:nvSpPr>
          <p:spPr>
            <a:xfrm>
              <a:off x="3207225" y="1937725"/>
              <a:ext cx="51825" cy="33925"/>
            </a:xfrm>
            <a:custGeom>
              <a:avLst/>
              <a:gdLst/>
              <a:ahLst/>
              <a:cxnLst/>
              <a:rect l="l" t="t" r="r" b="b"/>
              <a:pathLst>
                <a:path w="2073" h="1357" extrusionOk="0">
                  <a:moveTo>
                    <a:pt x="587" y="0"/>
                  </a:moveTo>
                  <a:cubicBezTo>
                    <a:pt x="379" y="0"/>
                    <a:pt x="215" y="66"/>
                    <a:pt x="144" y="197"/>
                  </a:cubicBezTo>
                  <a:cubicBezTo>
                    <a:pt x="1" y="471"/>
                    <a:pt x="287" y="899"/>
                    <a:pt x="787" y="1161"/>
                  </a:cubicBezTo>
                  <a:cubicBezTo>
                    <a:pt x="1034" y="1291"/>
                    <a:pt x="1284" y="1356"/>
                    <a:pt x="1491" y="1356"/>
                  </a:cubicBezTo>
                  <a:cubicBezTo>
                    <a:pt x="1703" y="1356"/>
                    <a:pt x="1869" y="1288"/>
                    <a:pt x="1942" y="1149"/>
                  </a:cubicBezTo>
                  <a:cubicBezTo>
                    <a:pt x="2073" y="887"/>
                    <a:pt x="1787" y="459"/>
                    <a:pt x="1299" y="197"/>
                  </a:cubicBezTo>
                  <a:cubicBezTo>
                    <a:pt x="1049" y="66"/>
                    <a:pt x="796" y="0"/>
                    <a:pt x="587" y="0"/>
                  </a:cubicBezTo>
                  <a:close/>
                </a:path>
              </a:pathLst>
            </a:custGeom>
            <a:solidFill>
              <a:srgbClr val="DF94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6" name="Google Shape;2716;p67"/>
            <p:cNvSpPr/>
            <p:nvPr/>
          </p:nvSpPr>
          <p:spPr>
            <a:xfrm>
              <a:off x="3228975" y="1881650"/>
              <a:ext cx="43475" cy="18100"/>
            </a:xfrm>
            <a:custGeom>
              <a:avLst/>
              <a:gdLst/>
              <a:ahLst/>
              <a:cxnLst/>
              <a:rect l="l" t="t" r="r" b="b"/>
              <a:pathLst>
                <a:path w="1739" h="724" extrusionOk="0">
                  <a:moveTo>
                    <a:pt x="1212" y="0"/>
                  </a:moveTo>
                  <a:cubicBezTo>
                    <a:pt x="1083" y="0"/>
                    <a:pt x="920" y="18"/>
                    <a:pt x="714" y="58"/>
                  </a:cubicBezTo>
                  <a:cubicBezTo>
                    <a:pt x="0" y="189"/>
                    <a:pt x="214" y="547"/>
                    <a:pt x="214" y="547"/>
                  </a:cubicBezTo>
                  <a:cubicBezTo>
                    <a:pt x="291" y="670"/>
                    <a:pt x="443" y="723"/>
                    <a:pt x="672" y="723"/>
                  </a:cubicBezTo>
                  <a:cubicBezTo>
                    <a:pt x="797" y="723"/>
                    <a:pt x="946" y="707"/>
                    <a:pt x="1119" y="678"/>
                  </a:cubicBezTo>
                  <a:cubicBezTo>
                    <a:pt x="1524" y="606"/>
                    <a:pt x="1738" y="428"/>
                    <a:pt x="1691" y="249"/>
                  </a:cubicBezTo>
                  <a:cubicBezTo>
                    <a:pt x="1648" y="112"/>
                    <a:pt x="1538" y="0"/>
                    <a:pt x="1212" y="0"/>
                  </a:cubicBezTo>
                  <a:close/>
                </a:path>
              </a:pathLst>
            </a:custGeom>
            <a:solidFill>
              <a:srgbClr val="8C58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7" name="Google Shape;2717;p67"/>
            <p:cNvSpPr/>
            <p:nvPr/>
          </p:nvSpPr>
          <p:spPr>
            <a:xfrm>
              <a:off x="3244750" y="1918550"/>
              <a:ext cx="17875" cy="18700"/>
            </a:xfrm>
            <a:custGeom>
              <a:avLst/>
              <a:gdLst/>
              <a:ahLst/>
              <a:cxnLst/>
              <a:rect l="l" t="t" r="r" b="b"/>
              <a:pathLst>
                <a:path w="715" h="748" extrusionOk="0">
                  <a:moveTo>
                    <a:pt x="390" y="1"/>
                  </a:moveTo>
                  <a:cubicBezTo>
                    <a:pt x="247" y="1"/>
                    <a:pt x="110" y="113"/>
                    <a:pt x="60" y="285"/>
                  </a:cubicBezTo>
                  <a:cubicBezTo>
                    <a:pt x="0" y="487"/>
                    <a:pt x="83" y="690"/>
                    <a:pt x="250" y="738"/>
                  </a:cubicBezTo>
                  <a:cubicBezTo>
                    <a:pt x="273" y="745"/>
                    <a:pt x="297" y="748"/>
                    <a:pt x="321" y="748"/>
                  </a:cubicBezTo>
                  <a:cubicBezTo>
                    <a:pt x="458" y="748"/>
                    <a:pt x="604" y="636"/>
                    <a:pt x="655" y="464"/>
                  </a:cubicBezTo>
                  <a:cubicBezTo>
                    <a:pt x="714" y="261"/>
                    <a:pt x="631" y="59"/>
                    <a:pt x="464" y="11"/>
                  </a:cubicBezTo>
                  <a:cubicBezTo>
                    <a:pt x="440" y="4"/>
                    <a:pt x="415" y="1"/>
                    <a:pt x="390"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8" name="Google Shape;2718;p67"/>
            <p:cNvSpPr/>
            <p:nvPr/>
          </p:nvSpPr>
          <p:spPr>
            <a:xfrm>
              <a:off x="3270325" y="1883700"/>
              <a:ext cx="45875" cy="71750"/>
            </a:xfrm>
            <a:custGeom>
              <a:avLst/>
              <a:gdLst/>
              <a:ahLst/>
              <a:cxnLst/>
              <a:rect l="l" t="t" r="r" b="b"/>
              <a:pathLst>
                <a:path w="1835" h="2870" extrusionOk="0">
                  <a:moveTo>
                    <a:pt x="1799" y="0"/>
                  </a:moveTo>
                  <a:cubicBezTo>
                    <a:pt x="1787" y="0"/>
                    <a:pt x="1775" y="12"/>
                    <a:pt x="1763" y="24"/>
                  </a:cubicBezTo>
                  <a:cubicBezTo>
                    <a:pt x="1644" y="560"/>
                    <a:pt x="1311" y="1965"/>
                    <a:pt x="1144" y="2096"/>
                  </a:cubicBezTo>
                  <a:cubicBezTo>
                    <a:pt x="1104" y="2132"/>
                    <a:pt x="1058" y="2150"/>
                    <a:pt x="1006" y="2150"/>
                  </a:cubicBezTo>
                  <a:cubicBezTo>
                    <a:pt x="902" y="2150"/>
                    <a:pt x="775" y="2076"/>
                    <a:pt x="632" y="1917"/>
                  </a:cubicBezTo>
                  <a:cubicBezTo>
                    <a:pt x="632" y="1917"/>
                    <a:pt x="620" y="1905"/>
                    <a:pt x="620" y="1905"/>
                  </a:cubicBezTo>
                  <a:cubicBezTo>
                    <a:pt x="551" y="1836"/>
                    <a:pt x="477" y="1802"/>
                    <a:pt x="405" y="1802"/>
                  </a:cubicBezTo>
                  <a:cubicBezTo>
                    <a:pt x="365" y="1802"/>
                    <a:pt x="325" y="1813"/>
                    <a:pt x="287" y="1834"/>
                  </a:cubicBezTo>
                  <a:cubicBezTo>
                    <a:pt x="120" y="1917"/>
                    <a:pt x="1" y="2191"/>
                    <a:pt x="37" y="2405"/>
                  </a:cubicBezTo>
                  <a:cubicBezTo>
                    <a:pt x="84" y="2667"/>
                    <a:pt x="299" y="2858"/>
                    <a:pt x="311" y="2870"/>
                  </a:cubicBezTo>
                  <a:cubicBezTo>
                    <a:pt x="322" y="2870"/>
                    <a:pt x="334" y="2870"/>
                    <a:pt x="346" y="2858"/>
                  </a:cubicBezTo>
                  <a:cubicBezTo>
                    <a:pt x="358" y="2846"/>
                    <a:pt x="358" y="2834"/>
                    <a:pt x="346" y="2822"/>
                  </a:cubicBezTo>
                  <a:cubicBezTo>
                    <a:pt x="346" y="2822"/>
                    <a:pt x="144" y="2632"/>
                    <a:pt x="96" y="2393"/>
                  </a:cubicBezTo>
                  <a:cubicBezTo>
                    <a:pt x="61" y="2203"/>
                    <a:pt x="168" y="1965"/>
                    <a:pt x="311" y="1881"/>
                  </a:cubicBezTo>
                  <a:cubicBezTo>
                    <a:pt x="338" y="1870"/>
                    <a:pt x="367" y="1863"/>
                    <a:pt x="397" y="1863"/>
                  </a:cubicBezTo>
                  <a:cubicBezTo>
                    <a:pt x="456" y="1863"/>
                    <a:pt x="517" y="1889"/>
                    <a:pt x="572" y="1953"/>
                  </a:cubicBezTo>
                  <a:lnTo>
                    <a:pt x="584" y="1965"/>
                  </a:lnTo>
                  <a:cubicBezTo>
                    <a:pt x="765" y="2153"/>
                    <a:pt x="905" y="2214"/>
                    <a:pt x="1012" y="2214"/>
                  </a:cubicBezTo>
                  <a:cubicBezTo>
                    <a:pt x="1088" y="2214"/>
                    <a:pt x="1147" y="2183"/>
                    <a:pt x="1192" y="2143"/>
                  </a:cubicBezTo>
                  <a:cubicBezTo>
                    <a:pt x="1394" y="1965"/>
                    <a:pt x="1787" y="238"/>
                    <a:pt x="1823" y="48"/>
                  </a:cubicBezTo>
                  <a:cubicBezTo>
                    <a:pt x="1835" y="24"/>
                    <a:pt x="1823" y="12"/>
                    <a:pt x="1799" y="0"/>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9" name="Google Shape;2719;p67"/>
            <p:cNvSpPr/>
            <p:nvPr/>
          </p:nvSpPr>
          <p:spPr>
            <a:xfrm>
              <a:off x="3111175" y="2290300"/>
              <a:ext cx="260400" cy="180700"/>
            </a:xfrm>
            <a:custGeom>
              <a:avLst/>
              <a:gdLst/>
              <a:ahLst/>
              <a:cxnLst/>
              <a:rect l="l" t="t" r="r" b="b"/>
              <a:pathLst>
                <a:path w="10416" h="7228" extrusionOk="0">
                  <a:moveTo>
                    <a:pt x="2363" y="0"/>
                  </a:moveTo>
                  <a:cubicBezTo>
                    <a:pt x="793" y="0"/>
                    <a:pt x="1" y="2661"/>
                    <a:pt x="1450" y="3239"/>
                  </a:cubicBezTo>
                  <a:cubicBezTo>
                    <a:pt x="1974" y="3393"/>
                    <a:pt x="2545" y="3548"/>
                    <a:pt x="3117" y="3703"/>
                  </a:cubicBezTo>
                  <a:cubicBezTo>
                    <a:pt x="5022" y="4215"/>
                    <a:pt x="6927" y="4727"/>
                    <a:pt x="7355" y="4846"/>
                  </a:cubicBezTo>
                  <a:cubicBezTo>
                    <a:pt x="7355" y="4846"/>
                    <a:pt x="7296" y="7001"/>
                    <a:pt x="7784" y="7215"/>
                  </a:cubicBezTo>
                  <a:cubicBezTo>
                    <a:pt x="7802" y="7223"/>
                    <a:pt x="7820" y="7227"/>
                    <a:pt x="7839" y="7227"/>
                  </a:cubicBezTo>
                  <a:cubicBezTo>
                    <a:pt x="8325" y="7227"/>
                    <a:pt x="9129" y="4703"/>
                    <a:pt x="9129" y="4703"/>
                  </a:cubicBezTo>
                  <a:cubicBezTo>
                    <a:pt x="9129" y="4703"/>
                    <a:pt x="10415" y="3072"/>
                    <a:pt x="8593" y="2917"/>
                  </a:cubicBezTo>
                  <a:cubicBezTo>
                    <a:pt x="8593" y="2917"/>
                    <a:pt x="6831" y="2036"/>
                    <a:pt x="4760" y="1012"/>
                  </a:cubicBezTo>
                  <a:cubicBezTo>
                    <a:pt x="4200" y="738"/>
                    <a:pt x="3617" y="441"/>
                    <a:pt x="3033" y="155"/>
                  </a:cubicBezTo>
                  <a:cubicBezTo>
                    <a:pt x="2798" y="48"/>
                    <a:pt x="2574" y="0"/>
                    <a:pt x="2363" y="0"/>
                  </a:cubicBezTo>
                  <a:close/>
                </a:path>
              </a:pathLst>
            </a:custGeom>
            <a:solidFill>
              <a:srgbClr val="BC7B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0" name="Google Shape;2720;p67"/>
            <p:cNvSpPr/>
            <p:nvPr/>
          </p:nvSpPr>
          <p:spPr>
            <a:xfrm>
              <a:off x="3295050" y="2442975"/>
              <a:ext cx="24425" cy="32475"/>
            </a:xfrm>
            <a:custGeom>
              <a:avLst/>
              <a:gdLst/>
              <a:ahLst/>
              <a:cxnLst/>
              <a:rect l="l" t="t" r="r" b="b"/>
              <a:pathLst>
                <a:path w="977" h="1299" extrusionOk="0">
                  <a:moveTo>
                    <a:pt x="50" y="0"/>
                  </a:moveTo>
                  <a:cubicBezTo>
                    <a:pt x="34" y="0"/>
                    <a:pt x="17" y="0"/>
                    <a:pt x="0" y="1"/>
                  </a:cubicBezTo>
                  <a:cubicBezTo>
                    <a:pt x="24" y="918"/>
                    <a:pt x="274" y="1299"/>
                    <a:pt x="274" y="1299"/>
                  </a:cubicBezTo>
                  <a:cubicBezTo>
                    <a:pt x="274" y="1299"/>
                    <a:pt x="274" y="1299"/>
                    <a:pt x="274" y="1299"/>
                  </a:cubicBezTo>
                  <a:cubicBezTo>
                    <a:pt x="280" y="1299"/>
                    <a:pt x="418" y="1288"/>
                    <a:pt x="977" y="311"/>
                  </a:cubicBezTo>
                  <a:cubicBezTo>
                    <a:pt x="694" y="107"/>
                    <a:pt x="368" y="0"/>
                    <a:pt x="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1" name="Google Shape;2721;p67"/>
            <p:cNvSpPr/>
            <p:nvPr/>
          </p:nvSpPr>
          <p:spPr>
            <a:xfrm>
              <a:off x="3292650" y="2359950"/>
              <a:ext cx="66700" cy="90800"/>
            </a:xfrm>
            <a:custGeom>
              <a:avLst/>
              <a:gdLst/>
              <a:ahLst/>
              <a:cxnLst/>
              <a:rect l="l" t="t" r="r" b="b"/>
              <a:pathLst>
                <a:path w="2668" h="3632" extrusionOk="0">
                  <a:moveTo>
                    <a:pt x="1192" y="0"/>
                  </a:moveTo>
                  <a:lnTo>
                    <a:pt x="1192" y="0"/>
                  </a:lnTo>
                  <a:cubicBezTo>
                    <a:pt x="1323" y="1238"/>
                    <a:pt x="60" y="2120"/>
                    <a:pt x="60" y="2120"/>
                  </a:cubicBezTo>
                  <a:cubicBezTo>
                    <a:pt x="1" y="2584"/>
                    <a:pt x="84" y="3001"/>
                    <a:pt x="96" y="3322"/>
                  </a:cubicBezTo>
                  <a:cubicBezTo>
                    <a:pt x="113" y="3321"/>
                    <a:pt x="130" y="3321"/>
                    <a:pt x="146" y="3321"/>
                  </a:cubicBezTo>
                  <a:cubicBezTo>
                    <a:pt x="464" y="3321"/>
                    <a:pt x="790" y="3428"/>
                    <a:pt x="1073" y="3632"/>
                  </a:cubicBezTo>
                  <a:cubicBezTo>
                    <a:pt x="1227" y="3370"/>
                    <a:pt x="1406" y="3036"/>
                    <a:pt x="1620" y="2632"/>
                  </a:cubicBezTo>
                  <a:cubicBezTo>
                    <a:pt x="2668" y="619"/>
                    <a:pt x="2144" y="286"/>
                    <a:pt x="2144" y="286"/>
                  </a:cubicBezTo>
                  <a:cubicBezTo>
                    <a:pt x="1608" y="36"/>
                    <a:pt x="1215" y="24"/>
                    <a:pt x="119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67"/>
            <p:cNvSpPr/>
            <p:nvPr/>
          </p:nvSpPr>
          <p:spPr>
            <a:xfrm>
              <a:off x="3301900" y="2367075"/>
              <a:ext cx="52400" cy="111650"/>
            </a:xfrm>
            <a:custGeom>
              <a:avLst/>
              <a:gdLst/>
              <a:ahLst/>
              <a:cxnLst/>
              <a:rect l="l" t="t" r="r" b="b"/>
              <a:pathLst>
                <a:path w="2096" h="4466" extrusionOk="0">
                  <a:moveTo>
                    <a:pt x="1774" y="1"/>
                  </a:moveTo>
                  <a:cubicBezTo>
                    <a:pt x="1631" y="918"/>
                    <a:pt x="1226" y="2573"/>
                    <a:pt x="0" y="4335"/>
                  </a:cubicBezTo>
                  <a:cubicBezTo>
                    <a:pt x="119" y="4430"/>
                    <a:pt x="214" y="4466"/>
                    <a:pt x="214" y="4466"/>
                  </a:cubicBezTo>
                  <a:cubicBezTo>
                    <a:pt x="214" y="4466"/>
                    <a:pt x="560" y="4335"/>
                    <a:pt x="1345" y="2513"/>
                  </a:cubicBezTo>
                  <a:cubicBezTo>
                    <a:pt x="2048" y="882"/>
                    <a:pt x="2096" y="191"/>
                    <a:pt x="2096" y="191"/>
                  </a:cubicBezTo>
                  <a:cubicBezTo>
                    <a:pt x="1988" y="120"/>
                    <a:pt x="1881" y="61"/>
                    <a:pt x="17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3" name="Google Shape;2723;p67"/>
            <p:cNvSpPr/>
            <p:nvPr/>
          </p:nvSpPr>
          <p:spPr>
            <a:xfrm>
              <a:off x="3294150" y="2426825"/>
              <a:ext cx="21150" cy="3975"/>
            </a:xfrm>
            <a:custGeom>
              <a:avLst/>
              <a:gdLst/>
              <a:ahLst/>
              <a:cxnLst/>
              <a:rect l="l" t="t" r="r" b="b"/>
              <a:pathLst>
                <a:path w="846" h="159" extrusionOk="0">
                  <a:moveTo>
                    <a:pt x="419" y="0"/>
                  </a:moveTo>
                  <a:cubicBezTo>
                    <a:pt x="182" y="0"/>
                    <a:pt x="20" y="111"/>
                    <a:pt x="12" y="111"/>
                  </a:cubicBezTo>
                  <a:cubicBezTo>
                    <a:pt x="0" y="111"/>
                    <a:pt x="0" y="135"/>
                    <a:pt x="12" y="147"/>
                  </a:cubicBezTo>
                  <a:cubicBezTo>
                    <a:pt x="24" y="159"/>
                    <a:pt x="36" y="159"/>
                    <a:pt x="48" y="159"/>
                  </a:cubicBezTo>
                  <a:cubicBezTo>
                    <a:pt x="56" y="151"/>
                    <a:pt x="198" y="56"/>
                    <a:pt x="412" y="56"/>
                  </a:cubicBezTo>
                  <a:cubicBezTo>
                    <a:pt x="524" y="56"/>
                    <a:pt x="656" y="82"/>
                    <a:pt x="798" y="159"/>
                  </a:cubicBezTo>
                  <a:cubicBezTo>
                    <a:pt x="810" y="159"/>
                    <a:pt x="834" y="159"/>
                    <a:pt x="834" y="147"/>
                  </a:cubicBezTo>
                  <a:cubicBezTo>
                    <a:pt x="846" y="135"/>
                    <a:pt x="834" y="111"/>
                    <a:pt x="822" y="111"/>
                  </a:cubicBezTo>
                  <a:cubicBezTo>
                    <a:pt x="675" y="28"/>
                    <a:pt x="538" y="0"/>
                    <a:pt x="4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4" name="Google Shape;2724;p67"/>
            <p:cNvSpPr/>
            <p:nvPr/>
          </p:nvSpPr>
          <p:spPr>
            <a:xfrm>
              <a:off x="3295050" y="2416725"/>
              <a:ext cx="20850" cy="3800"/>
            </a:xfrm>
            <a:custGeom>
              <a:avLst/>
              <a:gdLst/>
              <a:ahLst/>
              <a:cxnLst/>
              <a:rect l="l" t="t" r="r" b="b"/>
              <a:pathLst>
                <a:path w="834" h="152" extrusionOk="0">
                  <a:moveTo>
                    <a:pt x="379" y="0"/>
                  </a:moveTo>
                  <a:cubicBezTo>
                    <a:pt x="150" y="0"/>
                    <a:pt x="20" y="87"/>
                    <a:pt x="12" y="87"/>
                  </a:cubicBezTo>
                  <a:cubicBezTo>
                    <a:pt x="0" y="99"/>
                    <a:pt x="0" y="122"/>
                    <a:pt x="12" y="134"/>
                  </a:cubicBezTo>
                  <a:cubicBezTo>
                    <a:pt x="12" y="140"/>
                    <a:pt x="18" y="143"/>
                    <a:pt x="25" y="143"/>
                  </a:cubicBezTo>
                  <a:cubicBezTo>
                    <a:pt x="33" y="143"/>
                    <a:pt x="42" y="140"/>
                    <a:pt x="48" y="134"/>
                  </a:cubicBezTo>
                  <a:cubicBezTo>
                    <a:pt x="48" y="134"/>
                    <a:pt x="170" y="53"/>
                    <a:pt x="384" y="53"/>
                  </a:cubicBezTo>
                  <a:cubicBezTo>
                    <a:pt x="497" y="53"/>
                    <a:pt x="637" y="76"/>
                    <a:pt x="798" y="146"/>
                  </a:cubicBezTo>
                  <a:cubicBezTo>
                    <a:pt x="801" y="150"/>
                    <a:pt x="805" y="151"/>
                    <a:pt x="808" y="151"/>
                  </a:cubicBezTo>
                  <a:cubicBezTo>
                    <a:pt x="817" y="151"/>
                    <a:pt x="825" y="143"/>
                    <a:pt x="834" y="134"/>
                  </a:cubicBezTo>
                  <a:cubicBezTo>
                    <a:pt x="834" y="122"/>
                    <a:pt x="834" y="99"/>
                    <a:pt x="822" y="99"/>
                  </a:cubicBezTo>
                  <a:cubicBezTo>
                    <a:pt x="649" y="24"/>
                    <a:pt x="500" y="0"/>
                    <a:pt x="3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5" name="Google Shape;2725;p67"/>
            <p:cNvSpPr/>
            <p:nvPr/>
          </p:nvSpPr>
          <p:spPr>
            <a:xfrm>
              <a:off x="3286125" y="2409325"/>
              <a:ext cx="15800" cy="8975"/>
            </a:xfrm>
            <a:custGeom>
              <a:avLst/>
              <a:gdLst/>
              <a:ahLst/>
              <a:cxnLst/>
              <a:rect l="l" t="t" r="r" b="b"/>
              <a:pathLst>
                <a:path w="632" h="359" extrusionOk="0">
                  <a:moveTo>
                    <a:pt x="129" y="59"/>
                  </a:moveTo>
                  <a:cubicBezTo>
                    <a:pt x="240" y="59"/>
                    <a:pt x="424" y="210"/>
                    <a:pt x="524" y="299"/>
                  </a:cubicBezTo>
                  <a:cubicBezTo>
                    <a:pt x="369" y="299"/>
                    <a:pt x="131" y="264"/>
                    <a:pt x="71" y="180"/>
                  </a:cubicBezTo>
                  <a:cubicBezTo>
                    <a:pt x="60" y="156"/>
                    <a:pt x="60" y="133"/>
                    <a:pt x="60" y="109"/>
                  </a:cubicBezTo>
                  <a:cubicBezTo>
                    <a:pt x="60" y="109"/>
                    <a:pt x="71" y="97"/>
                    <a:pt x="71" y="97"/>
                  </a:cubicBezTo>
                  <a:cubicBezTo>
                    <a:pt x="83" y="73"/>
                    <a:pt x="95" y="61"/>
                    <a:pt x="107" y="61"/>
                  </a:cubicBezTo>
                  <a:cubicBezTo>
                    <a:pt x="114" y="60"/>
                    <a:pt x="122" y="59"/>
                    <a:pt x="129" y="59"/>
                  </a:cubicBezTo>
                  <a:close/>
                  <a:moveTo>
                    <a:pt x="127" y="0"/>
                  </a:moveTo>
                  <a:cubicBezTo>
                    <a:pt x="120" y="0"/>
                    <a:pt x="114" y="1"/>
                    <a:pt x="107" y="2"/>
                  </a:cubicBezTo>
                  <a:cubicBezTo>
                    <a:pt x="71" y="14"/>
                    <a:pt x="36" y="25"/>
                    <a:pt x="12" y="85"/>
                  </a:cubicBezTo>
                  <a:cubicBezTo>
                    <a:pt x="0" y="133"/>
                    <a:pt x="0" y="168"/>
                    <a:pt x="24" y="204"/>
                  </a:cubicBezTo>
                  <a:cubicBezTo>
                    <a:pt x="131" y="347"/>
                    <a:pt x="548" y="359"/>
                    <a:pt x="595" y="359"/>
                  </a:cubicBezTo>
                  <a:cubicBezTo>
                    <a:pt x="607" y="359"/>
                    <a:pt x="619" y="359"/>
                    <a:pt x="619" y="347"/>
                  </a:cubicBezTo>
                  <a:cubicBezTo>
                    <a:pt x="631" y="335"/>
                    <a:pt x="619" y="323"/>
                    <a:pt x="619" y="311"/>
                  </a:cubicBezTo>
                  <a:cubicBezTo>
                    <a:pt x="585" y="277"/>
                    <a:pt x="297" y="0"/>
                    <a:pt x="1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6" name="Google Shape;2726;p67"/>
            <p:cNvSpPr/>
            <p:nvPr/>
          </p:nvSpPr>
          <p:spPr>
            <a:xfrm>
              <a:off x="3295350" y="2402500"/>
              <a:ext cx="10425" cy="16100"/>
            </a:xfrm>
            <a:custGeom>
              <a:avLst/>
              <a:gdLst/>
              <a:ahLst/>
              <a:cxnLst/>
              <a:rect l="l" t="t" r="r" b="b"/>
              <a:pathLst>
                <a:path w="417" h="644" extrusionOk="0">
                  <a:moveTo>
                    <a:pt x="191" y="48"/>
                  </a:moveTo>
                  <a:cubicBezTo>
                    <a:pt x="226" y="48"/>
                    <a:pt x="250" y="60"/>
                    <a:pt x="262" y="72"/>
                  </a:cubicBezTo>
                  <a:cubicBezTo>
                    <a:pt x="322" y="156"/>
                    <a:pt x="262" y="394"/>
                    <a:pt x="226" y="537"/>
                  </a:cubicBezTo>
                  <a:cubicBezTo>
                    <a:pt x="167" y="406"/>
                    <a:pt x="83" y="191"/>
                    <a:pt x="119" y="96"/>
                  </a:cubicBezTo>
                  <a:cubicBezTo>
                    <a:pt x="131" y="96"/>
                    <a:pt x="131" y="96"/>
                    <a:pt x="131" y="84"/>
                  </a:cubicBezTo>
                  <a:cubicBezTo>
                    <a:pt x="143" y="60"/>
                    <a:pt x="155" y="48"/>
                    <a:pt x="191" y="48"/>
                  </a:cubicBezTo>
                  <a:close/>
                  <a:moveTo>
                    <a:pt x="191" y="1"/>
                  </a:moveTo>
                  <a:cubicBezTo>
                    <a:pt x="143" y="1"/>
                    <a:pt x="95" y="25"/>
                    <a:pt x="83" y="60"/>
                  </a:cubicBezTo>
                  <a:cubicBezTo>
                    <a:pt x="0" y="215"/>
                    <a:pt x="191" y="584"/>
                    <a:pt x="203" y="620"/>
                  </a:cubicBezTo>
                  <a:cubicBezTo>
                    <a:pt x="214" y="632"/>
                    <a:pt x="226" y="644"/>
                    <a:pt x="238" y="644"/>
                  </a:cubicBezTo>
                  <a:cubicBezTo>
                    <a:pt x="250" y="632"/>
                    <a:pt x="250" y="632"/>
                    <a:pt x="262" y="620"/>
                  </a:cubicBezTo>
                  <a:cubicBezTo>
                    <a:pt x="274" y="572"/>
                    <a:pt x="417" y="179"/>
                    <a:pt x="298" y="48"/>
                  </a:cubicBezTo>
                  <a:cubicBezTo>
                    <a:pt x="286" y="25"/>
                    <a:pt x="250" y="1"/>
                    <a:pt x="1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7" name="Google Shape;2727;p67"/>
            <p:cNvSpPr/>
            <p:nvPr/>
          </p:nvSpPr>
          <p:spPr>
            <a:xfrm>
              <a:off x="3200975" y="2291025"/>
              <a:ext cx="260800" cy="179975"/>
            </a:xfrm>
            <a:custGeom>
              <a:avLst/>
              <a:gdLst/>
              <a:ahLst/>
              <a:cxnLst/>
              <a:rect l="l" t="t" r="r" b="b"/>
              <a:pathLst>
                <a:path w="10432" h="7199" extrusionOk="0">
                  <a:moveTo>
                    <a:pt x="8005" y="0"/>
                  </a:moveTo>
                  <a:cubicBezTo>
                    <a:pt x="7809" y="0"/>
                    <a:pt x="7600" y="39"/>
                    <a:pt x="7383" y="126"/>
                  </a:cubicBezTo>
                  <a:cubicBezTo>
                    <a:pt x="6799" y="412"/>
                    <a:pt x="6216" y="709"/>
                    <a:pt x="5656" y="983"/>
                  </a:cubicBezTo>
                  <a:cubicBezTo>
                    <a:pt x="3585" y="2007"/>
                    <a:pt x="1822" y="2888"/>
                    <a:pt x="1822" y="2888"/>
                  </a:cubicBezTo>
                  <a:cubicBezTo>
                    <a:pt x="1" y="3043"/>
                    <a:pt x="1299" y="4674"/>
                    <a:pt x="1299" y="4674"/>
                  </a:cubicBezTo>
                  <a:cubicBezTo>
                    <a:pt x="1299" y="4674"/>
                    <a:pt x="2092" y="7198"/>
                    <a:pt x="2587" y="7198"/>
                  </a:cubicBezTo>
                  <a:cubicBezTo>
                    <a:pt x="2607" y="7198"/>
                    <a:pt x="2626" y="7194"/>
                    <a:pt x="2644" y="7186"/>
                  </a:cubicBezTo>
                  <a:cubicBezTo>
                    <a:pt x="3120" y="6972"/>
                    <a:pt x="3061" y="4817"/>
                    <a:pt x="3061" y="4817"/>
                  </a:cubicBezTo>
                  <a:cubicBezTo>
                    <a:pt x="3489" y="4698"/>
                    <a:pt x="5394" y="4186"/>
                    <a:pt x="7299" y="3674"/>
                  </a:cubicBezTo>
                  <a:cubicBezTo>
                    <a:pt x="7871" y="3519"/>
                    <a:pt x="8442" y="3364"/>
                    <a:pt x="8978" y="3210"/>
                  </a:cubicBezTo>
                  <a:cubicBezTo>
                    <a:pt x="10432" y="2626"/>
                    <a:pt x="9616" y="0"/>
                    <a:pt x="8005" y="0"/>
                  </a:cubicBezTo>
                  <a:close/>
                </a:path>
              </a:pathLst>
            </a:custGeom>
            <a:solidFill>
              <a:srgbClr val="BC7B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67"/>
            <p:cNvSpPr/>
            <p:nvPr/>
          </p:nvSpPr>
          <p:spPr>
            <a:xfrm>
              <a:off x="3253075" y="2442975"/>
              <a:ext cx="24725" cy="32475"/>
            </a:xfrm>
            <a:custGeom>
              <a:avLst/>
              <a:gdLst/>
              <a:ahLst/>
              <a:cxnLst/>
              <a:rect l="l" t="t" r="r" b="b"/>
              <a:pathLst>
                <a:path w="989" h="1299" extrusionOk="0">
                  <a:moveTo>
                    <a:pt x="937" y="0"/>
                  </a:moveTo>
                  <a:cubicBezTo>
                    <a:pt x="609" y="0"/>
                    <a:pt x="283" y="107"/>
                    <a:pt x="0" y="311"/>
                  </a:cubicBezTo>
                  <a:cubicBezTo>
                    <a:pt x="570" y="1288"/>
                    <a:pt x="708" y="1299"/>
                    <a:pt x="715" y="1299"/>
                  </a:cubicBezTo>
                  <a:cubicBezTo>
                    <a:pt x="715" y="1299"/>
                    <a:pt x="715" y="1299"/>
                    <a:pt x="715" y="1299"/>
                  </a:cubicBezTo>
                  <a:cubicBezTo>
                    <a:pt x="715" y="1299"/>
                    <a:pt x="953" y="918"/>
                    <a:pt x="989" y="1"/>
                  </a:cubicBezTo>
                  <a:cubicBezTo>
                    <a:pt x="971" y="0"/>
                    <a:pt x="954" y="0"/>
                    <a:pt x="9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9" name="Google Shape;2729;p67"/>
            <p:cNvSpPr/>
            <p:nvPr/>
          </p:nvSpPr>
          <p:spPr>
            <a:xfrm>
              <a:off x="3213175" y="2359950"/>
              <a:ext cx="66700" cy="90800"/>
            </a:xfrm>
            <a:custGeom>
              <a:avLst/>
              <a:gdLst/>
              <a:ahLst/>
              <a:cxnLst/>
              <a:rect l="l" t="t" r="r" b="b"/>
              <a:pathLst>
                <a:path w="2668" h="3632" extrusionOk="0">
                  <a:moveTo>
                    <a:pt x="1477" y="0"/>
                  </a:moveTo>
                  <a:lnTo>
                    <a:pt x="1477" y="0"/>
                  </a:lnTo>
                  <a:cubicBezTo>
                    <a:pt x="1454" y="24"/>
                    <a:pt x="1073" y="36"/>
                    <a:pt x="525" y="286"/>
                  </a:cubicBezTo>
                  <a:cubicBezTo>
                    <a:pt x="525" y="286"/>
                    <a:pt x="1" y="619"/>
                    <a:pt x="1049" y="2632"/>
                  </a:cubicBezTo>
                  <a:cubicBezTo>
                    <a:pt x="1263" y="3036"/>
                    <a:pt x="1442" y="3370"/>
                    <a:pt x="1596" y="3632"/>
                  </a:cubicBezTo>
                  <a:cubicBezTo>
                    <a:pt x="1879" y="3428"/>
                    <a:pt x="2205" y="3321"/>
                    <a:pt x="2533" y="3321"/>
                  </a:cubicBezTo>
                  <a:cubicBezTo>
                    <a:pt x="2550" y="3321"/>
                    <a:pt x="2567" y="3321"/>
                    <a:pt x="2585" y="3322"/>
                  </a:cubicBezTo>
                  <a:cubicBezTo>
                    <a:pt x="2597" y="3001"/>
                    <a:pt x="2668" y="2584"/>
                    <a:pt x="2608" y="2120"/>
                  </a:cubicBezTo>
                  <a:cubicBezTo>
                    <a:pt x="2608" y="2120"/>
                    <a:pt x="1346" y="1238"/>
                    <a:pt x="147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0" name="Google Shape;2730;p67"/>
            <p:cNvSpPr/>
            <p:nvPr/>
          </p:nvSpPr>
          <p:spPr>
            <a:xfrm>
              <a:off x="3218250" y="2367075"/>
              <a:ext cx="52700" cy="111650"/>
            </a:xfrm>
            <a:custGeom>
              <a:avLst/>
              <a:gdLst/>
              <a:ahLst/>
              <a:cxnLst/>
              <a:rect l="l" t="t" r="r" b="b"/>
              <a:pathLst>
                <a:path w="2108" h="4466" extrusionOk="0">
                  <a:moveTo>
                    <a:pt x="322" y="1"/>
                  </a:moveTo>
                  <a:cubicBezTo>
                    <a:pt x="215" y="61"/>
                    <a:pt x="108" y="120"/>
                    <a:pt x="0" y="191"/>
                  </a:cubicBezTo>
                  <a:cubicBezTo>
                    <a:pt x="0" y="191"/>
                    <a:pt x="48" y="882"/>
                    <a:pt x="750" y="2513"/>
                  </a:cubicBezTo>
                  <a:cubicBezTo>
                    <a:pt x="1548" y="4335"/>
                    <a:pt x="1882" y="4466"/>
                    <a:pt x="1882" y="4466"/>
                  </a:cubicBezTo>
                  <a:cubicBezTo>
                    <a:pt x="1882" y="4466"/>
                    <a:pt x="1989" y="4430"/>
                    <a:pt x="2108" y="4335"/>
                  </a:cubicBezTo>
                  <a:cubicBezTo>
                    <a:pt x="881" y="2573"/>
                    <a:pt x="465" y="918"/>
                    <a:pt x="3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1" name="Google Shape;2731;p67"/>
            <p:cNvSpPr/>
            <p:nvPr/>
          </p:nvSpPr>
          <p:spPr>
            <a:xfrm>
              <a:off x="3257250" y="2426825"/>
              <a:ext cx="21150" cy="3975"/>
            </a:xfrm>
            <a:custGeom>
              <a:avLst/>
              <a:gdLst/>
              <a:ahLst/>
              <a:cxnLst/>
              <a:rect l="l" t="t" r="r" b="b"/>
              <a:pathLst>
                <a:path w="846" h="159" extrusionOk="0">
                  <a:moveTo>
                    <a:pt x="435" y="0"/>
                  </a:moveTo>
                  <a:cubicBezTo>
                    <a:pt x="315" y="0"/>
                    <a:pt x="175" y="28"/>
                    <a:pt x="24" y="111"/>
                  </a:cubicBezTo>
                  <a:cubicBezTo>
                    <a:pt x="12" y="111"/>
                    <a:pt x="0" y="135"/>
                    <a:pt x="12" y="147"/>
                  </a:cubicBezTo>
                  <a:cubicBezTo>
                    <a:pt x="24" y="159"/>
                    <a:pt x="36" y="159"/>
                    <a:pt x="48" y="159"/>
                  </a:cubicBezTo>
                  <a:cubicBezTo>
                    <a:pt x="190" y="82"/>
                    <a:pt x="322" y="56"/>
                    <a:pt x="433" y="56"/>
                  </a:cubicBezTo>
                  <a:cubicBezTo>
                    <a:pt x="648" y="56"/>
                    <a:pt x="790" y="151"/>
                    <a:pt x="798" y="159"/>
                  </a:cubicBezTo>
                  <a:cubicBezTo>
                    <a:pt x="810" y="159"/>
                    <a:pt x="834" y="159"/>
                    <a:pt x="834" y="147"/>
                  </a:cubicBezTo>
                  <a:cubicBezTo>
                    <a:pt x="845" y="135"/>
                    <a:pt x="845" y="111"/>
                    <a:pt x="834" y="111"/>
                  </a:cubicBezTo>
                  <a:cubicBezTo>
                    <a:pt x="834" y="111"/>
                    <a:pt x="675" y="0"/>
                    <a:pt x="4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2" name="Google Shape;2732;p67"/>
            <p:cNvSpPr/>
            <p:nvPr/>
          </p:nvSpPr>
          <p:spPr>
            <a:xfrm>
              <a:off x="3256650" y="2416725"/>
              <a:ext cx="20850" cy="3800"/>
            </a:xfrm>
            <a:custGeom>
              <a:avLst/>
              <a:gdLst/>
              <a:ahLst/>
              <a:cxnLst/>
              <a:rect l="l" t="t" r="r" b="b"/>
              <a:pathLst>
                <a:path w="834" h="152" extrusionOk="0">
                  <a:moveTo>
                    <a:pt x="459" y="0"/>
                  </a:moveTo>
                  <a:cubicBezTo>
                    <a:pt x="339" y="0"/>
                    <a:pt x="193" y="24"/>
                    <a:pt x="24" y="99"/>
                  </a:cubicBezTo>
                  <a:cubicBezTo>
                    <a:pt x="12" y="99"/>
                    <a:pt x="0" y="122"/>
                    <a:pt x="12" y="134"/>
                  </a:cubicBezTo>
                  <a:cubicBezTo>
                    <a:pt x="12" y="143"/>
                    <a:pt x="18" y="151"/>
                    <a:pt x="30" y="151"/>
                  </a:cubicBezTo>
                  <a:cubicBezTo>
                    <a:pt x="35" y="151"/>
                    <a:pt x="41" y="150"/>
                    <a:pt x="48" y="146"/>
                  </a:cubicBezTo>
                  <a:cubicBezTo>
                    <a:pt x="205" y="76"/>
                    <a:pt x="342" y="53"/>
                    <a:pt x="454" y="53"/>
                  </a:cubicBezTo>
                  <a:cubicBezTo>
                    <a:pt x="664" y="53"/>
                    <a:pt x="786" y="134"/>
                    <a:pt x="786" y="134"/>
                  </a:cubicBezTo>
                  <a:cubicBezTo>
                    <a:pt x="792" y="140"/>
                    <a:pt x="801" y="143"/>
                    <a:pt x="810" y="143"/>
                  </a:cubicBezTo>
                  <a:cubicBezTo>
                    <a:pt x="819" y="143"/>
                    <a:pt x="828" y="140"/>
                    <a:pt x="834" y="134"/>
                  </a:cubicBezTo>
                  <a:cubicBezTo>
                    <a:pt x="834" y="122"/>
                    <a:pt x="834" y="99"/>
                    <a:pt x="822" y="87"/>
                  </a:cubicBezTo>
                  <a:cubicBezTo>
                    <a:pt x="814" y="87"/>
                    <a:pt x="684" y="0"/>
                    <a:pt x="4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3" name="Google Shape;2733;p67"/>
            <p:cNvSpPr/>
            <p:nvPr/>
          </p:nvSpPr>
          <p:spPr>
            <a:xfrm>
              <a:off x="3270925" y="2409325"/>
              <a:ext cx="15800" cy="8975"/>
            </a:xfrm>
            <a:custGeom>
              <a:avLst/>
              <a:gdLst/>
              <a:ahLst/>
              <a:cxnLst/>
              <a:rect l="l" t="t" r="r" b="b"/>
              <a:pathLst>
                <a:path w="632" h="359" extrusionOk="0">
                  <a:moveTo>
                    <a:pt x="491" y="59"/>
                  </a:moveTo>
                  <a:cubicBezTo>
                    <a:pt x="498" y="59"/>
                    <a:pt x="506" y="60"/>
                    <a:pt x="513" y="61"/>
                  </a:cubicBezTo>
                  <a:cubicBezTo>
                    <a:pt x="525" y="61"/>
                    <a:pt x="548" y="73"/>
                    <a:pt x="560" y="97"/>
                  </a:cubicBezTo>
                  <a:cubicBezTo>
                    <a:pt x="560" y="97"/>
                    <a:pt x="560" y="97"/>
                    <a:pt x="560" y="109"/>
                  </a:cubicBezTo>
                  <a:cubicBezTo>
                    <a:pt x="572" y="133"/>
                    <a:pt x="572" y="156"/>
                    <a:pt x="548" y="180"/>
                  </a:cubicBezTo>
                  <a:cubicBezTo>
                    <a:pt x="489" y="264"/>
                    <a:pt x="251" y="299"/>
                    <a:pt x="96" y="299"/>
                  </a:cubicBezTo>
                  <a:cubicBezTo>
                    <a:pt x="207" y="210"/>
                    <a:pt x="381" y="59"/>
                    <a:pt x="491" y="59"/>
                  </a:cubicBezTo>
                  <a:close/>
                  <a:moveTo>
                    <a:pt x="504" y="0"/>
                  </a:moveTo>
                  <a:cubicBezTo>
                    <a:pt x="324" y="0"/>
                    <a:pt x="47" y="277"/>
                    <a:pt x="13" y="311"/>
                  </a:cubicBezTo>
                  <a:cubicBezTo>
                    <a:pt x="1" y="323"/>
                    <a:pt x="1" y="335"/>
                    <a:pt x="1" y="347"/>
                  </a:cubicBezTo>
                  <a:cubicBezTo>
                    <a:pt x="13" y="359"/>
                    <a:pt x="13" y="359"/>
                    <a:pt x="25" y="359"/>
                  </a:cubicBezTo>
                  <a:cubicBezTo>
                    <a:pt x="72" y="359"/>
                    <a:pt x="501" y="347"/>
                    <a:pt x="596" y="204"/>
                  </a:cubicBezTo>
                  <a:cubicBezTo>
                    <a:pt x="632" y="168"/>
                    <a:pt x="632" y="133"/>
                    <a:pt x="608" y="85"/>
                  </a:cubicBezTo>
                  <a:cubicBezTo>
                    <a:pt x="584" y="25"/>
                    <a:pt x="548" y="14"/>
                    <a:pt x="525" y="2"/>
                  </a:cubicBezTo>
                  <a:cubicBezTo>
                    <a:pt x="518" y="1"/>
                    <a:pt x="511" y="0"/>
                    <a:pt x="5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4" name="Google Shape;2734;p67"/>
            <p:cNvSpPr/>
            <p:nvPr/>
          </p:nvSpPr>
          <p:spPr>
            <a:xfrm>
              <a:off x="3267075" y="2402450"/>
              <a:ext cx="10425" cy="15975"/>
            </a:xfrm>
            <a:custGeom>
              <a:avLst/>
              <a:gdLst/>
              <a:ahLst/>
              <a:cxnLst/>
              <a:rect l="l" t="t" r="r" b="b"/>
              <a:pathLst>
                <a:path w="417" h="639" extrusionOk="0">
                  <a:moveTo>
                    <a:pt x="214" y="50"/>
                  </a:moveTo>
                  <a:cubicBezTo>
                    <a:pt x="250" y="62"/>
                    <a:pt x="274" y="74"/>
                    <a:pt x="286" y="86"/>
                  </a:cubicBezTo>
                  <a:cubicBezTo>
                    <a:pt x="286" y="98"/>
                    <a:pt x="286" y="98"/>
                    <a:pt x="286" y="98"/>
                  </a:cubicBezTo>
                  <a:cubicBezTo>
                    <a:pt x="321" y="193"/>
                    <a:pt x="238" y="408"/>
                    <a:pt x="179" y="539"/>
                  </a:cubicBezTo>
                  <a:cubicBezTo>
                    <a:pt x="143" y="396"/>
                    <a:pt x="83" y="158"/>
                    <a:pt x="155" y="74"/>
                  </a:cubicBezTo>
                  <a:cubicBezTo>
                    <a:pt x="155" y="62"/>
                    <a:pt x="179" y="50"/>
                    <a:pt x="214" y="50"/>
                  </a:cubicBezTo>
                  <a:close/>
                  <a:moveTo>
                    <a:pt x="199" y="0"/>
                  </a:moveTo>
                  <a:cubicBezTo>
                    <a:pt x="148" y="0"/>
                    <a:pt x="128" y="30"/>
                    <a:pt x="107" y="50"/>
                  </a:cubicBezTo>
                  <a:cubicBezTo>
                    <a:pt x="0" y="181"/>
                    <a:pt x="131" y="574"/>
                    <a:pt x="155" y="622"/>
                  </a:cubicBezTo>
                  <a:cubicBezTo>
                    <a:pt x="155" y="634"/>
                    <a:pt x="167" y="634"/>
                    <a:pt x="179" y="634"/>
                  </a:cubicBezTo>
                  <a:cubicBezTo>
                    <a:pt x="182" y="637"/>
                    <a:pt x="185" y="639"/>
                    <a:pt x="187" y="639"/>
                  </a:cubicBezTo>
                  <a:cubicBezTo>
                    <a:pt x="192" y="639"/>
                    <a:pt x="194" y="630"/>
                    <a:pt x="202" y="622"/>
                  </a:cubicBezTo>
                  <a:cubicBezTo>
                    <a:pt x="226" y="586"/>
                    <a:pt x="417" y="217"/>
                    <a:pt x="333" y="62"/>
                  </a:cubicBezTo>
                  <a:cubicBezTo>
                    <a:pt x="310" y="27"/>
                    <a:pt x="274" y="3"/>
                    <a:pt x="226" y="3"/>
                  </a:cubicBezTo>
                  <a:cubicBezTo>
                    <a:pt x="216" y="1"/>
                    <a:pt x="208" y="0"/>
                    <a:pt x="1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5" name="Google Shape;2735;p67"/>
            <p:cNvSpPr/>
            <p:nvPr/>
          </p:nvSpPr>
          <p:spPr>
            <a:xfrm>
              <a:off x="3345650" y="2195925"/>
              <a:ext cx="82175" cy="70075"/>
            </a:xfrm>
            <a:custGeom>
              <a:avLst/>
              <a:gdLst/>
              <a:ahLst/>
              <a:cxnLst/>
              <a:rect l="l" t="t" r="r" b="b"/>
              <a:pathLst>
                <a:path w="3287" h="2803" extrusionOk="0">
                  <a:moveTo>
                    <a:pt x="3286" y="1"/>
                  </a:moveTo>
                  <a:cubicBezTo>
                    <a:pt x="2817" y="93"/>
                    <a:pt x="2325" y="129"/>
                    <a:pt x="1831" y="129"/>
                  </a:cubicBezTo>
                  <a:cubicBezTo>
                    <a:pt x="1299" y="129"/>
                    <a:pt x="763" y="87"/>
                    <a:pt x="250" y="25"/>
                  </a:cubicBezTo>
                  <a:lnTo>
                    <a:pt x="179" y="584"/>
                  </a:lnTo>
                  <a:lnTo>
                    <a:pt x="0" y="1942"/>
                  </a:lnTo>
                  <a:cubicBezTo>
                    <a:pt x="358" y="2317"/>
                    <a:pt x="1047" y="2802"/>
                    <a:pt x="1671" y="2802"/>
                  </a:cubicBezTo>
                  <a:cubicBezTo>
                    <a:pt x="1918" y="2802"/>
                    <a:pt x="2155" y="2726"/>
                    <a:pt x="2358" y="2537"/>
                  </a:cubicBezTo>
                  <a:cubicBezTo>
                    <a:pt x="2727" y="2192"/>
                    <a:pt x="3048" y="1037"/>
                    <a:pt x="3286" y="1"/>
                  </a:cubicBezTo>
                  <a:close/>
                </a:path>
              </a:pathLst>
            </a:custGeom>
            <a:solidFill>
              <a:srgbClr val="BC7B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6" name="Google Shape;2736;p67"/>
            <p:cNvSpPr/>
            <p:nvPr/>
          </p:nvSpPr>
          <p:spPr>
            <a:xfrm>
              <a:off x="3351900" y="2148025"/>
              <a:ext cx="84850" cy="51150"/>
            </a:xfrm>
            <a:custGeom>
              <a:avLst/>
              <a:gdLst/>
              <a:ahLst/>
              <a:cxnLst/>
              <a:rect l="l" t="t" r="r" b="b"/>
              <a:pathLst>
                <a:path w="3394" h="2046" extrusionOk="0">
                  <a:moveTo>
                    <a:pt x="3394" y="0"/>
                  </a:moveTo>
                  <a:lnTo>
                    <a:pt x="191" y="512"/>
                  </a:lnTo>
                  <a:lnTo>
                    <a:pt x="0" y="1941"/>
                  </a:lnTo>
                  <a:cubicBezTo>
                    <a:pt x="513" y="2003"/>
                    <a:pt x="1049" y="2045"/>
                    <a:pt x="1581" y="2045"/>
                  </a:cubicBezTo>
                  <a:cubicBezTo>
                    <a:pt x="2075" y="2045"/>
                    <a:pt x="2567" y="2009"/>
                    <a:pt x="3036" y="1917"/>
                  </a:cubicBezTo>
                  <a:cubicBezTo>
                    <a:pt x="3251" y="905"/>
                    <a:pt x="3394" y="0"/>
                    <a:pt x="3394" y="0"/>
                  </a:cubicBezTo>
                  <a:close/>
                </a:path>
              </a:pathLst>
            </a:custGeom>
            <a:solidFill>
              <a:srgbClr val="8C58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7" name="Google Shape;2737;p67"/>
            <p:cNvSpPr/>
            <p:nvPr/>
          </p:nvSpPr>
          <p:spPr>
            <a:xfrm>
              <a:off x="3333150" y="2047100"/>
              <a:ext cx="117300" cy="120200"/>
            </a:xfrm>
            <a:custGeom>
              <a:avLst/>
              <a:gdLst/>
              <a:ahLst/>
              <a:cxnLst/>
              <a:rect l="l" t="t" r="r" b="b"/>
              <a:pathLst>
                <a:path w="4692" h="4808" extrusionOk="0">
                  <a:moveTo>
                    <a:pt x="1898" y="0"/>
                  </a:moveTo>
                  <a:cubicBezTo>
                    <a:pt x="1881" y="0"/>
                    <a:pt x="1863" y="0"/>
                    <a:pt x="1846" y="1"/>
                  </a:cubicBezTo>
                  <a:cubicBezTo>
                    <a:pt x="95" y="48"/>
                    <a:pt x="0" y="3215"/>
                    <a:pt x="179" y="4513"/>
                  </a:cubicBezTo>
                  <a:cubicBezTo>
                    <a:pt x="640" y="4675"/>
                    <a:pt x="1181" y="4807"/>
                    <a:pt x="1761" y="4807"/>
                  </a:cubicBezTo>
                  <a:cubicBezTo>
                    <a:pt x="1990" y="4807"/>
                    <a:pt x="2226" y="4787"/>
                    <a:pt x="2465" y="4739"/>
                  </a:cubicBezTo>
                  <a:cubicBezTo>
                    <a:pt x="3739" y="4513"/>
                    <a:pt x="4251" y="4097"/>
                    <a:pt x="4691" y="3751"/>
                  </a:cubicBezTo>
                  <a:cubicBezTo>
                    <a:pt x="4420" y="2712"/>
                    <a:pt x="3914" y="0"/>
                    <a:pt x="189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8" name="Google Shape;2738;p67"/>
            <p:cNvSpPr/>
            <p:nvPr/>
          </p:nvSpPr>
          <p:spPr>
            <a:xfrm>
              <a:off x="3337600" y="2140875"/>
              <a:ext cx="115525" cy="42250"/>
            </a:xfrm>
            <a:custGeom>
              <a:avLst/>
              <a:gdLst/>
              <a:ahLst/>
              <a:cxnLst/>
              <a:rect l="l" t="t" r="r" b="b"/>
              <a:pathLst>
                <a:path w="4621" h="1690" extrusionOk="0">
                  <a:moveTo>
                    <a:pt x="4513" y="0"/>
                  </a:moveTo>
                  <a:cubicBezTo>
                    <a:pt x="4073" y="346"/>
                    <a:pt x="3561" y="762"/>
                    <a:pt x="2287" y="1000"/>
                  </a:cubicBezTo>
                  <a:cubicBezTo>
                    <a:pt x="2058" y="1042"/>
                    <a:pt x="1833" y="1061"/>
                    <a:pt x="1613" y="1061"/>
                  </a:cubicBezTo>
                  <a:cubicBezTo>
                    <a:pt x="1021" y="1061"/>
                    <a:pt x="470" y="927"/>
                    <a:pt x="1" y="762"/>
                  </a:cubicBezTo>
                  <a:lnTo>
                    <a:pt x="1" y="762"/>
                  </a:lnTo>
                  <a:cubicBezTo>
                    <a:pt x="37" y="1084"/>
                    <a:pt x="84" y="1286"/>
                    <a:pt x="84" y="1286"/>
                  </a:cubicBezTo>
                  <a:cubicBezTo>
                    <a:pt x="84" y="1286"/>
                    <a:pt x="636" y="1689"/>
                    <a:pt x="1589" y="1689"/>
                  </a:cubicBezTo>
                  <a:cubicBezTo>
                    <a:pt x="2363" y="1689"/>
                    <a:pt x="3400" y="1424"/>
                    <a:pt x="4620" y="465"/>
                  </a:cubicBezTo>
                  <a:cubicBezTo>
                    <a:pt x="4620" y="465"/>
                    <a:pt x="4585" y="286"/>
                    <a:pt x="451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9" name="Google Shape;2739;p67"/>
            <p:cNvSpPr/>
            <p:nvPr/>
          </p:nvSpPr>
          <p:spPr>
            <a:xfrm>
              <a:off x="2926550" y="1834875"/>
              <a:ext cx="325050" cy="258100"/>
            </a:xfrm>
            <a:custGeom>
              <a:avLst/>
              <a:gdLst/>
              <a:ahLst/>
              <a:cxnLst/>
              <a:rect l="l" t="t" r="r" b="b"/>
              <a:pathLst>
                <a:path w="13002" h="10324" extrusionOk="0">
                  <a:moveTo>
                    <a:pt x="250" y="1"/>
                  </a:moveTo>
                  <a:cubicBezTo>
                    <a:pt x="155" y="24"/>
                    <a:pt x="96" y="191"/>
                    <a:pt x="0" y="215"/>
                  </a:cubicBezTo>
                  <a:cubicBezTo>
                    <a:pt x="167" y="1263"/>
                    <a:pt x="560" y="3251"/>
                    <a:pt x="1024" y="4215"/>
                  </a:cubicBezTo>
                  <a:cubicBezTo>
                    <a:pt x="1762" y="5763"/>
                    <a:pt x="3013" y="6835"/>
                    <a:pt x="4394" y="7085"/>
                  </a:cubicBezTo>
                  <a:cubicBezTo>
                    <a:pt x="4673" y="7137"/>
                    <a:pt x="4955" y="7157"/>
                    <a:pt x="5236" y="7157"/>
                  </a:cubicBezTo>
                  <a:cubicBezTo>
                    <a:pt x="5661" y="7157"/>
                    <a:pt x="6085" y="7111"/>
                    <a:pt x="6501" y="7061"/>
                  </a:cubicBezTo>
                  <a:cubicBezTo>
                    <a:pt x="6942" y="7013"/>
                    <a:pt x="7394" y="6966"/>
                    <a:pt x="7846" y="6966"/>
                  </a:cubicBezTo>
                  <a:cubicBezTo>
                    <a:pt x="9942" y="7002"/>
                    <a:pt x="11942" y="8371"/>
                    <a:pt x="12728" y="10323"/>
                  </a:cubicBezTo>
                  <a:lnTo>
                    <a:pt x="13002" y="10216"/>
                  </a:lnTo>
                  <a:cubicBezTo>
                    <a:pt x="12180" y="8156"/>
                    <a:pt x="10061" y="6704"/>
                    <a:pt x="7846" y="6680"/>
                  </a:cubicBezTo>
                  <a:cubicBezTo>
                    <a:pt x="7806" y="6679"/>
                    <a:pt x="7765" y="6679"/>
                    <a:pt x="7724" y="6679"/>
                  </a:cubicBezTo>
                  <a:cubicBezTo>
                    <a:pt x="7301" y="6679"/>
                    <a:pt x="6878" y="6732"/>
                    <a:pt x="6465" y="6775"/>
                  </a:cubicBezTo>
                  <a:cubicBezTo>
                    <a:pt x="6035" y="6819"/>
                    <a:pt x="5623" y="6863"/>
                    <a:pt x="5215" y="6863"/>
                  </a:cubicBezTo>
                  <a:cubicBezTo>
                    <a:pt x="4956" y="6863"/>
                    <a:pt x="4700" y="6845"/>
                    <a:pt x="4441" y="6799"/>
                  </a:cubicBezTo>
                  <a:cubicBezTo>
                    <a:pt x="3167" y="6561"/>
                    <a:pt x="1989" y="5549"/>
                    <a:pt x="1286" y="4096"/>
                  </a:cubicBezTo>
                  <a:cubicBezTo>
                    <a:pt x="834" y="3144"/>
                    <a:pt x="405" y="1037"/>
                    <a:pt x="25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0" name="Google Shape;2740;p67"/>
            <p:cNvSpPr/>
            <p:nvPr/>
          </p:nvSpPr>
          <p:spPr>
            <a:xfrm>
              <a:off x="3195325" y="2065500"/>
              <a:ext cx="131600" cy="119525"/>
            </a:xfrm>
            <a:custGeom>
              <a:avLst/>
              <a:gdLst/>
              <a:ahLst/>
              <a:cxnLst/>
              <a:rect l="l" t="t" r="r" b="b"/>
              <a:pathLst>
                <a:path w="5264" h="4781" extrusionOk="0">
                  <a:moveTo>
                    <a:pt x="2636" y="0"/>
                  </a:moveTo>
                  <a:cubicBezTo>
                    <a:pt x="1550" y="0"/>
                    <a:pt x="566" y="743"/>
                    <a:pt x="310" y="1837"/>
                  </a:cubicBezTo>
                  <a:cubicBezTo>
                    <a:pt x="1" y="3122"/>
                    <a:pt x="798" y="4408"/>
                    <a:pt x="2084" y="4718"/>
                  </a:cubicBezTo>
                  <a:cubicBezTo>
                    <a:pt x="2266" y="4760"/>
                    <a:pt x="2448" y="4780"/>
                    <a:pt x="2627" y="4780"/>
                  </a:cubicBezTo>
                  <a:cubicBezTo>
                    <a:pt x="3714" y="4780"/>
                    <a:pt x="4698" y="4036"/>
                    <a:pt x="4954" y="2932"/>
                  </a:cubicBezTo>
                  <a:cubicBezTo>
                    <a:pt x="5263" y="1646"/>
                    <a:pt x="4465" y="360"/>
                    <a:pt x="3180" y="63"/>
                  </a:cubicBezTo>
                  <a:cubicBezTo>
                    <a:pt x="2998" y="20"/>
                    <a:pt x="2816" y="0"/>
                    <a:pt x="26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1" name="Google Shape;2741;p67"/>
            <p:cNvSpPr/>
            <p:nvPr/>
          </p:nvSpPr>
          <p:spPr>
            <a:xfrm>
              <a:off x="3220325" y="2096525"/>
              <a:ext cx="94375" cy="73550"/>
            </a:xfrm>
            <a:custGeom>
              <a:avLst/>
              <a:gdLst/>
              <a:ahLst/>
              <a:cxnLst/>
              <a:rect l="l" t="t" r="r" b="b"/>
              <a:pathLst>
                <a:path w="3775" h="2942" extrusionOk="0">
                  <a:moveTo>
                    <a:pt x="3727" y="0"/>
                  </a:moveTo>
                  <a:cubicBezTo>
                    <a:pt x="2656" y="1929"/>
                    <a:pt x="1025" y="2632"/>
                    <a:pt x="1" y="2882"/>
                  </a:cubicBezTo>
                  <a:cubicBezTo>
                    <a:pt x="13" y="2905"/>
                    <a:pt x="36" y="2929"/>
                    <a:pt x="60" y="2941"/>
                  </a:cubicBezTo>
                  <a:cubicBezTo>
                    <a:pt x="1108" y="2679"/>
                    <a:pt x="2692" y="1965"/>
                    <a:pt x="3775" y="84"/>
                  </a:cubicBezTo>
                  <a:cubicBezTo>
                    <a:pt x="3763" y="60"/>
                    <a:pt x="3751" y="24"/>
                    <a:pt x="372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2" name="Google Shape;2742;p67"/>
            <p:cNvSpPr/>
            <p:nvPr/>
          </p:nvSpPr>
          <p:spPr>
            <a:xfrm>
              <a:off x="3201575" y="2065850"/>
              <a:ext cx="106875" cy="96475"/>
            </a:xfrm>
            <a:custGeom>
              <a:avLst/>
              <a:gdLst/>
              <a:ahLst/>
              <a:cxnLst/>
              <a:rect l="l" t="t" r="r" b="b"/>
              <a:pathLst>
                <a:path w="4275" h="3859" extrusionOk="0">
                  <a:moveTo>
                    <a:pt x="1918" y="1156"/>
                  </a:moveTo>
                  <a:cubicBezTo>
                    <a:pt x="2001" y="1180"/>
                    <a:pt x="2275" y="1263"/>
                    <a:pt x="2632" y="1334"/>
                  </a:cubicBezTo>
                  <a:lnTo>
                    <a:pt x="2644" y="1346"/>
                  </a:lnTo>
                  <a:lnTo>
                    <a:pt x="2656" y="1334"/>
                  </a:lnTo>
                  <a:cubicBezTo>
                    <a:pt x="2906" y="1394"/>
                    <a:pt x="3203" y="1430"/>
                    <a:pt x="3489" y="1430"/>
                  </a:cubicBezTo>
                  <a:cubicBezTo>
                    <a:pt x="3620" y="1430"/>
                    <a:pt x="3751" y="1418"/>
                    <a:pt x="3870" y="1394"/>
                  </a:cubicBezTo>
                  <a:lnTo>
                    <a:pt x="3870" y="1394"/>
                  </a:lnTo>
                  <a:cubicBezTo>
                    <a:pt x="3823" y="1489"/>
                    <a:pt x="3763" y="1573"/>
                    <a:pt x="3692" y="1656"/>
                  </a:cubicBezTo>
                  <a:cubicBezTo>
                    <a:pt x="3496" y="1730"/>
                    <a:pt x="3271" y="1758"/>
                    <a:pt x="3047" y="1758"/>
                  </a:cubicBezTo>
                  <a:cubicBezTo>
                    <a:pt x="2480" y="1758"/>
                    <a:pt x="1913" y="1583"/>
                    <a:pt x="1810" y="1549"/>
                  </a:cubicBezTo>
                  <a:cubicBezTo>
                    <a:pt x="1846" y="1418"/>
                    <a:pt x="1882" y="1287"/>
                    <a:pt x="1918" y="1156"/>
                  </a:cubicBezTo>
                  <a:close/>
                  <a:moveTo>
                    <a:pt x="1787" y="1620"/>
                  </a:moveTo>
                  <a:cubicBezTo>
                    <a:pt x="1906" y="1656"/>
                    <a:pt x="2465" y="1834"/>
                    <a:pt x="3037" y="1834"/>
                  </a:cubicBezTo>
                  <a:cubicBezTo>
                    <a:pt x="3239" y="1834"/>
                    <a:pt x="3430" y="1811"/>
                    <a:pt x="3620" y="1751"/>
                  </a:cubicBezTo>
                  <a:lnTo>
                    <a:pt x="3620" y="1751"/>
                  </a:lnTo>
                  <a:cubicBezTo>
                    <a:pt x="3477" y="1930"/>
                    <a:pt x="3346" y="2084"/>
                    <a:pt x="3203" y="2239"/>
                  </a:cubicBezTo>
                  <a:cubicBezTo>
                    <a:pt x="2996" y="2318"/>
                    <a:pt x="2787" y="2352"/>
                    <a:pt x="2571" y="2352"/>
                  </a:cubicBezTo>
                  <a:cubicBezTo>
                    <a:pt x="2265" y="2352"/>
                    <a:pt x="1945" y="2284"/>
                    <a:pt x="1596" y="2180"/>
                  </a:cubicBezTo>
                  <a:cubicBezTo>
                    <a:pt x="1668" y="2013"/>
                    <a:pt x="1727" y="1823"/>
                    <a:pt x="1787" y="1620"/>
                  </a:cubicBezTo>
                  <a:close/>
                  <a:moveTo>
                    <a:pt x="1572" y="2251"/>
                  </a:moveTo>
                  <a:cubicBezTo>
                    <a:pt x="1929" y="2358"/>
                    <a:pt x="2251" y="2430"/>
                    <a:pt x="2560" y="2430"/>
                  </a:cubicBezTo>
                  <a:cubicBezTo>
                    <a:pt x="2739" y="2430"/>
                    <a:pt x="2906" y="2406"/>
                    <a:pt x="3072" y="2358"/>
                  </a:cubicBezTo>
                  <a:lnTo>
                    <a:pt x="3072" y="2358"/>
                  </a:lnTo>
                  <a:cubicBezTo>
                    <a:pt x="2870" y="2549"/>
                    <a:pt x="2656" y="2727"/>
                    <a:pt x="2441" y="2882"/>
                  </a:cubicBezTo>
                  <a:cubicBezTo>
                    <a:pt x="2362" y="2901"/>
                    <a:pt x="2281" y="2909"/>
                    <a:pt x="2200" y="2909"/>
                  </a:cubicBezTo>
                  <a:cubicBezTo>
                    <a:pt x="1913" y="2909"/>
                    <a:pt x="1620" y="2811"/>
                    <a:pt x="1370" y="2727"/>
                  </a:cubicBezTo>
                  <a:cubicBezTo>
                    <a:pt x="1429" y="2596"/>
                    <a:pt x="1501" y="2430"/>
                    <a:pt x="1572" y="2251"/>
                  </a:cubicBezTo>
                  <a:close/>
                  <a:moveTo>
                    <a:pt x="1334" y="2799"/>
                  </a:moveTo>
                  <a:cubicBezTo>
                    <a:pt x="1584" y="2882"/>
                    <a:pt x="1882" y="2977"/>
                    <a:pt x="2179" y="2977"/>
                  </a:cubicBezTo>
                  <a:lnTo>
                    <a:pt x="2310" y="2977"/>
                  </a:lnTo>
                  <a:cubicBezTo>
                    <a:pt x="2072" y="3132"/>
                    <a:pt x="1834" y="3275"/>
                    <a:pt x="1596" y="3382"/>
                  </a:cubicBezTo>
                  <a:cubicBezTo>
                    <a:pt x="1548" y="3358"/>
                    <a:pt x="1382" y="3275"/>
                    <a:pt x="1179" y="3120"/>
                  </a:cubicBezTo>
                  <a:cubicBezTo>
                    <a:pt x="1203" y="3073"/>
                    <a:pt x="1263" y="2966"/>
                    <a:pt x="1334" y="2799"/>
                  </a:cubicBezTo>
                  <a:close/>
                  <a:moveTo>
                    <a:pt x="2680" y="1"/>
                  </a:moveTo>
                  <a:cubicBezTo>
                    <a:pt x="2370" y="227"/>
                    <a:pt x="2108" y="453"/>
                    <a:pt x="2013" y="549"/>
                  </a:cubicBezTo>
                  <a:cubicBezTo>
                    <a:pt x="2025" y="358"/>
                    <a:pt x="2025" y="179"/>
                    <a:pt x="2013" y="13"/>
                  </a:cubicBezTo>
                  <a:cubicBezTo>
                    <a:pt x="1989" y="13"/>
                    <a:pt x="1965" y="13"/>
                    <a:pt x="1941" y="25"/>
                  </a:cubicBezTo>
                  <a:cubicBezTo>
                    <a:pt x="1965" y="370"/>
                    <a:pt x="1929" y="739"/>
                    <a:pt x="1858" y="1096"/>
                  </a:cubicBezTo>
                  <a:lnTo>
                    <a:pt x="1822" y="1120"/>
                  </a:lnTo>
                  <a:lnTo>
                    <a:pt x="1846" y="1120"/>
                  </a:lnTo>
                  <a:cubicBezTo>
                    <a:pt x="1644" y="2073"/>
                    <a:pt x="1203" y="2918"/>
                    <a:pt x="1120" y="3073"/>
                  </a:cubicBezTo>
                  <a:cubicBezTo>
                    <a:pt x="1036" y="3013"/>
                    <a:pt x="953" y="2942"/>
                    <a:pt x="870" y="2858"/>
                  </a:cubicBezTo>
                  <a:lnTo>
                    <a:pt x="870" y="2858"/>
                  </a:lnTo>
                  <a:lnTo>
                    <a:pt x="917" y="2882"/>
                  </a:lnTo>
                  <a:cubicBezTo>
                    <a:pt x="929" y="2870"/>
                    <a:pt x="1739" y="1394"/>
                    <a:pt x="1763" y="60"/>
                  </a:cubicBezTo>
                  <a:lnTo>
                    <a:pt x="1763" y="60"/>
                  </a:lnTo>
                  <a:cubicBezTo>
                    <a:pt x="1751" y="72"/>
                    <a:pt x="1715" y="72"/>
                    <a:pt x="1691" y="84"/>
                  </a:cubicBezTo>
                  <a:cubicBezTo>
                    <a:pt x="1668" y="1358"/>
                    <a:pt x="906" y="2751"/>
                    <a:pt x="858" y="2846"/>
                  </a:cubicBezTo>
                  <a:cubicBezTo>
                    <a:pt x="751" y="2751"/>
                    <a:pt x="644" y="2644"/>
                    <a:pt x="536" y="2513"/>
                  </a:cubicBezTo>
                  <a:lnTo>
                    <a:pt x="536" y="2513"/>
                  </a:lnTo>
                  <a:lnTo>
                    <a:pt x="584" y="2537"/>
                  </a:lnTo>
                  <a:cubicBezTo>
                    <a:pt x="584" y="2525"/>
                    <a:pt x="1227" y="1382"/>
                    <a:pt x="1394" y="203"/>
                  </a:cubicBezTo>
                  <a:lnTo>
                    <a:pt x="1394" y="203"/>
                  </a:lnTo>
                  <a:cubicBezTo>
                    <a:pt x="1370" y="215"/>
                    <a:pt x="1334" y="227"/>
                    <a:pt x="1310" y="239"/>
                  </a:cubicBezTo>
                  <a:cubicBezTo>
                    <a:pt x="1144" y="1334"/>
                    <a:pt x="572" y="2394"/>
                    <a:pt x="525" y="2489"/>
                  </a:cubicBezTo>
                  <a:cubicBezTo>
                    <a:pt x="429" y="2394"/>
                    <a:pt x="346" y="2275"/>
                    <a:pt x="263" y="2144"/>
                  </a:cubicBezTo>
                  <a:lnTo>
                    <a:pt x="263" y="2144"/>
                  </a:lnTo>
                  <a:lnTo>
                    <a:pt x="310" y="2180"/>
                  </a:lnTo>
                  <a:cubicBezTo>
                    <a:pt x="322" y="2168"/>
                    <a:pt x="763" y="1370"/>
                    <a:pt x="1013" y="418"/>
                  </a:cubicBezTo>
                  <a:lnTo>
                    <a:pt x="1013" y="418"/>
                  </a:lnTo>
                  <a:cubicBezTo>
                    <a:pt x="977" y="441"/>
                    <a:pt x="941" y="465"/>
                    <a:pt x="917" y="489"/>
                  </a:cubicBezTo>
                  <a:cubicBezTo>
                    <a:pt x="679" y="1358"/>
                    <a:pt x="286" y="2073"/>
                    <a:pt x="251" y="2144"/>
                  </a:cubicBezTo>
                  <a:cubicBezTo>
                    <a:pt x="179" y="2037"/>
                    <a:pt x="120" y="1930"/>
                    <a:pt x="60" y="1811"/>
                  </a:cubicBezTo>
                  <a:cubicBezTo>
                    <a:pt x="48" y="1846"/>
                    <a:pt x="48" y="1882"/>
                    <a:pt x="36" y="1930"/>
                  </a:cubicBezTo>
                  <a:cubicBezTo>
                    <a:pt x="536" y="2835"/>
                    <a:pt x="1287" y="3299"/>
                    <a:pt x="1513" y="3418"/>
                  </a:cubicBezTo>
                  <a:cubicBezTo>
                    <a:pt x="1429" y="3466"/>
                    <a:pt x="1358" y="3501"/>
                    <a:pt x="1275" y="3525"/>
                  </a:cubicBezTo>
                  <a:cubicBezTo>
                    <a:pt x="1132" y="3454"/>
                    <a:pt x="691" y="3204"/>
                    <a:pt x="1" y="2465"/>
                  </a:cubicBezTo>
                  <a:cubicBezTo>
                    <a:pt x="1" y="2501"/>
                    <a:pt x="1" y="2537"/>
                    <a:pt x="1" y="2573"/>
                  </a:cubicBezTo>
                  <a:cubicBezTo>
                    <a:pt x="608" y="3204"/>
                    <a:pt x="1001" y="3466"/>
                    <a:pt x="1179" y="3573"/>
                  </a:cubicBezTo>
                  <a:cubicBezTo>
                    <a:pt x="1072" y="3608"/>
                    <a:pt x="965" y="3644"/>
                    <a:pt x="858" y="3680"/>
                  </a:cubicBezTo>
                  <a:cubicBezTo>
                    <a:pt x="858" y="3680"/>
                    <a:pt x="560" y="3597"/>
                    <a:pt x="167" y="3275"/>
                  </a:cubicBezTo>
                  <a:lnTo>
                    <a:pt x="167" y="3275"/>
                  </a:lnTo>
                  <a:cubicBezTo>
                    <a:pt x="191" y="3323"/>
                    <a:pt x="215" y="3370"/>
                    <a:pt x="239" y="3418"/>
                  </a:cubicBezTo>
                  <a:cubicBezTo>
                    <a:pt x="465" y="3585"/>
                    <a:pt x="644" y="3680"/>
                    <a:pt x="739" y="3716"/>
                  </a:cubicBezTo>
                  <a:cubicBezTo>
                    <a:pt x="644" y="3751"/>
                    <a:pt x="560" y="3775"/>
                    <a:pt x="465" y="3799"/>
                  </a:cubicBezTo>
                  <a:cubicBezTo>
                    <a:pt x="489" y="3811"/>
                    <a:pt x="501" y="3835"/>
                    <a:pt x="513" y="3859"/>
                  </a:cubicBezTo>
                  <a:cubicBezTo>
                    <a:pt x="739" y="3799"/>
                    <a:pt x="1001" y="3716"/>
                    <a:pt x="1263" y="3608"/>
                  </a:cubicBezTo>
                  <a:cubicBezTo>
                    <a:pt x="1287" y="3620"/>
                    <a:pt x="1298" y="3620"/>
                    <a:pt x="1298" y="3620"/>
                  </a:cubicBezTo>
                  <a:lnTo>
                    <a:pt x="1310" y="3597"/>
                  </a:lnTo>
                  <a:cubicBezTo>
                    <a:pt x="1929" y="3335"/>
                    <a:pt x="2608" y="2930"/>
                    <a:pt x="3239" y="2299"/>
                  </a:cubicBezTo>
                  <a:cubicBezTo>
                    <a:pt x="3251" y="2299"/>
                    <a:pt x="3251" y="2287"/>
                    <a:pt x="3263" y="2287"/>
                  </a:cubicBezTo>
                  <a:lnTo>
                    <a:pt x="3263" y="2275"/>
                  </a:lnTo>
                  <a:cubicBezTo>
                    <a:pt x="3430" y="2108"/>
                    <a:pt x="3584" y="1918"/>
                    <a:pt x="3739" y="1715"/>
                  </a:cubicBezTo>
                  <a:cubicBezTo>
                    <a:pt x="3751" y="1715"/>
                    <a:pt x="3751" y="1703"/>
                    <a:pt x="3763" y="1703"/>
                  </a:cubicBezTo>
                  <a:lnTo>
                    <a:pt x="3751" y="1692"/>
                  </a:lnTo>
                  <a:cubicBezTo>
                    <a:pt x="3834" y="1596"/>
                    <a:pt x="3906" y="1489"/>
                    <a:pt x="3977" y="1382"/>
                  </a:cubicBezTo>
                  <a:lnTo>
                    <a:pt x="3989" y="1382"/>
                  </a:lnTo>
                  <a:lnTo>
                    <a:pt x="3989" y="1370"/>
                  </a:lnTo>
                  <a:cubicBezTo>
                    <a:pt x="4084" y="1227"/>
                    <a:pt x="4180" y="1072"/>
                    <a:pt x="4275" y="906"/>
                  </a:cubicBezTo>
                  <a:cubicBezTo>
                    <a:pt x="4251" y="882"/>
                    <a:pt x="4239" y="870"/>
                    <a:pt x="4215" y="846"/>
                  </a:cubicBezTo>
                  <a:cubicBezTo>
                    <a:pt x="4120" y="1013"/>
                    <a:pt x="4025" y="1168"/>
                    <a:pt x="3930" y="1322"/>
                  </a:cubicBezTo>
                  <a:cubicBezTo>
                    <a:pt x="3792" y="1344"/>
                    <a:pt x="3648" y="1353"/>
                    <a:pt x="3503" y="1353"/>
                  </a:cubicBezTo>
                  <a:cubicBezTo>
                    <a:pt x="3247" y="1353"/>
                    <a:pt x="2987" y="1325"/>
                    <a:pt x="2751" y="1287"/>
                  </a:cubicBezTo>
                  <a:lnTo>
                    <a:pt x="3989" y="596"/>
                  </a:lnTo>
                  <a:cubicBezTo>
                    <a:pt x="3965" y="584"/>
                    <a:pt x="3942" y="560"/>
                    <a:pt x="3930" y="549"/>
                  </a:cubicBezTo>
                  <a:lnTo>
                    <a:pt x="2644" y="1263"/>
                  </a:lnTo>
                  <a:cubicBezTo>
                    <a:pt x="2334" y="1203"/>
                    <a:pt x="2096" y="1132"/>
                    <a:pt x="1977" y="1096"/>
                  </a:cubicBezTo>
                  <a:cubicBezTo>
                    <a:pt x="2168" y="965"/>
                    <a:pt x="2787" y="549"/>
                    <a:pt x="3549" y="287"/>
                  </a:cubicBezTo>
                  <a:cubicBezTo>
                    <a:pt x="3525" y="263"/>
                    <a:pt x="3489" y="251"/>
                    <a:pt x="3465" y="239"/>
                  </a:cubicBezTo>
                  <a:cubicBezTo>
                    <a:pt x="2727" y="513"/>
                    <a:pt x="2120" y="906"/>
                    <a:pt x="1941" y="1037"/>
                  </a:cubicBezTo>
                  <a:cubicBezTo>
                    <a:pt x="1965" y="906"/>
                    <a:pt x="1989" y="763"/>
                    <a:pt x="2001" y="632"/>
                  </a:cubicBezTo>
                  <a:lnTo>
                    <a:pt x="2013" y="644"/>
                  </a:lnTo>
                  <a:cubicBezTo>
                    <a:pt x="2013" y="644"/>
                    <a:pt x="2358" y="322"/>
                    <a:pt x="2787" y="13"/>
                  </a:cubicBezTo>
                  <a:cubicBezTo>
                    <a:pt x="2751" y="13"/>
                    <a:pt x="2715" y="1"/>
                    <a:pt x="268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3" name="Google Shape;2743;p67"/>
            <p:cNvSpPr/>
            <p:nvPr/>
          </p:nvSpPr>
          <p:spPr>
            <a:xfrm>
              <a:off x="3230150" y="2109625"/>
              <a:ext cx="90525" cy="75025"/>
            </a:xfrm>
            <a:custGeom>
              <a:avLst/>
              <a:gdLst/>
              <a:ahLst/>
              <a:cxnLst/>
              <a:rect l="l" t="t" r="r" b="b"/>
              <a:pathLst>
                <a:path w="3621" h="3001" extrusionOk="0">
                  <a:moveTo>
                    <a:pt x="2560" y="1357"/>
                  </a:moveTo>
                  <a:lnTo>
                    <a:pt x="2501" y="1393"/>
                  </a:lnTo>
                  <a:cubicBezTo>
                    <a:pt x="2501" y="1405"/>
                    <a:pt x="2715" y="1738"/>
                    <a:pt x="3108" y="2096"/>
                  </a:cubicBezTo>
                  <a:cubicBezTo>
                    <a:pt x="3120" y="2084"/>
                    <a:pt x="3132" y="2060"/>
                    <a:pt x="3144" y="2036"/>
                  </a:cubicBezTo>
                  <a:cubicBezTo>
                    <a:pt x="2763" y="1679"/>
                    <a:pt x="2560" y="1357"/>
                    <a:pt x="2560" y="1357"/>
                  </a:cubicBezTo>
                  <a:close/>
                  <a:moveTo>
                    <a:pt x="1822" y="1929"/>
                  </a:moveTo>
                  <a:cubicBezTo>
                    <a:pt x="1822" y="1941"/>
                    <a:pt x="1894" y="2060"/>
                    <a:pt x="2037" y="2215"/>
                  </a:cubicBezTo>
                  <a:cubicBezTo>
                    <a:pt x="2018" y="2216"/>
                    <a:pt x="1999" y="2216"/>
                    <a:pt x="1980" y="2216"/>
                  </a:cubicBezTo>
                  <a:cubicBezTo>
                    <a:pt x="1755" y="2216"/>
                    <a:pt x="1567" y="2153"/>
                    <a:pt x="1501" y="2131"/>
                  </a:cubicBezTo>
                  <a:cubicBezTo>
                    <a:pt x="1608" y="2072"/>
                    <a:pt x="1715" y="2000"/>
                    <a:pt x="1822" y="1929"/>
                  </a:cubicBezTo>
                  <a:close/>
                  <a:moveTo>
                    <a:pt x="1465" y="2143"/>
                  </a:moveTo>
                  <a:lnTo>
                    <a:pt x="1453" y="2191"/>
                  </a:lnTo>
                  <a:cubicBezTo>
                    <a:pt x="1465" y="2191"/>
                    <a:pt x="1691" y="2298"/>
                    <a:pt x="2001" y="2298"/>
                  </a:cubicBezTo>
                  <a:lnTo>
                    <a:pt x="2084" y="2298"/>
                  </a:lnTo>
                  <a:lnTo>
                    <a:pt x="2084" y="2274"/>
                  </a:lnTo>
                  <a:cubicBezTo>
                    <a:pt x="2156" y="2358"/>
                    <a:pt x="2239" y="2453"/>
                    <a:pt x="2322" y="2536"/>
                  </a:cubicBezTo>
                  <a:cubicBezTo>
                    <a:pt x="2203" y="2561"/>
                    <a:pt x="2077" y="2571"/>
                    <a:pt x="1951" y="2571"/>
                  </a:cubicBezTo>
                  <a:cubicBezTo>
                    <a:pt x="1537" y="2571"/>
                    <a:pt x="1124" y="2463"/>
                    <a:pt x="941" y="2417"/>
                  </a:cubicBezTo>
                  <a:cubicBezTo>
                    <a:pt x="1120" y="2334"/>
                    <a:pt x="1287" y="2250"/>
                    <a:pt x="1465" y="2143"/>
                  </a:cubicBezTo>
                  <a:close/>
                  <a:moveTo>
                    <a:pt x="3537" y="0"/>
                  </a:moveTo>
                  <a:cubicBezTo>
                    <a:pt x="2489" y="1727"/>
                    <a:pt x="1001" y="2405"/>
                    <a:pt x="1" y="2667"/>
                  </a:cubicBezTo>
                  <a:cubicBezTo>
                    <a:pt x="36" y="2679"/>
                    <a:pt x="60" y="2703"/>
                    <a:pt x="84" y="2715"/>
                  </a:cubicBezTo>
                  <a:cubicBezTo>
                    <a:pt x="155" y="2703"/>
                    <a:pt x="215" y="2679"/>
                    <a:pt x="274" y="2667"/>
                  </a:cubicBezTo>
                  <a:cubicBezTo>
                    <a:pt x="286" y="2679"/>
                    <a:pt x="727" y="2905"/>
                    <a:pt x="1322" y="3000"/>
                  </a:cubicBezTo>
                  <a:cubicBezTo>
                    <a:pt x="1429" y="3000"/>
                    <a:pt x="1548" y="2989"/>
                    <a:pt x="1656" y="2965"/>
                  </a:cubicBezTo>
                  <a:cubicBezTo>
                    <a:pt x="1048" y="2929"/>
                    <a:pt x="525" y="2715"/>
                    <a:pt x="370" y="2631"/>
                  </a:cubicBezTo>
                  <a:cubicBezTo>
                    <a:pt x="513" y="2584"/>
                    <a:pt x="679" y="2524"/>
                    <a:pt x="834" y="2453"/>
                  </a:cubicBezTo>
                  <a:cubicBezTo>
                    <a:pt x="929" y="2489"/>
                    <a:pt x="1441" y="2643"/>
                    <a:pt x="1965" y="2643"/>
                  </a:cubicBezTo>
                  <a:cubicBezTo>
                    <a:pt x="2108" y="2643"/>
                    <a:pt x="2251" y="2631"/>
                    <a:pt x="2382" y="2608"/>
                  </a:cubicBezTo>
                  <a:lnTo>
                    <a:pt x="2382" y="2596"/>
                  </a:lnTo>
                  <a:cubicBezTo>
                    <a:pt x="2406" y="2619"/>
                    <a:pt x="2441" y="2643"/>
                    <a:pt x="2465" y="2667"/>
                  </a:cubicBezTo>
                  <a:cubicBezTo>
                    <a:pt x="2477" y="2655"/>
                    <a:pt x="2501" y="2643"/>
                    <a:pt x="2525" y="2631"/>
                  </a:cubicBezTo>
                  <a:cubicBezTo>
                    <a:pt x="2108" y="2250"/>
                    <a:pt x="1882" y="1893"/>
                    <a:pt x="1882" y="1893"/>
                  </a:cubicBezTo>
                  <a:lnTo>
                    <a:pt x="1870" y="1893"/>
                  </a:lnTo>
                  <a:cubicBezTo>
                    <a:pt x="1953" y="1834"/>
                    <a:pt x="2049" y="1762"/>
                    <a:pt x="2132" y="1703"/>
                  </a:cubicBezTo>
                  <a:cubicBezTo>
                    <a:pt x="2191" y="1798"/>
                    <a:pt x="2418" y="2108"/>
                    <a:pt x="2787" y="2429"/>
                  </a:cubicBezTo>
                  <a:lnTo>
                    <a:pt x="2834" y="2381"/>
                  </a:lnTo>
                  <a:cubicBezTo>
                    <a:pt x="2465" y="2060"/>
                    <a:pt x="2251" y="1738"/>
                    <a:pt x="2191" y="1655"/>
                  </a:cubicBezTo>
                  <a:cubicBezTo>
                    <a:pt x="2299" y="1572"/>
                    <a:pt x="2394" y="1488"/>
                    <a:pt x="2501" y="1393"/>
                  </a:cubicBezTo>
                  <a:cubicBezTo>
                    <a:pt x="2608" y="1286"/>
                    <a:pt x="2727" y="1179"/>
                    <a:pt x="2834" y="1060"/>
                  </a:cubicBezTo>
                  <a:cubicBezTo>
                    <a:pt x="2858" y="1119"/>
                    <a:pt x="3049" y="1393"/>
                    <a:pt x="3358" y="1703"/>
                  </a:cubicBezTo>
                  <a:cubicBezTo>
                    <a:pt x="3370" y="1679"/>
                    <a:pt x="3382" y="1655"/>
                    <a:pt x="3394" y="1631"/>
                  </a:cubicBezTo>
                  <a:cubicBezTo>
                    <a:pt x="3072" y="1310"/>
                    <a:pt x="2894" y="1024"/>
                    <a:pt x="2894" y="1024"/>
                  </a:cubicBezTo>
                  <a:lnTo>
                    <a:pt x="2858" y="1036"/>
                  </a:lnTo>
                  <a:cubicBezTo>
                    <a:pt x="2941" y="941"/>
                    <a:pt x="3025" y="857"/>
                    <a:pt x="3108" y="762"/>
                  </a:cubicBezTo>
                  <a:cubicBezTo>
                    <a:pt x="3156" y="834"/>
                    <a:pt x="3299" y="1036"/>
                    <a:pt x="3537" y="1274"/>
                  </a:cubicBezTo>
                  <a:cubicBezTo>
                    <a:pt x="3537" y="1250"/>
                    <a:pt x="3549" y="1226"/>
                    <a:pt x="3549" y="1191"/>
                  </a:cubicBezTo>
                  <a:cubicBezTo>
                    <a:pt x="3322" y="953"/>
                    <a:pt x="3192" y="750"/>
                    <a:pt x="3156" y="703"/>
                  </a:cubicBezTo>
                  <a:cubicBezTo>
                    <a:pt x="3239" y="595"/>
                    <a:pt x="3322" y="476"/>
                    <a:pt x="3394" y="369"/>
                  </a:cubicBezTo>
                  <a:cubicBezTo>
                    <a:pt x="3430" y="417"/>
                    <a:pt x="3501" y="524"/>
                    <a:pt x="3620" y="667"/>
                  </a:cubicBezTo>
                  <a:cubicBezTo>
                    <a:pt x="3620" y="643"/>
                    <a:pt x="3620" y="631"/>
                    <a:pt x="3620" y="619"/>
                  </a:cubicBezTo>
                  <a:cubicBezTo>
                    <a:pt x="3620" y="595"/>
                    <a:pt x="3620" y="572"/>
                    <a:pt x="3620" y="548"/>
                  </a:cubicBezTo>
                  <a:cubicBezTo>
                    <a:pt x="3501" y="405"/>
                    <a:pt x="3442" y="298"/>
                    <a:pt x="3442" y="298"/>
                  </a:cubicBezTo>
                  <a:cubicBezTo>
                    <a:pt x="3477" y="238"/>
                    <a:pt x="3525" y="167"/>
                    <a:pt x="3561" y="107"/>
                  </a:cubicBezTo>
                  <a:cubicBezTo>
                    <a:pt x="3561" y="72"/>
                    <a:pt x="3549" y="36"/>
                    <a:pt x="353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4" name="Google Shape;2744;p67"/>
            <p:cNvSpPr/>
            <p:nvPr/>
          </p:nvSpPr>
          <p:spPr>
            <a:xfrm>
              <a:off x="3252475" y="2141250"/>
              <a:ext cx="159275" cy="123150"/>
            </a:xfrm>
            <a:custGeom>
              <a:avLst/>
              <a:gdLst/>
              <a:ahLst/>
              <a:cxnLst/>
              <a:rect l="l" t="t" r="r" b="b"/>
              <a:pathLst>
                <a:path w="6371" h="4926" extrusionOk="0">
                  <a:moveTo>
                    <a:pt x="988" y="1"/>
                  </a:moveTo>
                  <a:cubicBezTo>
                    <a:pt x="957" y="1"/>
                    <a:pt x="933" y="11"/>
                    <a:pt x="917" y="33"/>
                  </a:cubicBezTo>
                  <a:cubicBezTo>
                    <a:pt x="763" y="259"/>
                    <a:pt x="1691" y="1140"/>
                    <a:pt x="1691" y="1140"/>
                  </a:cubicBezTo>
                  <a:cubicBezTo>
                    <a:pt x="1691" y="1140"/>
                    <a:pt x="791" y="476"/>
                    <a:pt x="427" y="476"/>
                  </a:cubicBezTo>
                  <a:cubicBezTo>
                    <a:pt x="357" y="476"/>
                    <a:pt x="307" y="500"/>
                    <a:pt x="286" y="557"/>
                  </a:cubicBezTo>
                  <a:cubicBezTo>
                    <a:pt x="215" y="783"/>
                    <a:pt x="1382" y="1462"/>
                    <a:pt x="1382" y="1462"/>
                  </a:cubicBezTo>
                  <a:cubicBezTo>
                    <a:pt x="1382" y="1462"/>
                    <a:pt x="524" y="1041"/>
                    <a:pt x="201" y="1041"/>
                  </a:cubicBezTo>
                  <a:cubicBezTo>
                    <a:pt x="139" y="1041"/>
                    <a:pt x="97" y="1056"/>
                    <a:pt x="84" y="1093"/>
                  </a:cubicBezTo>
                  <a:cubicBezTo>
                    <a:pt x="1" y="1319"/>
                    <a:pt x="1191" y="1843"/>
                    <a:pt x="1191" y="1843"/>
                  </a:cubicBezTo>
                  <a:cubicBezTo>
                    <a:pt x="1191" y="1843"/>
                    <a:pt x="615" y="1642"/>
                    <a:pt x="297" y="1642"/>
                  </a:cubicBezTo>
                  <a:cubicBezTo>
                    <a:pt x="191" y="1642"/>
                    <a:pt x="114" y="1664"/>
                    <a:pt x="96" y="1724"/>
                  </a:cubicBezTo>
                  <a:cubicBezTo>
                    <a:pt x="24" y="1962"/>
                    <a:pt x="1441" y="2617"/>
                    <a:pt x="2120" y="2890"/>
                  </a:cubicBezTo>
                  <a:cubicBezTo>
                    <a:pt x="3013" y="3664"/>
                    <a:pt x="3430" y="4010"/>
                    <a:pt x="4465" y="4724"/>
                  </a:cubicBezTo>
                  <a:cubicBezTo>
                    <a:pt x="4657" y="4860"/>
                    <a:pt x="4877" y="4925"/>
                    <a:pt x="5093" y="4925"/>
                  </a:cubicBezTo>
                  <a:cubicBezTo>
                    <a:pt x="5481" y="4925"/>
                    <a:pt x="5858" y="4717"/>
                    <a:pt x="6049" y="4343"/>
                  </a:cubicBezTo>
                  <a:cubicBezTo>
                    <a:pt x="6061" y="4331"/>
                    <a:pt x="6061" y="4331"/>
                    <a:pt x="6061" y="4319"/>
                  </a:cubicBezTo>
                  <a:cubicBezTo>
                    <a:pt x="6370" y="3712"/>
                    <a:pt x="6156" y="2986"/>
                    <a:pt x="5549" y="2664"/>
                  </a:cubicBezTo>
                  <a:cubicBezTo>
                    <a:pt x="3918" y="1795"/>
                    <a:pt x="3168" y="1497"/>
                    <a:pt x="3168" y="1497"/>
                  </a:cubicBezTo>
                  <a:cubicBezTo>
                    <a:pt x="3168" y="1497"/>
                    <a:pt x="2620" y="331"/>
                    <a:pt x="2275" y="319"/>
                  </a:cubicBezTo>
                  <a:cubicBezTo>
                    <a:pt x="2272" y="319"/>
                    <a:pt x="2269" y="318"/>
                    <a:pt x="2266" y="318"/>
                  </a:cubicBezTo>
                  <a:cubicBezTo>
                    <a:pt x="1936" y="318"/>
                    <a:pt x="2275" y="962"/>
                    <a:pt x="2275" y="962"/>
                  </a:cubicBezTo>
                  <a:cubicBezTo>
                    <a:pt x="2275" y="962"/>
                    <a:pt x="1294" y="1"/>
                    <a:pt x="988" y="1"/>
                  </a:cubicBezTo>
                  <a:close/>
                </a:path>
              </a:pathLst>
            </a:custGeom>
            <a:solidFill>
              <a:srgbClr val="BC7B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5" name="Google Shape;2745;p67"/>
            <p:cNvSpPr/>
            <p:nvPr/>
          </p:nvSpPr>
          <p:spPr>
            <a:xfrm>
              <a:off x="3164075" y="2088425"/>
              <a:ext cx="103300" cy="166925"/>
            </a:xfrm>
            <a:custGeom>
              <a:avLst/>
              <a:gdLst/>
              <a:ahLst/>
              <a:cxnLst/>
              <a:rect l="l" t="t" r="r" b="b"/>
              <a:pathLst>
                <a:path w="4132" h="6677" extrusionOk="0">
                  <a:moveTo>
                    <a:pt x="2210" y="1"/>
                  </a:moveTo>
                  <a:cubicBezTo>
                    <a:pt x="1945" y="1"/>
                    <a:pt x="1751" y="1586"/>
                    <a:pt x="1751" y="1586"/>
                  </a:cubicBezTo>
                  <a:cubicBezTo>
                    <a:pt x="1751" y="1586"/>
                    <a:pt x="1652" y="1031"/>
                    <a:pt x="1455" y="1031"/>
                  </a:cubicBezTo>
                  <a:cubicBezTo>
                    <a:pt x="1425" y="1031"/>
                    <a:pt x="1393" y="1044"/>
                    <a:pt x="1358" y="1074"/>
                  </a:cubicBezTo>
                  <a:cubicBezTo>
                    <a:pt x="1096" y="1301"/>
                    <a:pt x="1393" y="2563"/>
                    <a:pt x="1393" y="2563"/>
                  </a:cubicBezTo>
                  <a:cubicBezTo>
                    <a:pt x="1393" y="2563"/>
                    <a:pt x="1001" y="3253"/>
                    <a:pt x="262" y="4956"/>
                  </a:cubicBezTo>
                  <a:cubicBezTo>
                    <a:pt x="0" y="5587"/>
                    <a:pt x="286" y="6301"/>
                    <a:pt x="905" y="6575"/>
                  </a:cubicBezTo>
                  <a:cubicBezTo>
                    <a:pt x="917" y="6575"/>
                    <a:pt x="917" y="6575"/>
                    <a:pt x="929" y="6587"/>
                  </a:cubicBezTo>
                  <a:cubicBezTo>
                    <a:pt x="1071" y="6648"/>
                    <a:pt x="1218" y="6677"/>
                    <a:pt x="1362" y="6677"/>
                  </a:cubicBezTo>
                  <a:cubicBezTo>
                    <a:pt x="1836" y="6677"/>
                    <a:pt x="2281" y="6368"/>
                    <a:pt x="2417" y="5884"/>
                  </a:cubicBezTo>
                  <a:cubicBezTo>
                    <a:pt x="2763" y="4682"/>
                    <a:pt x="2882" y="4146"/>
                    <a:pt x="3084" y="2979"/>
                  </a:cubicBezTo>
                  <a:cubicBezTo>
                    <a:pt x="3441" y="2348"/>
                    <a:pt x="4132" y="955"/>
                    <a:pt x="3930" y="812"/>
                  </a:cubicBezTo>
                  <a:cubicBezTo>
                    <a:pt x="3915" y="802"/>
                    <a:pt x="3899" y="797"/>
                    <a:pt x="3881" y="797"/>
                  </a:cubicBezTo>
                  <a:cubicBezTo>
                    <a:pt x="3648" y="797"/>
                    <a:pt x="3156" y="1598"/>
                    <a:pt x="3156" y="1598"/>
                  </a:cubicBezTo>
                  <a:cubicBezTo>
                    <a:pt x="3156" y="1598"/>
                    <a:pt x="3751" y="431"/>
                    <a:pt x="3549" y="300"/>
                  </a:cubicBezTo>
                  <a:cubicBezTo>
                    <a:pt x="3539" y="295"/>
                    <a:pt x="3528" y="292"/>
                    <a:pt x="3517" y="292"/>
                  </a:cubicBezTo>
                  <a:cubicBezTo>
                    <a:pt x="3283" y="292"/>
                    <a:pt x="2763" y="1420"/>
                    <a:pt x="2763" y="1420"/>
                  </a:cubicBezTo>
                  <a:cubicBezTo>
                    <a:pt x="2763" y="1420"/>
                    <a:pt x="3251" y="146"/>
                    <a:pt x="3060" y="27"/>
                  </a:cubicBezTo>
                  <a:cubicBezTo>
                    <a:pt x="3039" y="13"/>
                    <a:pt x="3017" y="6"/>
                    <a:pt x="2995" y="6"/>
                  </a:cubicBezTo>
                  <a:cubicBezTo>
                    <a:pt x="2676" y="6"/>
                    <a:pt x="2322" y="1360"/>
                    <a:pt x="2322" y="1360"/>
                  </a:cubicBezTo>
                  <a:cubicBezTo>
                    <a:pt x="2322" y="1360"/>
                    <a:pt x="2501" y="86"/>
                    <a:pt x="2227" y="3"/>
                  </a:cubicBezTo>
                  <a:cubicBezTo>
                    <a:pt x="2221" y="1"/>
                    <a:pt x="2215" y="1"/>
                    <a:pt x="2210" y="1"/>
                  </a:cubicBezTo>
                  <a:close/>
                </a:path>
              </a:pathLst>
            </a:custGeom>
            <a:solidFill>
              <a:srgbClr val="BC7B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6" name="Google Shape;2746;p67"/>
            <p:cNvSpPr/>
            <p:nvPr/>
          </p:nvSpPr>
          <p:spPr>
            <a:xfrm>
              <a:off x="2931900" y="1834875"/>
              <a:ext cx="39325" cy="122950"/>
            </a:xfrm>
            <a:custGeom>
              <a:avLst/>
              <a:gdLst/>
              <a:ahLst/>
              <a:cxnLst/>
              <a:rect l="l" t="t" r="r" b="b"/>
              <a:pathLst>
                <a:path w="1573" h="4918" extrusionOk="0">
                  <a:moveTo>
                    <a:pt x="72" y="1"/>
                  </a:moveTo>
                  <a:lnTo>
                    <a:pt x="1" y="13"/>
                  </a:lnTo>
                  <a:cubicBezTo>
                    <a:pt x="179" y="1156"/>
                    <a:pt x="608" y="3203"/>
                    <a:pt x="1036" y="4108"/>
                  </a:cubicBezTo>
                  <a:cubicBezTo>
                    <a:pt x="1179" y="4394"/>
                    <a:pt x="1334" y="4668"/>
                    <a:pt x="1501" y="4918"/>
                  </a:cubicBezTo>
                  <a:lnTo>
                    <a:pt x="1572" y="4870"/>
                  </a:lnTo>
                  <a:cubicBezTo>
                    <a:pt x="1394" y="4620"/>
                    <a:pt x="1239" y="4358"/>
                    <a:pt x="1108" y="4073"/>
                  </a:cubicBezTo>
                  <a:cubicBezTo>
                    <a:pt x="679" y="3180"/>
                    <a:pt x="251" y="1144"/>
                    <a:pt x="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7" name="Google Shape;2747;p67"/>
            <p:cNvSpPr/>
            <p:nvPr/>
          </p:nvSpPr>
          <p:spPr>
            <a:xfrm>
              <a:off x="2925650" y="1840225"/>
              <a:ext cx="39325" cy="121775"/>
            </a:xfrm>
            <a:custGeom>
              <a:avLst/>
              <a:gdLst/>
              <a:ahLst/>
              <a:cxnLst/>
              <a:rect l="l" t="t" r="r" b="b"/>
              <a:pathLst>
                <a:path w="1573" h="4871" extrusionOk="0">
                  <a:moveTo>
                    <a:pt x="72" y="1"/>
                  </a:moveTo>
                  <a:lnTo>
                    <a:pt x="1" y="13"/>
                  </a:lnTo>
                  <a:cubicBezTo>
                    <a:pt x="203" y="1299"/>
                    <a:pt x="596" y="3132"/>
                    <a:pt x="1024" y="4025"/>
                  </a:cubicBezTo>
                  <a:cubicBezTo>
                    <a:pt x="1167" y="4323"/>
                    <a:pt x="1334" y="4597"/>
                    <a:pt x="1513" y="4871"/>
                  </a:cubicBezTo>
                  <a:lnTo>
                    <a:pt x="1572" y="4823"/>
                  </a:lnTo>
                  <a:cubicBezTo>
                    <a:pt x="1394" y="4561"/>
                    <a:pt x="1239" y="4287"/>
                    <a:pt x="1096" y="3990"/>
                  </a:cubicBezTo>
                  <a:cubicBezTo>
                    <a:pt x="667" y="3097"/>
                    <a:pt x="274" y="1287"/>
                    <a:pt x="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751"/>
        <p:cNvGrpSpPr/>
        <p:nvPr/>
      </p:nvGrpSpPr>
      <p:grpSpPr>
        <a:xfrm>
          <a:off x="0" y="0"/>
          <a:ext cx="0" cy="0"/>
          <a:chOff x="0" y="0"/>
          <a:chExt cx="0" cy="0"/>
        </a:xfrm>
      </p:grpSpPr>
      <p:grpSp>
        <p:nvGrpSpPr>
          <p:cNvPr id="2752" name="Google Shape;2752;p68"/>
          <p:cNvGrpSpPr/>
          <p:nvPr/>
        </p:nvGrpSpPr>
        <p:grpSpPr>
          <a:xfrm>
            <a:off x="7242215" y="2235320"/>
            <a:ext cx="1368401" cy="1351764"/>
            <a:chOff x="5624415" y="3404280"/>
            <a:chExt cx="656087" cy="648111"/>
          </a:xfrm>
        </p:grpSpPr>
        <p:grpSp>
          <p:nvGrpSpPr>
            <p:cNvPr id="2753" name="Google Shape;2753;p68"/>
            <p:cNvGrpSpPr/>
            <p:nvPr/>
          </p:nvGrpSpPr>
          <p:grpSpPr>
            <a:xfrm flipH="1">
              <a:off x="5624415" y="3404280"/>
              <a:ext cx="656087" cy="648111"/>
              <a:chOff x="-2708900" y="3174350"/>
              <a:chExt cx="350100" cy="345825"/>
            </a:xfrm>
          </p:grpSpPr>
          <p:sp>
            <p:nvSpPr>
              <p:cNvPr id="2754" name="Google Shape;2754;p68"/>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5" name="Google Shape;2755;p68"/>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6" name="Google Shape;2756;p68"/>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7" name="Google Shape;2757;p68"/>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8" name="Google Shape;2758;p68"/>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9" name="Google Shape;2759;p68"/>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760" name="Google Shape;2760;p68"/>
            <p:cNvCxnSpPr/>
            <p:nvPr/>
          </p:nvCxnSpPr>
          <p:spPr>
            <a:xfrm>
              <a:off x="5679725" y="4047784"/>
              <a:ext cx="507900" cy="0"/>
            </a:xfrm>
            <a:prstGeom prst="straightConnector1">
              <a:avLst/>
            </a:prstGeom>
            <a:noFill/>
            <a:ln w="9525" cap="flat" cmpd="sng">
              <a:solidFill>
                <a:schemeClr val="dk1"/>
              </a:solidFill>
              <a:prstDash val="solid"/>
              <a:round/>
              <a:headEnd type="none" w="med" len="med"/>
              <a:tailEnd type="none" w="med" len="med"/>
            </a:ln>
          </p:spPr>
        </p:cxnSp>
      </p:grpSp>
      <p:sp>
        <p:nvSpPr>
          <p:cNvPr id="2761" name="Google Shape;2761;p68"/>
          <p:cNvSpPr/>
          <p:nvPr/>
        </p:nvSpPr>
        <p:spPr>
          <a:xfrm>
            <a:off x="1352550" y="2854725"/>
            <a:ext cx="6477000" cy="2003100"/>
          </a:xfrm>
          <a:prstGeom prst="roundRect">
            <a:avLst>
              <a:gd name="adj" fmla="val 26727"/>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2" name="Google Shape;2762;p68"/>
          <p:cNvSpPr txBox="1">
            <a:spLocks noGrp="1"/>
          </p:cNvSpPr>
          <p:nvPr>
            <p:ph type="title"/>
          </p:nvPr>
        </p:nvSpPr>
        <p:spPr>
          <a:xfrm>
            <a:off x="720000" y="445025"/>
            <a:ext cx="7704000" cy="73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The best grandparents</a:t>
            </a:r>
            <a:endParaRPr/>
          </a:p>
        </p:txBody>
      </p:sp>
      <p:sp>
        <p:nvSpPr>
          <p:cNvPr id="2763" name="Google Shape;2763;p68"/>
          <p:cNvSpPr txBox="1">
            <a:spLocks noGrp="1"/>
          </p:cNvSpPr>
          <p:nvPr>
            <p:ph type="title" idx="2"/>
          </p:nvPr>
        </p:nvSpPr>
        <p:spPr>
          <a:xfrm>
            <a:off x="1950700" y="3491900"/>
            <a:ext cx="2410500"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Grandpa</a:t>
            </a:r>
            <a:endParaRPr/>
          </a:p>
        </p:txBody>
      </p:sp>
      <p:sp>
        <p:nvSpPr>
          <p:cNvPr id="2764" name="Google Shape;2764;p68"/>
          <p:cNvSpPr txBox="1">
            <a:spLocks noGrp="1"/>
          </p:cNvSpPr>
          <p:nvPr>
            <p:ph type="subTitle" idx="1"/>
          </p:nvPr>
        </p:nvSpPr>
        <p:spPr>
          <a:xfrm>
            <a:off x="1950700" y="3927000"/>
            <a:ext cx="2410500" cy="615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speak a bit about this person here</a:t>
            </a:r>
            <a:endParaRPr/>
          </a:p>
        </p:txBody>
      </p:sp>
      <p:sp>
        <p:nvSpPr>
          <p:cNvPr id="2765" name="Google Shape;2765;p68"/>
          <p:cNvSpPr txBox="1">
            <a:spLocks noGrp="1"/>
          </p:cNvSpPr>
          <p:nvPr>
            <p:ph type="title" idx="3"/>
          </p:nvPr>
        </p:nvSpPr>
        <p:spPr>
          <a:xfrm>
            <a:off x="4782791" y="3491900"/>
            <a:ext cx="2410500"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Grandma</a:t>
            </a:r>
            <a:endParaRPr/>
          </a:p>
        </p:txBody>
      </p:sp>
      <p:sp>
        <p:nvSpPr>
          <p:cNvPr id="2766" name="Google Shape;2766;p68"/>
          <p:cNvSpPr txBox="1">
            <a:spLocks noGrp="1"/>
          </p:cNvSpPr>
          <p:nvPr>
            <p:ph type="subTitle" idx="4"/>
          </p:nvPr>
        </p:nvSpPr>
        <p:spPr>
          <a:xfrm>
            <a:off x="4782800" y="3927000"/>
            <a:ext cx="2410500" cy="615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speak a bit about this person here</a:t>
            </a:r>
            <a:endParaRPr/>
          </a:p>
        </p:txBody>
      </p:sp>
      <p:pic>
        <p:nvPicPr>
          <p:cNvPr id="2767" name="Google Shape;2767;p68"/>
          <p:cNvPicPr preferRelativeResize="0"/>
          <p:nvPr/>
        </p:nvPicPr>
        <p:blipFill rotWithShape="1">
          <a:blip r:embed="rId3">
            <a:alphaModFix/>
          </a:blip>
          <a:srcRect t="13562" r="51430" b="13562"/>
          <a:stretch/>
        </p:blipFill>
        <p:spPr>
          <a:xfrm>
            <a:off x="2154400" y="1336325"/>
            <a:ext cx="2003100" cy="2003100"/>
          </a:xfrm>
          <a:prstGeom prst="roundRect">
            <a:avLst>
              <a:gd name="adj" fmla="val 23776"/>
            </a:avLst>
          </a:prstGeom>
          <a:noFill/>
          <a:ln>
            <a:noFill/>
          </a:ln>
        </p:spPr>
      </p:pic>
      <p:pic>
        <p:nvPicPr>
          <p:cNvPr id="2768" name="Google Shape;2768;p68"/>
          <p:cNvPicPr preferRelativeResize="0"/>
          <p:nvPr/>
        </p:nvPicPr>
        <p:blipFill rotWithShape="1">
          <a:blip r:embed="rId3">
            <a:alphaModFix/>
          </a:blip>
          <a:srcRect l="53133" t="14177" b="15499"/>
          <a:stretch/>
        </p:blipFill>
        <p:spPr>
          <a:xfrm>
            <a:off x="4986500" y="1336325"/>
            <a:ext cx="2003100" cy="2003100"/>
          </a:xfrm>
          <a:prstGeom prst="roundRect">
            <a:avLst>
              <a:gd name="adj" fmla="val 24105"/>
            </a:avLst>
          </a:prstGeom>
          <a:noFill/>
          <a:ln>
            <a:noFill/>
          </a:ln>
        </p:spPr>
      </p:pic>
      <p:grpSp>
        <p:nvGrpSpPr>
          <p:cNvPr id="2769" name="Google Shape;2769;p68"/>
          <p:cNvGrpSpPr/>
          <p:nvPr/>
        </p:nvGrpSpPr>
        <p:grpSpPr>
          <a:xfrm flipH="1">
            <a:off x="-131902" y="3339537"/>
            <a:ext cx="1890253" cy="1867272"/>
            <a:chOff x="5624415" y="3404280"/>
            <a:chExt cx="656087" cy="648111"/>
          </a:xfrm>
        </p:grpSpPr>
        <p:grpSp>
          <p:nvGrpSpPr>
            <p:cNvPr id="2770" name="Google Shape;2770;p68"/>
            <p:cNvGrpSpPr/>
            <p:nvPr/>
          </p:nvGrpSpPr>
          <p:grpSpPr>
            <a:xfrm flipH="1">
              <a:off x="5624415" y="3404280"/>
              <a:ext cx="656087" cy="648111"/>
              <a:chOff x="-2708900" y="3174350"/>
              <a:chExt cx="350100" cy="345825"/>
            </a:xfrm>
          </p:grpSpPr>
          <p:sp>
            <p:nvSpPr>
              <p:cNvPr id="2771" name="Google Shape;2771;p68"/>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2" name="Google Shape;2772;p68"/>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3" name="Google Shape;2773;p68"/>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4" name="Google Shape;2774;p68"/>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5" name="Google Shape;2775;p68"/>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6" name="Google Shape;2776;p68"/>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777" name="Google Shape;2777;p68"/>
            <p:cNvCxnSpPr/>
            <p:nvPr/>
          </p:nvCxnSpPr>
          <p:spPr>
            <a:xfrm>
              <a:off x="5679725" y="4047784"/>
              <a:ext cx="507900" cy="0"/>
            </a:xfrm>
            <a:prstGeom prst="straightConnector1">
              <a:avLst/>
            </a:prstGeom>
            <a:noFill/>
            <a:ln w="9525" cap="flat" cmpd="sng">
              <a:solidFill>
                <a:schemeClr val="dk1"/>
              </a:solidFill>
              <a:prstDash val="solid"/>
              <a:round/>
              <a:headEnd type="none" w="med" len="med"/>
              <a:tailEnd type="none" w="med" len="med"/>
            </a:ln>
          </p:spPr>
        </p:cxnSp>
      </p:grpSp>
      <p:grpSp>
        <p:nvGrpSpPr>
          <p:cNvPr id="2778" name="Google Shape;2778;p68"/>
          <p:cNvGrpSpPr/>
          <p:nvPr/>
        </p:nvGrpSpPr>
        <p:grpSpPr>
          <a:xfrm>
            <a:off x="934703" y="1183916"/>
            <a:ext cx="1546809" cy="1406154"/>
            <a:chOff x="6494019" y="-137261"/>
            <a:chExt cx="2116596" cy="1924130"/>
          </a:xfrm>
        </p:grpSpPr>
        <p:sp>
          <p:nvSpPr>
            <p:cNvPr id="2779" name="Google Shape;2779;p68"/>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0" name="Google Shape;2780;p68"/>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81" name="Google Shape;2781;p68"/>
          <p:cNvSpPr/>
          <p:nvPr/>
        </p:nvSpPr>
        <p:spPr>
          <a:xfrm flipH="1">
            <a:off x="3949523" y="1392775"/>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2" name="Google Shape;2782;p68"/>
          <p:cNvSpPr/>
          <p:nvPr/>
        </p:nvSpPr>
        <p:spPr>
          <a:xfrm>
            <a:off x="4855923" y="2049875"/>
            <a:ext cx="295347" cy="300934"/>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3" name="Google Shape;2783;p68"/>
          <p:cNvSpPr/>
          <p:nvPr/>
        </p:nvSpPr>
        <p:spPr>
          <a:xfrm rot="-1644435">
            <a:off x="4448859" y="3128079"/>
            <a:ext cx="246286" cy="264499"/>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4" name="Google Shape;2784;p68"/>
          <p:cNvSpPr/>
          <p:nvPr/>
        </p:nvSpPr>
        <p:spPr>
          <a:xfrm rot="1644435" flipH="1">
            <a:off x="7778284" y="1577366"/>
            <a:ext cx="246286" cy="264499"/>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5" name="Google Shape;2785;p68"/>
          <p:cNvSpPr/>
          <p:nvPr/>
        </p:nvSpPr>
        <p:spPr>
          <a:xfrm rot="1644435" flipH="1">
            <a:off x="690084" y="2832554"/>
            <a:ext cx="246286" cy="264499"/>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2789"/>
        <p:cNvGrpSpPr/>
        <p:nvPr/>
      </p:nvGrpSpPr>
      <p:grpSpPr>
        <a:xfrm>
          <a:off x="0" y="0"/>
          <a:ext cx="0" cy="0"/>
          <a:chOff x="0" y="0"/>
          <a:chExt cx="0" cy="0"/>
        </a:xfrm>
      </p:grpSpPr>
      <p:grpSp>
        <p:nvGrpSpPr>
          <p:cNvPr id="2790" name="Google Shape;2790;p69"/>
          <p:cNvGrpSpPr/>
          <p:nvPr/>
        </p:nvGrpSpPr>
        <p:grpSpPr>
          <a:xfrm>
            <a:off x="3399269" y="3683110"/>
            <a:ext cx="806856" cy="797046"/>
            <a:chOff x="5624415" y="3404280"/>
            <a:chExt cx="656087" cy="648111"/>
          </a:xfrm>
        </p:grpSpPr>
        <p:grpSp>
          <p:nvGrpSpPr>
            <p:cNvPr id="2791" name="Google Shape;2791;p69"/>
            <p:cNvGrpSpPr/>
            <p:nvPr/>
          </p:nvGrpSpPr>
          <p:grpSpPr>
            <a:xfrm flipH="1">
              <a:off x="5624415" y="3404280"/>
              <a:ext cx="656087" cy="648111"/>
              <a:chOff x="-2708900" y="3174350"/>
              <a:chExt cx="350100" cy="345825"/>
            </a:xfrm>
          </p:grpSpPr>
          <p:sp>
            <p:nvSpPr>
              <p:cNvPr id="2792" name="Google Shape;2792;p69"/>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3" name="Google Shape;2793;p69"/>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4" name="Google Shape;2794;p69"/>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5" name="Google Shape;2795;p69"/>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6" name="Google Shape;2796;p69"/>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7" name="Google Shape;2797;p69"/>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798" name="Google Shape;2798;p69"/>
            <p:cNvCxnSpPr/>
            <p:nvPr/>
          </p:nvCxnSpPr>
          <p:spPr>
            <a:xfrm>
              <a:off x="5679725" y="4047784"/>
              <a:ext cx="507900" cy="0"/>
            </a:xfrm>
            <a:prstGeom prst="straightConnector1">
              <a:avLst/>
            </a:prstGeom>
            <a:noFill/>
            <a:ln w="9525" cap="flat" cmpd="sng">
              <a:solidFill>
                <a:schemeClr val="dk1"/>
              </a:solidFill>
              <a:prstDash val="solid"/>
              <a:round/>
              <a:headEnd type="none" w="med" len="med"/>
              <a:tailEnd type="none" w="med" len="med"/>
            </a:ln>
          </p:spPr>
        </p:cxnSp>
      </p:grpSp>
      <p:pic>
        <p:nvPicPr>
          <p:cNvPr id="2799" name="Google Shape;2799;p69"/>
          <p:cNvPicPr preferRelativeResize="0"/>
          <p:nvPr/>
        </p:nvPicPr>
        <p:blipFill rotWithShape="1">
          <a:blip r:embed="rId3">
            <a:alphaModFix/>
          </a:blip>
          <a:srcRect l="20505" r="28217"/>
          <a:stretch/>
        </p:blipFill>
        <p:spPr>
          <a:xfrm>
            <a:off x="5149862" y="437139"/>
            <a:ext cx="3064500" cy="4269300"/>
          </a:xfrm>
          <a:prstGeom prst="rect">
            <a:avLst/>
          </a:prstGeom>
          <a:noFill/>
          <a:ln>
            <a:noFill/>
          </a:ln>
        </p:spPr>
      </p:pic>
      <p:grpSp>
        <p:nvGrpSpPr>
          <p:cNvPr id="2800" name="Google Shape;2800;p69"/>
          <p:cNvGrpSpPr/>
          <p:nvPr/>
        </p:nvGrpSpPr>
        <p:grpSpPr>
          <a:xfrm>
            <a:off x="5046255" y="355785"/>
            <a:ext cx="3271772" cy="4431930"/>
            <a:chOff x="2641950" y="3481825"/>
            <a:chExt cx="469125" cy="635475"/>
          </a:xfrm>
        </p:grpSpPr>
        <p:sp>
          <p:nvSpPr>
            <p:cNvPr id="2801" name="Google Shape;2801;p69"/>
            <p:cNvSpPr/>
            <p:nvPr/>
          </p:nvSpPr>
          <p:spPr>
            <a:xfrm>
              <a:off x="2641950" y="3481825"/>
              <a:ext cx="469125" cy="635475"/>
            </a:xfrm>
            <a:custGeom>
              <a:avLst/>
              <a:gdLst/>
              <a:ahLst/>
              <a:cxnLst/>
              <a:rect l="l" t="t" r="r" b="b"/>
              <a:pathLst>
                <a:path w="18765" h="25419" extrusionOk="0">
                  <a:moveTo>
                    <a:pt x="17861" y="1055"/>
                  </a:moveTo>
                  <a:lnTo>
                    <a:pt x="17861" y="24364"/>
                  </a:lnTo>
                  <a:lnTo>
                    <a:pt x="896" y="24364"/>
                  </a:lnTo>
                  <a:lnTo>
                    <a:pt x="896" y="1055"/>
                  </a:lnTo>
                  <a:close/>
                  <a:moveTo>
                    <a:pt x="419" y="1"/>
                  </a:moveTo>
                  <a:cubicBezTo>
                    <a:pt x="185" y="1"/>
                    <a:pt x="1" y="193"/>
                    <a:pt x="1" y="428"/>
                  </a:cubicBezTo>
                  <a:lnTo>
                    <a:pt x="1" y="24992"/>
                  </a:lnTo>
                  <a:cubicBezTo>
                    <a:pt x="1" y="25226"/>
                    <a:pt x="185" y="25418"/>
                    <a:pt x="419" y="25418"/>
                  </a:cubicBezTo>
                  <a:lnTo>
                    <a:pt x="18338" y="25418"/>
                  </a:lnTo>
                  <a:cubicBezTo>
                    <a:pt x="18572" y="25418"/>
                    <a:pt x="18764" y="25226"/>
                    <a:pt x="18764" y="24992"/>
                  </a:cubicBezTo>
                  <a:lnTo>
                    <a:pt x="18764" y="428"/>
                  </a:lnTo>
                  <a:cubicBezTo>
                    <a:pt x="18764" y="193"/>
                    <a:pt x="18572" y="1"/>
                    <a:pt x="183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2" name="Google Shape;2802;p69"/>
            <p:cNvSpPr/>
            <p:nvPr/>
          </p:nvSpPr>
          <p:spPr>
            <a:xfrm>
              <a:off x="2872325" y="3491050"/>
              <a:ext cx="8175" cy="7975"/>
            </a:xfrm>
            <a:custGeom>
              <a:avLst/>
              <a:gdLst/>
              <a:ahLst/>
              <a:cxnLst/>
              <a:rect l="l" t="t" r="r" b="b"/>
              <a:pathLst>
                <a:path w="327" h="319" extrusionOk="0">
                  <a:moveTo>
                    <a:pt x="168" y="0"/>
                  </a:moveTo>
                  <a:cubicBezTo>
                    <a:pt x="75" y="0"/>
                    <a:pt x="0" y="76"/>
                    <a:pt x="0" y="159"/>
                  </a:cubicBezTo>
                  <a:cubicBezTo>
                    <a:pt x="0" y="251"/>
                    <a:pt x="75" y="318"/>
                    <a:pt x="168" y="318"/>
                  </a:cubicBezTo>
                  <a:cubicBezTo>
                    <a:pt x="251" y="318"/>
                    <a:pt x="327" y="251"/>
                    <a:pt x="327" y="159"/>
                  </a:cubicBezTo>
                  <a:cubicBezTo>
                    <a:pt x="327" y="76"/>
                    <a:pt x="251" y="0"/>
                    <a:pt x="1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03" name="Google Shape;2803;p69"/>
          <p:cNvSpPr/>
          <p:nvPr/>
        </p:nvSpPr>
        <p:spPr>
          <a:xfrm rot="275">
            <a:off x="1748575" y="1022975"/>
            <a:ext cx="3753000" cy="2854500"/>
          </a:xfrm>
          <a:prstGeom prst="roundRect">
            <a:avLst>
              <a:gd name="adj" fmla="val 1951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4" name="Google Shape;2804;p69"/>
          <p:cNvSpPr txBox="1">
            <a:spLocks noGrp="1"/>
          </p:cNvSpPr>
          <p:nvPr>
            <p:ph type="title"/>
          </p:nvPr>
        </p:nvSpPr>
        <p:spPr>
          <a:xfrm>
            <a:off x="2268325" y="1280375"/>
            <a:ext cx="2713500" cy="1293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Tablet screenshot</a:t>
            </a:r>
            <a:endParaRPr/>
          </a:p>
        </p:txBody>
      </p:sp>
      <p:sp>
        <p:nvSpPr>
          <p:cNvPr id="2805" name="Google Shape;2805;p69"/>
          <p:cNvSpPr txBox="1">
            <a:spLocks noGrp="1"/>
          </p:cNvSpPr>
          <p:nvPr>
            <p:ph type="subTitle" idx="1"/>
          </p:nvPr>
        </p:nvSpPr>
        <p:spPr>
          <a:xfrm>
            <a:off x="2268325" y="2573375"/>
            <a:ext cx="2713500" cy="1046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replace the image on the screen with your own work. Just right-click on it and select “Replace image”</a:t>
            </a:r>
            <a:endParaRPr/>
          </a:p>
        </p:txBody>
      </p:sp>
      <p:grpSp>
        <p:nvGrpSpPr>
          <p:cNvPr id="2806" name="Google Shape;2806;p69"/>
          <p:cNvGrpSpPr/>
          <p:nvPr/>
        </p:nvGrpSpPr>
        <p:grpSpPr>
          <a:xfrm>
            <a:off x="7" y="1398575"/>
            <a:ext cx="2295532" cy="4737496"/>
            <a:chOff x="7" y="1398575"/>
            <a:chExt cx="2295532" cy="4737496"/>
          </a:xfrm>
        </p:grpSpPr>
        <p:sp>
          <p:nvSpPr>
            <p:cNvPr id="2807" name="Google Shape;2807;p69"/>
            <p:cNvSpPr/>
            <p:nvPr/>
          </p:nvSpPr>
          <p:spPr>
            <a:xfrm>
              <a:off x="355225" y="1398575"/>
              <a:ext cx="1306200" cy="1725900"/>
            </a:xfrm>
            <a:prstGeom prst="roundRect">
              <a:avLst>
                <a:gd name="adj" fmla="val 4391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8" name="Google Shape;2808;p69"/>
            <p:cNvSpPr/>
            <p:nvPr/>
          </p:nvSpPr>
          <p:spPr>
            <a:xfrm>
              <a:off x="135526" y="3785305"/>
              <a:ext cx="321138" cy="290274"/>
            </a:xfrm>
            <a:custGeom>
              <a:avLst/>
              <a:gdLst/>
              <a:ahLst/>
              <a:cxnLst/>
              <a:rect l="l" t="t" r="r" b="b"/>
              <a:pathLst>
                <a:path w="5192" h="4693" extrusionOk="0">
                  <a:moveTo>
                    <a:pt x="3941" y="1"/>
                  </a:moveTo>
                  <a:cubicBezTo>
                    <a:pt x="3929" y="965"/>
                    <a:pt x="3489" y="1918"/>
                    <a:pt x="2786" y="2549"/>
                  </a:cubicBezTo>
                  <a:cubicBezTo>
                    <a:pt x="2146" y="3125"/>
                    <a:pt x="1277" y="3443"/>
                    <a:pt x="418" y="3443"/>
                  </a:cubicBezTo>
                  <a:cubicBezTo>
                    <a:pt x="318" y="3443"/>
                    <a:pt x="218" y="3439"/>
                    <a:pt x="119" y="3430"/>
                  </a:cubicBezTo>
                  <a:lnTo>
                    <a:pt x="0" y="4668"/>
                  </a:lnTo>
                  <a:cubicBezTo>
                    <a:pt x="143" y="4680"/>
                    <a:pt x="298" y="4692"/>
                    <a:pt x="441" y="4692"/>
                  </a:cubicBezTo>
                  <a:cubicBezTo>
                    <a:pt x="1596" y="4692"/>
                    <a:pt x="2762" y="4251"/>
                    <a:pt x="3620" y="3478"/>
                  </a:cubicBezTo>
                  <a:cubicBezTo>
                    <a:pt x="4584" y="2608"/>
                    <a:pt x="5167" y="1323"/>
                    <a:pt x="5191" y="13"/>
                  </a:cubicBezTo>
                  <a:lnTo>
                    <a:pt x="394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9" name="Google Shape;2809;p69"/>
            <p:cNvSpPr/>
            <p:nvPr/>
          </p:nvSpPr>
          <p:spPr>
            <a:xfrm>
              <a:off x="277663" y="3752213"/>
              <a:ext cx="235658" cy="260028"/>
            </a:xfrm>
            <a:custGeom>
              <a:avLst/>
              <a:gdLst/>
              <a:ahLst/>
              <a:cxnLst/>
              <a:rect l="l" t="t" r="r" b="b"/>
              <a:pathLst>
                <a:path w="3810" h="4204" extrusionOk="0">
                  <a:moveTo>
                    <a:pt x="2715" y="1072"/>
                  </a:moveTo>
                  <a:cubicBezTo>
                    <a:pt x="2846" y="1072"/>
                    <a:pt x="2988" y="1084"/>
                    <a:pt x="3131" y="1119"/>
                  </a:cubicBezTo>
                  <a:cubicBezTo>
                    <a:pt x="2822" y="1310"/>
                    <a:pt x="2572" y="1643"/>
                    <a:pt x="2369" y="2096"/>
                  </a:cubicBezTo>
                  <a:cubicBezTo>
                    <a:pt x="2322" y="2179"/>
                    <a:pt x="2286" y="2274"/>
                    <a:pt x="2250" y="2358"/>
                  </a:cubicBezTo>
                  <a:cubicBezTo>
                    <a:pt x="2131" y="2655"/>
                    <a:pt x="2012" y="2941"/>
                    <a:pt x="1845" y="3084"/>
                  </a:cubicBezTo>
                  <a:cubicBezTo>
                    <a:pt x="1796" y="3113"/>
                    <a:pt x="1731" y="3135"/>
                    <a:pt x="1663" y="3135"/>
                  </a:cubicBezTo>
                  <a:cubicBezTo>
                    <a:pt x="1649" y="3135"/>
                    <a:pt x="1634" y="3134"/>
                    <a:pt x="1619" y="3132"/>
                  </a:cubicBezTo>
                  <a:cubicBezTo>
                    <a:pt x="1536" y="3132"/>
                    <a:pt x="1417" y="3096"/>
                    <a:pt x="1322" y="2965"/>
                  </a:cubicBezTo>
                  <a:cubicBezTo>
                    <a:pt x="1119" y="2703"/>
                    <a:pt x="1155" y="2322"/>
                    <a:pt x="1250" y="2072"/>
                  </a:cubicBezTo>
                  <a:cubicBezTo>
                    <a:pt x="1488" y="1441"/>
                    <a:pt x="2048" y="1072"/>
                    <a:pt x="2715" y="1072"/>
                  </a:cubicBezTo>
                  <a:close/>
                  <a:moveTo>
                    <a:pt x="2717" y="1"/>
                  </a:moveTo>
                  <a:cubicBezTo>
                    <a:pt x="1613" y="1"/>
                    <a:pt x="644" y="634"/>
                    <a:pt x="250" y="1703"/>
                  </a:cubicBezTo>
                  <a:cubicBezTo>
                    <a:pt x="48" y="2239"/>
                    <a:pt x="0" y="3024"/>
                    <a:pt x="476" y="3620"/>
                  </a:cubicBezTo>
                  <a:cubicBezTo>
                    <a:pt x="738" y="3953"/>
                    <a:pt x="1107" y="4155"/>
                    <a:pt x="1500" y="4203"/>
                  </a:cubicBezTo>
                  <a:lnTo>
                    <a:pt x="1655" y="4203"/>
                  </a:lnTo>
                  <a:cubicBezTo>
                    <a:pt x="1976" y="4203"/>
                    <a:pt x="2286" y="4096"/>
                    <a:pt x="2524" y="3894"/>
                  </a:cubicBezTo>
                  <a:cubicBezTo>
                    <a:pt x="2893" y="3596"/>
                    <a:pt x="3072" y="3155"/>
                    <a:pt x="3239" y="2774"/>
                  </a:cubicBezTo>
                  <a:cubicBezTo>
                    <a:pt x="3274" y="2691"/>
                    <a:pt x="3298" y="2608"/>
                    <a:pt x="3334" y="2536"/>
                  </a:cubicBezTo>
                  <a:cubicBezTo>
                    <a:pt x="3453" y="2298"/>
                    <a:pt x="3620" y="2000"/>
                    <a:pt x="3810" y="1989"/>
                  </a:cubicBezTo>
                  <a:lnTo>
                    <a:pt x="3727" y="917"/>
                  </a:lnTo>
                  <a:cubicBezTo>
                    <a:pt x="3596" y="929"/>
                    <a:pt x="3477" y="953"/>
                    <a:pt x="3358" y="1000"/>
                  </a:cubicBezTo>
                  <a:lnTo>
                    <a:pt x="3631" y="143"/>
                  </a:lnTo>
                  <a:cubicBezTo>
                    <a:pt x="3323" y="47"/>
                    <a:pt x="3015" y="1"/>
                    <a:pt x="271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0" name="Google Shape;2810;p69"/>
            <p:cNvSpPr/>
            <p:nvPr/>
          </p:nvSpPr>
          <p:spPr>
            <a:xfrm>
              <a:off x="1850634" y="3339967"/>
              <a:ext cx="444905" cy="354106"/>
            </a:xfrm>
            <a:custGeom>
              <a:avLst/>
              <a:gdLst/>
              <a:ahLst/>
              <a:cxnLst/>
              <a:rect l="l" t="t" r="r" b="b"/>
              <a:pathLst>
                <a:path w="7193" h="5725" extrusionOk="0">
                  <a:moveTo>
                    <a:pt x="5852" y="1"/>
                  </a:moveTo>
                  <a:cubicBezTo>
                    <a:pt x="5240" y="1"/>
                    <a:pt x="3346" y="1236"/>
                    <a:pt x="3346" y="1236"/>
                  </a:cubicBezTo>
                  <a:cubicBezTo>
                    <a:pt x="3346" y="1236"/>
                    <a:pt x="4192" y="212"/>
                    <a:pt x="3585" y="117"/>
                  </a:cubicBezTo>
                  <a:cubicBezTo>
                    <a:pt x="3575" y="115"/>
                    <a:pt x="3565" y="115"/>
                    <a:pt x="3555" y="115"/>
                  </a:cubicBezTo>
                  <a:cubicBezTo>
                    <a:pt x="2922" y="115"/>
                    <a:pt x="1239" y="2593"/>
                    <a:pt x="1239" y="2593"/>
                  </a:cubicBezTo>
                  <a:lnTo>
                    <a:pt x="1" y="2641"/>
                  </a:lnTo>
                  <a:cubicBezTo>
                    <a:pt x="203" y="3712"/>
                    <a:pt x="513" y="4736"/>
                    <a:pt x="929" y="5725"/>
                  </a:cubicBezTo>
                  <a:cubicBezTo>
                    <a:pt x="2096" y="5141"/>
                    <a:pt x="2870" y="4665"/>
                    <a:pt x="2870" y="4665"/>
                  </a:cubicBezTo>
                  <a:cubicBezTo>
                    <a:pt x="3882" y="4594"/>
                    <a:pt x="6906" y="3748"/>
                    <a:pt x="6859" y="3308"/>
                  </a:cubicBezTo>
                  <a:cubicBezTo>
                    <a:pt x="6843" y="3116"/>
                    <a:pt x="6476" y="3062"/>
                    <a:pt x="6066" y="3062"/>
                  </a:cubicBezTo>
                  <a:cubicBezTo>
                    <a:pt x="5534" y="3062"/>
                    <a:pt x="4930" y="3153"/>
                    <a:pt x="4930" y="3153"/>
                  </a:cubicBezTo>
                  <a:cubicBezTo>
                    <a:pt x="4930" y="3153"/>
                    <a:pt x="7192" y="2641"/>
                    <a:pt x="7121" y="2212"/>
                  </a:cubicBezTo>
                  <a:cubicBezTo>
                    <a:pt x="7103" y="2104"/>
                    <a:pt x="6939" y="2063"/>
                    <a:pt x="6705" y="2063"/>
                  </a:cubicBezTo>
                  <a:cubicBezTo>
                    <a:pt x="6016" y="2063"/>
                    <a:pt x="4716" y="2415"/>
                    <a:pt x="4716" y="2415"/>
                  </a:cubicBezTo>
                  <a:cubicBezTo>
                    <a:pt x="4716" y="2415"/>
                    <a:pt x="6990" y="1629"/>
                    <a:pt x="6942" y="1224"/>
                  </a:cubicBezTo>
                  <a:cubicBezTo>
                    <a:pt x="6921" y="1075"/>
                    <a:pt x="6781" y="1016"/>
                    <a:pt x="6576" y="1016"/>
                  </a:cubicBezTo>
                  <a:cubicBezTo>
                    <a:pt x="5849" y="1016"/>
                    <a:pt x="4299" y="1748"/>
                    <a:pt x="4299" y="1748"/>
                  </a:cubicBezTo>
                  <a:cubicBezTo>
                    <a:pt x="4299" y="1748"/>
                    <a:pt x="6228" y="533"/>
                    <a:pt x="6025" y="81"/>
                  </a:cubicBezTo>
                  <a:cubicBezTo>
                    <a:pt x="5999" y="25"/>
                    <a:pt x="5938" y="1"/>
                    <a:pt x="5852"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1" name="Google Shape;2811;p69"/>
            <p:cNvSpPr/>
            <p:nvPr/>
          </p:nvSpPr>
          <p:spPr>
            <a:xfrm>
              <a:off x="577338" y="3513587"/>
              <a:ext cx="47193" cy="201825"/>
            </a:xfrm>
            <a:custGeom>
              <a:avLst/>
              <a:gdLst/>
              <a:ahLst/>
              <a:cxnLst/>
              <a:rect l="l" t="t" r="r" b="b"/>
              <a:pathLst>
                <a:path w="763" h="3263" extrusionOk="0">
                  <a:moveTo>
                    <a:pt x="763" y="1"/>
                  </a:moveTo>
                  <a:lnTo>
                    <a:pt x="1" y="3263"/>
                  </a:lnTo>
                  <a:cubicBezTo>
                    <a:pt x="441" y="1667"/>
                    <a:pt x="632" y="703"/>
                    <a:pt x="763" y="1"/>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2" name="Google Shape;2812;p69"/>
            <p:cNvSpPr/>
            <p:nvPr/>
          </p:nvSpPr>
          <p:spPr>
            <a:xfrm>
              <a:off x="958846" y="2665226"/>
              <a:ext cx="298315" cy="127529"/>
            </a:xfrm>
            <a:custGeom>
              <a:avLst/>
              <a:gdLst/>
              <a:ahLst/>
              <a:cxnLst/>
              <a:rect l="l" t="t" r="r" b="b"/>
              <a:pathLst>
                <a:path w="4823" h="1942" extrusionOk="0">
                  <a:moveTo>
                    <a:pt x="0" y="1"/>
                  </a:moveTo>
                  <a:lnTo>
                    <a:pt x="24" y="1477"/>
                  </a:lnTo>
                  <a:cubicBezTo>
                    <a:pt x="1560" y="1798"/>
                    <a:pt x="3227" y="1834"/>
                    <a:pt x="4822" y="1941"/>
                  </a:cubicBezTo>
                  <a:lnTo>
                    <a:pt x="4727" y="239"/>
                  </a:lnTo>
                  <a:lnTo>
                    <a:pt x="0" y="1"/>
                  </a:ln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3" name="Google Shape;2813;p69"/>
            <p:cNvSpPr/>
            <p:nvPr/>
          </p:nvSpPr>
          <p:spPr>
            <a:xfrm>
              <a:off x="411635" y="2756512"/>
              <a:ext cx="1021494" cy="1060523"/>
            </a:xfrm>
            <a:custGeom>
              <a:avLst/>
              <a:gdLst/>
              <a:ahLst/>
              <a:cxnLst/>
              <a:rect l="l" t="t" r="r" b="b"/>
              <a:pathLst>
                <a:path w="16515" h="17146" extrusionOk="0">
                  <a:moveTo>
                    <a:pt x="3775" y="10836"/>
                  </a:moveTo>
                  <a:lnTo>
                    <a:pt x="3442" y="12241"/>
                  </a:lnTo>
                  <a:cubicBezTo>
                    <a:pt x="3561" y="11645"/>
                    <a:pt x="3632" y="11252"/>
                    <a:pt x="3775" y="10836"/>
                  </a:cubicBezTo>
                  <a:close/>
                  <a:moveTo>
                    <a:pt x="8871" y="1"/>
                  </a:moveTo>
                  <a:lnTo>
                    <a:pt x="8895" y="1239"/>
                  </a:lnTo>
                  <a:lnTo>
                    <a:pt x="6847" y="1418"/>
                  </a:lnTo>
                  <a:cubicBezTo>
                    <a:pt x="6847" y="1418"/>
                    <a:pt x="4180" y="1966"/>
                    <a:pt x="2930" y="3228"/>
                  </a:cubicBezTo>
                  <a:cubicBezTo>
                    <a:pt x="2108" y="4061"/>
                    <a:pt x="2037" y="6014"/>
                    <a:pt x="501" y="11752"/>
                  </a:cubicBezTo>
                  <a:cubicBezTo>
                    <a:pt x="1" y="13122"/>
                    <a:pt x="1275" y="15265"/>
                    <a:pt x="2680" y="15503"/>
                  </a:cubicBezTo>
                  <a:lnTo>
                    <a:pt x="3442" y="12241"/>
                  </a:lnTo>
                  <a:lnTo>
                    <a:pt x="3442" y="12241"/>
                  </a:lnTo>
                  <a:cubicBezTo>
                    <a:pt x="3311" y="12943"/>
                    <a:pt x="3120" y="13907"/>
                    <a:pt x="2680" y="15503"/>
                  </a:cubicBezTo>
                  <a:lnTo>
                    <a:pt x="8645" y="17146"/>
                  </a:lnTo>
                  <a:lnTo>
                    <a:pt x="16229" y="16420"/>
                  </a:lnTo>
                  <a:cubicBezTo>
                    <a:pt x="16515" y="13848"/>
                    <a:pt x="15467" y="4168"/>
                    <a:pt x="15479" y="1608"/>
                  </a:cubicBezTo>
                  <a:cubicBezTo>
                    <a:pt x="14919" y="1465"/>
                    <a:pt x="13705" y="1239"/>
                    <a:pt x="13705" y="1239"/>
                  </a:cubicBezTo>
                  <a:lnTo>
                    <a:pt x="13669" y="465"/>
                  </a:lnTo>
                  <a:cubicBezTo>
                    <a:pt x="12074" y="358"/>
                    <a:pt x="10407" y="322"/>
                    <a:pt x="8871"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4" name="Google Shape;2814;p69"/>
            <p:cNvSpPr/>
            <p:nvPr/>
          </p:nvSpPr>
          <p:spPr>
            <a:xfrm>
              <a:off x="1180524" y="2881021"/>
              <a:ext cx="755590" cy="1061327"/>
            </a:xfrm>
            <a:custGeom>
              <a:avLst/>
              <a:gdLst/>
              <a:ahLst/>
              <a:cxnLst/>
              <a:rect l="l" t="t" r="r" b="b"/>
              <a:pathLst>
                <a:path w="12216" h="17159" extrusionOk="0">
                  <a:moveTo>
                    <a:pt x="2655" y="0"/>
                  </a:moveTo>
                  <a:cubicBezTo>
                    <a:pt x="2119" y="2500"/>
                    <a:pt x="1988" y="4655"/>
                    <a:pt x="1179" y="7120"/>
                  </a:cubicBezTo>
                  <a:lnTo>
                    <a:pt x="2358" y="7203"/>
                  </a:lnTo>
                  <a:cubicBezTo>
                    <a:pt x="1810" y="9061"/>
                    <a:pt x="0" y="16097"/>
                    <a:pt x="3453" y="17038"/>
                  </a:cubicBezTo>
                  <a:cubicBezTo>
                    <a:pt x="3755" y="17121"/>
                    <a:pt x="4071" y="17159"/>
                    <a:pt x="4397" y="17159"/>
                  </a:cubicBezTo>
                  <a:cubicBezTo>
                    <a:pt x="7025" y="17159"/>
                    <a:pt x="10299" y="14674"/>
                    <a:pt x="12216" y="12990"/>
                  </a:cubicBezTo>
                  <a:cubicBezTo>
                    <a:pt x="11573" y="12144"/>
                    <a:pt x="11001" y="11216"/>
                    <a:pt x="10537" y="10239"/>
                  </a:cubicBezTo>
                  <a:lnTo>
                    <a:pt x="6394" y="11478"/>
                  </a:lnTo>
                  <a:cubicBezTo>
                    <a:pt x="6394" y="11478"/>
                    <a:pt x="6501" y="8989"/>
                    <a:pt x="6989" y="5906"/>
                  </a:cubicBezTo>
                  <a:cubicBezTo>
                    <a:pt x="6096" y="2548"/>
                    <a:pt x="3596" y="0"/>
                    <a:pt x="3596" y="0"/>
                  </a:cubicBezTo>
                  <a:cubicBezTo>
                    <a:pt x="3472" y="37"/>
                    <a:pt x="3265" y="58"/>
                    <a:pt x="3073" y="58"/>
                  </a:cubicBezTo>
                  <a:cubicBezTo>
                    <a:pt x="2895" y="58"/>
                    <a:pt x="2730" y="40"/>
                    <a:pt x="2655" y="0"/>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5" name="Google Shape;2815;p69"/>
            <p:cNvSpPr/>
            <p:nvPr/>
          </p:nvSpPr>
          <p:spPr>
            <a:xfrm>
              <a:off x="1846985" y="3497381"/>
              <a:ext cx="135519" cy="199660"/>
            </a:xfrm>
            <a:custGeom>
              <a:avLst/>
              <a:gdLst/>
              <a:ahLst/>
              <a:cxnLst/>
              <a:rect l="l" t="t" r="r" b="b"/>
              <a:pathLst>
                <a:path w="2191" h="3228" extrusionOk="0">
                  <a:moveTo>
                    <a:pt x="667" y="1"/>
                  </a:moveTo>
                  <a:cubicBezTo>
                    <a:pt x="441" y="24"/>
                    <a:pt x="226" y="48"/>
                    <a:pt x="0" y="84"/>
                  </a:cubicBezTo>
                  <a:cubicBezTo>
                    <a:pt x="619" y="1060"/>
                    <a:pt x="1155" y="2096"/>
                    <a:pt x="1548" y="3227"/>
                  </a:cubicBezTo>
                  <a:cubicBezTo>
                    <a:pt x="1965" y="2715"/>
                    <a:pt x="2191" y="2370"/>
                    <a:pt x="2191" y="2370"/>
                  </a:cubicBezTo>
                  <a:cubicBezTo>
                    <a:pt x="1977" y="1191"/>
                    <a:pt x="667" y="1"/>
                    <a:pt x="6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6" name="Google Shape;2816;p69"/>
            <p:cNvSpPr/>
            <p:nvPr/>
          </p:nvSpPr>
          <p:spPr>
            <a:xfrm>
              <a:off x="1284312" y="2841250"/>
              <a:ext cx="658482" cy="1126891"/>
            </a:xfrm>
            <a:custGeom>
              <a:avLst/>
              <a:gdLst/>
              <a:ahLst/>
              <a:cxnLst/>
              <a:rect l="l" t="t" r="r" b="b"/>
              <a:pathLst>
                <a:path w="10646" h="18219" extrusionOk="0">
                  <a:moveTo>
                    <a:pt x="1025" y="0"/>
                  </a:moveTo>
                  <a:cubicBezTo>
                    <a:pt x="1025" y="0"/>
                    <a:pt x="1" y="13609"/>
                    <a:pt x="13" y="15859"/>
                  </a:cubicBezTo>
                  <a:cubicBezTo>
                    <a:pt x="30" y="17481"/>
                    <a:pt x="158" y="18219"/>
                    <a:pt x="1798" y="18219"/>
                  </a:cubicBezTo>
                  <a:cubicBezTo>
                    <a:pt x="2433" y="18219"/>
                    <a:pt x="3296" y="18108"/>
                    <a:pt x="4466" y="17895"/>
                  </a:cubicBezTo>
                  <a:cubicBezTo>
                    <a:pt x="7442" y="17348"/>
                    <a:pt x="9633" y="15097"/>
                    <a:pt x="10645" y="13835"/>
                  </a:cubicBezTo>
                  <a:cubicBezTo>
                    <a:pt x="10252" y="12704"/>
                    <a:pt x="9728" y="11668"/>
                    <a:pt x="9097" y="10692"/>
                  </a:cubicBezTo>
                  <a:cubicBezTo>
                    <a:pt x="6776" y="11013"/>
                    <a:pt x="4716" y="12121"/>
                    <a:pt x="4716" y="12121"/>
                  </a:cubicBezTo>
                  <a:cubicBezTo>
                    <a:pt x="5430" y="9644"/>
                    <a:pt x="5621" y="7692"/>
                    <a:pt x="5525" y="6144"/>
                  </a:cubicBezTo>
                  <a:cubicBezTo>
                    <a:pt x="5240" y="1572"/>
                    <a:pt x="1025" y="0"/>
                    <a:pt x="102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7" name="Google Shape;2817;p69"/>
            <p:cNvSpPr/>
            <p:nvPr/>
          </p:nvSpPr>
          <p:spPr>
            <a:xfrm>
              <a:off x="1059540" y="5633024"/>
              <a:ext cx="655636" cy="454740"/>
            </a:xfrm>
            <a:custGeom>
              <a:avLst/>
              <a:gdLst/>
              <a:ahLst/>
              <a:cxnLst/>
              <a:rect l="l" t="t" r="r" b="b"/>
              <a:pathLst>
                <a:path w="10600" h="7352" extrusionOk="0">
                  <a:moveTo>
                    <a:pt x="694" y="1"/>
                  </a:moveTo>
                  <a:lnTo>
                    <a:pt x="861" y="4358"/>
                  </a:lnTo>
                  <a:cubicBezTo>
                    <a:pt x="1" y="6700"/>
                    <a:pt x="1438" y="7116"/>
                    <a:pt x="2567" y="7116"/>
                  </a:cubicBezTo>
                  <a:cubicBezTo>
                    <a:pt x="3189" y="7116"/>
                    <a:pt x="3718" y="6990"/>
                    <a:pt x="3718" y="6990"/>
                  </a:cubicBezTo>
                  <a:cubicBezTo>
                    <a:pt x="3718" y="6990"/>
                    <a:pt x="6370" y="7351"/>
                    <a:pt x="8373" y="7351"/>
                  </a:cubicBezTo>
                  <a:cubicBezTo>
                    <a:pt x="9580" y="7351"/>
                    <a:pt x="10551" y="7220"/>
                    <a:pt x="10564" y="6799"/>
                  </a:cubicBezTo>
                  <a:cubicBezTo>
                    <a:pt x="10600" y="5680"/>
                    <a:pt x="4695" y="3477"/>
                    <a:pt x="4695" y="3477"/>
                  </a:cubicBezTo>
                  <a:cubicBezTo>
                    <a:pt x="4837" y="2561"/>
                    <a:pt x="4968" y="1477"/>
                    <a:pt x="5087" y="263"/>
                  </a:cubicBezTo>
                  <a:cubicBezTo>
                    <a:pt x="3623" y="120"/>
                    <a:pt x="2158" y="60"/>
                    <a:pt x="694" y="1"/>
                  </a:cubicBezTo>
                  <a:close/>
                </a:path>
              </a:pathLst>
            </a:custGeom>
            <a:solidFill>
              <a:srgbClr val="FCA1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8" name="Google Shape;2818;p69"/>
            <p:cNvSpPr/>
            <p:nvPr/>
          </p:nvSpPr>
          <p:spPr>
            <a:xfrm>
              <a:off x="1049395" y="4150812"/>
              <a:ext cx="380084" cy="1521616"/>
            </a:xfrm>
            <a:custGeom>
              <a:avLst/>
              <a:gdLst/>
              <a:ahLst/>
              <a:cxnLst/>
              <a:rect l="l" t="t" r="r" b="b"/>
              <a:pathLst>
                <a:path w="6145" h="24230" extrusionOk="0">
                  <a:moveTo>
                    <a:pt x="6144" y="0"/>
                  </a:moveTo>
                  <a:lnTo>
                    <a:pt x="1" y="1786"/>
                  </a:lnTo>
                  <a:lnTo>
                    <a:pt x="858" y="23968"/>
                  </a:lnTo>
                  <a:cubicBezTo>
                    <a:pt x="2322" y="24027"/>
                    <a:pt x="3787" y="24087"/>
                    <a:pt x="5251" y="24230"/>
                  </a:cubicBezTo>
                  <a:cubicBezTo>
                    <a:pt x="6085" y="15372"/>
                    <a:pt x="6144" y="1"/>
                    <a:pt x="6144" y="0"/>
                  </a:cubicBezTo>
                  <a:close/>
                </a:path>
              </a:pathLst>
            </a:custGeom>
            <a:solidFill>
              <a:srgbClr val="DA82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9" name="Google Shape;2819;p69"/>
            <p:cNvSpPr/>
            <p:nvPr/>
          </p:nvSpPr>
          <p:spPr>
            <a:xfrm>
              <a:off x="448696" y="4137750"/>
              <a:ext cx="510964" cy="1499574"/>
            </a:xfrm>
            <a:custGeom>
              <a:avLst/>
              <a:gdLst/>
              <a:ahLst/>
              <a:cxnLst/>
              <a:rect l="l" t="t" r="r" b="b"/>
              <a:pathLst>
                <a:path w="8261" h="23879" extrusionOk="0">
                  <a:moveTo>
                    <a:pt x="2288" y="0"/>
                  </a:moveTo>
                  <a:cubicBezTo>
                    <a:pt x="991" y="0"/>
                    <a:pt x="1" y="254"/>
                    <a:pt x="9" y="1030"/>
                  </a:cubicBezTo>
                  <a:cubicBezTo>
                    <a:pt x="81" y="9793"/>
                    <a:pt x="343" y="17901"/>
                    <a:pt x="557" y="23152"/>
                  </a:cubicBezTo>
                  <a:cubicBezTo>
                    <a:pt x="1890" y="23497"/>
                    <a:pt x="3283" y="23723"/>
                    <a:pt x="4724" y="23819"/>
                  </a:cubicBezTo>
                  <a:cubicBezTo>
                    <a:pt x="4915" y="23830"/>
                    <a:pt x="5117" y="23854"/>
                    <a:pt x="5319" y="23878"/>
                  </a:cubicBezTo>
                  <a:cubicBezTo>
                    <a:pt x="6570" y="14901"/>
                    <a:pt x="8260" y="899"/>
                    <a:pt x="8260" y="899"/>
                  </a:cubicBezTo>
                  <a:cubicBezTo>
                    <a:pt x="8260" y="899"/>
                    <a:pt x="4730" y="0"/>
                    <a:pt x="2288" y="0"/>
                  </a:cubicBezTo>
                  <a:close/>
                </a:path>
              </a:pathLst>
            </a:custGeom>
            <a:solidFill>
              <a:srgbClr val="DA82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0" name="Google Shape;2820;p69"/>
            <p:cNvSpPr/>
            <p:nvPr/>
          </p:nvSpPr>
          <p:spPr>
            <a:xfrm>
              <a:off x="446582" y="5569687"/>
              <a:ext cx="643390" cy="557724"/>
            </a:xfrm>
            <a:custGeom>
              <a:avLst/>
              <a:gdLst/>
              <a:ahLst/>
              <a:cxnLst/>
              <a:rect l="l" t="t" r="r" b="b"/>
              <a:pathLst>
                <a:path w="10402" h="9017" extrusionOk="0">
                  <a:moveTo>
                    <a:pt x="591" y="1"/>
                  </a:moveTo>
                  <a:lnTo>
                    <a:pt x="591" y="1"/>
                  </a:lnTo>
                  <a:cubicBezTo>
                    <a:pt x="734" y="3763"/>
                    <a:pt x="853" y="6061"/>
                    <a:pt x="853" y="6061"/>
                  </a:cubicBezTo>
                  <a:cubicBezTo>
                    <a:pt x="1" y="8403"/>
                    <a:pt x="1436" y="8818"/>
                    <a:pt x="2562" y="8818"/>
                  </a:cubicBezTo>
                  <a:cubicBezTo>
                    <a:pt x="3183" y="8818"/>
                    <a:pt x="3710" y="8692"/>
                    <a:pt x="3710" y="8692"/>
                  </a:cubicBezTo>
                  <a:cubicBezTo>
                    <a:pt x="3710" y="8692"/>
                    <a:pt x="6181" y="9017"/>
                    <a:pt x="8111" y="9017"/>
                  </a:cubicBezTo>
                  <a:cubicBezTo>
                    <a:pt x="9341" y="9017"/>
                    <a:pt x="10352" y="8885"/>
                    <a:pt x="10366" y="8454"/>
                  </a:cubicBezTo>
                  <a:cubicBezTo>
                    <a:pt x="10402" y="7335"/>
                    <a:pt x="4687" y="5168"/>
                    <a:pt x="4687" y="5168"/>
                  </a:cubicBezTo>
                  <a:cubicBezTo>
                    <a:pt x="4889" y="3966"/>
                    <a:pt x="5103" y="2430"/>
                    <a:pt x="5353" y="727"/>
                  </a:cubicBezTo>
                  <a:cubicBezTo>
                    <a:pt x="5151" y="703"/>
                    <a:pt x="4949" y="679"/>
                    <a:pt x="4758" y="668"/>
                  </a:cubicBezTo>
                  <a:cubicBezTo>
                    <a:pt x="3317" y="572"/>
                    <a:pt x="1924" y="346"/>
                    <a:pt x="591" y="1"/>
                  </a:cubicBezTo>
                  <a:close/>
                </a:path>
              </a:pathLst>
            </a:custGeom>
            <a:solidFill>
              <a:srgbClr val="FCA1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1" name="Google Shape;2821;p69"/>
            <p:cNvSpPr/>
            <p:nvPr/>
          </p:nvSpPr>
          <p:spPr>
            <a:xfrm>
              <a:off x="7" y="3707247"/>
              <a:ext cx="1688697" cy="1763167"/>
            </a:xfrm>
            <a:custGeom>
              <a:avLst/>
              <a:gdLst/>
              <a:ahLst/>
              <a:cxnLst/>
              <a:rect l="l" t="t" r="r" b="b"/>
              <a:pathLst>
                <a:path w="27302" h="28506" extrusionOk="0">
                  <a:moveTo>
                    <a:pt x="9335" y="1"/>
                  </a:moveTo>
                  <a:cubicBezTo>
                    <a:pt x="9037" y="477"/>
                    <a:pt x="0" y="2025"/>
                    <a:pt x="2143" y="26052"/>
                  </a:cubicBezTo>
                  <a:cubicBezTo>
                    <a:pt x="5813" y="28005"/>
                    <a:pt x="11563" y="28505"/>
                    <a:pt x="16487" y="28505"/>
                  </a:cubicBezTo>
                  <a:cubicBezTo>
                    <a:pt x="21645" y="28505"/>
                    <a:pt x="25896" y="27957"/>
                    <a:pt x="25896" y="27957"/>
                  </a:cubicBezTo>
                  <a:cubicBezTo>
                    <a:pt x="27301" y="7168"/>
                    <a:pt x="23134" y="1680"/>
                    <a:pt x="22884" y="930"/>
                  </a:cubicBezTo>
                  <a:cubicBezTo>
                    <a:pt x="21436" y="1008"/>
                    <a:pt x="19946" y="1067"/>
                    <a:pt x="18442" y="1067"/>
                  </a:cubicBezTo>
                  <a:cubicBezTo>
                    <a:pt x="15385" y="1067"/>
                    <a:pt x="12272" y="823"/>
                    <a:pt x="933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2" name="Google Shape;2822;p69"/>
            <p:cNvSpPr/>
            <p:nvPr/>
          </p:nvSpPr>
          <p:spPr>
            <a:xfrm>
              <a:off x="490436" y="6057951"/>
              <a:ext cx="598794" cy="78120"/>
            </a:xfrm>
            <a:custGeom>
              <a:avLst/>
              <a:gdLst/>
              <a:ahLst/>
              <a:cxnLst/>
              <a:rect l="l" t="t" r="r" b="b"/>
              <a:pathLst>
                <a:path w="9681" h="1263" extrusionOk="0">
                  <a:moveTo>
                    <a:pt x="1" y="1"/>
                  </a:moveTo>
                  <a:cubicBezTo>
                    <a:pt x="13" y="251"/>
                    <a:pt x="37" y="501"/>
                    <a:pt x="84" y="774"/>
                  </a:cubicBezTo>
                  <a:cubicBezTo>
                    <a:pt x="84" y="774"/>
                    <a:pt x="1430" y="1263"/>
                    <a:pt x="5061" y="1263"/>
                  </a:cubicBezTo>
                  <a:cubicBezTo>
                    <a:pt x="9133" y="1263"/>
                    <a:pt x="9657" y="703"/>
                    <a:pt x="9657" y="703"/>
                  </a:cubicBezTo>
                  <a:cubicBezTo>
                    <a:pt x="9657" y="703"/>
                    <a:pt x="9681" y="501"/>
                    <a:pt x="9597" y="191"/>
                  </a:cubicBezTo>
                  <a:cubicBezTo>
                    <a:pt x="7972" y="523"/>
                    <a:pt x="6469" y="647"/>
                    <a:pt x="5130" y="647"/>
                  </a:cubicBezTo>
                  <a:cubicBezTo>
                    <a:pt x="2909" y="647"/>
                    <a:pt x="1137" y="305"/>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3" name="Google Shape;2823;p69"/>
            <p:cNvSpPr/>
            <p:nvPr/>
          </p:nvSpPr>
          <p:spPr>
            <a:xfrm>
              <a:off x="693002" y="5909938"/>
              <a:ext cx="391093" cy="208381"/>
            </a:xfrm>
            <a:custGeom>
              <a:avLst/>
              <a:gdLst/>
              <a:ahLst/>
              <a:cxnLst/>
              <a:rect l="l" t="t" r="r" b="b"/>
              <a:pathLst>
                <a:path w="6323" h="3369" extrusionOk="0">
                  <a:moveTo>
                    <a:pt x="1548" y="0"/>
                  </a:moveTo>
                  <a:cubicBezTo>
                    <a:pt x="655" y="881"/>
                    <a:pt x="0" y="3227"/>
                    <a:pt x="0" y="3227"/>
                  </a:cubicBezTo>
                  <a:lnTo>
                    <a:pt x="1346" y="3275"/>
                  </a:lnTo>
                  <a:cubicBezTo>
                    <a:pt x="2304" y="3336"/>
                    <a:pt x="3108" y="3368"/>
                    <a:pt x="3771" y="3368"/>
                  </a:cubicBezTo>
                  <a:cubicBezTo>
                    <a:pt x="5561" y="3368"/>
                    <a:pt x="6322" y="3132"/>
                    <a:pt x="6322" y="2584"/>
                  </a:cubicBezTo>
                  <a:cubicBezTo>
                    <a:pt x="6322" y="1227"/>
                    <a:pt x="1548" y="0"/>
                    <a:pt x="15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4" name="Google Shape;2824;p69"/>
            <p:cNvSpPr/>
            <p:nvPr/>
          </p:nvSpPr>
          <p:spPr>
            <a:xfrm>
              <a:off x="1098755" y="6012304"/>
              <a:ext cx="615742" cy="84738"/>
            </a:xfrm>
            <a:custGeom>
              <a:avLst/>
              <a:gdLst/>
              <a:ahLst/>
              <a:cxnLst/>
              <a:rect l="l" t="t" r="r" b="b"/>
              <a:pathLst>
                <a:path w="9955" h="1370" extrusionOk="0">
                  <a:moveTo>
                    <a:pt x="0" y="0"/>
                  </a:moveTo>
                  <a:lnTo>
                    <a:pt x="0" y="0"/>
                  </a:lnTo>
                  <a:cubicBezTo>
                    <a:pt x="12" y="250"/>
                    <a:pt x="48" y="500"/>
                    <a:pt x="96" y="774"/>
                  </a:cubicBezTo>
                  <a:cubicBezTo>
                    <a:pt x="96" y="774"/>
                    <a:pt x="1703" y="1370"/>
                    <a:pt x="5346" y="1370"/>
                  </a:cubicBezTo>
                  <a:cubicBezTo>
                    <a:pt x="9406" y="1370"/>
                    <a:pt x="9930" y="810"/>
                    <a:pt x="9930" y="810"/>
                  </a:cubicBezTo>
                  <a:cubicBezTo>
                    <a:pt x="9930" y="810"/>
                    <a:pt x="9954" y="608"/>
                    <a:pt x="9871" y="298"/>
                  </a:cubicBezTo>
                  <a:cubicBezTo>
                    <a:pt x="8366" y="606"/>
                    <a:pt x="6933" y="722"/>
                    <a:pt x="5626" y="722"/>
                  </a:cubicBezTo>
                  <a:cubicBezTo>
                    <a:pt x="3190" y="722"/>
                    <a:pt x="1194" y="318"/>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5" name="Google Shape;2825;p69"/>
            <p:cNvSpPr/>
            <p:nvPr/>
          </p:nvSpPr>
          <p:spPr>
            <a:xfrm>
              <a:off x="1318208" y="5871651"/>
              <a:ext cx="391093" cy="207639"/>
            </a:xfrm>
            <a:custGeom>
              <a:avLst/>
              <a:gdLst/>
              <a:ahLst/>
              <a:cxnLst/>
              <a:rect l="l" t="t" r="r" b="b"/>
              <a:pathLst>
                <a:path w="6323" h="3357" extrusionOk="0">
                  <a:moveTo>
                    <a:pt x="1560" y="0"/>
                  </a:moveTo>
                  <a:cubicBezTo>
                    <a:pt x="655" y="869"/>
                    <a:pt x="1" y="3215"/>
                    <a:pt x="1" y="3215"/>
                  </a:cubicBezTo>
                  <a:lnTo>
                    <a:pt x="1346" y="3263"/>
                  </a:lnTo>
                  <a:cubicBezTo>
                    <a:pt x="2305" y="3324"/>
                    <a:pt x="3108" y="3356"/>
                    <a:pt x="3771" y="3356"/>
                  </a:cubicBezTo>
                  <a:cubicBezTo>
                    <a:pt x="5562" y="3356"/>
                    <a:pt x="6323" y="3119"/>
                    <a:pt x="6323" y="2572"/>
                  </a:cubicBezTo>
                  <a:cubicBezTo>
                    <a:pt x="6323" y="1215"/>
                    <a:pt x="1560" y="0"/>
                    <a:pt x="15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6" name="Google Shape;2826;p69"/>
            <p:cNvSpPr/>
            <p:nvPr/>
          </p:nvSpPr>
          <p:spPr>
            <a:xfrm>
              <a:off x="507012" y="2299669"/>
              <a:ext cx="243451" cy="275182"/>
            </a:xfrm>
            <a:custGeom>
              <a:avLst/>
              <a:gdLst/>
              <a:ahLst/>
              <a:cxnLst/>
              <a:rect l="l" t="t" r="r" b="b"/>
              <a:pathLst>
                <a:path w="3936" h="4449" extrusionOk="0">
                  <a:moveTo>
                    <a:pt x="1985" y="1"/>
                  </a:moveTo>
                  <a:cubicBezTo>
                    <a:pt x="1144" y="1"/>
                    <a:pt x="0" y="336"/>
                    <a:pt x="31" y="2172"/>
                  </a:cubicBezTo>
                  <a:cubicBezTo>
                    <a:pt x="50" y="3749"/>
                    <a:pt x="968" y="4449"/>
                    <a:pt x="1932" y="4449"/>
                  </a:cubicBezTo>
                  <a:cubicBezTo>
                    <a:pt x="2730" y="4449"/>
                    <a:pt x="3559" y="3970"/>
                    <a:pt x="3936" y="3113"/>
                  </a:cubicBezTo>
                  <a:lnTo>
                    <a:pt x="2852" y="112"/>
                  </a:lnTo>
                  <a:cubicBezTo>
                    <a:pt x="2852" y="112"/>
                    <a:pt x="2469" y="1"/>
                    <a:pt x="1985"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69"/>
            <p:cNvSpPr/>
            <p:nvPr/>
          </p:nvSpPr>
          <p:spPr>
            <a:xfrm>
              <a:off x="542021" y="1622075"/>
              <a:ext cx="1057554" cy="1114149"/>
            </a:xfrm>
            <a:custGeom>
              <a:avLst/>
              <a:gdLst/>
              <a:ahLst/>
              <a:cxnLst/>
              <a:rect l="l" t="t" r="r" b="b"/>
              <a:pathLst>
                <a:path w="17098" h="18013" extrusionOk="0">
                  <a:moveTo>
                    <a:pt x="10562" y="1"/>
                  </a:moveTo>
                  <a:cubicBezTo>
                    <a:pt x="8903" y="1"/>
                    <a:pt x="7060" y="370"/>
                    <a:pt x="5227" y="947"/>
                  </a:cubicBezTo>
                  <a:cubicBezTo>
                    <a:pt x="548" y="2423"/>
                    <a:pt x="0" y="6781"/>
                    <a:pt x="1512" y="11948"/>
                  </a:cubicBezTo>
                  <a:cubicBezTo>
                    <a:pt x="2806" y="16378"/>
                    <a:pt x="4988" y="18012"/>
                    <a:pt x="8714" y="18012"/>
                  </a:cubicBezTo>
                  <a:cubicBezTo>
                    <a:pt x="9344" y="18012"/>
                    <a:pt x="10018" y="17965"/>
                    <a:pt x="10740" y="17878"/>
                  </a:cubicBezTo>
                  <a:cubicBezTo>
                    <a:pt x="15609" y="17294"/>
                    <a:pt x="17098" y="13996"/>
                    <a:pt x="16883" y="10734"/>
                  </a:cubicBezTo>
                  <a:cubicBezTo>
                    <a:pt x="16621" y="6710"/>
                    <a:pt x="16240" y="3316"/>
                    <a:pt x="16240" y="3316"/>
                  </a:cubicBezTo>
                  <a:cubicBezTo>
                    <a:pt x="15290" y="900"/>
                    <a:pt x="13150" y="1"/>
                    <a:pt x="10562"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8" name="Google Shape;2828;p69"/>
            <p:cNvSpPr/>
            <p:nvPr/>
          </p:nvSpPr>
          <p:spPr>
            <a:xfrm>
              <a:off x="1101724" y="2390098"/>
              <a:ext cx="115664" cy="51338"/>
            </a:xfrm>
            <a:custGeom>
              <a:avLst/>
              <a:gdLst/>
              <a:ahLst/>
              <a:cxnLst/>
              <a:rect l="l" t="t" r="r" b="b"/>
              <a:pathLst>
                <a:path w="1870" h="830" extrusionOk="0">
                  <a:moveTo>
                    <a:pt x="81" y="0"/>
                  </a:moveTo>
                  <a:cubicBezTo>
                    <a:pt x="68" y="0"/>
                    <a:pt x="56" y="3"/>
                    <a:pt x="48" y="8"/>
                  </a:cubicBezTo>
                  <a:cubicBezTo>
                    <a:pt x="12" y="19"/>
                    <a:pt x="0" y="67"/>
                    <a:pt x="24" y="91"/>
                  </a:cubicBezTo>
                  <a:cubicBezTo>
                    <a:pt x="345" y="686"/>
                    <a:pt x="822" y="829"/>
                    <a:pt x="1191" y="829"/>
                  </a:cubicBezTo>
                  <a:cubicBezTo>
                    <a:pt x="1548" y="829"/>
                    <a:pt x="1810" y="710"/>
                    <a:pt x="1822" y="698"/>
                  </a:cubicBezTo>
                  <a:cubicBezTo>
                    <a:pt x="1857" y="686"/>
                    <a:pt x="1869" y="651"/>
                    <a:pt x="1846" y="615"/>
                  </a:cubicBezTo>
                  <a:cubicBezTo>
                    <a:pt x="1837" y="597"/>
                    <a:pt x="1815" y="586"/>
                    <a:pt x="1790" y="586"/>
                  </a:cubicBezTo>
                  <a:cubicBezTo>
                    <a:pt x="1781" y="586"/>
                    <a:pt x="1772" y="588"/>
                    <a:pt x="1762" y="591"/>
                  </a:cubicBezTo>
                  <a:cubicBezTo>
                    <a:pt x="1745" y="597"/>
                    <a:pt x="1504" y="705"/>
                    <a:pt x="1194" y="705"/>
                  </a:cubicBezTo>
                  <a:cubicBezTo>
                    <a:pt x="854" y="705"/>
                    <a:pt x="430" y="574"/>
                    <a:pt x="131" y="31"/>
                  </a:cubicBezTo>
                  <a:cubicBezTo>
                    <a:pt x="124" y="9"/>
                    <a:pt x="102" y="0"/>
                    <a:pt x="8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9" name="Google Shape;2829;p69"/>
            <p:cNvSpPr/>
            <p:nvPr/>
          </p:nvSpPr>
          <p:spPr>
            <a:xfrm>
              <a:off x="751886" y="2032528"/>
              <a:ext cx="218772" cy="162177"/>
            </a:xfrm>
            <a:custGeom>
              <a:avLst/>
              <a:gdLst/>
              <a:ahLst/>
              <a:cxnLst/>
              <a:rect l="l" t="t" r="r" b="b"/>
              <a:pathLst>
                <a:path w="3537" h="2622" extrusionOk="0">
                  <a:moveTo>
                    <a:pt x="2760" y="0"/>
                  </a:moveTo>
                  <a:cubicBezTo>
                    <a:pt x="2443" y="0"/>
                    <a:pt x="1981" y="200"/>
                    <a:pt x="1287" y="740"/>
                  </a:cubicBezTo>
                  <a:cubicBezTo>
                    <a:pt x="1" y="1740"/>
                    <a:pt x="679" y="2431"/>
                    <a:pt x="679" y="2431"/>
                  </a:cubicBezTo>
                  <a:cubicBezTo>
                    <a:pt x="805" y="2561"/>
                    <a:pt x="955" y="2622"/>
                    <a:pt x="1131" y="2622"/>
                  </a:cubicBezTo>
                  <a:cubicBezTo>
                    <a:pt x="1486" y="2622"/>
                    <a:pt x="1947" y="2373"/>
                    <a:pt x="2537" y="1943"/>
                  </a:cubicBezTo>
                  <a:cubicBezTo>
                    <a:pt x="3263" y="1395"/>
                    <a:pt x="3537" y="752"/>
                    <a:pt x="3311" y="347"/>
                  </a:cubicBezTo>
                  <a:cubicBezTo>
                    <a:pt x="3196" y="145"/>
                    <a:pt x="3030" y="0"/>
                    <a:pt x="27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0" name="Google Shape;2830;p69"/>
            <p:cNvSpPr/>
            <p:nvPr/>
          </p:nvSpPr>
          <p:spPr>
            <a:xfrm>
              <a:off x="1276210" y="1979397"/>
              <a:ext cx="226875" cy="127540"/>
            </a:xfrm>
            <a:custGeom>
              <a:avLst/>
              <a:gdLst/>
              <a:ahLst/>
              <a:cxnLst/>
              <a:rect l="l" t="t" r="r" b="b"/>
              <a:pathLst>
                <a:path w="3668" h="2062" extrusionOk="0">
                  <a:moveTo>
                    <a:pt x="850" y="1"/>
                  </a:moveTo>
                  <a:cubicBezTo>
                    <a:pt x="330" y="1"/>
                    <a:pt x="145" y="246"/>
                    <a:pt x="84" y="563"/>
                  </a:cubicBezTo>
                  <a:cubicBezTo>
                    <a:pt x="1" y="1016"/>
                    <a:pt x="465" y="1540"/>
                    <a:pt x="1322" y="1814"/>
                  </a:cubicBezTo>
                  <a:cubicBezTo>
                    <a:pt x="1816" y="1971"/>
                    <a:pt x="2220" y="2062"/>
                    <a:pt x="2533" y="2062"/>
                  </a:cubicBezTo>
                  <a:cubicBezTo>
                    <a:pt x="2884" y="2062"/>
                    <a:pt x="3120" y="1947"/>
                    <a:pt x="3239" y="1683"/>
                  </a:cubicBezTo>
                  <a:cubicBezTo>
                    <a:pt x="3239" y="1683"/>
                    <a:pt x="3668" y="814"/>
                    <a:pt x="2120" y="278"/>
                  </a:cubicBezTo>
                  <a:cubicBezTo>
                    <a:pt x="1559" y="82"/>
                    <a:pt x="1149" y="1"/>
                    <a:pt x="8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1" name="Google Shape;2831;p69"/>
            <p:cNvSpPr/>
            <p:nvPr/>
          </p:nvSpPr>
          <p:spPr>
            <a:xfrm>
              <a:off x="533918" y="2351749"/>
              <a:ext cx="193722" cy="150054"/>
            </a:xfrm>
            <a:custGeom>
              <a:avLst/>
              <a:gdLst/>
              <a:ahLst/>
              <a:cxnLst/>
              <a:rect l="l" t="t" r="r" b="b"/>
              <a:pathLst>
                <a:path w="3132" h="2426" extrusionOk="0">
                  <a:moveTo>
                    <a:pt x="1266" y="0"/>
                  </a:moveTo>
                  <a:cubicBezTo>
                    <a:pt x="1156" y="0"/>
                    <a:pt x="1047" y="15"/>
                    <a:pt x="941" y="44"/>
                  </a:cubicBezTo>
                  <a:cubicBezTo>
                    <a:pt x="346" y="223"/>
                    <a:pt x="36" y="794"/>
                    <a:pt x="24" y="818"/>
                  </a:cubicBezTo>
                  <a:cubicBezTo>
                    <a:pt x="0" y="842"/>
                    <a:pt x="12" y="878"/>
                    <a:pt x="48" y="890"/>
                  </a:cubicBezTo>
                  <a:cubicBezTo>
                    <a:pt x="56" y="898"/>
                    <a:pt x="66" y="902"/>
                    <a:pt x="76" y="902"/>
                  </a:cubicBezTo>
                  <a:cubicBezTo>
                    <a:pt x="94" y="902"/>
                    <a:pt x="112" y="889"/>
                    <a:pt x="119" y="866"/>
                  </a:cubicBezTo>
                  <a:cubicBezTo>
                    <a:pt x="119" y="866"/>
                    <a:pt x="429" y="318"/>
                    <a:pt x="965" y="151"/>
                  </a:cubicBezTo>
                  <a:cubicBezTo>
                    <a:pt x="1059" y="127"/>
                    <a:pt x="1154" y="115"/>
                    <a:pt x="1252" y="115"/>
                  </a:cubicBezTo>
                  <a:cubicBezTo>
                    <a:pt x="1488" y="115"/>
                    <a:pt x="1732" y="187"/>
                    <a:pt x="1977" y="330"/>
                  </a:cubicBezTo>
                  <a:cubicBezTo>
                    <a:pt x="2989" y="901"/>
                    <a:pt x="2465" y="2330"/>
                    <a:pt x="2465" y="2342"/>
                  </a:cubicBezTo>
                  <a:cubicBezTo>
                    <a:pt x="2453" y="2378"/>
                    <a:pt x="2465" y="2414"/>
                    <a:pt x="2489" y="2425"/>
                  </a:cubicBezTo>
                  <a:lnTo>
                    <a:pt x="2513" y="2425"/>
                  </a:lnTo>
                  <a:cubicBezTo>
                    <a:pt x="2536" y="2425"/>
                    <a:pt x="2560" y="2414"/>
                    <a:pt x="2572" y="2390"/>
                  </a:cubicBezTo>
                  <a:cubicBezTo>
                    <a:pt x="2572" y="2378"/>
                    <a:pt x="3132" y="854"/>
                    <a:pt x="2036" y="223"/>
                  </a:cubicBezTo>
                  <a:cubicBezTo>
                    <a:pt x="1773" y="74"/>
                    <a:pt x="1515" y="0"/>
                    <a:pt x="126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2" name="Google Shape;2832;p69"/>
            <p:cNvSpPr/>
            <p:nvPr/>
          </p:nvSpPr>
          <p:spPr>
            <a:xfrm>
              <a:off x="592801" y="2407664"/>
              <a:ext cx="108366" cy="30060"/>
            </a:xfrm>
            <a:custGeom>
              <a:avLst/>
              <a:gdLst/>
              <a:ahLst/>
              <a:cxnLst/>
              <a:rect l="l" t="t" r="r" b="b"/>
              <a:pathLst>
                <a:path w="1752" h="486" extrusionOk="0">
                  <a:moveTo>
                    <a:pt x="1018" y="0"/>
                  </a:moveTo>
                  <a:cubicBezTo>
                    <a:pt x="483" y="0"/>
                    <a:pt x="33" y="378"/>
                    <a:pt x="25" y="378"/>
                  </a:cubicBezTo>
                  <a:cubicBezTo>
                    <a:pt x="1" y="402"/>
                    <a:pt x="1" y="438"/>
                    <a:pt x="25" y="462"/>
                  </a:cubicBezTo>
                  <a:cubicBezTo>
                    <a:pt x="37" y="474"/>
                    <a:pt x="49" y="486"/>
                    <a:pt x="72" y="486"/>
                  </a:cubicBezTo>
                  <a:cubicBezTo>
                    <a:pt x="84" y="486"/>
                    <a:pt x="96" y="486"/>
                    <a:pt x="108" y="474"/>
                  </a:cubicBezTo>
                  <a:cubicBezTo>
                    <a:pt x="108" y="465"/>
                    <a:pt x="521" y="120"/>
                    <a:pt x="1006" y="120"/>
                  </a:cubicBezTo>
                  <a:cubicBezTo>
                    <a:pt x="1214" y="120"/>
                    <a:pt x="1436" y="184"/>
                    <a:pt x="1644" y="367"/>
                  </a:cubicBezTo>
                  <a:cubicBezTo>
                    <a:pt x="1654" y="371"/>
                    <a:pt x="1668" y="374"/>
                    <a:pt x="1682" y="374"/>
                  </a:cubicBezTo>
                  <a:cubicBezTo>
                    <a:pt x="1701" y="374"/>
                    <a:pt x="1720" y="369"/>
                    <a:pt x="1727" y="355"/>
                  </a:cubicBezTo>
                  <a:cubicBezTo>
                    <a:pt x="1751" y="331"/>
                    <a:pt x="1751" y="295"/>
                    <a:pt x="1727" y="271"/>
                  </a:cubicBezTo>
                  <a:cubicBezTo>
                    <a:pt x="1494" y="71"/>
                    <a:pt x="1248" y="0"/>
                    <a:pt x="101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3" name="Google Shape;2833;p69"/>
            <p:cNvSpPr/>
            <p:nvPr/>
          </p:nvSpPr>
          <p:spPr>
            <a:xfrm>
              <a:off x="1098013" y="1989170"/>
              <a:ext cx="151044" cy="362394"/>
            </a:xfrm>
            <a:custGeom>
              <a:avLst/>
              <a:gdLst/>
              <a:ahLst/>
              <a:cxnLst/>
              <a:rect l="l" t="t" r="r" b="b"/>
              <a:pathLst>
                <a:path w="2442" h="5859" extrusionOk="0">
                  <a:moveTo>
                    <a:pt x="72" y="1"/>
                  </a:moveTo>
                  <a:cubicBezTo>
                    <a:pt x="36" y="1"/>
                    <a:pt x="12" y="25"/>
                    <a:pt x="12" y="60"/>
                  </a:cubicBezTo>
                  <a:cubicBezTo>
                    <a:pt x="12" y="441"/>
                    <a:pt x="1" y="3763"/>
                    <a:pt x="298" y="4156"/>
                  </a:cubicBezTo>
                  <a:cubicBezTo>
                    <a:pt x="381" y="4277"/>
                    <a:pt x="514" y="4380"/>
                    <a:pt x="724" y="4380"/>
                  </a:cubicBezTo>
                  <a:cubicBezTo>
                    <a:pt x="907" y="4380"/>
                    <a:pt x="1148" y="4301"/>
                    <a:pt x="1465" y="4085"/>
                  </a:cubicBezTo>
                  <a:cubicBezTo>
                    <a:pt x="1477" y="4073"/>
                    <a:pt x="1489" y="4073"/>
                    <a:pt x="1501" y="4061"/>
                  </a:cubicBezTo>
                  <a:cubicBezTo>
                    <a:pt x="1596" y="4001"/>
                    <a:pt x="1688" y="3971"/>
                    <a:pt x="1775" y="3971"/>
                  </a:cubicBezTo>
                  <a:cubicBezTo>
                    <a:pt x="1861" y="3971"/>
                    <a:pt x="1941" y="4001"/>
                    <a:pt x="2013" y="4061"/>
                  </a:cubicBezTo>
                  <a:cubicBezTo>
                    <a:pt x="2239" y="4263"/>
                    <a:pt x="2322" y="4739"/>
                    <a:pt x="2179" y="5073"/>
                  </a:cubicBezTo>
                  <a:cubicBezTo>
                    <a:pt x="2001" y="5501"/>
                    <a:pt x="1560" y="5751"/>
                    <a:pt x="1548" y="5751"/>
                  </a:cubicBezTo>
                  <a:cubicBezTo>
                    <a:pt x="1525" y="5763"/>
                    <a:pt x="1513" y="5799"/>
                    <a:pt x="1525" y="5823"/>
                  </a:cubicBezTo>
                  <a:cubicBezTo>
                    <a:pt x="1536" y="5847"/>
                    <a:pt x="1560" y="5859"/>
                    <a:pt x="1584" y="5859"/>
                  </a:cubicBezTo>
                  <a:cubicBezTo>
                    <a:pt x="1584" y="5859"/>
                    <a:pt x="1596" y="5859"/>
                    <a:pt x="1608" y="5847"/>
                  </a:cubicBezTo>
                  <a:cubicBezTo>
                    <a:pt x="1620" y="5835"/>
                    <a:pt x="2096" y="5585"/>
                    <a:pt x="2287" y="5120"/>
                  </a:cubicBezTo>
                  <a:cubicBezTo>
                    <a:pt x="2441" y="4739"/>
                    <a:pt x="2346" y="4204"/>
                    <a:pt x="2084" y="3965"/>
                  </a:cubicBezTo>
                  <a:cubicBezTo>
                    <a:pt x="1995" y="3894"/>
                    <a:pt x="1894" y="3858"/>
                    <a:pt x="1784" y="3858"/>
                  </a:cubicBezTo>
                  <a:cubicBezTo>
                    <a:pt x="1673" y="3858"/>
                    <a:pt x="1554" y="3894"/>
                    <a:pt x="1429" y="3965"/>
                  </a:cubicBezTo>
                  <a:cubicBezTo>
                    <a:pt x="1429" y="3965"/>
                    <a:pt x="1417" y="3977"/>
                    <a:pt x="1406" y="3989"/>
                  </a:cubicBezTo>
                  <a:cubicBezTo>
                    <a:pt x="1134" y="4168"/>
                    <a:pt x="907" y="4258"/>
                    <a:pt x="726" y="4258"/>
                  </a:cubicBezTo>
                  <a:cubicBezTo>
                    <a:pt x="581" y="4258"/>
                    <a:pt x="466" y="4201"/>
                    <a:pt x="382" y="4085"/>
                  </a:cubicBezTo>
                  <a:cubicBezTo>
                    <a:pt x="155" y="3775"/>
                    <a:pt x="120" y="1072"/>
                    <a:pt x="132" y="60"/>
                  </a:cubicBezTo>
                  <a:cubicBezTo>
                    <a:pt x="132" y="25"/>
                    <a:pt x="108" y="1"/>
                    <a:pt x="7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4" name="Google Shape;2834;p69"/>
            <p:cNvSpPr/>
            <p:nvPr/>
          </p:nvSpPr>
          <p:spPr>
            <a:xfrm>
              <a:off x="734938" y="2108545"/>
              <a:ext cx="397031" cy="380702"/>
            </a:xfrm>
            <a:custGeom>
              <a:avLst/>
              <a:gdLst/>
              <a:ahLst/>
              <a:cxnLst/>
              <a:rect l="l" t="t" r="r" b="b"/>
              <a:pathLst>
                <a:path w="6419" h="6155" extrusionOk="0">
                  <a:moveTo>
                    <a:pt x="3207" y="168"/>
                  </a:moveTo>
                  <a:cubicBezTo>
                    <a:pt x="4711" y="168"/>
                    <a:pt x="5984" y="1318"/>
                    <a:pt x="6109" y="2833"/>
                  </a:cubicBezTo>
                  <a:cubicBezTo>
                    <a:pt x="6240" y="4441"/>
                    <a:pt x="5049" y="5845"/>
                    <a:pt x="3454" y="5976"/>
                  </a:cubicBezTo>
                  <a:cubicBezTo>
                    <a:pt x="3373" y="5983"/>
                    <a:pt x="3292" y="5986"/>
                    <a:pt x="3212" y="5986"/>
                  </a:cubicBezTo>
                  <a:cubicBezTo>
                    <a:pt x="1708" y="5986"/>
                    <a:pt x="435" y="4836"/>
                    <a:pt x="310" y="3321"/>
                  </a:cubicBezTo>
                  <a:cubicBezTo>
                    <a:pt x="179" y="1714"/>
                    <a:pt x="1370" y="309"/>
                    <a:pt x="2965" y="178"/>
                  </a:cubicBezTo>
                  <a:cubicBezTo>
                    <a:pt x="3047" y="171"/>
                    <a:pt x="3127" y="168"/>
                    <a:pt x="3207" y="168"/>
                  </a:cubicBezTo>
                  <a:close/>
                  <a:moveTo>
                    <a:pt x="3214" y="0"/>
                  </a:moveTo>
                  <a:cubicBezTo>
                    <a:pt x="3128" y="0"/>
                    <a:pt x="3041" y="4"/>
                    <a:pt x="2954" y="11"/>
                  </a:cubicBezTo>
                  <a:cubicBezTo>
                    <a:pt x="1263" y="154"/>
                    <a:pt x="1" y="1643"/>
                    <a:pt x="144" y="3333"/>
                  </a:cubicBezTo>
                  <a:cubicBezTo>
                    <a:pt x="279" y="4936"/>
                    <a:pt x="1624" y="6154"/>
                    <a:pt x="3205" y="6154"/>
                  </a:cubicBezTo>
                  <a:cubicBezTo>
                    <a:pt x="3291" y="6154"/>
                    <a:pt x="3378" y="6151"/>
                    <a:pt x="3466" y="6143"/>
                  </a:cubicBezTo>
                  <a:cubicBezTo>
                    <a:pt x="5156" y="6000"/>
                    <a:pt x="6418" y="4512"/>
                    <a:pt x="6275" y="2821"/>
                  </a:cubicBezTo>
                  <a:cubicBezTo>
                    <a:pt x="6140" y="1218"/>
                    <a:pt x="4795" y="0"/>
                    <a:pt x="32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5" name="Google Shape;2835;p69"/>
            <p:cNvSpPr/>
            <p:nvPr/>
          </p:nvSpPr>
          <p:spPr>
            <a:xfrm>
              <a:off x="1253386" y="2065805"/>
              <a:ext cx="396289" cy="380702"/>
            </a:xfrm>
            <a:custGeom>
              <a:avLst/>
              <a:gdLst/>
              <a:ahLst/>
              <a:cxnLst/>
              <a:rect l="l" t="t" r="r" b="b"/>
              <a:pathLst>
                <a:path w="6407" h="6155" extrusionOk="0">
                  <a:moveTo>
                    <a:pt x="3205" y="169"/>
                  </a:moveTo>
                  <a:cubicBezTo>
                    <a:pt x="4701" y="169"/>
                    <a:pt x="5984" y="1319"/>
                    <a:pt x="6109" y="2834"/>
                  </a:cubicBezTo>
                  <a:cubicBezTo>
                    <a:pt x="6240" y="4429"/>
                    <a:pt x="5049" y="5846"/>
                    <a:pt x="3442" y="5977"/>
                  </a:cubicBezTo>
                  <a:cubicBezTo>
                    <a:pt x="3361" y="5983"/>
                    <a:pt x="3281" y="5987"/>
                    <a:pt x="3202" y="5987"/>
                  </a:cubicBezTo>
                  <a:cubicBezTo>
                    <a:pt x="1708" y="5987"/>
                    <a:pt x="435" y="4837"/>
                    <a:pt x="310" y="3322"/>
                  </a:cubicBezTo>
                  <a:cubicBezTo>
                    <a:pt x="167" y="1714"/>
                    <a:pt x="1370" y="309"/>
                    <a:pt x="2965" y="179"/>
                  </a:cubicBezTo>
                  <a:cubicBezTo>
                    <a:pt x="3046" y="172"/>
                    <a:pt x="3126" y="169"/>
                    <a:pt x="3205" y="169"/>
                  </a:cubicBezTo>
                  <a:close/>
                  <a:moveTo>
                    <a:pt x="3214" y="1"/>
                  </a:moveTo>
                  <a:cubicBezTo>
                    <a:pt x="3128" y="1"/>
                    <a:pt x="3041" y="4"/>
                    <a:pt x="2954" y="12"/>
                  </a:cubicBezTo>
                  <a:cubicBezTo>
                    <a:pt x="1263" y="155"/>
                    <a:pt x="1" y="1643"/>
                    <a:pt x="144" y="3334"/>
                  </a:cubicBezTo>
                  <a:cubicBezTo>
                    <a:pt x="268" y="4937"/>
                    <a:pt x="1623" y="6155"/>
                    <a:pt x="3194" y="6155"/>
                  </a:cubicBezTo>
                  <a:cubicBezTo>
                    <a:pt x="3280" y="6155"/>
                    <a:pt x="3367" y="6151"/>
                    <a:pt x="3454" y="6144"/>
                  </a:cubicBezTo>
                  <a:cubicBezTo>
                    <a:pt x="5144" y="6001"/>
                    <a:pt x="6406" y="4512"/>
                    <a:pt x="6275" y="2822"/>
                  </a:cubicBezTo>
                  <a:cubicBezTo>
                    <a:pt x="6140" y="1219"/>
                    <a:pt x="4795" y="1"/>
                    <a:pt x="32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6" name="Google Shape;2836;p69"/>
            <p:cNvSpPr/>
            <p:nvPr/>
          </p:nvSpPr>
          <p:spPr>
            <a:xfrm>
              <a:off x="1108342" y="2225694"/>
              <a:ext cx="162054" cy="36802"/>
            </a:xfrm>
            <a:custGeom>
              <a:avLst/>
              <a:gdLst/>
              <a:ahLst/>
              <a:cxnLst/>
              <a:rect l="l" t="t" r="r" b="b"/>
              <a:pathLst>
                <a:path w="2620" h="595" extrusionOk="0">
                  <a:moveTo>
                    <a:pt x="1539" y="1"/>
                  </a:moveTo>
                  <a:cubicBezTo>
                    <a:pt x="687" y="1"/>
                    <a:pt x="45" y="442"/>
                    <a:pt x="36" y="451"/>
                  </a:cubicBezTo>
                  <a:cubicBezTo>
                    <a:pt x="0" y="475"/>
                    <a:pt x="0" y="522"/>
                    <a:pt x="24" y="558"/>
                  </a:cubicBezTo>
                  <a:cubicBezTo>
                    <a:pt x="39" y="581"/>
                    <a:pt x="65" y="594"/>
                    <a:pt x="90" y="594"/>
                  </a:cubicBezTo>
                  <a:cubicBezTo>
                    <a:pt x="104" y="594"/>
                    <a:pt x="119" y="590"/>
                    <a:pt x="131" y="582"/>
                  </a:cubicBezTo>
                  <a:cubicBezTo>
                    <a:pt x="140" y="573"/>
                    <a:pt x="733" y="167"/>
                    <a:pt x="1525" y="167"/>
                  </a:cubicBezTo>
                  <a:cubicBezTo>
                    <a:pt x="1828" y="167"/>
                    <a:pt x="2161" y="226"/>
                    <a:pt x="2501" y="391"/>
                  </a:cubicBezTo>
                  <a:lnTo>
                    <a:pt x="2536" y="391"/>
                  </a:lnTo>
                  <a:cubicBezTo>
                    <a:pt x="2572" y="391"/>
                    <a:pt x="2596" y="380"/>
                    <a:pt x="2608" y="344"/>
                  </a:cubicBezTo>
                  <a:cubicBezTo>
                    <a:pt x="2620" y="308"/>
                    <a:pt x="2608" y="261"/>
                    <a:pt x="2572" y="237"/>
                  </a:cubicBezTo>
                  <a:cubicBezTo>
                    <a:pt x="2213" y="64"/>
                    <a:pt x="1861" y="1"/>
                    <a:pt x="15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7" name="Google Shape;2837;p69"/>
            <p:cNvSpPr/>
            <p:nvPr/>
          </p:nvSpPr>
          <p:spPr>
            <a:xfrm>
              <a:off x="466870" y="2309380"/>
              <a:ext cx="287305" cy="93892"/>
            </a:xfrm>
            <a:custGeom>
              <a:avLst/>
              <a:gdLst/>
              <a:ahLst/>
              <a:cxnLst/>
              <a:rect l="l" t="t" r="r" b="b"/>
              <a:pathLst>
                <a:path w="4645" h="1518" extrusionOk="0">
                  <a:moveTo>
                    <a:pt x="4568" y="1"/>
                  </a:moveTo>
                  <a:cubicBezTo>
                    <a:pt x="4562" y="1"/>
                    <a:pt x="4555" y="1"/>
                    <a:pt x="4549" y="3"/>
                  </a:cubicBezTo>
                  <a:lnTo>
                    <a:pt x="799" y="324"/>
                  </a:lnTo>
                  <a:lnTo>
                    <a:pt x="775" y="324"/>
                  </a:lnTo>
                  <a:cubicBezTo>
                    <a:pt x="739" y="348"/>
                    <a:pt x="1" y="717"/>
                    <a:pt x="37" y="1444"/>
                  </a:cubicBezTo>
                  <a:cubicBezTo>
                    <a:pt x="37" y="1485"/>
                    <a:pt x="64" y="1517"/>
                    <a:pt x="102" y="1517"/>
                  </a:cubicBezTo>
                  <a:cubicBezTo>
                    <a:pt x="108" y="1517"/>
                    <a:pt x="114" y="1517"/>
                    <a:pt x="120" y="1515"/>
                  </a:cubicBezTo>
                  <a:cubicBezTo>
                    <a:pt x="168" y="1515"/>
                    <a:pt x="191" y="1479"/>
                    <a:pt x="191" y="1432"/>
                  </a:cubicBezTo>
                  <a:cubicBezTo>
                    <a:pt x="168" y="860"/>
                    <a:pt x="739" y="527"/>
                    <a:pt x="834" y="479"/>
                  </a:cubicBezTo>
                  <a:lnTo>
                    <a:pt x="4573" y="158"/>
                  </a:lnTo>
                  <a:cubicBezTo>
                    <a:pt x="4609" y="158"/>
                    <a:pt x="4644" y="122"/>
                    <a:pt x="4644" y="74"/>
                  </a:cubicBezTo>
                  <a:cubicBezTo>
                    <a:pt x="4644" y="33"/>
                    <a:pt x="4608" y="1"/>
                    <a:pt x="45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8" name="Google Shape;2838;p69"/>
            <p:cNvSpPr/>
            <p:nvPr/>
          </p:nvSpPr>
          <p:spPr>
            <a:xfrm>
              <a:off x="838789" y="2834755"/>
              <a:ext cx="503789" cy="154941"/>
            </a:xfrm>
            <a:custGeom>
              <a:avLst/>
              <a:gdLst/>
              <a:ahLst/>
              <a:cxnLst/>
              <a:rect l="l" t="t" r="r" b="b"/>
              <a:pathLst>
                <a:path w="8145" h="2505" extrusionOk="0">
                  <a:moveTo>
                    <a:pt x="750" y="0"/>
                  </a:moveTo>
                  <a:cubicBezTo>
                    <a:pt x="545" y="0"/>
                    <a:pt x="291" y="11"/>
                    <a:pt x="1" y="46"/>
                  </a:cubicBezTo>
                  <a:cubicBezTo>
                    <a:pt x="1114" y="1455"/>
                    <a:pt x="2507" y="2505"/>
                    <a:pt x="4466" y="2505"/>
                  </a:cubicBezTo>
                  <a:cubicBezTo>
                    <a:pt x="4791" y="2505"/>
                    <a:pt x="5132" y="2476"/>
                    <a:pt x="5489" y="2415"/>
                  </a:cubicBezTo>
                  <a:cubicBezTo>
                    <a:pt x="6728" y="2272"/>
                    <a:pt x="7656" y="1308"/>
                    <a:pt x="8144" y="129"/>
                  </a:cubicBezTo>
                  <a:cubicBezTo>
                    <a:pt x="7905" y="67"/>
                    <a:pt x="7612" y="31"/>
                    <a:pt x="7264" y="31"/>
                  </a:cubicBezTo>
                  <a:cubicBezTo>
                    <a:pt x="7213" y="31"/>
                    <a:pt x="7162" y="32"/>
                    <a:pt x="7109" y="34"/>
                  </a:cubicBezTo>
                  <a:cubicBezTo>
                    <a:pt x="7109" y="34"/>
                    <a:pt x="6954" y="1510"/>
                    <a:pt x="4977" y="1558"/>
                  </a:cubicBezTo>
                  <a:cubicBezTo>
                    <a:pt x="4955" y="1558"/>
                    <a:pt x="4933" y="1558"/>
                    <a:pt x="4910" y="1558"/>
                  </a:cubicBezTo>
                  <a:cubicBezTo>
                    <a:pt x="2963" y="1558"/>
                    <a:pt x="1322" y="34"/>
                    <a:pt x="1322" y="34"/>
                  </a:cubicBezTo>
                  <a:cubicBezTo>
                    <a:pt x="1322" y="34"/>
                    <a:pt x="1110" y="0"/>
                    <a:pt x="7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9" name="Google Shape;2839;p69"/>
            <p:cNvSpPr/>
            <p:nvPr/>
          </p:nvSpPr>
          <p:spPr>
            <a:xfrm>
              <a:off x="341680" y="2837539"/>
              <a:ext cx="1195300" cy="991310"/>
            </a:xfrm>
            <a:custGeom>
              <a:avLst/>
              <a:gdLst/>
              <a:ahLst/>
              <a:cxnLst/>
              <a:rect l="l" t="t" r="r" b="b"/>
              <a:pathLst>
                <a:path w="19325" h="16027" extrusionOk="0">
                  <a:moveTo>
                    <a:pt x="8038" y="1"/>
                  </a:moveTo>
                  <a:cubicBezTo>
                    <a:pt x="6537" y="191"/>
                    <a:pt x="4109" y="1013"/>
                    <a:pt x="2382" y="4239"/>
                  </a:cubicBezTo>
                  <a:cubicBezTo>
                    <a:pt x="441" y="7835"/>
                    <a:pt x="1" y="14395"/>
                    <a:pt x="2930" y="16026"/>
                  </a:cubicBezTo>
                  <a:cubicBezTo>
                    <a:pt x="4441" y="15974"/>
                    <a:pt x="3224" y="14526"/>
                    <a:pt x="4000" y="14526"/>
                  </a:cubicBezTo>
                  <a:cubicBezTo>
                    <a:pt x="4111" y="14526"/>
                    <a:pt x="4261" y="14555"/>
                    <a:pt x="4466" y="14622"/>
                  </a:cubicBezTo>
                  <a:cubicBezTo>
                    <a:pt x="4418" y="14586"/>
                    <a:pt x="4370" y="14550"/>
                    <a:pt x="4323" y="14526"/>
                  </a:cubicBezTo>
                  <a:lnTo>
                    <a:pt x="4323" y="14526"/>
                  </a:lnTo>
                  <a:cubicBezTo>
                    <a:pt x="4323" y="14526"/>
                    <a:pt x="7787" y="15559"/>
                    <a:pt x="12137" y="15559"/>
                  </a:cubicBezTo>
                  <a:cubicBezTo>
                    <a:pt x="12364" y="15559"/>
                    <a:pt x="12593" y="15556"/>
                    <a:pt x="12824" y="15550"/>
                  </a:cubicBezTo>
                  <a:cubicBezTo>
                    <a:pt x="17503" y="15431"/>
                    <a:pt x="17360" y="15122"/>
                    <a:pt x="17360" y="15122"/>
                  </a:cubicBezTo>
                  <a:cubicBezTo>
                    <a:pt x="17360" y="15122"/>
                    <a:pt x="19253" y="14217"/>
                    <a:pt x="19289" y="10395"/>
                  </a:cubicBezTo>
                  <a:cubicBezTo>
                    <a:pt x="19325" y="6573"/>
                    <a:pt x="17920" y="2275"/>
                    <a:pt x="17086" y="489"/>
                  </a:cubicBezTo>
                  <a:cubicBezTo>
                    <a:pt x="17086" y="489"/>
                    <a:pt x="16801" y="239"/>
                    <a:pt x="16181" y="84"/>
                  </a:cubicBezTo>
                  <a:cubicBezTo>
                    <a:pt x="15693" y="1263"/>
                    <a:pt x="14765" y="2227"/>
                    <a:pt x="13526" y="2370"/>
                  </a:cubicBezTo>
                  <a:cubicBezTo>
                    <a:pt x="13169" y="2431"/>
                    <a:pt x="12828" y="2460"/>
                    <a:pt x="12503" y="2460"/>
                  </a:cubicBezTo>
                  <a:cubicBezTo>
                    <a:pt x="10544" y="2460"/>
                    <a:pt x="9151" y="1410"/>
                    <a:pt x="803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0" name="Google Shape;2840;p69"/>
            <p:cNvSpPr/>
            <p:nvPr/>
          </p:nvSpPr>
          <p:spPr>
            <a:xfrm>
              <a:off x="413862" y="3744111"/>
              <a:ext cx="343220" cy="168672"/>
            </a:xfrm>
            <a:custGeom>
              <a:avLst/>
              <a:gdLst/>
              <a:ahLst/>
              <a:cxnLst/>
              <a:rect l="l" t="t" r="r" b="b"/>
              <a:pathLst>
                <a:path w="5549" h="2727" extrusionOk="0">
                  <a:moveTo>
                    <a:pt x="453" y="0"/>
                  </a:moveTo>
                  <a:lnTo>
                    <a:pt x="1" y="977"/>
                  </a:lnTo>
                  <a:cubicBezTo>
                    <a:pt x="1" y="977"/>
                    <a:pt x="2561" y="2501"/>
                    <a:pt x="5549" y="2727"/>
                  </a:cubicBezTo>
                  <a:lnTo>
                    <a:pt x="5489" y="1036"/>
                  </a:ln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1" name="Google Shape;2841;p69"/>
            <p:cNvSpPr/>
            <p:nvPr/>
          </p:nvSpPr>
          <p:spPr>
            <a:xfrm>
              <a:off x="575173" y="2838281"/>
              <a:ext cx="1074502" cy="2344828"/>
            </a:xfrm>
            <a:custGeom>
              <a:avLst/>
              <a:gdLst/>
              <a:ahLst/>
              <a:cxnLst/>
              <a:rect l="l" t="t" r="r" b="b"/>
              <a:pathLst>
                <a:path w="17372" h="37910" extrusionOk="0">
                  <a:moveTo>
                    <a:pt x="11787" y="1"/>
                  </a:moveTo>
                  <a:cubicBezTo>
                    <a:pt x="11787" y="1"/>
                    <a:pt x="13704" y="2477"/>
                    <a:pt x="14276" y="5751"/>
                  </a:cubicBezTo>
                  <a:lnTo>
                    <a:pt x="5929" y="5811"/>
                  </a:lnTo>
                  <a:cubicBezTo>
                    <a:pt x="5929" y="5811"/>
                    <a:pt x="5084" y="1917"/>
                    <a:pt x="3834" y="60"/>
                  </a:cubicBezTo>
                  <a:lnTo>
                    <a:pt x="3048" y="286"/>
                  </a:lnTo>
                  <a:cubicBezTo>
                    <a:pt x="3048" y="286"/>
                    <a:pt x="4286" y="3775"/>
                    <a:pt x="4453" y="5870"/>
                  </a:cubicBezTo>
                  <a:cubicBezTo>
                    <a:pt x="4632" y="7954"/>
                    <a:pt x="2143" y="14717"/>
                    <a:pt x="2143" y="14717"/>
                  </a:cubicBezTo>
                  <a:cubicBezTo>
                    <a:pt x="2143" y="14717"/>
                    <a:pt x="0" y="22384"/>
                    <a:pt x="0" y="27075"/>
                  </a:cubicBezTo>
                  <a:cubicBezTo>
                    <a:pt x="0" y="31921"/>
                    <a:pt x="345" y="37505"/>
                    <a:pt x="345" y="37505"/>
                  </a:cubicBezTo>
                  <a:cubicBezTo>
                    <a:pt x="345" y="37505"/>
                    <a:pt x="7484" y="37910"/>
                    <a:pt x="12684" y="37910"/>
                  </a:cubicBezTo>
                  <a:cubicBezTo>
                    <a:pt x="14732" y="37910"/>
                    <a:pt x="16480" y="37847"/>
                    <a:pt x="17371" y="37672"/>
                  </a:cubicBezTo>
                  <a:cubicBezTo>
                    <a:pt x="17371" y="37672"/>
                    <a:pt x="17312" y="27242"/>
                    <a:pt x="16871" y="23575"/>
                  </a:cubicBezTo>
                  <a:cubicBezTo>
                    <a:pt x="16419" y="19908"/>
                    <a:pt x="13871" y="15002"/>
                    <a:pt x="13871" y="15002"/>
                  </a:cubicBezTo>
                  <a:cubicBezTo>
                    <a:pt x="13871" y="15002"/>
                    <a:pt x="16169" y="12288"/>
                    <a:pt x="16014" y="8966"/>
                  </a:cubicBezTo>
                  <a:cubicBezTo>
                    <a:pt x="15907" y="6430"/>
                    <a:pt x="14419" y="2418"/>
                    <a:pt x="12585" y="96"/>
                  </a:cubicBezTo>
                  <a:lnTo>
                    <a:pt x="1178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2" name="Google Shape;2842;p69"/>
            <p:cNvSpPr/>
            <p:nvPr/>
          </p:nvSpPr>
          <p:spPr>
            <a:xfrm>
              <a:off x="605357" y="3124534"/>
              <a:ext cx="199598" cy="614443"/>
            </a:xfrm>
            <a:custGeom>
              <a:avLst/>
              <a:gdLst/>
              <a:ahLst/>
              <a:cxnLst/>
              <a:rect l="l" t="t" r="r" b="b"/>
              <a:pathLst>
                <a:path w="3227" h="9934" extrusionOk="0">
                  <a:moveTo>
                    <a:pt x="2895" y="1"/>
                  </a:moveTo>
                  <a:cubicBezTo>
                    <a:pt x="2890" y="1"/>
                    <a:pt x="2886" y="2"/>
                    <a:pt x="2882" y="4"/>
                  </a:cubicBezTo>
                  <a:cubicBezTo>
                    <a:pt x="2846" y="4"/>
                    <a:pt x="2834" y="40"/>
                    <a:pt x="2834" y="64"/>
                  </a:cubicBezTo>
                  <a:cubicBezTo>
                    <a:pt x="2834" y="76"/>
                    <a:pt x="3120" y="1516"/>
                    <a:pt x="2167" y="4921"/>
                  </a:cubicBezTo>
                  <a:cubicBezTo>
                    <a:pt x="1215" y="8327"/>
                    <a:pt x="24" y="9839"/>
                    <a:pt x="12" y="9851"/>
                  </a:cubicBezTo>
                  <a:cubicBezTo>
                    <a:pt x="0" y="9874"/>
                    <a:pt x="0" y="9898"/>
                    <a:pt x="24" y="9922"/>
                  </a:cubicBezTo>
                  <a:cubicBezTo>
                    <a:pt x="36" y="9934"/>
                    <a:pt x="48" y="9934"/>
                    <a:pt x="60" y="9934"/>
                  </a:cubicBezTo>
                  <a:cubicBezTo>
                    <a:pt x="72" y="9934"/>
                    <a:pt x="84" y="9922"/>
                    <a:pt x="96" y="9910"/>
                  </a:cubicBezTo>
                  <a:cubicBezTo>
                    <a:pt x="107" y="9898"/>
                    <a:pt x="1310" y="8386"/>
                    <a:pt x="2262" y="4945"/>
                  </a:cubicBezTo>
                  <a:cubicBezTo>
                    <a:pt x="3227" y="1504"/>
                    <a:pt x="2953" y="99"/>
                    <a:pt x="2941" y="40"/>
                  </a:cubicBezTo>
                  <a:cubicBezTo>
                    <a:pt x="2931" y="20"/>
                    <a:pt x="2914" y="1"/>
                    <a:pt x="28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3" name="Google Shape;2843;p69"/>
            <p:cNvSpPr/>
            <p:nvPr/>
          </p:nvSpPr>
          <p:spPr>
            <a:xfrm>
              <a:off x="1206254" y="3358399"/>
              <a:ext cx="444905" cy="354106"/>
            </a:xfrm>
            <a:custGeom>
              <a:avLst/>
              <a:gdLst/>
              <a:ahLst/>
              <a:cxnLst/>
              <a:rect l="l" t="t" r="r" b="b"/>
              <a:pathLst>
                <a:path w="7193" h="5725" extrusionOk="0">
                  <a:moveTo>
                    <a:pt x="5852" y="0"/>
                  </a:moveTo>
                  <a:cubicBezTo>
                    <a:pt x="5240" y="0"/>
                    <a:pt x="3346" y="1236"/>
                    <a:pt x="3346" y="1236"/>
                  </a:cubicBezTo>
                  <a:cubicBezTo>
                    <a:pt x="3346" y="1236"/>
                    <a:pt x="4192" y="212"/>
                    <a:pt x="3585" y="116"/>
                  </a:cubicBezTo>
                  <a:cubicBezTo>
                    <a:pt x="3575" y="115"/>
                    <a:pt x="3565" y="114"/>
                    <a:pt x="3555" y="114"/>
                  </a:cubicBezTo>
                  <a:cubicBezTo>
                    <a:pt x="2922" y="114"/>
                    <a:pt x="1239" y="2593"/>
                    <a:pt x="1239" y="2593"/>
                  </a:cubicBezTo>
                  <a:lnTo>
                    <a:pt x="1" y="2641"/>
                  </a:lnTo>
                  <a:cubicBezTo>
                    <a:pt x="203" y="3712"/>
                    <a:pt x="513" y="4736"/>
                    <a:pt x="929" y="5724"/>
                  </a:cubicBezTo>
                  <a:cubicBezTo>
                    <a:pt x="2096" y="5141"/>
                    <a:pt x="2870" y="4665"/>
                    <a:pt x="2870" y="4665"/>
                  </a:cubicBezTo>
                  <a:cubicBezTo>
                    <a:pt x="3882" y="4593"/>
                    <a:pt x="6906" y="3748"/>
                    <a:pt x="6859" y="3307"/>
                  </a:cubicBezTo>
                  <a:cubicBezTo>
                    <a:pt x="6843" y="3116"/>
                    <a:pt x="6476" y="3061"/>
                    <a:pt x="6066" y="3061"/>
                  </a:cubicBezTo>
                  <a:cubicBezTo>
                    <a:pt x="5534" y="3061"/>
                    <a:pt x="4930" y="3153"/>
                    <a:pt x="4930" y="3153"/>
                  </a:cubicBezTo>
                  <a:cubicBezTo>
                    <a:pt x="4930" y="3153"/>
                    <a:pt x="7192" y="2641"/>
                    <a:pt x="7121" y="2212"/>
                  </a:cubicBezTo>
                  <a:cubicBezTo>
                    <a:pt x="7103" y="2103"/>
                    <a:pt x="6939" y="2063"/>
                    <a:pt x="6705" y="2063"/>
                  </a:cubicBezTo>
                  <a:cubicBezTo>
                    <a:pt x="6016" y="2063"/>
                    <a:pt x="4716" y="2414"/>
                    <a:pt x="4716" y="2414"/>
                  </a:cubicBezTo>
                  <a:cubicBezTo>
                    <a:pt x="4716" y="2414"/>
                    <a:pt x="6990" y="1629"/>
                    <a:pt x="6942" y="1224"/>
                  </a:cubicBezTo>
                  <a:cubicBezTo>
                    <a:pt x="6921" y="1074"/>
                    <a:pt x="6781" y="1016"/>
                    <a:pt x="6576" y="1016"/>
                  </a:cubicBezTo>
                  <a:cubicBezTo>
                    <a:pt x="5849" y="1016"/>
                    <a:pt x="4299" y="1748"/>
                    <a:pt x="4299" y="1748"/>
                  </a:cubicBezTo>
                  <a:cubicBezTo>
                    <a:pt x="4299" y="1748"/>
                    <a:pt x="6228" y="533"/>
                    <a:pt x="6025" y="81"/>
                  </a:cubicBezTo>
                  <a:cubicBezTo>
                    <a:pt x="5999" y="25"/>
                    <a:pt x="5938" y="0"/>
                    <a:pt x="5852" y="0"/>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4" name="Google Shape;2844;p69"/>
            <p:cNvSpPr/>
            <p:nvPr/>
          </p:nvSpPr>
          <p:spPr>
            <a:xfrm>
              <a:off x="1195245" y="3499608"/>
              <a:ext cx="88387" cy="233493"/>
            </a:xfrm>
            <a:custGeom>
              <a:avLst/>
              <a:gdLst/>
              <a:ahLst/>
              <a:cxnLst/>
              <a:rect l="l" t="t" r="r" b="b"/>
              <a:pathLst>
                <a:path w="1429" h="3775" extrusionOk="0">
                  <a:moveTo>
                    <a:pt x="0" y="0"/>
                  </a:moveTo>
                  <a:cubicBezTo>
                    <a:pt x="95" y="1251"/>
                    <a:pt x="226" y="2548"/>
                    <a:pt x="524" y="3775"/>
                  </a:cubicBezTo>
                  <a:cubicBezTo>
                    <a:pt x="1084" y="3465"/>
                    <a:pt x="1429" y="3179"/>
                    <a:pt x="1429" y="3179"/>
                  </a:cubicBezTo>
                  <a:lnTo>
                    <a:pt x="1060" y="96"/>
                  </a:lnTo>
                  <a:cubicBezTo>
                    <a:pt x="1060" y="96"/>
                    <a:pt x="667" y="48"/>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5" name="Google Shape;2845;p69"/>
            <p:cNvSpPr/>
            <p:nvPr/>
          </p:nvSpPr>
          <p:spPr>
            <a:xfrm>
              <a:off x="470581" y="3483774"/>
              <a:ext cx="757136" cy="377671"/>
            </a:xfrm>
            <a:custGeom>
              <a:avLst/>
              <a:gdLst/>
              <a:ahLst/>
              <a:cxnLst/>
              <a:rect l="l" t="t" r="r" b="b"/>
              <a:pathLst>
                <a:path w="12241" h="6106" extrusionOk="0">
                  <a:moveTo>
                    <a:pt x="7987" y="1"/>
                  </a:moveTo>
                  <a:cubicBezTo>
                    <a:pt x="6729" y="1"/>
                    <a:pt x="5336" y="130"/>
                    <a:pt x="3953" y="566"/>
                  </a:cubicBezTo>
                  <a:cubicBezTo>
                    <a:pt x="120" y="1518"/>
                    <a:pt x="0" y="3947"/>
                    <a:pt x="179" y="4614"/>
                  </a:cubicBezTo>
                  <a:cubicBezTo>
                    <a:pt x="572" y="5698"/>
                    <a:pt x="1417" y="5864"/>
                    <a:pt x="2310" y="6031"/>
                  </a:cubicBezTo>
                  <a:cubicBezTo>
                    <a:pt x="2584" y="6083"/>
                    <a:pt x="2902" y="6106"/>
                    <a:pt x="3251" y="6106"/>
                  </a:cubicBezTo>
                  <a:cubicBezTo>
                    <a:pt x="5875" y="6106"/>
                    <a:pt x="10273" y="4797"/>
                    <a:pt x="11240" y="4471"/>
                  </a:cubicBezTo>
                  <a:cubicBezTo>
                    <a:pt x="11621" y="4340"/>
                    <a:pt x="11954" y="4185"/>
                    <a:pt x="12240" y="4031"/>
                  </a:cubicBezTo>
                  <a:cubicBezTo>
                    <a:pt x="11942" y="2804"/>
                    <a:pt x="11811" y="1507"/>
                    <a:pt x="11716" y="256"/>
                  </a:cubicBezTo>
                  <a:cubicBezTo>
                    <a:pt x="10842" y="191"/>
                    <a:pt x="9513" y="1"/>
                    <a:pt x="798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6" name="Google Shape;2846;p69"/>
            <p:cNvSpPr/>
            <p:nvPr/>
          </p:nvSpPr>
          <p:spPr>
            <a:xfrm>
              <a:off x="911713" y="2263609"/>
              <a:ext cx="119375" cy="49668"/>
            </a:xfrm>
            <a:custGeom>
              <a:avLst/>
              <a:gdLst/>
              <a:ahLst/>
              <a:cxnLst/>
              <a:rect l="l" t="t" r="r" b="b"/>
              <a:pathLst>
                <a:path w="1930" h="803" extrusionOk="0">
                  <a:moveTo>
                    <a:pt x="857" y="1"/>
                  </a:moveTo>
                  <a:cubicBezTo>
                    <a:pt x="433" y="1"/>
                    <a:pt x="63" y="177"/>
                    <a:pt x="36" y="195"/>
                  </a:cubicBezTo>
                  <a:cubicBezTo>
                    <a:pt x="12" y="207"/>
                    <a:pt x="0" y="231"/>
                    <a:pt x="12" y="267"/>
                  </a:cubicBezTo>
                  <a:cubicBezTo>
                    <a:pt x="21" y="284"/>
                    <a:pt x="42" y="295"/>
                    <a:pt x="63" y="295"/>
                  </a:cubicBezTo>
                  <a:cubicBezTo>
                    <a:pt x="70" y="295"/>
                    <a:pt x="77" y="294"/>
                    <a:pt x="84" y="290"/>
                  </a:cubicBezTo>
                  <a:cubicBezTo>
                    <a:pt x="93" y="282"/>
                    <a:pt x="447" y="113"/>
                    <a:pt x="845" y="113"/>
                  </a:cubicBezTo>
                  <a:cubicBezTo>
                    <a:pt x="979" y="113"/>
                    <a:pt x="1118" y="132"/>
                    <a:pt x="1250" y="183"/>
                  </a:cubicBezTo>
                  <a:cubicBezTo>
                    <a:pt x="1500" y="279"/>
                    <a:pt x="1691" y="469"/>
                    <a:pt x="1822" y="767"/>
                  </a:cubicBezTo>
                  <a:cubicBezTo>
                    <a:pt x="1822" y="791"/>
                    <a:pt x="1846" y="802"/>
                    <a:pt x="1870" y="802"/>
                  </a:cubicBezTo>
                  <a:cubicBezTo>
                    <a:pt x="1870" y="802"/>
                    <a:pt x="1881" y="802"/>
                    <a:pt x="1893" y="791"/>
                  </a:cubicBezTo>
                  <a:cubicBezTo>
                    <a:pt x="1917" y="791"/>
                    <a:pt x="1929" y="755"/>
                    <a:pt x="1917" y="731"/>
                  </a:cubicBezTo>
                  <a:cubicBezTo>
                    <a:pt x="1786" y="398"/>
                    <a:pt x="1572" y="183"/>
                    <a:pt x="1298" y="76"/>
                  </a:cubicBezTo>
                  <a:cubicBezTo>
                    <a:pt x="1153" y="22"/>
                    <a:pt x="1002" y="1"/>
                    <a:pt x="8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7" name="Google Shape;2847;p69"/>
            <p:cNvSpPr/>
            <p:nvPr/>
          </p:nvSpPr>
          <p:spPr>
            <a:xfrm>
              <a:off x="1321919" y="2256991"/>
              <a:ext cx="118571" cy="48925"/>
            </a:xfrm>
            <a:custGeom>
              <a:avLst/>
              <a:gdLst/>
              <a:ahLst/>
              <a:cxnLst/>
              <a:rect l="l" t="t" r="r" b="b"/>
              <a:pathLst>
                <a:path w="1917" h="791" extrusionOk="0">
                  <a:moveTo>
                    <a:pt x="1074" y="1"/>
                  </a:moveTo>
                  <a:cubicBezTo>
                    <a:pt x="929" y="1"/>
                    <a:pt x="777" y="21"/>
                    <a:pt x="631" y="76"/>
                  </a:cubicBezTo>
                  <a:cubicBezTo>
                    <a:pt x="357" y="183"/>
                    <a:pt x="143" y="397"/>
                    <a:pt x="12" y="719"/>
                  </a:cubicBezTo>
                  <a:cubicBezTo>
                    <a:pt x="0" y="743"/>
                    <a:pt x="12" y="778"/>
                    <a:pt x="36" y="790"/>
                  </a:cubicBezTo>
                  <a:lnTo>
                    <a:pt x="60" y="790"/>
                  </a:lnTo>
                  <a:cubicBezTo>
                    <a:pt x="83" y="790"/>
                    <a:pt x="95" y="778"/>
                    <a:pt x="107" y="767"/>
                  </a:cubicBezTo>
                  <a:cubicBezTo>
                    <a:pt x="226" y="469"/>
                    <a:pt x="417" y="266"/>
                    <a:pt x="667" y="171"/>
                  </a:cubicBezTo>
                  <a:cubicBezTo>
                    <a:pt x="799" y="121"/>
                    <a:pt x="937" y="103"/>
                    <a:pt x="1069" y="103"/>
                  </a:cubicBezTo>
                  <a:cubicBezTo>
                    <a:pt x="1475" y="103"/>
                    <a:pt x="1834" y="278"/>
                    <a:pt x="1834" y="278"/>
                  </a:cubicBezTo>
                  <a:cubicBezTo>
                    <a:pt x="1843" y="282"/>
                    <a:pt x="1852" y="283"/>
                    <a:pt x="1860" y="283"/>
                  </a:cubicBezTo>
                  <a:cubicBezTo>
                    <a:pt x="1881" y="283"/>
                    <a:pt x="1896" y="272"/>
                    <a:pt x="1905" y="255"/>
                  </a:cubicBezTo>
                  <a:cubicBezTo>
                    <a:pt x="1917" y="231"/>
                    <a:pt x="1917" y="195"/>
                    <a:pt x="1881" y="183"/>
                  </a:cubicBezTo>
                  <a:cubicBezTo>
                    <a:pt x="1864" y="174"/>
                    <a:pt x="1496" y="1"/>
                    <a:pt x="10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8" name="Google Shape;2848;p69"/>
            <p:cNvSpPr/>
            <p:nvPr/>
          </p:nvSpPr>
          <p:spPr>
            <a:xfrm>
              <a:off x="485302" y="1485381"/>
              <a:ext cx="1176125" cy="814659"/>
            </a:xfrm>
            <a:custGeom>
              <a:avLst/>
              <a:gdLst/>
              <a:ahLst/>
              <a:cxnLst/>
              <a:rect l="l" t="t" r="r" b="b"/>
              <a:pathLst>
                <a:path w="19015" h="13171" extrusionOk="0">
                  <a:moveTo>
                    <a:pt x="11159" y="0"/>
                  </a:moveTo>
                  <a:cubicBezTo>
                    <a:pt x="10234" y="0"/>
                    <a:pt x="9150" y="50"/>
                    <a:pt x="7883" y="169"/>
                  </a:cubicBezTo>
                  <a:cubicBezTo>
                    <a:pt x="1" y="919"/>
                    <a:pt x="596" y="7812"/>
                    <a:pt x="596" y="7812"/>
                  </a:cubicBezTo>
                  <a:lnTo>
                    <a:pt x="596" y="8205"/>
                  </a:lnTo>
                  <a:lnTo>
                    <a:pt x="596" y="8253"/>
                  </a:lnTo>
                  <a:cubicBezTo>
                    <a:pt x="584" y="8277"/>
                    <a:pt x="584" y="8300"/>
                    <a:pt x="608" y="8312"/>
                  </a:cubicBezTo>
                  <a:lnTo>
                    <a:pt x="1036" y="10884"/>
                  </a:lnTo>
                  <a:lnTo>
                    <a:pt x="2168" y="13170"/>
                  </a:lnTo>
                  <a:cubicBezTo>
                    <a:pt x="2168" y="13170"/>
                    <a:pt x="2822" y="12825"/>
                    <a:pt x="3120" y="11932"/>
                  </a:cubicBezTo>
                  <a:cubicBezTo>
                    <a:pt x="3346" y="11241"/>
                    <a:pt x="3311" y="9348"/>
                    <a:pt x="3287" y="8491"/>
                  </a:cubicBezTo>
                  <a:cubicBezTo>
                    <a:pt x="3561" y="8455"/>
                    <a:pt x="3882" y="8396"/>
                    <a:pt x="4299" y="8324"/>
                  </a:cubicBezTo>
                  <a:cubicBezTo>
                    <a:pt x="6061" y="8003"/>
                    <a:pt x="5954" y="7419"/>
                    <a:pt x="7716" y="7110"/>
                  </a:cubicBezTo>
                  <a:cubicBezTo>
                    <a:pt x="8106" y="7041"/>
                    <a:pt x="8415" y="7016"/>
                    <a:pt x="8678" y="7016"/>
                  </a:cubicBezTo>
                  <a:cubicBezTo>
                    <a:pt x="9332" y="7016"/>
                    <a:pt x="9707" y="7168"/>
                    <a:pt x="10361" y="7168"/>
                  </a:cubicBezTo>
                  <a:cubicBezTo>
                    <a:pt x="10624" y="7168"/>
                    <a:pt x="10933" y="7143"/>
                    <a:pt x="11323" y="7074"/>
                  </a:cubicBezTo>
                  <a:cubicBezTo>
                    <a:pt x="13086" y="6753"/>
                    <a:pt x="12978" y="6169"/>
                    <a:pt x="14741" y="5860"/>
                  </a:cubicBezTo>
                  <a:cubicBezTo>
                    <a:pt x="15031" y="5808"/>
                    <a:pt x="15280" y="5788"/>
                    <a:pt x="15500" y="5788"/>
                  </a:cubicBezTo>
                  <a:cubicBezTo>
                    <a:pt x="16247" y="5788"/>
                    <a:pt x="16664" y="6018"/>
                    <a:pt x="17293" y="6018"/>
                  </a:cubicBezTo>
                  <a:cubicBezTo>
                    <a:pt x="17593" y="6018"/>
                    <a:pt x="17941" y="5966"/>
                    <a:pt x="18396" y="5812"/>
                  </a:cubicBezTo>
                  <a:cubicBezTo>
                    <a:pt x="19015" y="5598"/>
                    <a:pt x="17931" y="5110"/>
                    <a:pt x="17646" y="4395"/>
                  </a:cubicBezTo>
                  <a:cubicBezTo>
                    <a:pt x="17503" y="4038"/>
                    <a:pt x="17836" y="3371"/>
                    <a:pt x="17586" y="2978"/>
                  </a:cubicBezTo>
                  <a:cubicBezTo>
                    <a:pt x="17550" y="2919"/>
                    <a:pt x="17503" y="2871"/>
                    <a:pt x="17455" y="2836"/>
                  </a:cubicBezTo>
                  <a:lnTo>
                    <a:pt x="16515" y="1359"/>
                  </a:lnTo>
                  <a:cubicBezTo>
                    <a:pt x="16515" y="1359"/>
                    <a:pt x="15994" y="0"/>
                    <a:pt x="111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49" name="Google Shape;2849;p69"/>
          <p:cNvGrpSpPr/>
          <p:nvPr/>
        </p:nvGrpSpPr>
        <p:grpSpPr>
          <a:xfrm flipH="1">
            <a:off x="1025476" y="3906933"/>
            <a:ext cx="1430074" cy="1412687"/>
            <a:chOff x="5624415" y="3404280"/>
            <a:chExt cx="656087" cy="648111"/>
          </a:xfrm>
        </p:grpSpPr>
        <p:grpSp>
          <p:nvGrpSpPr>
            <p:cNvPr id="2850" name="Google Shape;2850;p69"/>
            <p:cNvGrpSpPr/>
            <p:nvPr/>
          </p:nvGrpSpPr>
          <p:grpSpPr>
            <a:xfrm flipH="1">
              <a:off x="5624415" y="3404280"/>
              <a:ext cx="656087" cy="648111"/>
              <a:chOff x="-2708900" y="3174350"/>
              <a:chExt cx="350100" cy="345825"/>
            </a:xfrm>
          </p:grpSpPr>
          <p:sp>
            <p:nvSpPr>
              <p:cNvPr id="2851" name="Google Shape;2851;p69"/>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2" name="Google Shape;2852;p69"/>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3" name="Google Shape;2853;p69"/>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4" name="Google Shape;2854;p69"/>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5" name="Google Shape;2855;p69"/>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6" name="Google Shape;2856;p69"/>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857" name="Google Shape;2857;p69"/>
            <p:cNvCxnSpPr/>
            <p:nvPr/>
          </p:nvCxnSpPr>
          <p:spPr>
            <a:xfrm>
              <a:off x="5679725" y="4047784"/>
              <a:ext cx="507900" cy="0"/>
            </a:xfrm>
            <a:prstGeom prst="straightConnector1">
              <a:avLst/>
            </a:prstGeom>
            <a:noFill/>
            <a:ln w="9525" cap="flat" cmpd="sng">
              <a:solidFill>
                <a:schemeClr val="dk1"/>
              </a:solidFill>
              <a:prstDash val="solid"/>
              <a:round/>
              <a:headEnd type="none" w="med" len="med"/>
              <a:tailEnd type="none" w="med" len="med"/>
            </a:ln>
          </p:spPr>
        </p:cxnSp>
      </p:grpSp>
      <p:sp>
        <p:nvSpPr>
          <p:cNvPr id="2858" name="Google Shape;2858;p69"/>
          <p:cNvSpPr/>
          <p:nvPr/>
        </p:nvSpPr>
        <p:spPr>
          <a:xfrm rot="1644276" flipH="1">
            <a:off x="1388050" y="960970"/>
            <a:ext cx="187227" cy="201071"/>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9" name="Google Shape;2859;p69"/>
          <p:cNvSpPr/>
          <p:nvPr/>
        </p:nvSpPr>
        <p:spPr>
          <a:xfrm rot="1204039">
            <a:off x="3917030" y="1343686"/>
            <a:ext cx="450220" cy="458728"/>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0" name="Google Shape;2860;p69"/>
          <p:cNvSpPr/>
          <p:nvPr/>
        </p:nvSpPr>
        <p:spPr>
          <a:xfrm rot="-165530">
            <a:off x="2883824" y="4453432"/>
            <a:ext cx="187228" cy="201072"/>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1" name="Google Shape;2861;p69"/>
          <p:cNvSpPr/>
          <p:nvPr/>
        </p:nvSpPr>
        <p:spPr>
          <a:xfrm rot="-165530">
            <a:off x="3207299" y="228982"/>
            <a:ext cx="187228" cy="201072"/>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2865"/>
        <p:cNvGrpSpPr/>
        <p:nvPr/>
      </p:nvGrpSpPr>
      <p:grpSpPr>
        <a:xfrm>
          <a:off x="0" y="0"/>
          <a:ext cx="0" cy="0"/>
          <a:chOff x="0" y="0"/>
          <a:chExt cx="0" cy="0"/>
        </a:xfrm>
      </p:grpSpPr>
      <p:grpSp>
        <p:nvGrpSpPr>
          <p:cNvPr id="2866" name="Google Shape;2866;p70"/>
          <p:cNvGrpSpPr/>
          <p:nvPr/>
        </p:nvGrpSpPr>
        <p:grpSpPr>
          <a:xfrm>
            <a:off x="2918026" y="-127443"/>
            <a:ext cx="2181999" cy="1983585"/>
            <a:chOff x="6494019" y="-137261"/>
            <a:chExt cx="2116596" cy="1924130"/>
          </a:xfrm>
        </p:grpSpPr>
        <p:sp>
          <p:nvSpPr>
            <p:cNvPr id="2867" name="Google Shape;2867;p70"/>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8" name="Google Shape;2868;p70"/>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69" name="Google Shape;2869;p70"/>
          <p:cNvGrpSpPr/>
          <p:nvPr/>
        </p:nvGrpSpPr>
        <p:grpSpPr>
          <a:xfrm flipH="1">
            <a:off x="7650754" y="230126"/>
            <a:ext cx="1184107" cy="1169710"/>
            <a:chOff x="5624415" y="3404280"/>
            <a:chExt cx="656087" cy="648111"/>
          </a:xfrm>
        </p:grpSpPr>
        <p:grpSp>
          <p:nvGrpSpPr>
            <p:cNvPr id="2870" name="Google Shape;2870;p70"/>
            <p:cNvGrpSpPr/>
            <p:nvPr/>
          </p:nvGrpSpPr>
          <p:grpSpPr>
            <a:xfrm flipH="1">
              <a:off x="5624415" y="3404280"/>
              <a:ext cx="656087" cy="648111"/>
              <a:chOff x="-2708900" y="3174350"/>
              <a:chExt cx="350100" cy="345825"/>
            </a:xfrm>
          </p:grpSpPr>
          <p:sp>
            <p:nvSpPr>
              <p:cNvPr id="2871" name="Google Shape;2871;p70"/>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2" name="Google Shape;2872;p70"/>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3" name="Google Shape;2873;p70"/>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4" name="Google Shape;2874;p70"/>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5" name="Google Shape;2875;p70"/>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6" name="Google Shape;2876;p70"/>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877" name="Google Shape;2877;p70"/>
            <p:cNvCxnSpPr/>
            <p:nvPr/>
          </p:nvCxnSpPr>
          <p:spPr>
            <a:xfrm>
              <a:off x="5679725" y="4047784"/>
              <a:ext cx="507900" cy="0"/>
            </a:xfrm>
            <a:prstGeom prst="straightConnector1">
              <a:avLst/>
            </a:prstGeom>
            <a:noFill/>
            <a:ln w="9525" cap="flat" cmpd="sng">
              <a:solidFill>
                <a:schemeClr val="dk1"/>
              </a:solidFill>
              <a:prstDash val="solid"/>
              <a:round/>
              <a:headEnd type="none" w="med" len="med"/>
              <a:tailEnd type="none" w="med" len="med"/>
            </a:ln>
          </p:spPr>
        </p:cxnSp>
      </p:grpSp>
      <p:pic>
        <p:nvPicPr>
          <p:cNvPr id="2878" name="Google Shape;2878;p70"/>
          <p:cNvPicPr preferRelativeResize="0"/>
          <p:nvPr/>
        </p:nvPicPr>
        <p:blipFill rotWithShape="1">
          <a:blip r:embed="rId3">
            <a:alphaModFix/>
          </a:blip>
          <a:srcRect t="-1517" b="7266"/>
          <a:stretch/>
        </p:blipFill>
        <p:spPr>
          <a:xfrm>
            <a:off x="4104368" y="1095400"/>
            <a:ext cx="4564900" cy="2869826"/>
          </a:xfrm>
          <a:prstGeom prst="rect">
            <a:avLst/>
          </a:prstGeom>
          <a:noFill/>
          <a:ln>
            <a:noFill/>
          </a:ln>
        </p:spPr>
      </p:pic>
      <p:sp>
        <p:nvSpPr>
          <p:cNvPr id="2879" name="Google Shape;2879;p70"/>
          <p:cNvSpPr txBox="1">
            <a:spLocks noGrp="1"/>
          </p:cNvSpPr>
          <p:nvPr>
            <p:ph type="title"/>
          </p:nvPr>
        </p:nvSpPr>
        <p:spPr>
          <a:xfrm>
            <a:off x="713100" y="1340375"/>
            <a:ext cx="3000600" cy="1293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Desktop screenshot</a:t>
            </a:r>
            <a:endParaRPr/>
          </a:p>
        </p:txBody>
      </p:sp>
      <p:sp>
        <p:nvSpPr>
          <p:cNvPr id="2880" name="Google Shape;2880;p70"/>
          <p:cNvSpPr txBox="1">
            <a:spLocks noGrp="1"/>
          </p:cNvSpPr>
          <p:nvPr>
            <p:ph type="subTitle" idx="1"/>
          </p:nvPr>
        </p:nvSpPr>
        <p:spPr>
          <a:xfrm>
            <a:off x="713100" y="2617090"/>
            <a:ext cx="3000600" cy="1169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replace the image on the screen with your own work. Just right-click on it and select “Replace image”</a:t>
            </a:r>
            <a:endParaRPr/>
          </a:p>
        </p:txBody>
      </p:sp>
      <p:grpSp>
        <p:nvGrpSpPr>
          <p:cNvPr id="2881" name="Google Shape;2881;p70"/>
          <p:cNvGrpSpPr/>
          <p:nvPr/>
        </p:nvGrpSpPr>
        <p:grpSpPr>
          <a:xfrm>
            <a:off x="4029070" y="1030111"/>
            <a:ext cx="4715497" cy="3574002"/>
            <a:chOff x="1572575" y="3497750"/>
            <a:chExt cx="843650" cy="639425"/>
          </a:xfrm>
        </p:grpSpPr>
        <p:sp>
          <p:nvSpPr>
            <p:cNvPr id="2882" name="Google Shape;2882;p70"/>
            <p:cNvSpPr/>
            <p:nvPr/>
          </p:nvSpPr>
          <p:spPr>
            <a:xfrm>
              <a:off x="1572575" y="3497750"/>
              <a:ext cx="843650" cy="534600"/>
            </a:xfrm>
            <a:custGeom>
              <a:avLst/>
              <a:gdLst/>
              <a:ahLst/>
              <a:cxnLst/>
              <a:rect l="l" t="t" r="r" b="b"/>
              <a:pathLst>
                <a:path w="33746" h="21384" extrusionOk="0">
                  <a:moveTo>
                    <a:pt x="32548" y="1021"/>
                  </a:moveTo>
                  <a:lnTo>
                    <a:pt x="32548" y="20362"/>
                  </a:lnTo>
                  <a:lnTo>
                    <a:pt x="1197" y="20362"/>
                  </a:lnTo>
                  <a:lnTo>
                    <a:pt x="1197" y="1021"/>
                  </a:lnTo>
                  <a:close/>
                  <a:moveTo>
                    <a:pt x="477" y="0"/>
                  </a:moveTo>
                  <a:cubicBezTo>
                    <a:pt x="210" y="0"/>
                    <a:pt x="0" y="209"/>
                    <a:pt x="0" y="477"/>
                  </a:cubicBezTo>
                  <a:lnTo>
                    <a:pt x="0" y="20906"/>
                  </a:lnTo>
                  <a:cubicBezTo>
                    <a:pt x="0" y="21174"/>
                    <a:pt x="218" y="21384"/>
                    <a:pt x="477" y="21384"/>
                  </a:cubicBezTo>
                  <a:lnTo>
                    <a:pt x="33268" y="21384"/>
                  </a:lnTo>
                  <a:cubicBezTo>
                    <a:pt x="33536" y="21384"/>
                    <a:pt x="33745" y="21166"/>
                    <a:pt x="33745" y="20906"/>
                  </a:cubicBezTo>
                  <a:lnTo>
                    <a:pt x="33745" y="477"/>
                  </a:lnTo>
                  <a:cubicBezTo>
                    <a:pt x="33745" y="209"/>
                    <a:pt x="33536" y="0"/>
                    <a:pt x="332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3" name="Google Shape;2883;p70"/>
            <p:cNvSpPr/>
            <p:nvPr/>
          </p:nvSpPr>
          <p:spPr>
            <a:xfrm>
              <a:off x="1904398" y="4024708"/>
              <a:ext cx="179975" cy="112462"/>
            </a:xfrm>
            <a:custGeom>
              <a:avLst/>
              <a:gdLst/>
              <a:ahLst/>
              <a:cxnLst/>
              <a:rect l="l" t="t" r="r" b="b"/>
              <a:pathLst>
                <a:path w="7199" h="4194" extrusionOk="0">
                  <a:moveTo>
                    <a:pt x="1" y="1"/>
                  </a:moveTo>
                  <a:lnTo>
                    <a:pt x="1" y="4194"/>
                  </a:lnTo>
                  <a:lnTo>
                    <a:pt x="7198" y="4194"/>
                  </a:lnTo>
                  <a:lnTo>
                    <a:pt x="719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4" name="Google Shape;2884;p70"/>
            <p:cNvSpPr/>
            <p:nvPr/>
          </p:nvSpPr>
          <p:spPr>
            <a:xfrm>
              <a:off x="1852950" y="4127950"/>
              <a:ext cx="283100" cy="9225"/>
            </a:xfrm>
            <a:custGeom>
              <a:avLst/>
              <a:gdLst/>
              <a:ahLst/>
              <a:cxnLst/>
              <a:rect l="l" t="t" r="r" b="b"/>
              <a:pathLst>
                <a:path w="11324" h="369" extrusionOk="0">
                  <a:moveTo>
                    <a:pt x="67" y="0"/>
                  </a:moveTo>
                  <a:cubicBezTo>
                    <a:pt x="25" y="0"/>
                    <a:pt x="0" y="34"/>
                    <a:pt x="0" y="67"/>
                  </a:cubicBezTo>
                  <a:lnTo>
                    <a:pt x="0" y="293"/>
                  </a:lnTo>
                  <a:cubicBezTo>
                    <a:pt x="0" y="335"/>
                    <a:pt x="25" y="369"/>
                    <a:pt x="67" y="369"/>
                  </a:cubicBezTo>
                  <a:lnTo>
                    <a:pt x="11248" y="369"/>
                  </a:lnTo>
                  <a:cubicBezTo>
                    <a:pt x="11290" y="369"/>
                    <a:pt x="11324" y="335"/>
                    <a:pt x="11324" y="293"/>
                  </a:cubicBezTo>
                  <a:lnTo>
                    <a:pt x="11324" y="67"/>
                  </a:lnTo>
                  <a:cubicBezTo>
                    <a:pt x="11324" y="34"/>
                    <a:pt x="11290" y="0"/>
                    <a:pt x="112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85" name="Google Shape;2885;p70"/>
          <p:cNvGrpSpPr/>
          <p:nvPr/>
        </p:nvGrpSpPr>
        <p:grpSpPr>
          <a:xfrm>
            <a:off x="3671429" y="3446968"/>
            <a:ext cx="1627359" cy="1607574"/>
            <a:chOff x="5624415" y="3404280"/>
            <a:chExt cx="656087" cy="648111"/>
          </a:xfrm>
        </p:grpSpPr>
        <p:grpSp>
          <p:nvGrpSpPr>
            <p:cNvPr id="2886" name="Google Shape;2886;p70"/>
            <p:cNvGrpSpPr/>
            <p:nvPr/>
          </p:nvGrpSpPr>
          <p:grpSpPr>
            <a:xfrm flipH="1">
              <a:off x="5624415" y="3404280"/>
              <a:ext cx="656087" cy="648111"/>
              <a:chOff x="-2708900" y="3174350"/>
              <a:chExt cx="350100" cy="345825"/>
            </a:xfrm>
          </p:grpSpPr>
          <p:sp>
            <p:nvSpPr>
              <p:cNvPr id="2887" name="Google Shape;2887;p70"/>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8" name="Google Shape;2888;p70"/>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9" name="Google Shape;2889;p70"/>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0" name="Google Shape;2890;p70"/>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1" name="Google Shape;2891;p70"/>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2" name="Google Shape;2892;p70"/>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893" name="Google Shape;2893;p70"/>
            <p:cNvCxnSpPr/>
            <p:nvPr/>
          </p:nvCxnSpPr>
          <p:spPr>
            <a:xfrm>
              <a:off x="5679725" y="4047784"/>
              <a:ext cx="507900" cy="0"/>
            </a:xfrm>
            <a:prstGeom prst="straightConnector1">
              <a:avLst/>
            </a:prstGeom>
            <a:noFill/>
            <a:ln w="9525" cap="flat" cmpd="sng">
              <a:solidFill>
                <a:schemeClr val="dk1"/>
              </a:solidFill>
              <a:prstDash val="solid"/>
              <a:round/>
              <a:headEnd type="none" w="med" len="med"/>
              <a:tailEnd type="none" w="med" len="med"/>
            </a:ln>
          </p:spPr>
        </p:cxnSp>
      </p:grpSp>
      <p:sp>
        <p:nvSpPr>
          <p:cNvPr id="2894" name="Google Shape;2894;p70"/>
          <p:cNvSpPr/>
          <p:nvPr/>
        </p:nvSpPr>
        <p:spPr>
          <a:xfrm rot="-1644435">
            <a:off x="2090259" y="830829"/>
            <a:ext cx="246286" cy="264499"/>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5" name="Google Shape;2895;p70"/>
          <p:cNvSpPr/>
          <p:nvPr/>
        </p:nvSpPr>
        <p:spPr>
          <a:xfrm rot="1644435" flipH="1">
            <a:off x="2965084" y="4386829"/>
            <a:ext cx="246286" cy="264499"/>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2899"/>
        <p:cNvGrpSpPr/>
        <p:nvPr/>
      </p:nvGrpSpPr>
      <p:grpSpPr>
        <a:xfrm>
          <a:off x="0" y="0"/>
          <a:ext cx="0" cy="0"/>
          <a:chOff x="0" y="0"/>
          <a:chExt cx="0" cy="0"/>
        </a:xfrm>
      </p:grpSpPr>
      <p:grpSp>
        <p:nvGrpSpPr>
          <p:cNvPr id="2900" name="Google Shape;2900;p71"/>
          <p:cNvGrpSpPr/>
          <p:nvPr/>
        </p:nvGrpSpPr>
        <p:grpSpPr>
          <a:xfrm flipH="1">
            <a:off x="4126625" y="2671960"/>
            <a:ext cx="1853608" cy="2603821"/>
            <a:chOff x="8787087" y="999244"/>
            <a:chExt cx="1547768" cy="2174381"/>
          </a:xfrm>
        </p:grpSpPr>
        <p:sp>
          <p:nvSpPr>
            <p:cNvPr id="2901" name="Google Shape;2901;p71"/>
            <p:cNvSpPr/>
            <p:nvPr/>
          </p:nvSpPr>
          <p:spPr>
            <a:xfrm>
              <a:off x="10063786" y="2197961"/>
              <a:ext cx="185805" cy="199322"/>
            </a:xfrm>
            <a:custGeom>
              <a:avLst/>
              <a:gdLst/>
              <a:ahLst/>
              <a:cxnLst/>
              <a:rect l="l" t="t" r="r" b="b"/>
              <a:pathLst>
                <a:path w="2763" h="2964" extrusionOk="0">
                  <a:moveTo>
                    <a:pt x="1436" y="0"/>
                  </a:moveTo>
                  <a:cubicBezTo>
                    <a:pt x="1382" y="0"/>
                    <a:pt x="1328" y="33"/>
                    <a:pt x="1310" y="97"/>
                  </a:cubicBezTo>
                  <a:lnTo>
                    <a:pt x="1155" y="740"/>
                  </a:lnTo>
                  <a:cubicBezTo>
                    <a:pt x="1108" y="954"/>
                    <a:pt x="953" y="1133"/>
                    <a:pt x="750" y="1169"/>
                  </a:cubicBezTo>
                  <a:lnTo>
                    <a:pt x="143" y="1300"/>
                  </a:lnTo>
                  <a:cubicBezTo>
                    <a:pt x="0" y="1335"/>
                    <a:pt x="0" y="1526"/>
                    <a:pt x="131" y="1562"/>
                  </a:cubicBezTo>
                  <a:lnTo>
                    <a:pt x="727" y="1740"/>
                  </a:lnTo>
                  <a:cubicBezTo>
                    <a:pt x="917" y="1800"/>
                    <a:pt x="1060" y="1978"/>
                    <a:pt x="1096" y="2205"/>
                  </a:cubicBezTo>
                  <a:lnTo>
                    <a:pt x="1203" y="2859"/>
                  </a:lnTo>
                  <a:cubicBezTo>
                    <a:pt x="1209" y="2928"/>
                    <a:pt x="1267" y="2964"/>
                    <a:pt x="1325" y="2964"/>
                  </a:cubicBezTo>
                  <a:cubicBezTo>
                    <a:pt x="1378" y="2964"/>
                    <a:pt x="1430" y="2934"/>
                    <a:pt x="1441" y="2871"/>
                  </a:cubicBezTo>
                  <a:lnTo>
                    <a:pt x="1608" y="2169"/>
                  </a:lnTo>
                  <a:cubicBezTo>
                    <a:pt x="1655" y="1978"/>
                    <a:pt x="1786" y="1836"/>
                    <a:pt x="1953" y="1800"/>
                  </a:cubicBezTo>
                  <a:lnTo>
                    <a:pt x="2620" y="1657"/>
                  </a:lnTo>
                  <a:cubicBezTo>
                    <a:pt x="2751" y="1633"/>
                    <a:pt x="2763" y="1443"/>
                    <a:pt x="2632" y="1407"/>
                  </a:cubicBezTo>
                  <a:lnTo>
                    <a:pt x="1977" y="1205"/>
                  </a:lnTo>
                  <a:cubicBezTo>
                    <a:pt x="1810" y="1157"/>
                    <a:pt x="1691" y="1002"/>
                    <a:pt x="1667" y="812"/>
                  </a:cubicBezTo>
                  <a:lnTo>
                    <a:pt x="1560" y="109"/>
                  </a:lnTo>
                  <a:cubicBezTo>
                    <a:pt x="1548" y="36"/>
                    <a:pt x="1492" y="0"/>
                    <a:pt x="1436" y="0"/>
                  </a:cubicBezTo>
                  <a:close/>
                </a:path>
              </a:pathLst>
            </a:custGeom>
            <a:solidFill>
              <a:srgbClr val="F9F9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2" name="Google Shape;2902;p71"/>
            <p:cNvSpPr/>
            <p:nvPr/>
          </p:nvSpPr>
          <p:spPr>
            <a:xfrm>
              <a:off x="10105743" y="2719570"/>
              <a:ext cx="44114" cy="185805"/>
            </a:xfrm>
            <a:custGeom>
              <a:avLst/>
              <a:gdLst/>
              <a:ahLst/>
              <a:cxnLst/>
              <a:rect l="l" t="t" r="r" b="b"/>
              <a:pathLst>
                <a:path w="656" h="2763" extrusionOk="0">
                  <a:moveTo>
                    <a:pt x="1" y="1"/>
                  </a:moveTo>
                  <a:cubicBezTo>
                    <a:pt x="120" y="596"/>
                    <a:pt x="275" y="1417"/>
                    <a:pt x="656" y="2763"/>
                  </a:cubicBezTo>
                  <a:lnTo>
                    <a:pt x="1" y="1"/>
                  </a:ln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3" name="Google Shape;2903;p71"/>
            <p:cNvSpPr/>
            <p:nvPr/>
          </p:nvSpPr>
          <p:spPr>
            <a:xfrm>
              <a:off x="8787087" y="1859878"/>
              <a:ext cx="996070" cy="947585"/>
            </a:xfrm>
            <a:custGeom>
              <a:avLst/>
              <a:gdLst/>
              <a:ahLst/>
              <a:cxnLst/>
              <a:rect l="l" t="t" r="r" b="b"/>
              <a:pathLst>
                <a:path w="14812" h="14091" extrusionOk="0">
                  <a:moveTo>
                    <a:pt x="1832" y="1"/>
                  </a:moveTo>
                  <a:cubicBezTo>
                    <a:pt x="1805" y="1"/>
                    <a:pt x="1778" y="7"/>
                    <a:pt x="1751" y="21"/>
                  </a:cubicBezTo>
                  <a:cubicBezTo>
                    <a:pt x="1453" y="176"/>
                    <a:pt x="1965" y="2152"/>
                    <a:pt x="1965" y="2152"/>
                  </a:cubicBezTo>
                  <a:cubicBezTo>
                    <a:pt x="1965" y="2152"/>
                    <a:pt x="1359" y="358"/>
                    <a:pt x="1016" y="358"/>
                  </a:cubicBezTo>
                  <a:cubicBezTo>
                    <a:pt x="1003" y="358"/>
                    <a:pt x="989" y="360"/>
                    <a:pt x="977" y="366"/>
                  </a:cubicBezTo>
                  <a:cubicBezTo>
                    <a:pt x="643" y="521"/>
                    <a:pt x="1358" y="2343"/>
                    <a:pt x="1358" y="2343"/>
                  </a:cubicBezTo>
                  <a:cubicBezTo>
                    <a:pt x="1358" y="2343"/>
                    <a:pt x="734" y="1042"/>
                    <a:pt x="393" y="1042"/>
                  </a:cubicBezTo>
                  <a:cubicBezTo>
                    <a:pt x="372" y="1042"/>
                    <a:pt x="352" y="1047"/>
                    <a:pt x="334" y="1057"/>
                  </a:cubicBezTo>
                  <a:cubicBezTo>
                    <a:pt x="0" y="1247"/>
                    <a:pt x="846" y="3772"/>
                    <a:pt x="1262" y="4510"/>
                  </a:cubicBezTo>
                  <a:cubicBezTo>
                    <a:pt x="1262" y="4510"/>
                    <a:pt x="1596" y="12332"/>
                    <a:pt x="4739" y="13880"/>
                  </a:cubicBezTo>
                  <a:cubicBezTo>
                    <a:pt x="5032" y="14025"/>
                    <a:pt x="5327" y="14090"/>
                    <a:pt x="5619" y="14090"/>
                  </a:cubicBezTo>
                  <a:cubicBezTo>
                    <a:pt x="8043" y="14090"/>
                    <a:pt x="10339" y="9576"/>
                    <a:pt x="10966" y="8248"/>
                  </a:cubicBezTo>
                  <a:lnTo>
                    <a:pt x="11764" y="8856"/>
                  </a:lnTo>
                  <a:cubicBezTo>
                    <a:pt x="12633" y="6832"/>
                    <a:pt x="13752" y="5391"/>
                    <a:pt x="14812" y="3498"/>
                  </a:cubicBezTo>
                  <a:cubicBezTo>
                    <a:pt x="14670" y="3462"/>
                    <a:pt x="13966" y="2724"/>
                    <a:pt x="13943" y="2724"/>
                  </a:cubicBezTo>
                  <a:cubicBezTo>
                    <a:pt x="13943" y="2724"/>
                    <a:pt x="13943" y="2724"/>
                    <a:pt x="13943" y="2724"/>
                  </a:cubicBezTo>
                  <a:cubicBezTo>
                    <a:pt x="13943" y="2724"/>
                    <a:pt x="13510" y="2556"/>
                    <a:pt x="12832" y="2556"/>
                  </a:cubicBezTo>
                  <a:cubicBezTo>
                    <a:pt x="11815" y="2556"/>
                    <a:pt x="10244" y="2933"/>
                    <a:pt x="8751" y="4819"/>
                  </a:cubicBezTo>
                  <a:cubicBezTo>
                    <a:pt x="7323" y="7046"/>
                    <a:pt x="5989" y="8701"/>
                    <a:pt x="5989" y="8701"/>
                  </a:cubicBezTo>
                  <a:lnTo>
                    <a:pt x="3501" y="4688"/>
                  </a:lnTo>
                  <a:cubicBezTo>
                    <a:pt x="3501" y="4688"/>
                    <a:pt x="4477" y="2236"/>
                    <a:pt x="4120" y="1855"/>
                  </a:cubicBezTo>
                  <a:cubicBezTo>
                    <a:pt x="4068" y="1798"/>
                    <a:pt x="4017" y="1774"/>
                    <a:pt x="3967" y="1774"/>
                  </a:cubicBezTo>
                  <a:cubicBezTo>
                    <a:pt x="3682" y="1774"/>
                    <a:pt x="3441" y="2557"/>
                    <a:pt x="3441" y="2557"/>
                  </a:cubicBezTo>
                  <a:cubicBezTo>
                    <a:pt x="3441" y="2557"/>
                    <a:pt x="3418" y="127"/>
                    <a:pt x="3007" y="127"/>
                  </a:cubicBezTo>
                  <a:cubicBezTo>
                    <a:pt x="3001" y="127"/>
                    <a:pt x="2995" y="127"/>
                    <a:pt x="2989" y="128"/>
                  </a:cubicBezTo>
                  <a:cubicBezTo>
                    <a:pt x="2572" y="200"/>
                    <a:pt x="2644" y="2129"/>
                    <a:pt x="2644" y="2129"/>
                  </a:cubicBezTo>
                  <a:cubicBezTo>
                    <a:pt x="2644" y="2129"/>
                    <a:pt x="2312" y="1"/>
                    <a:pt x="1832" y="1"/>
                  </a:cubicBezTo>
                  <a:close/>
                </a:path>
              </a:pathLst>
            </a:custGeom>
            <a:solidFill>
              <a:srgbClr val="FCB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4" name="Google Shape;2904;p71"/>
            <p:cNvSpPr/>
            <p:nvPr/>
          </p:nvSpPr>
          <p:spPr>
            <a:xfrm>
              <a:off x="8869533" y="2016161"/>
              <a:ext cx="136983" cy="53327"/>
            </a:xfrm>
            <a:custGeom>
              <a:avLst/>
              <a:gdLst/>
              <a:ahLst/>
              <a:cxnLst/>
              <a:rect l="l" t="t" r="r" b="b"/>
              <a:pathLst>
                <a:path w="2037" h="793" extrusionOk="0">
                  <a:moveTo>
                    <a:pt x="1496" y="1"/>
                  </a:moveTo>
                  <a:cubicBezTo>
                    <a:pt x="1017" y="1"/>
                    <a:pt x="325" y="117"/>
                    <a:pt x="13" y="733"/>
                  </a:cubicBezTo>
                  <a:cubicBezTo>
                    <a:pt x="1" y="757"/>
                    <a:pt x="13" y="781"/>
                    <a:pt x="25" y="793"/>
                  </a:cubicBezTo>
                  <a:lnTo>
                    <a:pt x="48" y="793"/>
                  </a:lnTo>
                  <a:cubicBezTo>
                    <a:pt x="72" y="793"/>
                    <a:pt x="84" y="793"/>
                    <a:pt x="96" y="769"/>
                  </a:cubicBezTo>
                  <a:cubicBezTo>
                    <a:pt x="391" y="194"/>
                    <a:pt x="1037" y="85"/>
                    <a:pt x="1489" y="85"/>
                  </a:cubicBezTo>
                  <a:cubicBezTo>
                    <a:pt x="1768" y="85"/>
                    <a:pt x="1973" y="126"/>
                    <a:pt x="1977" y="126"/>
                  </a:cubicBezTo>
                  <a:cubicBezTo>
                    <a:pt x="1984" y="129"/>
                    <a:pt x="1990" y="131"/>
                    <a:pt x="1996" y="131"/>
                  </a:cubicBezTo>
                  <a:cubicBezTo>
                    <a:pt x="2013" y="131"/>
                    <a:pt x="2028" y="120"/>
                    <a:pt x="2037" y="102"/>
                  </a:cubicBezTo>
                  <a:cubicBezTo>
                    <a:pt x="2037" y="78"/>
                    <a:pt x="2025" y="55"/>
                    <a:pt x="2001" y="43"/>
                  </a:cubicBezTo>
                  <a:cubicBezTo>
                    <a:pt x="1996" y="43"/>
                    <a:pt x="1785" y="1"/>
                    <a:pt x="1496" y="1"/>
                  </a:cubicBezTo>
                  <a:close/>
                </a:path>
              </a:pathLst>
            </a:custGeom>
            <a:solidFill>
              <a:srgbClr val="6C48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5" name="Google Shape;2905;p71"/>
            <p:cNvSpPr/>
            <p:nvPr/>
          </p:nvSpPr>
          <p:spPr>
            <a:xfrm>
              <a:off x="9643820" y="1992154"/>
              <a:ext cx="374770" cy="140615"/>
            </a:xfrm>
            <a:custGeom>
              <a:avLst/>
              <a:gdLst/>
              <a:ahLst/>
              <a:cxnLst/>
              <a:rect l="l" t="t" r="r" b="b"/>
              <a:pathLst>
                <a:path w="5573" h="2091" extrusionOk="0">
                  <a:moveTo>
                    <a:pt x="2741" y="0"/>
                  </a:moveTo>
                  <a:cubicBezTo>
                    <a:pt x="1090" y="0"/>
                    <a:pt x="0" y="138"/>
                    <a:pt x="0" y="138"/>
                  </a:cubicBezTo>
                  <a:cubicBezTo>
                    <a:pt x="0" y="221"/>
                    <a:pt x="71" y="2090"/>
                    <a:pt x="71" y="2090"/>
                  </a:cubicBezTo>
                  <a:lnTo>
                    <a:pt x="5572" y="2090"/>
                  </a:lnTo>
                  <a:lnTo>
                    <a:pt x="5572" y="138"/>
                  </a:lnTo>
                  <a:cubicBezTo>
                    <a:pt x="4532" y="35"/>
                    <a:pt x="3567" y="0"/>
                    <a:pt x="27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6" name="Google Shape;2906;p71"/>
            <p:cNvSpPr/>
            <p:nvPr/>
          </p:nvSpPr>
          <p:spPr>
            <a:xfrm>
              <a:off x="9581347" y="2035797"/>
              <a:ext cx="474835" cy="206517"/>
            </a:xfrm>
            <a:custGeom>
              <a:avLst/>
              <a:gdLst/>
              <a:ahLst/>
              <a:cxnLst/>
              <a:rect l="l" t="t" r="r" b="b"/>
              <a:pathLst>
                <a:path w="7061" h="3071" extrusionOk="0">
                  <a:moveTo>
                    <a:pt x="3283" y="0"/>
                  </a:moveTo>
                  <a:cubicBezTo>
                    <a:pt x="1799" y="0"/>
                    <a:pt x="74" y="205"/>
                    <a:pt x="0" y="215"/>
                  </a:cubicBezTo>
                  <a:cubicBezTo>
                    <a:pt x="0" y="215"/>
                    <a:pt x="1312" y="3071"/>
                    <a:pt x="3443" y="3071"/>
                  </a:cubicBezTo>
                  <a:cubicBezTo>
                    <a:pt x="3671" y="3071"/>
                    <a:pt x="3909" y="3038"/>
                    <a:pt x="4156" y="2965"/>
                  </a:cubicBezTo>
                  <a:cubicBezTo>
                    <a:pt x="6715" y="2215"/>
                    <a:pt x="7061" y="310"/>
                    <a:pt x="7061" y="310"/>
                  </a:cubicBezTo>
                  <a:cubicBezTo>
                    <a:pt x="7061" y="310"/>
                    <a:pt x="5549" y="96"/>
                    <a:pt x="3870" y="13"/>
                  </a:cubicBezTo>
                  <a:cubicBezTo>
                    <a:pt x="3682" y="4"/>
                    <a:pt x="3485" y="0"/>
                    <a:pt x="3283" y="0"/>
                  </a:cubicBezTo>
                  <a:close/>
                </a:path>
              </a:pathLst>
            </a:custGeom>
            <a:solidFill>
              <a:srgbClr val="B893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7" name="Google Shape;2907;p71"/>
            <p:cNvSpPr/>
            <p:nvPr/>
          </p:nvSpPr>
          <p:spPr>
            <a:xfrm>
              <a:off x="9711875" y="1853288"/>
              <a:ext cx="250631" cy="121583"/>
            </a:xfrm>
            <a:custGeom>
              <a:avLst/>
              <a:gdLst/>
              <a:ahLst/>
              <a:cxnLst/>
              <a:rect l="l" t="t" r="r" b="b"/>
              <a:pathLst>
                <a:path w="3727" h="1808" extrusionOk="0">
                  <a:moveTo>
                    <a:pt x="3727" y="0"/>
                  </a:moveTo>
                  <a:lnTo>
                    <a:pt x="0" y="393"/>
                  </a:lnTo>
                  <a:lnTo>
                    <a:pt x="95" y="1536"/>
                  </a:lnTo>
                  <a:cubicBezTo>
                    <a:pt x="772" y="1717"/>
                    <a:pt x="1463" y="1807"/>
                    <a:pt x="2144" y="1807"/>
                  </a:cubicBezTo>
                  <a:cubicBezTo>
                    <a:pt x="2674" y="1807"/>
                    <a:pt x="3198" y="1753"/>
                    <a:pt x="3703" y="1643"/>
                  </a:cubicBezTo>
                  <a:lnTo>
                    <a:pt x="3727" y="0"/>
                  </a:lnTo>
                  <a:close/>
                </a:path>
              </a:pathLst>
            </a:custGeom>
            <a:solidFill>
              <a:srgbClr val="EAA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8" name="Google Shape;2908;p71"/>
            <p:cNvSpPr/>
            <p:nvPr/>
          </p:nvSpPr>
          <p:spPr>
            <a:xfrm>
              <a:off x="9672602" y="1972585"/>
              <a:ext cx="319560" cy="71148"/>
            </a:xfrm>
            <a:custGeom>
              <a:avLst/>
              <a:gdLst/>
              <a:ahLst/>
              <a:cxnLst/>
              <a:rect l="l" t="t" r="r" b="b"/>
              <a:pathLst>
                <a:path w="4752" h="1058" extrusionOk="0">
                  <a:moveTo>
                    <a:pt x="1" y="0"/>
                  </a:moveTo>
                  <a:lnTo>
                    <a:pt x="84" y="774"/>
                  </a:lnTo>
                  <a:cubicBezTo>
                    <a:pt x="862" y="972"/>
                    <a:pt x="1659" y="1057"/>
                    <a:pt x="2467" y="1057"/>
                  </a:cubicBezTo>
                  <a:cubicBezTo>
                    <a:pt x="3218" y="1057"/>
                    <a:pt x="3977" y="983"/>
                    <a:pt x="4739" y="857"/>
                  </a:cubicBezTo>
                  <a:lnTo>
                    <a:pt x="4751" y="95"/>
                  </a:lnTo>
                  <a:lnTo>
                    <a:pt x="4751" y="95"/>
                  </a:lnTo>
                  <a:cubicBezTo>
                    <a:pt x="4089" y="210"/>
                    <a:pt x="3402" y="265"/>
                    <a:pt x="2705" y="265"/>
                  </a:cubicBezTo>
                  <a:cubicBezTo>
                    <a:pt x="1810" y="265"/>
                    <a:pt x="898" y="174"/>
                    <a:pt x="1" y="0"/>
                  </a:cubicBezTo>
                  <a:close/>
                </a:path>
              </a:pathLst>
            </a:custGeom>
            <a:solidFill>
              <a:srgbClr val="EAA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9" name="Google Shape;2909;p71"/>
            <p:cNvSpPr/>
            <p:nvPr/>
          </p:nvSpPr>
          <p:spPr>
            <a:xfrm>
              <a:off x="9678251" y="2024634"/>
              <a:ext cx="313104" cy="289097"/>
            </a:xfrm>
            <a:custGeom>
              <a:avLst/>
              <a:gdLst/>
              <a:ahLst/>
              <a:cxnLst/>
              <a:rect l="l" t="t" r="r" b="b"/>
              <a:pathLst>
                <a:path w="4656" h="4299" extrusionOk="0">
                  <a:moveTo>
                    <a:pt x="0" y="0"/>
                  </a:moveTo>
                  <a:lnTo>
                    <a:pt x="107" y="964"/>
                  </a:lnTo>
                  <a:cubicBezTo>
                    <a:pt x="107" y="964"/>
                    <a:pt x="405" y="4298"/>
                    <a:pt x="2274" y="4298"/>
                  </a:cubicBezTo>
                  <a:cubicBezTo>
                    <a:pt x="4370" y="4298"/>
                    <a:pt x="4643" y="964"/>
                    <a:pt x="4643" y="964"/>
                  </a:cubicBezTo>
                  <a:lnTo>
                    <a:pt x="4655" y="83"/>
                  </a:lnTo>
                  <a:lnTo>
                    <a:pt x="4655" y="83"/>
                  </a:lnTo>
                  <a:cubicBezTo>
                    <a:pt x="3893" y="209"/>
                    <a:pt x="3134" y="283"/>
                    <a:pt x="2383" y="283"/>
                  </a:cubicBezTo>
                  <a:cubicBezTo>
                    <a:pt x="1575" y="283"/>
                    <a:pt x="778" y="198"/>
                    <a:pt x="0" y="0"/>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0" name="Google Shape;2910;p71"/>
            <p:cNvSpPr/>
            <p:nvPr/>
          </p:nvSpPr>
          <p:spPr>
            <a:xfrm>
              <a:off x="9355530" y="999244"/>
              <a:ext cx="892038" cy="921022"/>
            </a:xfrm>
            <a:custGeom>
              <a:avLst/>
              <a:gdLst/>
              <a:ahLst/>
              <a:cxnLst/>
              <a:rect l="l" t="t" r="r" b="b"/>
              <a:pathLst>
                <a:path w="13265" h="13696" extrusionOk="0">
                  <a:moveTo>
                    <a:pt x="6941" y="0"/>
                  </a:moveTo>
                  <a:cubicBezTo>
                    <a:pt x="6280" y="0"/>
                    <a:pt x="5583" y="81"/>
                    <a:pt x="4859" y="258"/>
                  </a:cubicBezTo>
                  <a:cubicBezTo>
                    <a:pt x="1001" y="1211"/>
                    <a:pt x="1" y="4794"/>
                    <a:pt x="608" y="8414"/>
                  </a:cubicBezTo>
                  <a:cubicBezTo>
                    <a:pt x="1297" y="12412"/>
                    <a:pt x="4264" y="13696"/>
                    <a:pt x="7114" y="13696"/>
                  </a:cubicBezTo>
                  <a:cubicBezTo>
                    <a:pt x="7320" y="13696"/>
                    <a:pt x="7525" y="13689"/>
                    <a:pt x="7728" y="13676"/>
                  </a:cubicBezTo>
                  <a:cubicBezTo>
                    <a:pt x="10943" y="13462"/>
                    <a:pt x="12860" y="10878"/>
                    <a:pt x="13050" y="8247"/>
                  </a:cubicBezTo>
                  <a:cubicBezTo>
                    <a:pt x="13264" y="5402"/>
                    <a:pt x="13074" y="4675"/>
                    <a:pt x="12633" y="3437"/>
                  </a:cubicBezTo>
                  <a:cubicBezTo>
                    <a:pt x="11966" y="1522"/>
                    <a:pt x="9798" y="0"/>
                    <a:pt x="6941" y="0"/>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1" name="Google Shape;2911;p71"/>
            <p:cNvSpPr/>
            <p:nvPr/>
          </p:nvSpPr>
          <p:spPr>
            <a:xfrm>
              <a:off x="9355530" y="1282424"/>
              <a:ext cx="189840" cy="336305"/>
            </a:xfrm>
            <a:custGeom>
              <a:avLst/>
              <a:gdLst/>
              <a:ahLst/>
              <a:cxnLst/>
              <a:rect l="l" t="t" r="r" b="b"/>
              <a:pathLst>
                <a:path w="2823" h="5001" extrusionOk="0">
                  <a:moveTo>
                    <a:pt x="1451" y="1"/>
                  </a:moveTo>
                  <a:cubicBezTo>
                    <a:pt x="1116" y="1"/>
                    <a:pt x="790" y="67"/>
                    <a:pt x="632" y="250"/>
                  </a:cubicBezTo>
                  <a:cubicBezTo>
                    <a:pt x="96" y="893"/>
                    <a:pt x="120" y="2084"/>
                    <a:pt x="60" y="2929"/>
                  </a:cubicBezTo>
                  <a:cubicBezTo>
                    <a:pt x="1" y="3774"/>
                    <a:pt x="418" y="4691"/>
                    <a:pt x="1203" y="5001"/>
                  </a:cubicBezTo>
                  <a:lnTo>
                    <a:pt x="858" y="4548"/>
                  </a:lnTo>
                  <a:cubicBezTo>
                    <a:pt x="1489" y="4143"/>
                    <a:pt x="1787" y="3274"/>
                    <a:pt x="1525" y="2560"/>
                  </a:cubicBezTo>
                  <a:lnTo>
                    <a:pt x="1525" y="2560"/>
                  </a:lnTo>
                  <a:cubicBezTo>
                    <a:pt x="1606" y="2749"/>
                    <a:pt x="1816" y="2856"/>
                    <a:pt x="2022" y="2856"/>
                  </a:cubicBezTo>
                  <a:cubicBezTo>
                    <a:pt x="2088" y="2856"/>
                    <a:pt x="2154" y="2845"/>
                    <a:pt x="2215" y="2822"/>
                  </a:cubicBezTo>
                  <a:cubicBezTo>
                    <a:pt x="2465" y="2726"/>
                    <a:pt x="2644" y="2488"/>
                    <a:pt x="2727" y="2226"/>
                  </a:cubicBezTo>
                  <a:cubicBezTo>
                    <a:pt x="2811" y="1964"/>
                    <a:pt x="2811" y="1691"/>
                    <a:pt x="2823" y="1417"/>
                  </a:cubicBezTo>
                  <a:cubicBezTo>
                    <a:pt x="2823" y="1167"/>
                    <a:pt x="2823" y="905"/>
                    <a:pt x="2739" y="667"/>
                  </a:cubicBezTo>
                  <a:cubicBezTo>
                    <a:pt x="2668" y="429"/>
                    <a:pt x="2489" y="202"/>
                    <a:pt x="2251" y="119"/>
                  </a:cubicBezTo>
                  <a:cubicBezTo>
                    <a:pt x="2050" y="52"/>
                    <a:pt x="1747" y="1"/>
                    <a:pt x="14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2" name="Google Shape;2912;p71"/>
            <p:cNvSpPr/>
            <p:nvPr/>
          </p:nvSpPr>
          <p:spPr>
            <a:xfrm>
              <a:off x="10104197" y="1288207"/>
              <a:ext cx="168993" cy="330521"/>
            </a:xfrm>
            <a:custGeom>
              <a:avLst/>
              <a:gdLst/>
              <a:ahLst/>
              <a:cxnLst/>
              <a:rect l="l" t="t" r="r" b="b"/>
              <a:pathLst>
                <a:path w="2513" h="4915" extrusionOk="0">
                  <a:moveTo>
                    <a:pt x="758" y="1"/>
                  </a:moveTo>
                  <a:cubicBezTo>
                    <a:pt x="692" y="1"/>
                    <a:pt x="626" y="11"/>
                    <a:pt x="560" y="33"/>
                  </a:cubicBezTo>
                  <a:cubicBezTo>
                    <a:pt x="322" y="116"/>
                    <a:pt x="155" y="343"/>
                    <a:pt x="72" y="581"/>
                  </a:cubicBezTo>
                  <a:cubicBezTo>
                    <a:pt x="0" y="819"/>
                    <a:pt x="0" y="1081"/>
                    <a:pt x="0" y="1331"/>
                  </a:cubicBezTo>
                  <a:cubicBezTo>
                    <a:pt x="0" y="1605"/>
                    <a:pt x="0" y="1878"/>
                    <a:pt x="83" y="2140"/>
                  </a:cubicBezTo>
                  <a:cubicBezTo>
                    <a:pt x="167" y="2402"/>
                    <a:pt x="345" y="2640"/>
                    <a:pt x="595" y="2736"/>
                  </a:cubicBezTo>
                  <a:cubicBezTo>
                    <a:pt x="659" y="2759"/>
                    <a:pt x="728" y="2770"/>
                    <a:pt x="795" y="2770"/>
                  </a:cubicBezTo>
                  <a:cubicBezTo>
                    <a:pt x="1006" y="2770"/>
                    <a:pt x="1214" y="2663"/>
                    <a:pt x="1286" y="2474"/>
                  </a:cubicBezTo>
                  <a:lnTo>
                    <a:pt x="1286" y="2474"/>
                  </a:lnTo>
                  <a:cubicBezTo>
                    <a:pt x="1036" y="3188"/>
                    <a:pt x="1322" y="4057"/>
                    <a:pt x="1953" y="4462"/>
                  </a:cubicBezTo>
                  <a:lnTo>
                    <a:pt x="1607" y="4915"/>
                  </a:lnTo>
                  <a:cubicBezTo>
                    <a:pt x="2393" y="4605"/>
                    <a:pt x="2512" y="3831"/>
                    <a:pt x="2453" y="2986"/>
                  </a:cubicBezTo>
                  <a:cubicBezTo>
                    <a:pt x="2393" y="2140"/>
                    <a:pt x="2239" y="1236"/>
                    <a:pt x="1703" y="593"/>
                  </a:cubicBezTo>
                  <a:cubicBezTo>
                    <a:pt x="1451" y="301"/>
                    <a:pt x="1115" y="1"/>
                    <a:pt x="7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3" name="Google Shape;2913;p71"/>
            <p:cNvSpPr/>
            <p:nvPr/>
          </p:nvSpPr>
          <p:spPr>
            <a:xfrm>
              <a:off x="10075348" y="1504273"/>
              <a:ext cx="217680" cy="246462"/>
            </a:xfrm>
            <a:custGeom>
              <a:avLst/>
              <a:gdLst/>
              <a:ahLst/>
              <a:cxnLst/>
              <a:rect l="l" t="t" r="r" b="b"/>
              <a:pathLst>
                <a:path w="3237" h="3665" extrusionOk="0">
                  <a:moveTo>
                    <a:pt x="1631" y="1"/>
                  </a:moveTo>
                  <a:cubicBezTo>
                    <a:pt x="1165" y="1"/>
                    <a:pt x="774" y="142"/>
                    <a:pt x="774" y="142"/>
                  </a:cubicBezTo>
                  <a:cubicBezTo>
                    <a:pt x="774" y="142"/>
                    <a:pt x="1" y="1975"/>
                    <a:pt x="72" y="2618"/>
                  </a:cubicBezTo>
                  <a:cubicBezTo>
                    <a:pt x="142" y="3313"/>
                    <a:pt x="720" y="3664"/>
                    <a:pt x="1359" y="3664"/>
                  </a:cubicBezTo>
                  <a:cubicBezTo>
                    <a:pt x="2240" y="3664"/>
                    <a:pt x="3237" y="2995"/>
                    <a:pt x="3168" y="1642"/>
                  </a:cubicBezTo>
                  <a:cubicBezTo>
                    <a:pt x="3098" y="282"/>
                    <a:pt x="2289" y="1"/>
                    <a:pt x="1631" y="1"/>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4" name="Google Shape;2914;p71"/>
            <p:cNvSpPr/>
            <p:nvPr/>
          </p:nvSpPr>
          <p:spPr>
            <a:xfrm>
              <a:off x="10094580" y="1553229"/>
              <a:ext cx="169800" cy="135974"/>
            </a:xfrm>
            <a:custGeom>
              <a:avLst/>
              <a:gdLst/>
              <a:ahLst/>
              <a:cxnLst/>
              <a:rect l="l" t="t" r="r" b="b"/>
              <a:pathLst>
                <a:path w="2525" h="2022" extrusionOk="0">
                  <a:moveTo>
                    <a:pt x="1528" y="1"/>
                  </a:moveTo>
                  <a:cubicBezTo>
                    <a:pt x="1304" y="1"/>
                    <a:pt x="1075" y="77"/>
                    <a:pt x="846" y="223"/>
                  </a:cubicBezTo>
                  <a:cubicBezTo>
                    <a:pt x="0" y="795"/>
                    <a:pt x="536" y="1986"/>
                    <a:pt x="536" y="1998"/>
                  </a:cubicBezTo>
                  <a:cubicBezTo>
                    <a:pt x="548" y="2009"/>
                    <a:pt x="560" y="2021"/>
                    <a:pt x="584" y="2021"/>
                  </a:cubicBezTo>
                  <a:lnTo>
                    <a:pt x="596" y="2021"/>
                  </a:lnTo>
                  <a:cubicBezTo>
                    <a:pt x="619" y="2009"/>
                    <a:pt x="631" y="1986"/>
                    <a:pt x="619" y="1962"/>
                  </a:cubicBezTo>
                  <a:cubicBezTo>
                    <a:pt x="619" y="1950"/>
                    <a:pt x="119" y="831"/>
                    <a:pt x="905" y="307"/>
                  </a:cubicBezTo>
                  <a:cubicBezTo>
                    <a:pt x="1115" y="170"/>
                    <a:pt x="1319" y="96"/>
                    <a:pt x="1520" y="96"/>
                  </a:cubicBezTo>
                  <a:cubicBezTo>
                    <a:pt x="1581" y="96"/>
                    <a:pt x="1642" y="102"/>
                    <a:pt x="1703" y="116"/>
                  </a:cubicBezTo>
                  <a:cubicBezTo>
                    <a:pt x="2155" y="212"/>
                    <a:pt x="2429" y="640"/>
                    <a:pt x="2429" y="640"/>
                  </a:cubicBezTo>
                  <a:cubicBezTo>
                    <a:pt x="2438" y="658"/>
                    <a:pt x="2453" y="669"/>
                    <a:pt x="2470" y="669"/>
                  </a:cubicBezTo>
                  <a:cubicBezTo>
                    <a:pt x="2476" y="669"/>
                    <a:pt x="2482" y="667"/>
                    <a:pt x="2489" y="664"/>
                  </a:cubicBezTo>
                  <a:cubicBezTo>
                    <a:pt x="2512" y="652"/>
                    <a:pt x="2524" y="616"/>
                    <a:pt x="2501" y="593"/>
                  </a:cubicBezTo>
                  <a:cubicBezTo>
                    <a:pt x="2489" y="581"/>
                    <a:pt x="2215" y="128"/>
                    <a:pt x="1727" y="21"/>
                  </a:cubicBezTo>
                  <a:cubicBezTo>
                    <a:pt x="1661" y="7"/>
                    <a:pt x="1595" y="1"/>
                    <a:pt x="1528"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5" name="Google Shape;2915;p71"/>
            <p:cNvSpPr/>
            <p:nvPr/>
          </p:nvSpPr>
          <p:spPr>
            <a:xfrm>
              <a:off x="10119395" y="1605010"/>
              <a:ext cx="95357" cy="23335"/>
            </a:xfrm>
            <a:custGeom>
              <a:avLst/>
              <a:gdLst/>
              <a:ahLst/>
              <a:cxnLst/>
              <a:rect l="l" t="t" r="r" b="b"/>
              <a:pathLst>
                <a:path w="1418" h="347" extrusionOk="0">
                  <a:moveTo>
                    <a:pt x="635" y="1"/>
                  </a:moveTo>
                  <a:cubicBezTo>
                    <a:pt x="430" y="1"/>
                    <a:pt x="209" y="66"/>
                    <a:pt x="12" y="263"/>
                  </a:cubicBezTo>
                  <a:cubicBezTo>
                    <a:pt x="0" y="275"/>
                    <a:pt x="0" y="311"/>
                    <a:pt x="12" y="323"/>
                  </a:cubicBezTo>
                  <a:cubicBezTo>
                    <a:pt x="24" y="335"/>
                    <a:pt x="36" y="340"/>
                    <a:pt x="48" y="340"/>
                  </a:cubicBezTo>
                  <a:cubicBezTo>
                    <a:pt x="60" y="340"/>
                    <a:pt x="72" y="335"/>
                    <a:pt x="84" y="323"/>
                  </a:cubicBezTo>
                  <a:cubicBezTo>
                    <a:pt x="258" y="149"/>
                    <a:pt x="453" y="90"/>
                    <a:pt x="636" y="90"/>
                  </a:cubicBezTo>
                  <a:cubicBezTo>
                    <a:pt x="1005" y="90"/>
                    <a:pt x="1326" y="327"/>
                    <a:pt x="1334" y="335"/>
                  </a:cubicBezTo>
                  <a:cubicBezTo>
                    <a:pt x="1346" y="335"/>
                    <a:pt x="1346" y="346"/>
                    <a:pt x="1358" y="346"/>
                  </a:cubicBezTo>
                  <a:cubicBezTo>
                    <a:pt x="1370" y="346"/>
                    <a:pt x="1393" y="335"/>
                    <a:pt x="1393" y="323"/>
                  </a:cubicBezTo>
                  <a:cubicBezTo>
                    <a:pt x="1417" y="299"/>
                    <a:pt x="1405" y="275"/>
                    <a:pt x="1393" y="251"/>
                  </a:cubicBezTo>
                  <a:cubicBezTo>
                    <a:pt x="1386" y="251"/>
                    <a:pt x="1038" y="1"/>
                    <a:pt x="635"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6" name="Google Shape;2916;p71"/>
            <p:cNvSpPr/>
            <p:nvPr/>
          </p:nvSpPr>
          <p:spPr>
            <a:xfrm>
              <a:off x="9388347" y="1488941"/>
              <a:ext cx="926469" cy="541342"/>
            </a:xfrm>
            <a:custGeom>
              <a:avLst/>
              <a:gdLst/>
              <a:ahLst/>
              <a:cxnLst/>
              <a:rect l="l" t="t" r="r" b="b"/>
              <a:pathLst>
                <a:path w="13777" h="8050" extrusionOk="0">
                  <a:moveTo>
                    <a:pt x="11788" y="1"/>
                  </a:moveTo>
                  <a:cubicBezTo>
                    <a:pt x="11788" y="1"/>
                    <a:pt x="11669" y="453"/>
                    <a:pt x="10026" y="2275"/>
                  </a:cubicBezTo>
                  <a:cubicBezTo>
                    <a:pt x="9729" y="2604"/>
                    <a:pt x="9418" y="2711"/>
                    <a:pt x="9091" y="2711"/>
                  </a:cubicBezTo>
                  <a:cubicBezTo>
                    <a:pt x="8477" y="2711"/>
                    <a:pt x="7811" y="2332"/>
                    <a:pt x="7093" y="2332"/>
                  </a:cubicBezTo>
                  <a:cubicBezTo>
                    <a:pt x="7058" y="2332"/>
                    <a:pt x="7024" y="2333"/>
                    <a:pt x="6990" y="2334"/>
                  </a:cubicBezTo>
                  <a:cubicBezTo>
                    <a:pt x="5835" y="2394"/>
                    <a:pt x="5335" y="2620"/>
                    <a:pt x="4073" y="2656"/>
                  </a:cubicBezTo>
                  <a:cubicBezTo>
                    <a:pt x="4066" y="2656"/>
                    <a:pt x="4060" y="2656"/>
                    <a:pt x="4053" y="2656"/>
                  </a:cubicBezTo>
                  <a:cubicBezTo>
                    <a:pt x="2805" y="2656"/>
                    <a:pt x="2450" y="405"/>
                    <a:pt x="697" y="405"/>
                  </a:cubicBezTo>
                  <a:cubicBezTo>
                    <a:pt x="683" y="405"/>
                    <a:pt x="670" y="405"/>
                    <a:pt x="656" y="406"/>
                  </a:cubicBezTo>
                  <a:cubicBezTo>
                    <a:pt x="656" y="406"/>
                    <a:pt x="1" y="8049"/>
                    <a:pt x="6752" y="8049"/>
                  </a:cubicBezTo>
                  <a:cubicBezTo>
                    <a:pt x="13776" y="8049"/>
                    <a:pt x="11788" y="1"/>
                    <a:pt x="117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7" name="Google Shape;2917;p71"/>
            <p:cNvSpPr/>
            <p:nvPr/>
          </p:nvSpPr>
          <p:spPr>
            <a:xfrm>
              <a:off x="9837560" y="1708100"/>
              <a:ext cx="65701" cy="43509"/>
            </a:xfrm>
            <a:custGeom>
              <a:avLst/>
              <a:gdLst/>
              <a:ahLst/>
              <a:cxnLst/>
              <a:rect l="l" t="t" r="r" b="b"/>
              <a:pathLst>
                <a:path w="977" h="647" extrusionOk="0">
                  <a:moveTo>
                    <a:pt x="50" y="1"/>
                  </a:moveTo>
                  <a:cubicBezTo>
                    <a:pt x="45" y="1"/>
                    <a:pt x="40" y="2"/>
                    <a:pt x="36" y="4"/>
                  </a:cubicBezTo>
                  <a:cubicBezTo>
                    <a:pt x="12" y="4"/>
                    <a:pt x="0" y="28"/>
                    <a:pt x="0" y="52"/>
                  </a:cubicBezTo>
                  <a:cubicBezTo>
                    <a:pt x="0" y="52"/>
                    <a:pt x="84" y="647"/>
                    <a:pt x="798" y="647"/>
                  </a:cubicBezTo>
                  <a:cubicBezTo>
                    <a:pt x="846" y="647"/>
                    <a:pt x="893" y="647"/>
                    <a:pt x="941" y="635"/>
                  </a:cubicBezTo>
                  <a:cubicBezTo>
                    <a:pt x="965" y="635"/>
                    <a:pt x="977" y="611"/>
                    <a:pt x="977" y="587"/>
                  </a:cubicBezTo>
                  <a:cubicBezTo>
                    <a:pt x="977" y="564"/>
                    <a:pt x="953" y="552"/>
                    <a:pt x="929" y="552"/>
                  </a:cubicBezTo>
                  <a:cubicBezTo>
                    <a:pt x="884" y="556"/>
                    <a:pt x="842" y="558"/>
                    <a:pt x="801" y="558"/>
                  </a:cubicBezTo>
                  <a:cubicBezTo>
                    <a:pt x="169" y="558"/>
                    <a:pt x="96" y="62"/>
                    <a:pt x="96" y="40"/>
                  </a:cubicBezTo>
                  <a:cubicBezTo>
                    <a:pt x="96" y="20"/>
                    <a:pt x="72" y="1"/>
                    <a:pt x="50"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8" name="Google Shape;2918;p71"/>
            <p:cNvSpPr/>
            <p:nvPr/>
          </p:nvSpPr>
          <p:spPr>
            <a:xfrm>
              <a:off x="9572538" y="1377377"/>
              <a:ext cx="176188" cy="95491"/>
            </a:xfrm>
            <a:custGeom>
              <a:avLst/>
              <a:gdLst/>
              <a:ahLst/>
              <a:cxnLst/>
              <a:rect l="l" t="t" r="r" b="b"/>
              <a:pathLst>
                <a:path w="2620" h="1420" extrusionOk="0">
                  <a:moveTo>
                    <a:pt x="2051" y="0"/>
                  </a:moveTo>
                  <a:cubicBezTo>
                    <a:pt x="1822" y="0"/>
                    <a:pt x="1488" y="100"/>
                    <a:pt x="989" y="362"/>
                  </a:cubicBezTo>
                  <a:cubicBezTo>
                    <a:pt x="0" y="874"/>
                    <a:pt x="465" y="1291"/>
                    <a:pt x="465" y="1291"/>
                  </a:cubicBezTo>
                  <a:cubicBezTo>
                    <a:pt x="557" y="1378"/>
                    <a:pt x="676" y="1419"/>
                    <a:pt x="824" y="1419"/>
                  </a:cubicBezTo>
                  <a:cubicBezTo>
                    <a:pt x="1077" y="1419"/>
                    <a:pt x="1413" y="1299"/>
                    <a:pt x="1834" y="1088"/>
                  </a:cubicBezTo>
                  <a:cubicBezTo>
                    <a:pt x="2394" y="803"/>
                    <a:pt x="2620" y="457"/>
                    <a:pt x="2465" y="219"/>
                  </a:cubicBezTo>
                  <a:cubicBezTo>
                    <a:pt x="2389" y="91"/>
                    <a:pt x="2268" y="0"/>
                    <a:pt x="20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9" name="Google Shape;2919;p71"/>
            <p:cNvSpPr/>
            <p:nvPr/>
          </p:nvSpPr>
          <p:spPr>
            <a:xfrm>
              <a:off x="9645782" y="1525792"/>
              <a:ext cx="64154" cy="76931"/>
            </a:xfrm>
            <a:custGeom>
              <a:avLst/>
              <a:gdLst/>
              <a:ahLst/>
              <a:cxnLst/>
              <a:rect l="l" t="t" r="r" b="b"/>
              <a:pathLst>
                <a:path w="954" h="1144" extrusionOk="0">
                  <a:moveTo>
                    <a:pt x="477" y="0"/>
                  </a:moveTo>
                  <a:cubicBezTo>
                    <a:pt x="215" y="0"/>
                    <a:pt x="1" y="250"/>
                    <a:pt x="1" y="572"/>
                  </a:cubicBezTo>
                  <a:cubicBezTo>
                    <a:pt x="1" y="893"/>
                    <a:pt x="215" y="1143"/>
                    <a:pt x="477" y="1143"/>
                  </a:cubicBezTo>
                  <a:cubicBezTo>
                    <a:pt x="739" y="1143"/>
                    <a:pt x="953" y="893"/>
                    <a:pt x="953" y="572"/>
                  </a:cubicBezTo>
                  <a:cubicBezTo>
                    <a:pt x="953" y="250"/>
                    <a:pt x="739" y="0"/>
                    <a:pt x="4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0" name="Google Shape;2920;p71"/>
            <p:cNvSpPr/>
            <p:nvPr/>
          </p:nvSpPr>
          <p:spPr>
            <a:xfrm>
              <a:off x="9998484" y="1377377"/>
              <a:ext cx="176188" cy="95491"/>
            </a:xfrm>
            <a:custGeom>
              <a:avLst/>
              <a:gdLst/>
              <a:ahLst/>
              <a:cxnLst/>
              <a:rect l="l" t="t" r="r" b="b"/>
              <a:pathLst>
                <a:path w="2620" h="1420" extrusionOk="0">
                  <a:moveTo>
                    <a:pt x="568" y="0"/>
                  </a:moveTo>
                  <a:cubicBezTo>
                    <a:pt x="349" y="0"/>
                    <a:pt x="225" y="91"/>
                    <a:pt x="143" y="219"/>
                  </a:cubicBezTo>
                  <a:cubicBezTo>
                    <a:pt x="1" y="457"/>
                    <a:pt x="227" y="803"/>
                    <a:pt x="786" y="1088"/>
                  </a:cubicBezTo>
                  <a:cubicBezTo>
                    <a:pt x="1208" y="1299"/>
                    <a:pt x="1539" y="1419"/>
                    <a:pt x="1791" y="1419"/>
                  </a:cubicBezTo>
                  <a:cubicBezTo>
                    <a:pt x="1938" y="1419"/>
                    <a:pt x="2059" y="1378"/>
                    <a:pt x="2156" y="1291"/>
                  </a:cubicBezTo>
                  <a:cubicBezTo>
                    <a:pt x="2156" y="1291"/>
                    <a:pt x="2620" y="874"/>
                    <a:pt x="1632" y="362"/>
                  </a:cubicBezTo>
                  <a:cubicBezTo>
                    <a:pt x="1132" y="100"/>
                    <a:pt x="798" y="0"/>
                    <a:pt x="5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1" name="Google Shape;2921;p71"/>
            <p:cNvSpPr/>
            <p:nvPr/>
          </p:nvSpPr>
          <p:spPr>
            <a:xfrm>
              <a:off x="10001711" y="1537023"/>
              <a:ext cx="63280" cy="76931"/>
            </a:xfrm>
            <a:custGeom>
              <a:avLst/>
              <a:gdLst/>
              <a:ahLst/>
              <a:cxnLst/>
              <a:rect l="l" t="t" r="r" b="b"/>
              <a:pathLst>
                <a:path w="941" h="1144" extrusionOk="0">
                  <a:moveTo>
                    <a:pt x="464" y="0"/>
                  </a:moveTo>
                  <a:cubicBezTo>
                    <a:pt x="214" y="0"/>
                    <a:pt x="0" y="250"/>
                    <a:pt x="0" y="572"/>
                  </a:cubicBezTo>
                  <a:cubicBezTo>
                    <a:pt x="0" y="893"/>
                    <a:pt x="214" y="1143"/>
                    <a:pt x="464" y="1143"/>
                  </a:cubicBezTo>
                  <a:cubicBezTo>
                    <a:pt x="726" y="1143"/>
                    <a:pt x="941" y="893"/>
                    <a:pt x="941" y="572"/>
                  </a:cubicBezTo>
                  <a:cubicBezTo>
                    <a:pt x="941" y="250"/>
                    <a:pt x="726" y="0"/>
                    <a:pt x="4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2" name="Google Shape;2922;p71"/>
            <p:cNvSpPr/>
            <p:nvPr/>
          </p:nvSpPr>
          <p:spPr>
            <a:xfrm>
              <a:off x="9334078" y="1537695"/>
              <a:ext cx="216873" cy="246664"/>
            </a:xfrm>
            <a:custGeom>
              <a:avLst/>
              <a:gdLst/>
              <a:ahLst/>
              <a:cxnLst/>
              <a:rect l="l" t="t" r="r" b="b"/>
              <a:pathLst>
                <a:path w="3225" h="3668" extrusionOk="0">
                  <a:moveTo>
                    <a:pt x="1588" y="0"/>
                  </a:moveTo>
                  <a:cubicBezTo>
                    <a:pt x="932" y="0"/>
                    <a:pt x="132" y="284"/>
                    <a:pt x="70" y="1645"/>
                  </a:cubicBezTo>
                  <a:cubicBezTo>
                    <a:pt x="1" y="2999"/>
                    <a:pt x="993" y="3667"/>
                    <a:pt x="1871" y="3667"/>
                  </a:cubicBezTo>
                  <a:cubicBezTo>
                    <a:pt x="2507" y="3667"/>
                    <a:pt x="3083" y="3317"/>
                    <a:pt x="3153" y="2621"/>
                  </a:cubicBezTo>
                  <a:cubicBezTo>
                    <a:pt x="3225" y="1978"/>
                    <a:pt x="2451" y="145"/>
                    <a:pt x="2451" y="145"/>
                  </a:cubicBezTo>
                  <a:cubicBezTo>
                    <a:pt x="2451" y="145"/>
                    <a:pt x="2056" y="0"/>
                    <a:pt x="1588" y="0"/>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3" name="Google Shape;2923;p71"/>
            <p:cNvSpPr/>
            <p:nvPr/>
          </p:nvSpPr>
          <p:spPr>
            <a:xfrm>
              <a:off x="9362726" y="1586853"/>
              <a:ext cx="169060" cy="135974"/>
            </a:xfrm>
            <a:custGeom>
              <a:avLst/>
              <a:gdLst/>
              <a:ahLst/>
              <a:cxnLst/>
              <a:rect l="l" t="t" r="r" b="b"/>
              <a:pathLst>
                <a:path w="2514" h="2022" extrusionOk="0">
                  <a:moveTo>
                    <a:pt x="985" y="1"/>
                  </a:moveTo>
                  <a:cubicBezTo>
                    <a:pt x="919" y="1"/>
                    <a:pt x="852" y="7"/>
                    <a:pt x="787" y="21"/>
                  </a:cubicBezTo>
                  <a:cubicBezTo>
                    <a:pt x="299" y="128"/>
                    <a:pt x="25" y="569"/>
                    <a:pt x="13" y="593"/>
                  </a:cubicBezTo>
                  <a:cubicBezTo>
                    <a:pt x="1" y="616"/>
                    <a:pt x="1" y="640"/>
                    <a:pt x="25" y="652"/>
                  </a:cubicBezTo>
                  <a:cubicBezTo>
                    <a:pt x="34" y="661"/>
                    <a:pt x="43" y="665"/>
                    <a:pt x="51" y="665"/>
                  </a:cubicBezTo>
                  <a:cubicBezTo>
                    <a:pt x="65" y="665"/>
                    <a:pt x="77" y="655"/>
                    <a:pt x="84" y="640"/>
                  </a:cubicBezTo>
                  <a:cubicBezTo>
                    <a:pt x="96" y="640"/>
                    <a:pt x="358" y="212"/>
                    <a:pt x="811" y="116"/>
                  </a:cubicBezTo>
                  <a:cubicBezTo>
                    <a:pt x="875" y="102"/>
                    <a:pt x="941" y="94"/>
                    <a:pt x="1007" y="94"/>
                  </a:cubicBezTo>
                  <a:cubicBezTo>
                    <a:pt x="1208" y="94"/>
                    <a:pt x="1414" y="163"/>
                    <a:pt x="1620" y="307"/>
                  </a:cubicBezTo>
                  <a:cubicBezTo>
                    <a:pt x="2394" y="819"/>
                    <a:pt x="1894" y="1938"/>
                    <a:pt x="1894" y="1950"/>
                  </a:cubicBezTo>
                  <a:cubicBezTo>
                    <a:pt x="1882" y="1974"/>
                    <a:pt x="1894" y="2009"/>
                    <a:pt x="1918" y="2021"/>
                  </a:cubicBezTo>
                  <a:lnTo>
                    <a:pt x="1942" y="2021"/>
                  </a:lnTo>
                  <a:cubicBezTo>
                    <a:pt x="1954" y="2021"/>
                    <a:pt x="1965" y="2009"/>
                    <a:pt x="1977" y="1998"/>
                  </a:cubicBezTo>
                  <a:cubicBezTo>
                    <a:pt x="1989" y="1986"/>
                    <a:pt x="2513" y="795"/>
                    <a:pt x="1668" y="224"/>
                  </a:cubicBezTo>
                  <a:cubicBezTo>
                    <a:pt x="1439" y="77"/>
                    <a:pt x="1209" y="1"/>
                    <a:pt x="985"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4" name="Google Shape;2924;p71"/>
            <p:cNvSpPr/>
            <p:nvPr/>
          </p:nvSpPr>
          <p:spPr>
            <a:xfrm>
              <a:off x="9412422" y="1638634"/>
              <a:ext cx="94550" cy="22931"/>
            </a:xfrm>
            <a:custGeom>
              <a:avLst/>
              <a:gdLst/>
              <a:ahLst/>
              <a:cxnLst/>
              <a:rect l="l" t="t" r="r" b="b"/>
              <a:pathLst>
                <a:path w="1406" h="341" extrusionOk="0">
                  <a:moveTo>
                    <a:pt x="771" y="1"/>
                  </a:moveTo>
                  <a:cubicBezTo>
                    <a:pt x="368" y="1"/>
                    <a:pt x="24" y="251"/>
                    <a:pt x="24" y="251"/>
                  </a:cubicBezTo>
                  <a:cubicBezTo>
                    <a:pt x="0" y="275"/>
                    <a:pt x="0" y="299"/>
                    <a:pt x="12" y="323"/>
                  </a:cubicBezTo>
                  <a:cubicBezTo>
                    <a:pt x="24" y="335"/>
                    <a:pt x="36" y="335"/>
                    <a:pt x="48" y="335"/>
                  </a:cubicBezTo>
                  <a:cubicBezTo>
                    <a:pt x="60" y="335"/>
                    <a:pt x="72" y="335"/>
                    <a:pt x="72" y="323"/>
                  </a:cubicBezTo>
                  <a:cubicBezTo>
                    <a:pt x="80" y="323"/>
                    <a:pt x="400" y="90"/>
                    <a:pt x="767" y="90"/>
                  </a:cubicBezTo>
                  <a:cubicBezTo>
                    <a:pt x="951" y="90"/>
                    <a:pt x="1147" y="148"/>
                    <a:pt x="1322" y="323"/>
                  </a:cubicBezTo>
                  <a:cubicBezTo>
                    <a:pt x="1334" y="335"/>
                    <a:pt x="1346" y="341"/>
                    <a:pt x="1357" y="341"/>
                  </a:cubicBezTo>
                  <a:cubicBezTo>
                    <a:pt x="1369" y="341"/>
                    <a:pt x="1381" y="335"/>
                    <a:pt x="1393" y="323"/>
                  </a:cubicBezTo>
                  <a:cubicBezTo>
                    <a:pt x="1405" y="311"/>
                    <a:pt x="1405" y="275"/>
                    <a:pt x="1393" y="263"/>
                  </a:cubicBezTo>
                  <a:cubicBezTo>
                    <a:pt x="1196" y="66"/>
                    <a:pt x="976" y="1"/>
                    <a:pt x="771"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5" name="Google Shape;2925;p71"/>
            <p:cNvSpPr/>
            <p:nvPr/>
          </p:nvSpPr>
          <p:spPr>
            <a:xfrm>
              <a:off x="9823909" y="1324790"/>
              <a:ext cx="128981" cy="322788"/>
            </a:xfrm>
            <a:custGeom>
              <a:avLst/>
              <a:gdLst/>
              <a:ahLst/>
              <a:cxnLst/>
              <a:rect l="l" t="t" r="r" b="b"/>
              <a:pathLst>
                <a:path w="1918" h="4800" extrusionOk="0">
                  <a:moveTo>
                    <a:pt x="263" y="1"/>
                  </a:moveTo>
                  <a:cubicBezTo>
                    <a:pt x="227" y="1"/>
                    <a:pt x="203" y="13"/>
                    <a:pt x="203" y="49"/>
                  </a:cubicBezTo>
                  <a:cubicBezTo>
                    <a:pt x="191" y="346"/>
                    <a:pt x="1" y="3025"/>
                    <a:pt x="215" y="3359"/>
                  </a:cubicBezTo>
                  <a:cubicBezTo>
                    <a:pt x="282" y="3466"/>
                    <a:pt x="392" y="3559"/>
                    <a:pt x="579" y="3559"/>
                  </a:cubicBezTo>
                  <a:cubicBezTo>
                    <a:pt x="723" y="3559"/>
                    <a:pt x="914" y="3504"/>
                    <a:pt x="1168" y="3359"/>
                  </a:cubicBezTo>
                  <a:cubicBezTo>
                    <a:pt x="1168" y="3359"/>
                    <a:pt x="1180" y="3347"/>
                    <a:pt x="1192" y="3347"/>
                  </a:cubicBezTo>
                  <a:cubicBezTo>
                    <a:pt x="1261" y="3309"/>
                    <a:pt x="1329" y="3291"/>
                    <a:pt x="1391" y="3291"/>
                  </a:cubicBezTo>
                  <a:cubicBezTo>
                    <a:pt x="1468" y="3291"/>
                    <a:pt x="1537" y="3318"/>
                    <a:pt x="1596" y="3370"/>
                  </a:cubicBezTo>
                  <a:cubicBezTo>
                    <a:pt x="1775" y="3549"/>
                    <a:pt x="1811" y="3942"/>
                    <a:pt x="1680" y="4204"/>
                  </a:cubicBezTo>
                  <a:cubicBezTo>
                    <a:pt x="1513" y="4537"/>
                    <a:pt x="1144" y="4704"/>
                    <a:pt x="1144" y="4716"/>
                  </a:cubicBezTo>
                  <a:cubicBezTo>
                    <a:pt x="1120" y="4728"/>
                    <a:pt x="1108" y="4752"/>
                    <a:pt x="1120" y="4775"/>
                  </a:cubicBezTo>
                  <a:cubicBezTo>
                    <a:pt x="1120" y="4787"/>
                    <a:pt x="1144" y="4799"/>
                    <a:pt x="1156" y="4799"/>
                  </a:cubicBezTo>
                  <a:lnTo>
                    <a:pt x="1180" y="4799"/>
                  </a:lnTo>
                  <a:cubicBezTo>
                    <a:pt x="1192" y="4787"/>
                    <a:pt x="1584" y="4609"/>
                    <a:pt x="1763" y="4240"/>
                  </a:cubicBezTo>
                  <a:cubicBezTo>
                    <a:pt x="1918" y="3942"/>
                    <a:pt x="1870" y="3501"/>
                    <a:pt x="1668" y="3311"/>
                  </a:cubicBezTo>
                  <a:cubicBezTo>
                    <a:pt x="1593" y="3236"/>
                    <a:pt x="1498" y="3196"/>
                    <a:pt x="1392" y="3196"/>
                  </a:cubicBezTo>
                  <a:cubicBezTo>
                    <a:pt x="1314" y="3196"/>
                    <a:pt x="1230" y="3218"/>
                    <a:pt x="1144" y="3263"/>
                  </a:cubicBezTo>
                  <a:cubicBezTo>
                    <a:pt x="1144" y="3263"/>
                    <a:pt x="1132" y="3275"/>
                    <a:pt x="1120" y="3287"/>
                  </a:cubicBezTo>
                  <a:cubicBezTo>
                    <a:pt x="906" y="3409"/>
                    <a:pt x="730" y="3469"/>
                    <a:pt x="591" y="3469"/>
                  </a:cubicBezTo>
                  <a:cubicBezTo>
                    <a:pt x="460" y="3469"/>
                    <a:pt x="362" y="3415"/>
                    <a:pt x="299" y="3311"/>
                  </a:cubicBezTo>
                  <a:cubicBezTo>
                    <a:pt x="132" y="3049"/>
                    <a:pt x="239" y="870"/>
                    <a:pt x="299" y="49"/>
                  </a:cubicBezTo>
                  <a:cubicBezTo>
                    <a:pt x="299" y="25"/>
                    <a:pt x="287" y="1"/>
                    <a:pt x="263"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6" name="Google Shape;2926;p71"/>
            <p:cNvSpPr/>
            <p:nvPr/>
          </p:nvSpPr>
          <p:spPr>
            <a:xfrm>
              <a:off x="9329909" y="1408849"/>
              <a:ext cx="913625" cy="303622"/>
            </a:xfrm>
            <a:custGeom>
              <a:avLst/>
              <a:gdLst/>
              <a:ahLst/>
              <a:cxnLst/>
              <a:rect l="l" t="t" r="r" b="b"/>
              <a:pathLst>
                <a:path w="13586" h="4515" extrusionOk="0">
                  <a:moveTo>
                    <a:pt x="5412" y="119"/>
                  </a:moveTo>
                  <a:cubicBezTo>
                    <a:pt x="5434" y="119"/>
                    <a:pt x="5456" y="120"/>
                    <a:pt x="5478" y="120"/>
                  </a:cubicBezTo>
                  <a:cubicBezTo>
                    <a:pt x="6609" y="144"/>
                    <a:pt x="7514" y="1097"/>
                    <a:pt x="7478" y="2228"/>
                  </a:cubicBezTo>
                  <a:cubicBezTo>
                    <a:pt x="7455" y="3349"/>
                    <a:pt x="6538" y="4241"/>
                    <a:pt x="5435" y="4241"/>
                  </a:cubicBezTo>
                  <a:cubicBezTo>
                    <a:pt x="5414" y="4241"/>
                    <a:pt x="5392" y="4240"/>
                    <a:pt x="5371" y="4240"/>
                  </a:cubicBezTo>
                  <a:cubicBezTo>
                    <a:pt x="4228" y="4204"/>
                    <a:pt x="3323" y="3263"/>
                    <a:pt x="3358" y="2120"/>
                  </a:cubicBezTo>
                  <a:cubicBezTo>
                    <a:pt x="3382" y="1011"/>
                    <a:pt x="4299" y="119"/>
                    <a:pt x="5412" y="119"/>
                  </a:cubicBezTo>
                  <a:close/>
                  <a:moveTo>
                    <a:pt x="11387" y="263"/>
                  </a:moveTo>
                  <a:cubicBezTo>
                    <a:pt x="11401" y="263"/>
                    <a:pt x="11416" y="263"/>
                    <a:pt x="11431" y="263"/>
                  </a:cubicBezTo>
                  <a:cubicBezTo>
                    <a:pt x="12562" y="299"/>
                    <a:pt x="13467" y="1251"/>
                    <a:pt x="13443" y="2382"/>
                  </a:cubicBezTo>
                  <a:cubicBezTo>
                    <a:pt x="13408" y="3504"/>
                    <a:pt x="12491" y="4396"/>
                    <a:pt x="11388" y="4396"/>
                  </a:cubicBezTo>
                  <a:cubicBezTo>
                    <a:pt x="11367" y="4396"/>
                    <a:pt x="11345" y="4395"/>
                    <a:pt x="11324" y="4395"/>
                  </a:cubicBezTo>
                  <a:cubicBezTo>
                    <a:pt x="10181" y="4359"/>
                    <a:pt x="9276" y="3418"/>
                    <a:pt x="9311" y="2275"/>
                  </a:cubicBezTo>
                  <a:cubicBezTo>
                    <a:pt x="9347" y="1159"/>
                    <a:pt x="10264" y="263"/>
                    <a:pt x="11387" y="263"/>
                  </a:cubicBezTo>
                  <a:close/>
                  <a:moveTo>
                    <a:pt x="5411" y="0"/>
                  </a:moveTo>
                  <a:cubicBezTo>
                    <a:pt x="4250" y="0"/>
                    <a:pt x="3298" y="916"/>
                    <a:pt x="3239" y="2061"/>
                  </a:cubicBezTo>
                  <a:lnTo>
                    <a:pt x="632" y="2001"/>
                  </a:lnTo>
                  <a:cubicBezTo>
                    <a:pt x="620" y="2001"/>
                    <a:pt x="620" y="2001"/>
                    <a:pt x="608" y="2013"/>
                  </a:cubicBezTo>
                  <a:cubicBezTo>
                    <a:pt x="584" y="2013"/>
                    <a:pt x="37" y="2216"/>
                    <a:pt x="1" y="2740"/>
                  </a:cubicBezTo>
                  <a:cubicBezTo>
                    <a:pt x="1" y="2763"/>
                    <a:pt x="25" y="2799"/>
                    <a:pt x="48" y="2799"/>
                  </a:cubicBezTo>
                  <a:lnTo>
                    <a:pt x="60" y="2799"/>
                  </a:lnTo>
                  <a:cubicBezTo>
                    <a:pt x="84" y="2799"/>
                    <a:pt x="108" y="2775"/>
                    <a:pt x="120" y="2740"/>
                  </a:cubicBezTo>
                  <a:cubicBezTo>
                    <a:pt x="144" y="2335"/>
                    <a:pt x="572" y="2144"/>
                    <a:pt x="632" y="2120"/>
                  </a:cubicBezTo>
                  <a:lnTo>
                    <a:pt x="3239" y="2180"/>
                  </a:lnTo>
                  <a:cubicBezTo>
                    <a:pt x="3239" y="3359"/>
                    <a:pt x="4180" y="4323"/>
                    <a:pt x="5359" y="4359"/>
                  </a:cubicBezTo>
                  <a:cubicBezTo>
                    <a:pt x="5373" y="4359"/>
                    <a:pt x="5388" y="4359"/>
                    <a:pt x="5403" y="4359"/>
                  </a:cubicBezTo>
                  <a:cubicBezTo>
                    <a:pt x="6585" y="4359"/>
                    <a:pt x="7562" y="3415"/>
                    <a:pt x="7597" y="2228"/>
                  </a:cubicBezTo>
                  <a:cubicBezTo>
                    <a:pt x="7597" y="2144"/>
                    <a:pt x="7597" y="2049"/>
                    <a:pt x="7585" y="1966"/>
                  </a:cubicBezTo>
                  <a:cubicBezTo>
                    <a:pt x="7679" y="1915"/>
                    <a:pt x="7990" y="1782"/>
                    <a:pt x="8382" y="1782"/>
                  </a:cubicBezTo>
                  <a:cubicBezTo>
                    <a:pt x="8638" y="1782"/>
                    <a:pt x="8929" y="1839"/>
                    <a:pt x="9216" y="2013"/>
                  </a:cubicBezTo>
                  <a:cubicBezTo>
                    <a:pt x="9204" y="2097"/>
                    <a:pt x="9192" y="2180"/>
                    <a:pt x="9192" y="2275"/>
                  </a:cubicBezTo>
                  <a:cubicBezTo>
                    <a:pt x="9157" y="3478"/>
                    <a:pt x="10121" y="4478"/>
                    <a:pt x="11312" y="4514"/>
                  </a:cubicBezTo>
                  <a:cubicBezTo>
                    <a:pt x="11326" y="4514"/>
                    <a:pt x="11341" y="4514"/>
                    <a:pt x="11356" y="4514"/>
                  </a:cubicBezTo>
                  <a:cubicBezTo>
                    <a:pt x="12539" y="4514"/>
                    <a:pt x="13515" y="3570"/>
                    <a:pt x="13550" y="2382"/>
                  </a:cubicBezTo>
                  <a:cubicBezTo>
                    <a:pt x="13586" y="1192"/>
                    <a:pt x="12633" y="180"/>
                    <a:pt x="11431" y="156"/>
                  </a:cubicBezTo>
                  <a:cubicBezTo>
                    <a:pt x="11407" y="155"/>
                    <a:pt x="11383" y="155"/>
                    <a:pt x="11359" y="155"/>
                  </a:cubicBezTo>
                  <a:cubicBezTo>
                    <a:pt x="10319" y="155"/>
                    <a:pt x="9450" y="905"/>
                    <a:pt x="9240" y="1894"/>
                  </a:cubicBezTo>
                  <a:cubicBezTo>
                    <a:pt x="8945" y="1727"/>
                    <a:pt x="8648" y="1672"/>
                    <a:pt x="8385" y="1672"/>
                  </a:cubicBezTo>
                  <a:cubicBezTo>
                    <a:pt x="8011" y="1672"/>
                    <a:pt x="7706" y="1784"/>
                    <a:pt x="7573" y="1847"/>
                  </a:cubicBezTo>
                  <a:cubicBezTo>
                    <a:pt x="7418" y="823"/>
                    <a:pt x="6549" y="25"/>
                    <a:pt x="5478" y="1"/>
                  </a:cubicBezTo>
                  <a:cubicBezTo>
                    <a:pt x="5455" y="0"/>
                    <a:pt x="5433" y="0"/>
                    <a:pt x="54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7" name="Google Shape;2927;p71"/>
            <p:cNvSpPr/>
            <p:nvPr/>
          </p:nvSpPr>
          <p:spPr>
            <a:xfrm>
              <a:off x="9664600" y="1222372"/>
              <a:ext cx="418010" cy="30463"/>
            </a:xfrm>
            <a:custGeom>
              <a:avLst/>
              <a:gdLst/>
              <a:ahLst/>
              <a:cxnLst/>
              <a:rect l="l" t="t" r="r" b="b"/>
              <a:pathLst>
                <a:path w="6216" h="453" extrusionOk="0">
                  <a:moveTo>
                    <a:pt x="2978" y="1"/>
                  </a:moveTo>
                  <a:cubicBezTo>
                    <a:pt x="1986" y="1"/>
                    <a:pt x="993" y="111"/>
                    <a:pt x="24" y="333"/>
                  </a:cubicBezTo>
                  <a:cubicBezTo>
                    <a:pt x="1" y="333"/>
                    <a:pt x="1" y="345"/>
                    <a:pt x="1" y="369"/>
                  </a:cubicBezTo>
                  <a:cubicBezTo>
                    <a:pt x="1" y="381"/>
                    <a:pt x="24" y="393"/>
                    <a:pt x="36" y="393"/>
                  </a:cubicBezTo>
                  <a:cubicBezTo>
                    <a:pt x="999" y="171"/>
                    <a:pt x="1986" y="60"/>
                    <a:pt x="2974" y="60"/>
                  </a:cubicBezTo>
                  <a:cubicBezTo>
                    <a:pt x="4052" y="60"/>
                    <a:pt x="5130" y="192"/>
                    <a:pt x="6180" y="452"/>
                  </a:cubicBezTo>
                  <a:cubicBezTo>
                    <a:pt x="6192" y="452"/>
                    <a:pt x="6204" y="441"/>
                    <a:pt x="6204" y="429"/>
                  </a:cubicBezTo>
                  <a:cubicBezTo>
                    <a:pt x="6216" y="417"/>
                    <a:pt x="6204" y="393"/>
                    <a:pt x="6192" y="393"/>
                  </a:cubicBezTo>
                  <a:cubicBezTo>
                    <a:pt x="5142" y="132"/>
                    <a:pt x="4060" y="1"/>
                    <a:pt x="2978" y="1"/>
                  </a:cubicBezTo>
                  <a:close/>
                </a:path>
              </a:pathLst>
            </a:custGeom>
            <a:solidFill>
              <a:srgbClr val="EAA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8" name="Google Shape;2928;p71"/>
            <p:cNvSpPr/>
            <p:nvPr/>
          </p:nvSpPr>
          <p:spPr>
            <a:xfrm>
              <a:off x="9701451" y="1120559"/>
              <a:ext cx="343567" cy="44989"/>
            </a:xfrm>
            <a:custGeom>
              <a:avLst/>
              <a:gdLst/>
              <a:ahLst/>
              <a:cxnLst/>
              <a:rect l="l" t="t" r="r" b="b"/>
              <a:pathLst>
                <a:path w="5109" h="669" extrusionOk="0">
                  <a:moveTo>
                    <a:pt x="2030" y="0"/>
                  </a:moveTo>
                  <a:cubicBezTo>
                    <a:pt x="1356" y="0"/>
                    <a:pt x="681" y="84"/>
                    <a:pt x="24" y="252"/>
                  </a:cubicBezTo>
                  <a:cubicBezTo>
                    <a:pt x="12" y="252"/>
                    <a:pt x="0" y="276"/>
                    <a:pt x="12" y="288"/>
                  </a:cubicBezTo>
                  <a:cubicBezTo>
                    <a:pt x="12" y="300"/>
                    <a:pt x="24" y="311"/>
                    <a:pt x="48" y="311"/>
                  </a:cubicBezTo>
                  <a:cubicBezTo>
                    <a:pt x="698" y="143"/>
                    <a:pt x="1369" y="59"/>
                    <a:pt x="2039" y="59"/>
                  </a:cubicBezTo>
                  <a:cubicBezTo>
                    <a:pt x="3075" y="59"/>
                    <a:pt x="4111" y="259"/>
                    <a:pt x="5072" y="657"/>
                  </a:cubicBezTo>
                  <a:cubicBezTo>
                    <a:pt x="5072" y="669"/>
                    <a:pt x="5072" y="669"/>
                    <a:pt x="5084" y="669"/>
                  </a:cubicBezTo>
                  <a:cubicBezTo>
                    <a:pt x="5096" y="669"/>
                    <a:pt x="5108" y="657"/>
                    <a:pt x="5108" y="645"/>
                  </a:cubicBezTo>
                  <a:cubicBezTo>
                    <a:pt x="5108" y="633"/>
                    <a:pt x="5108" y="609"/>
                    <a:pt x="5096" y="609"/>
                  </a:cubicBezTo>
                  <a:cubicBezTo>
                    <a:pt x="4125" y="203"/>
                    <a:pt x="3079" y="0"/>
                    <a:pt x="2030" y="0"/>
                  </a:cubicBezTo>
                  <a:close/>
                </a:path>
              </a:pathLst>
            </a:custGeom>
            <a:solidFill>
              <a:srgbClr val="EAA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9" name="Google Shape;2929;p71"/>
            <p:cNvSpPr/>
            <p:nvPr/>
          </p:nvSpPr>
          <p:spPr>
            <a:xfrm>
              <a:off x="8852721" y="2030418"/>
              <a:ext cx="1482135" cy="1138702"/>
            </a:xfrm>
            <a:custGeom>
              <a:avLst/>
              <a:gdLst/>
              <a:ahLst/>
              <a:cxnLst/>
              <a:rect l="l" t="t" r="r" b="b"/>
              <a:pathLst>
                <a:path w="22040" h="16933" extrusionOk="0">
                  <a:moveTo>
                    <a:pt x="11826" y="0"/>
                  </a:moveTo>
                  <a:cubicBezTo>
                    <a:pt x="10877" y="0"/>
                    <a:pt x="9432" y="336"/>
                    <a:pt x="7859" y="1902"/>
                  </a:cubicBezTo>
                  <a:cubicBezTo>
                    <a:pt x="6930" y="2831"/>
                    <a:pt x="5954" y="4188"/>
                    <a:pt x="5013" y="6165"/>
                  </a:cubicBezTo>
                  <a:cubicBezTo>
                    <a:pt x="5013" y="6165"/>
                    <a:pt x="4323" y="3926"/>
                    <a:pt x="3025" y="2414"/>
                  </a:cubicBezTo>
                  <a:cubicBezTo>
                    <a:pt x="2084" y="2688"/>
                    <a:pt x="941" y="2962"/>
                    <a:pt x="60" y="3450"/>
                  </a:cubicBezTo>
                  <a:cubicBezTo>
                    <a:pt x="1" y="4819"/>
                    <a:pt x="929" y="9499"/>
                    <a:pt x="2513" y="11511"/>
                  </a:cubicBezTo>
                  <a:cubicBezTo>
                    <a:pt x="3492" y="12755"/>
                    <a:pt x="4312" y="13210"/>
                    <a:pt x="5032" y="13210"/>
                  </a:cubicBezTo>
                  <a:cubicBezTo>
                    <a:pt x="5896" y="13210"/>
                    <a:pt x="6617" y="12554"/>
                    <a:pt x="7299" y="11820"/>
                  </a:cubicBezTo>
                  <a:lnTo>
                    <a:pt x="7299" y="11820"/>
                  </a:lnTo>
                  <a:cubicBezTo>
                    <a:pt x="7240" y="12499"/>
                    <a:pt x="7180" y="13225"/>
                    <a:pt x="7109" y="13999"/>
                  </a:cubicBezTo>
                  <a:cubicBezTo>
                    <a:pt x="7002" y="15297"/>
                    <a:pt x="7299" y="16261"/>
                    <a:pt x="8073" y="16523"/>
                  </a:cubicBezTo>
                  <a:cubicBezTo>
                    <a:pt x="8483" y="16656"/>
                    <a:pt x="13698" y="16933"/>
                    <a:pt x="14458" y="16933"/>
                  </a:cubicBezTo>
                  <a:cubicBezTo>
                    <a:pt x="14516" y="16933"/>
                    <a:pt x="14548" y="16931"/>
                    <a:pt x="14550" y="16928"/>
                  </a:cubicBezTo>
                  <a:cubicBezTo>
                    <a:pt x="14555" y="16924"/>
                    <a:pt x="14605" y="16923"/>
                    <a:pt x="14691" y="16923"/>
                  </a:cubicBezTo>
                  <a:cubicBezTo>
                    <a:pt x="14917" y="16923"/>
                    <a:pt x="15395" y="16932"/>
                    <a:pt x="15995" y="16932"/>
                  </a:cubicBezTo>
                  <a:cubicBezTo>
                    <a:pt x="17870" y="16932"/>
                    <a:pt x="20940" y="16835"/>
                    <a:pt x="21253" y="16035"/>
                  </a:cubicBezTo>
                  <a:cubicBezTo>
                    <a:pt x="21265" y="16023"/>
                    <a:pt x="22039" y="14999"/>
                    <a:pt x="21503" y="12808"/>
                  </a:cubicBezTo>
                  <a:cubicBezTo>
                    <a:pt x="21456" y="12582"/>
                    <a:pt x="21456" y="12356"/>
                    <a:pt x="21432" y="12130"/>
                  </a:cubicBezTo>
                  <a:lnTo>
                    <a:pt x="21861" y="2093"/>
                  </a:lnTo>
                  <a:cubicBezTo>
                    <a:pt x="21039" y="1057"/>
                    <a:pt x="19979" y="676"/>
                    <a:pt x="17896" y="319"/>
                  </a:cubicBezTo>
                  <a:cubicBezTo>
                    <a:pt x="17896" y="319"/>
                    <a:pt x="15800" y="795"/>
                    <a:pt x="15288" y="819"/>
                  </a:cubicBezTo>
                  <a:lnTo>
                    <a:pt x="13812" y="819"/>
                  </a:lnTo>
                  <a:cubicBezTo>
                    <a:pt x="13742" y="829"/>
                    <a:pt x="13670" y="834"/>
                    <a:pt x="13597" y="834"/>
                  </a:cubicBezTo>
                  <a:cubicBezTo>
                    <a:pt x="13324" y="834"/>
                    <a:pt x="13037" y="767"/>
                    <a:pt x="12764" y="664"/>
                  </a:cubicBezTo>
                  <a:cubicBezTo>
                    <a:pt x="12895" y="366"/>
                    <a:pt x="12967" y="188"/>
                    <a:pt x="12967" y="188"/>
                  </a:cubicBezTo>
                  <a:cubicBezTo>
                    <a:pt x="12967" y="188"/>
                    <a:pt x="12535" y="0"/>
                    <a:pt x="118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0" name="Google Shape;2930;p71"/>
            <p:cNvSpPr/>
            <p:nvPr/>
          </p:nvSpPr>
          <p:spPr>
            <a:xfrm>
              <a:off x="9731040" y="2146285"/>
              <a:ext cx="211493" cy="46535"/>
            </a:xfrm>
            <a:custGeom>
              <a:avLst/>
              <a:gdLst/>
              <a:ahLst/>
              <a:cxnLst/>
              <a:rect l="l" t="t" r="r" b="b"/>
              <a:pathLst>
                <a:path w="3145" h="692" extrusionOk="0">
                  <a:moveTo>
                    <a:pt x="3077" y="0"/>
                  </a:moveTo>
                  <a:cubicBezTo>
                    <a:pt x="3067" y="0"/>
                    <a:pt x="3057" y="4"/>
                    <a:pt x="3049" y="13"/>
                  </a:cubicBezTo>
                  <a:cubicBezTo>
                    <a:pt x="2185" y="447"/>
                    <a:pt x="1503" y="567"/>
                    <a:pt x="1013" y="567"/>
                  </a:cubicBezTo>
                  <a:cubicBezTo>
                    <a:pt x="415" y="567"/>
                    <a:pt x="103" y="388"/>
                    <a:pt x="96" y="382"/>
                  </a:cubicBezTo>
                  <a:cubicBezTo>
                    <a:pt x="87" y="377"/>
                    <a:pt x="77" y="375"/>
                    <a:pt x="66" y="375"/>
                  </a:cubicBezTo>
                  <a:cubicBezTo>
                    <a:pt x="48" y="375"/>
                    <a:pt x="28" y="383"/>
                    <a:pt x="13" y="406"/>
                  </a:cubicBezTo>
                  <a:cubicBezTo>
                    <a:pt x="1" y="429"/>
                    <a:pt x="1" y="465"/>
                    <a:pt x="37" y="477"/>
                  </a:cubicBezTo>
                  <a:cubicBezTo>
                    <a:pt x="60" y="501"/>
                    <a:pt x="394" y="691"/>
                    <a:pt x="1013" y="691"/>
                  </a:cubicBezTo>
                  <a:cubicBezTo>
                    <a:pt x="1513" y="691"/>
                    <a:pt x="2215" y="560"/>
                    <a:pt x="3096" y="108"/>
                  </a:cubicBezTo>
                  <a:cubicBezTo>
                    <a:pt x="3132" y="96"/>
                    <a:pt x="3144" y="60"/>
                    <a:pt x="3120" y="36"/>
                  </a:cubicBezTo>
                  <a:cubicBezTo>
                    <a:pt x="3113" y="13"/>
                    <a:pt x="3095" y="0"/>
                    <a:pt x="30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1" name="Google Shape;2931;p71"/>
            <p:cNvSpPr/>
            <p:nvPr/>
          </p:nvSpPr>
          <p:spPr>
            <a:xfrm>
              <a:off x="9823169" y="2083879"/>
              <a:ext cx="12037" cy="1089746"/>
            </a:xfrm>
            <a:custGeom>
              <a:avLst/>
              <a:gdLst/>
              <a:ahLst/>
              <a:cxnLst/>
              <a:rect l="l" t="t" r="r" b="b"/>
              <a:pathLst>
                <a:path w="179" h="16205" extrusionOk="0">
                  <a:moveTo>
                    <a:pt x="60" y="0"/>
                  </a:moveTo>
                  <a:cubicBezTo>
                    <a:pt x="24" y="0"/>
                    <a:pt x="0" y="24"/>
                    <a:pt x="0" y="60"/>
                  </a:cubicBezTo>
                  <a:lnTo>
                    <a:pt x="60" y="16145"/>
                  </a:lnTo>
                  <a:cubicBezTo>
                    <a:pt x="60" y="16169"/>
                    <a:pt x="83" y="16204"/>
                    <a:pt x="119" y="16204"/>
                  </a:cubicBezTo>
                  <a:cubicBezTo>
                    <a:pt x="155" y="16204"/>
                    <a:pt x="179" y="16169"/>
                    <a:pt x="179" y="16145"/>
                  </a:cubicBezTo>
                  <a:lnTo>
                    <a:pt x="119" y="60"/>
                  </a:lnTo>
                  <a:cubicBezTo>
                    <a:pt x="107" y="24"/>
                    <a:pt x="83" y="0"/>
                    <a:pt x="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2" name="Google Shape;2932;p71"/>
            <p:cNvSpPr/>
            <p:nvPr/>
          </p:nvSpPr>
          <p:spPr>
            <a:xfrm>
              <a:off x="9581347" y="2001367"/>
              <a:ext cx="252245" cy="213376"/>
            </a:xfrm>
            <a:custGeom>
              <a:avLst/>
              <a:gdLst/>
              <a:ahLst/>
              <a:cxnLst/>
              <a:rect l="l" t="t" r="r" b="b"/>
              <a:pathLst>
                <a:path w="3751" h="3173" extrusionOk="0">
                  <a:moveTo>
                    <a:pt x="953" y="1"/>
                  </a:moveTo>
                  <a:cubicBezTo>
                    <a:pt x="953" y="1"/>
                    <a:pt x="524" y="632"/>
                    <a:pt x="262" y="1215"/>
                  </a:cubicBezTo>
                  <a:cubicBezTo>
                    <a:pt x="0" y="1799"/>
                    <a:pt x="1917" y="2858"/>
                    <a:pt x="2798" y="3168"/>
                  </a:cubicBezTo>
                  <a:cubicBezTo>
                    <a:pt x="2811" y="3171"/>
                    <a:pt x="2824" y="3173"/>
                    <a:pt x="2837" y="3173"/>
                  </a:cubicBezTo>
                  <a:cubicBezTo>
                    <a:pt x="3279" y="3173"/>
                    <a:pt x="3751" y="1263"/>
                    <a:pt x="3751" y="1263"/>
                  </a:cubicBezTo>
                  <a:cubicBezTo>
                    <a:pt x="3751" y="1263"/>
                    <a:pt x="2024" y="810"/>
                    <a:pt x="9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3" name="Google Shape;2933;p71"/>
            <p:cNvSpPr/>
            <p:nvPr/>
          </p:nvSpPr>
          <p:spPr>
            <a:xfrm>
              <a:off x="9827137" y="2001367"/>
              <a:ext cx="252313" cy="210216"/>
            </a:xfrm>
            <a:custGeom>
              <a:avLst/>
              <a:gdLst/>
              <a:ahLst/>
              <a:cxnLst/>
              <a:rect l="l" t="t" r="r" b="b"/>
              <a:pathLst>
                <a:path w="3752" h="3126" extrusionOk="0">
                  <a:moveTo>
                    <a:pt x="2822" y="1"/>
                  </a:moveTo>
                  <a:cubicBezTo>
                    <a:pt x="1834" y="858"/>
                    <a:pt x="1" y="1287"/>
                    <a:pt x="1" y="1287"/>
                  </a:cubicBezTo>
                  <a:cubicBezTo>
                    <a:pt x="1" y="1287"/>
                    <a:pt x="662" y="3125"/>
                    <a:pt x="1126" y="3125"/>
                  </a:cubicBezTo>
                  <a:cubicBezTo>
                    <a:pt x="1140" y="3125"/>
                    <a:pt x="1154" y="3124"/>
                    <a:pt x="1167" y="3120"/>
                  </a:cubicBezTo>
                  <a:cubicBezTo>
                    <a:pt x="2060" y="2811"/>
                    <a:pt x="3751" y="1834"/>
                    <a:pt x="3489" y="1251"/>
                  </a:cubicBezTo>
                  <a:cubicBezTo>
                    <a:pt x="3215" y="667"/>
                    <a:pt x="2822" y="1"/>
                    <a:pt x="28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4" name="Google Shape;2934;p71"/>
            <p:cNvSpPr/>
            <p:nvPr/>
          </p:nvSpPr>
          <p:spPr>
            <a:xfrm>
              <a:off x="8851914" y="2151127"/>
              <a:ext cx="256280" cy="180223"/>
            </a:xfrm>
            <a:custGeom>
              <a:avLst/>
              <a:gdLst/>
              <a:ahLst/>
              <a:cxnLst/>
              <a:rect l="l" t="t" r="r" b="b"/>
              <a:pathLst>
                <a:path w="3811" h="2680" extrusionOk="0">
                  <a:moveTo>
                    <a:pt x="2965" y="0"/>
                  </a:moveTo>
                  <a:lnTo>
                    <a:pt x="1" y="1096"/>
                  </a:lnTo>
                  <a:lnTo>
                    <a:pt x="144" y="2679"/>
                  </a:lnTo>
                  <a:lnTo>
                    <a:pt x="3811" y="1631"/>
                  </a:lnTo>
                  <a:cubicBezTo>
                    <a:pt x="3811" y="1631"/>
                    <a:pt x="3311" y="298"/>
                    <a:pt x="29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71"/>
            <p:cNvSpPr/>
            <p:nvPr/>
          </p:nvSpPr>
          <p:spPr>
            <a:xfrm>
              <a:off x="9333944" y="2250115"/>
              <a:ext cx="104973" cy="569586"/>
            </a:xfrm>
            <a:custGeom>
              <a:avLst/>
              <a:gdLst/>
              <a:ahLst/>
              <a:cxnLst/>
              <a:rect l="l" t="t" r="r" b="b"/>
              <a:pathLst>
                <a:path w="1561" h="8470" extrusionOk="0">
                  <a:moveTo>
                    <a:pt x="1493" y="0"/>
                  </a:moveTo>
                  <a:cubicBezTo>
                    <a:pt x="1472" y="0"/>
                    <a:pt x="1450" y="14"/>
                    <a:pt x="1441" y="40"/>
                  </a:cubicBezTo>
                  <a:cubicBezTo>
                    <a:pt x="1429" y="40"/>
                    <a:pt x="989" y="957"/>
                    <a:pt x="488" y="3124"/>
                  </a:cubicBezTo>
                  <a:cubicBezTo>
                    <a:pt x="0" y="5279"/>
                    <a:pt x="215" y="8375"/>
                    <a:pt x="227" y="8410"/>
                  </a:cubicBezTo>
                  <a:cubicBezTo>
                    <a:pt x="227" y="8446"/>
                    <a:pt x="250" y="8470"/>
                    <a:pt x="274" y="8470"/>
                  </a:cubicBezTo>
                  <a:cubicBezTo>
                    <a:pt x="286" y="8470"/>
                    <a:pt x="286" y="8470"/>
                    <a:pt x="286" y="8458"/>
                  </a:cubicBezTo>
                  <a:cubicBezTo>
                    <a:pt x="322" y="8458"/>
                    <a:pt x="346" y="8434"/>
                    <a:pt x="334" y="8398"/>
                  </a:cubicBezTo>
                  <a:cubicBezTo>
                    <a:pt x="334" y="8375"/>
                    <a:pt x="119" y="5291"/>
                    <a:pt x="608" y="3148"/>
                  </a:cubicBezTo>
                  <a:cubicBezTo>
                    <a:pt x="1096" y="1005"/>
                    <a:pt x="1536" y="100"/>
                    <a:pt x="1548" y="88"/>
                  </a:cubicBezTo>
                  <a:cubicBezTo>
                    <a:pt x="1560" y="64"/>
                    <a:pt x="1548" y="28"/>
                    <a:pt x="1512" y="5"/>
                  </a:cubicBezTo>
                  <a:cubicBezTo>
                    <a:pt x="1506" y="2"/>
                    <a:pt x="1500" y="0"/>
                    <a:pt x="14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71"/>
            <p:cNvSpPr/>
            <p:nvPr/>
          </p:nvSpPr>
          <p:spPr>
            <a:xfrm>
              <a:off x="9672602" y="2799662"/>
              <a:ext cx="492453" cy="273899"/>
            </a:xfrm>
            <a:custGeom>
              <a:avLst/>
              <a:gdLst/>
              <a:ahLst/>
              <a:cxnLst/>
              <a:rect l="l" t="t" r="r" b="b"/>
              <a:pathLst>
                <a:path w="7323" h="4073" extrusionOk="0">
                  <a:moveTo>
                    <a:pt x="7275" y="0"/>
                  </a:moveTo>
                  <a:cubicBezTo>
                    <a:pt x="7240" y="0"/>
                    <a:pt x="7216" y="24"/>
                    <a:pt x="7204" y="48"/>
                  </a:cubicBezTo>
                  <a:cubicBezTo>
                    <a:pt x="7168" y="250"/>
                    <a:pt x="6978" y="393"/>
                    <a:pt x="6811" y="512"/>
                  </a:cubicBezTo>
                  <a:cubicBezTo>
                    <a:pt x="4704" y="1929"/>
                    <a:pt x="2430" y="3084"/>
                    <a:pt x="48" y="3953"/>
                  </a:cubicBezTo>
                  <a:cubicBezTo>
                    <a:pt x="13" y="3965"/>
                    <a:pt x="1" y="4001"/>
                    <a:pt x="13" y="4036"/>
                  </a:cubicBezTo>
                  <a:cubicBezTo>
                    <a:pt x="24" y="4060"/>
                    <a:pt x="36" y="4072"/>
                    <a:pt x="60" y="4072"/>
                  </a:cubicBezTo>
                  <a:lnTo>
                    <a:pt x="84" y="4072"/>
                  </a:lnTo>
                  <a:cubicBezTo>
                    <a:pt x="2477" y="3203"/>
                    <a:pt x="4763" y="2036"/>
                    <a:pt x="6871" y="607"/>
                  </a:cubicBezTo>
                  <a:cubicBezTo>
                    <a:pt x="7073" y="477"/>
                    <a:pt x="7275" y="322"/>
                    <a:pt x="7323" y="72"/>
                  </a:cubicBezTo>
                  <a:cubicBezTo>
                    <a:pt x="7323" y="36"/>
                    <a:pt x="7311" y="12"/>
                    <a:pt x="72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71"/>
            <p:cNvSpPr/>
            <p:nvPr/>
          </p:nvSpPr>
          <p:spPr>
            <a:xfrm>
              <a:off x="9872798" y="2114275"/>
              <a:ext cx="17686" cy="1049733"/>
            </a:xfrm>
            <a:custGeom>
              <a:avLst/>
              <a:gdLst/>
              <a:ahLst/>
              <a:cxnLst/>
              <a:rect l="l" t="t" r="r" b="b"/>
              <a:pathLst>
                <a:path w="263" h="15610" extrusionOk="0">
                  <a:moveTo>
                    <a:pt x="60" y="1"/>
                  </a:moveTo>
                  <a:cubicBezTo>
                    <a:pt x="24" y="1"/>
                    <a:pt x="0" y="24"/>
                    <a:pt x="0" y="60"/>
                  </a:cubicBezTo>
                  <a:lnTo>
                    <a:pt x="155" y="15550"/>
                  </a:lnTo>
                  <a:cubicBezTo>
                    <a:pt x="155" y="15586"/>
                    <a:pt x="179" y="15610"/>
                    <a:pt x="215" y="15610"/>
                  </a:cubicBezTo>
                  <a:cubicBezTo>
                    <a:pt x="238" y="15610"/>
                    <a:pt x="262" y="15574"/>
                    <a:pt x="262" y="15550"/>
                  </a:cubicBezTo>
                  <a:lnTo>
                    <a:pt x="119" y="48"/>
                  </a:lnTo>
                  <a:cubicBezTo>
                    <a:pt x="119" y="24"/>
                    <a:pt x="95" y="1"/>
                    <a:pt x="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938" name="Google Shape;2938;p71"/>
          <p:cNvPicPr preferRelativeResize="0"/>
          <p:nvPr/>
        </p:nvPicPr>
        <p:blipFill rotWithShape="1">
          <a:blip r:embed="rId3">
            <a:alphaModFix/>
          </a:blip>
          <a:srcRect l="8421" r="57346"/>
          <a:stretch/>
        </p:blipFill>
        <p:spPr>
          <a:xfrm>
            <a:off x="-81575" y="349950"/>
            <a:ext cx="2048927" cy="3989226"/>
          </a:xfrm>
          <a:prstGeom prst="rect">
            <a:avLst/>
          </a:prstGeom>
          <a:noFill/>
          <a:ln>
            <a:noFill/>
          </a:ln>
        </p:spPr>
      </p:pic>
      <p:pic>
        <p:nvPicPr>
          <p:cNvPr id="2939" name="Google Shape;2939;p71"/>
          <p:cNvPicPr preferRelativeResize="0"/>
          <p:nvPr/>
        </p:nvPicPr>
        <p:blipFill rotWithShape="1">
          <a:blip r:embed="rId3">
            <a:alphaModFix/>
          </a:blip>
          <a:srcRect l="60324" r="5442"/>
          <a:stretch/>
        </p:blipFill>
        <p:spPr>
          <a:xfrm>
            <a:off x="2232627" y="595550"/>
            <a:ext cx="2048927" cy="3989226"/>
          </a:xfrm>
          <a:prstGeom prst="rect">
            <a:avLst/>
          </a:prstGeom>
          <a:noFill/>
          <a:ln>
            <a:noFill/>
          </a:ln>
        </p:spPr>
      </p:pic>
      <p:sp>
        <p:nvSpPr>
          <p:cNvPr id="2940" name="Google Shape;2940;p71"/>
          <p:cNvSpPr txBox="1">
            <a:spLocks noGrp="1"/>
          </p:cNvSpPr>
          <p:nvPr>
            <p:ph type="title"/>
          </p:nvPr>
        </p:nvSpPr>
        <p:spPr>
          <a:xfrm>
            <a:off x="5430300" y="539363"/>
            <a:ext cx="3000600" cy="1293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Mobile screenshot</a:t>
            </a:r>
            <a:endParaRPr/>
          </a:p>
        </p:txBody>
      </p:sp>
      <p:sp>
        <p:nvSpPr>
          <p:cNvPr id="2941" name="Google Shape;2941;p71"/>
          <p:cNvSpPr txBox="1">
            <a:spLocks noGrp="1"/>
          </p:cNvSpPr>
          <p:nvPr>
            <p:ph type="subTitle" idx="1"/>
          </p:nvPr>
        </p:nvSpPr>
        <p:spPr>
          <a:xfrm>
            <a:off x="5430300" y="1807935"/>
            <a:ext cx="3000600" cy="1169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replace the image on the screen with your own work. Just right-click on it and select “Replace image”</a:t>
            </a:r>
            <a:endParaRPr/>
          </a:p>
        </p:txBody>
      </p:sp>
      <p:grpSp>
        <p:nvGrpSpPr>
          <p:cNvPr id="2942" name="Google Shape;2942;p71"/>
          <p:cNvGrpSpPr/>
          <p:nvPr/>
        </p:nvGrpSpPr>
        <p:grpSpPr>
          <a:xfrm>
            <a:off x="2172785" y="539373"/>
            <a:ext cx="2168611" cy="4310335"/>
            <a:chOff x="3336600" y="3468450"/>
            <a:chExt cx="336250" cy="668300"/>
          </a:xfrm>
        </p:grpSpPr>
        <p:sp>
          <p:nvSpPr>
            <p:cNvPr id="2943" name="Google Shape;2943;p71"/>
            <p:cNvSpPr/>
            <p:nvPr/>
          </p:nvSpPr>
          <p:spPr>
            <a:xfrm>
              <a:off x="3336600" y="3468450"/>
              <a:ext cx="336250" cy="668300"/>
            </a:xfrm>
            <a:custGeom>
              <a:avLst/>
              <a:gdLst/>
              <a:ahLst/>
              <a:cxnLst/>
              <a:rect l="l" t="t" r="r" b="b"/>
              <a:pathLst>
                <a:path w="13450" h="26732" extrusionOk="0">
                  <a:moveTo>
                    <a:pt x="12354" y="461"/>
                  </a:moveTo>
                  <a:cubicBezTo>
                    <a:pt x="12730" y="461"/>
                    <a:pt x="13031" y="762"/>
                    <a:pt x="13031" y="1139"/>
                  </a:cubicBezTo>
                  <a:lnTo>
                    <a:pt x="13031" y="24221"/>
                  </a:lnTo>
                  <a:cubicBezTo>
                    <a:pt x="13031" y="24598"/>
                    <a:pt x="12730" y="24899"/>
                    <a:pt x="12354" y="24899"/>
                  </a:cubicBezTo>
                  <a:lnTo>
                    <a:pt x="1097" y="24899"/>
                  </a:lnTo>
                  <a:cubicBezTo>
                    <a:pt x="720" y="24899"/>
                    <a:pt x="419" y="24598"/>
                    <a:pt x="419" y="24221"/>
                  </a:cubicBezTo>
                  <a:lnTo>
                    <a:pt x="419" y="1139"/>
                  </a:lnTo>
                  <a:cubicBezTo>
                    <a:pt x="419" y="762"/>
                    <a:pt x="720" y="461"/>
                    <a:pt x="1097" y="461"/>
                  </a:cubicBezTo>
                  <a:close/>
                  <a:moveTo>
                    <a:pt x="1022" y="0"/>
                  </a:moveTo>
                  <a:cubicBezTo>
                    <a:pt x="461" y="0"/>
                    <a:pt x="1" y="452"/>
                    <a:pt x="1" y="1021"/>
                  </a:cubicBezTo>
                  <a:lnTo>
                    <a:pt x="1" y="25711"/>
                  </a:lnTo>
                  <a:cubicBezTo>
                    <a:pt x="1" y="26280"/>
                    <a:pt x="461" y="26732"/>
                    <a:pt x="1022" y="26732"/>
                  </a:cubicBezTo>
                  <a:lnTo>
                    <a:pt x="12429" y="26732"/>
                  </a:lnTo>
                  <a:cubicBezTo>
                    <a:pt x="12998" y="26732"/>
                    <a:pt x="13450" y="26271"/>
                    <a:pt x="13450" y="25711"/>
                  </a:cubicBezTo>
                  <a:lnTo>
                    <a:pt x="13450" y="1021"/>
                  </a:lnTo>
                  <a:cubicBezTo>
                    <a:pt x="13450" y="452"/>
                    <a:pt x="12998" y="0"/>
                    <a:pt x="12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4" name="Google Shape;2944;p71"/>
            <p:cNvSpPr/>
            <p:nvPr/>
          </p:nvSpPr>
          <p:spPr>
            <a:xfrm>
              <a:off x="3490375" y="4105350"/>
              <a:ext cx="18250" cy="18225"/>
            </a:xfrm>
            <a:custGeom>
              <a:avLst/>
              <a:gdLst/>
              <a:ahLst/>
              <a:cxnLst/>
              <a:rect l="l" t="t" r="r" b="b"/>
              <a:pathLst>
                <a:path w="730" h="729" extrusionOk="0">
                  <a:moveTo>
                    <a:pt x="511" y="84"/>
                  </a:moveTo>
                  <a:cubicBezTo>
                    <a:pt x="587" y="84"/>
                    <a:pt x="645" y="143"/>
                    <a:pt x="645" y="218"/>
                  </a:cubicBezTo>
                  <a:lnTo>
                    <a:pt x="645" y="511"/>
                  </a:lnTo>
                  <a:cubicBezTo>
                    <a:pt x="645" y="586"/>
                    <a:pt x="587" y="653"/>
                    <a:pt x="511" y="653"/>
                  </a:cubicBezTo>
                  <a:lnTo>
                    <a:pt x="219" y="653"/>
                  </a:lnTo>
                  <a:cubicBezTo>
                    <a:pt x="143" y="653"/>
                    <a:pt x="76" y="586"/>
                    <a:pt x="76" y="511"/>
                  </a:cubicBezTo>
                  <a:lnTo>
                    <a:pt x="76" y="218"/>
                  </a:lnTo>
                  <a:cubicBezTo>
                    <a:pt x="76" y="143"/>
                    <a:pt x="143" y="84"/>
                    <a:pt x="219" y="84"/>
                  </a:cubicBezTo>
                  <a:close/>
                  <a:moveTo>
                    <a:pt x="219" y="0"/>
                  </a:moveTo>
                  <a:cubicBezTo>
                    <a:pt x="101" y="0"/>
                    <a:pt x="1" y="101"/>
                    <a:pt x="1" y="218"/>
                  </a:cubicBezTo>
                  <a:lnTo>
                    <a:pt x="1" y="511"/>
                  </a:lnTo>
                  <a:cubicBezTo>
                    <a:pt x="1" y="628"/>
                    <a:pt x="101" y="729"/>
                    <a:pt x="219" y="729"/>
                  </a:cubicBezTo>
                  <a:lnTo>
                    <a:pt x="511" y="729"/>
                  </a:lnTo>
                  <a:cubicBezTo>
                    <a:pt x="629" y="729"/>
                    <a:pt x="729" y="628"/>
                    <a:pt x="729" y="511"/>
                  </a:cubicBezTo>
                  <a:lnTo>
                    <a:pt x="729" y="218"/>
                  </a:lnTo>
                  <a:cubicBezTo>
                    <a:pt x="729" y="101"/>
                    <a:pt x="629" y="0"/>
                    <a:pt x="51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45" name="Google Shape;2945;p71"/>
          <p:cNvGrpSpPr/>
          <p:nvPr/>
        </p:nvGrpSpPr>
        <p:grpSpPr>
          <a:xfrm>
            <a:off x="-141415" y="293773"/>
            <a:ext cx="2168611" cy="4310335"/>
            <a:chOff x="3336600" y="3468450"/>
            <a:chExt cx="336250" cy="668300"/>
          </a:xfrm>
        </p:grpSpPr>
        <p:sp>
          <p:nvSpPr>
            <p:cNvPr id="2946" name="Google Shape;2946;p71"/>
            <p:cNvSpPr/>
            <p:nvPr/>
          </p:nvSpPr>
          <p:spPr>
            <a:xfrm>
              <a:off x="3336600" y="3468450"/>
              <a:ext cx="336250" cy="668300"/>
            </a:xfrm>
            <a:custGeom>
              <a:avLst/>
              <a:gdLst/>
              <a:ahLst/>
              <a:cxnLst/>
              <a:rect l="l" t="t" r="r" b="b"/>
              <a:pathLst>
                <a:path w="13450" h="26732" extrusionOk="0">
                  <a:moveTo>
                    <a:pt x="12354" y="461"/>
                  </a:moveTo>
                  <a:cubicBezTo>
                    <a:pt x="12730" y="461"/>
                    <a:pt x="13031" y="762"/>
                    <a:pt x="13031" y="1139"/>
                  </a:cubicBezTo>
                  <a:lnTo>
                    <a:pt x="13031" y="24221"/>
                  </a:lnTo>
                  <a:cubicBezTo>
                    <a:pt x="13031" y="24598"/>
                    <a:pt x="12730" y="24899"/>
                    <a:pt x="12354" y="24899"/>
                  </a:cubicBezTo>
                  <a:lnTo>
                    <a:pt x="1097" y="24899"/>
                  </a:lnTo>
                  <a:cubicBezTo>
                    <a:pt x="720" y="24899"/>
                    <a:pt x="419" y="24598"/>
                    <a:pt x="419" y="24221"/>
                  </a:cubicBezTo>
                  <a:lnTo>
                    <a:pt x="419" y="1139"/>
                  </a:lnTo>
                  <a:cubicBezTo>
                    <a:pt x="419" y="762"/>
                    <a:pt x="720" y="461"/>
                    <a:pt x="1097" y="461"/>
                  </a:cubicBezTo>
                  <a:close/>
                  <a:moveTo>
                    <a:pt x="1022" y="0"/>
                  </a:moveTo>
                  <a:cubicBezTo>
                    <a:pt x="461" y="0"/>
                    <a:pt x="1" y="452"/>
                    <a:pt x="1" y="1021"/>
                  </a:cubicBezTo>
                  <a:lnTo>
                    <a:pt x="1" y="25711"/>
                  </a:lnTo>
                  <a:cubicBezTo>
                    <a:pt x="1" y="26280"/>
                    <a:pt x="461" y="26732"/>
                    <a:pt x="1022" y="26732"/>
                  </a:cubicBezTo>
                  <a:lnTo>
                    <a:pt x="12429" y="26732"/>
                  </a:lnTo>
                  <a:cubicBezTo>
                    <a:pt x="12998" y="26732"/>
                    <a:pt x="13450" y="26271"/>
                    <a:pt x="13450" y="25711"/>
                  </a:cubicBezTo>
                  <a:lnTo>
                    <a:pt x="13450" y="1021"/>
                  </a:lnTo>
                  <a:cubicBezTo>
                    <a:pt x="13450" y="452"/>
                    <a:pt x="12998" y="0"/>
                    <a:pt x="12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7" name="Google Shape;2947;p71"/>
            <p:cNvSpPr/>
            <p:nvPr/>
          </p:nvSpPr>
          <p:spPr>
            <a:xfrm>
              <a:off x="3490375" y="4105350"/>
              <a:ext cx="18250" cy="18225"/>
            </a:xfrm>
            <a:custGeom>
              <a:avLst/>
              <a:gdLst/>
              <a:ahLst/>
              <a:cxnLst/>
              <a:rect l="l" t="t" r="r" b="b"/>
              <a:pathLst>
                <a:path w="730" h="729" extrusionOk="0">
                  <a:moveTo>
                    <a:pt x="511" y="84"/>
                  </a:moveTo>
                  <a:cubicBezTo>
                    <a:pt x="587" y="84"/>
                    <a:pt x="645" y="143"/>
                    <a:pt x="645" y="218"/>
                  </a:cubicBezTo>
                  <a:lnTo>
                    <a:pt x="645" y="511"/>
                  </a:lnTo>
                  <a:cubicBezTo>
                    <a:pt x="645" y="586"/>
                    <a:pt x="587" y="653"/>
                    <a:pt x="511" y="653"/>
                  </a:cubicBezTo>
                  <a:lnTo>
                    <a:pt x="219" y="653"/>
                  </a:lnTo>
                  <a:cubicBezTo>
                    <a:pt x="143" y="653"/>
                    <a:pt x="76" y="586"/>
                    <a:pt x="76" y="511"/>
                  </a:cubicBezTo>
                  <a:lnTo>
                    <a:pt x="76" y="218"/>
                  </a:lnTo>
                  <a:cubicBezTo>
                    <a:pt x="76" y="143"/>
                    <a:pt x="143" y="84"/>
                    <a:pt x="219" y="84"/>
                  </a:cubicBezTo>
                  <a:close/>
                  <a:moveTo>
                    <a:pt x="219" y="0"/>
                  </a:moveTo>
                  <a:cubicBezTo>
                    <a:pt x="101" y="0"/>
                    <a:pt x="1" y="101"/>
                    <a:pt x="1" y="218"/>
                  </a:cubicBezTo>
                  <a:lnTo>
                    <a:pt x="1" y="511"/>
                  </a:lnTo>
                  <a:cubicBezTo>
                    <a:pt x="1" y="628"/>
                    <a:pt x="101" y="729"/>
                    <a:pt x="219" y="729"/>
                  </a:cubicBezTo>
                  <a:lnTo>
                    <a:pt x="511" y="729"/>
                  </a:lnTo>
                  <a:cubicBezTo>
                    <a:pt x="629" y="729"/>
                    <a:pt x="729" y="628"/>
                    <a:pt x="729" y="511"/>
                  </a:cubicBezTo>
                  <a:lnTo>
                    <a:pt x="729" y="218"/>
                  </a:lnTo>
                  <a:cubicBezTo>
                    <a:pt x="729" y="101"/>
                    <a:pt x="629" y="0"/>
                    <a:pt x="51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48" name="Google Shape;2948;p71"/>
          <p:cNvGrpSpPr/>
          <p:nvPr/>
        </p:nvGrpSpPr>
        <p:grpSpPr>
          <a:xfrm>
            <a:off x="3560121" y="4339174"/>
            <a:ext cx="1286679" cy="1169679"/>
            <a:chOff x="6494019" y="-137261"/>
            <a:chExt cx="2116596" cy="1924130"/>
          </a:xfrm>
        </p:grpSpPr>
        <p:sp>
          <p:nvSpPr>
            <p:cNvPr id="2949" name="Google Shape;2949;p71"/>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0" name="Google Shape;2950;p71"/>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51" name="Google Shape;2951;p71"/>
          <p:cNvGrpSpPr/>
          <p:nvPr/>
        </p:nvGrpSpPr>
        <p:grpSpPr>
          <a:xfrm flipH="1">
            <a:off x="6439382" y="4030027"/>
            <a:ext cx="1184107" cy="1169710"/>
            <a:chOff x="5624415" y="3404280"/>
            <a:chExt cx="656087" cy="648111"/>
          </a:xfrm>
        </p:grpSpPr>
        <p:grpSp>
          <p:nvGrpSpPr>
            <p:cNvPr id="2952" name="Google Shape;2952;p71"/>
            <p:cNvGrpSpPr/>
            <p:nvPr/>
          </p:nvGrpSpPr>
          <p:grpSpPr>
            <a:xfrm flipH="1">
              <a:off x="5624415" y="3404280"/>
              <a:ext cx="656087" cy="648111"/>
              <a:chOff x="-2708900" y="3174350"/>
              <a:chExt cx="350100" cy="345825"/>
            </a:xfrm>
          </p:grpSpPr>
          <p:sp>
            <p:nvSpPr>
              <p:cNvPr id="2953" name="Google Shape;2953;p71"/>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4" name="Google Shape;2954;p71"/>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5" name="Google Shape;2955;p71"/>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6" name="Google Shape;2956;p71"/>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7" name="Google Shape;2957;p71"/>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8" name="Google Shape;2958;p71"/>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959" name="Google Shape;2959;p71"/>
            <p:cNvCxnSpPr/>
            <p:nvPr/>
          </p:nvCxnSpPr>
          <p:spPr>
            <a:xfrm>
              <a:off x="5679725" y="4047784"/>
              <a:ext cx="507900" cy="0"/>
            </a:xfrm>
            <a:prstGeom prst="straightConnector1">
              <a:avLst/>
            </a:prstGeom>
            <a:noFill/>
            <a:ln w="9525" cap="flat" cmpd="sng">
              <a:solidFill>
                <a:schemeClr val="dk1"/>
              </a:solidFill>
              <a:prstDash val="solid"/>
              <a:round/>
              <a:headEnd type="none" w="med" len="med"/>
              <a:tailEnd type="none" w="med" len="med"/>
            </a:ln>
          </p:spPr>
        </p:cxnSp>
      </p:grpSp>
      <p:sp>
        <p:nvSpPr>
          <p:cNvPr id="2960" name="Google Shape;2960;p71"/>
          <p:cNvSpPr/>
          <p:nvPr/>
        </p:nvSpPr>
        <p:spPr>
          <a:xfrm rot="2699956">
            <a:off x="3988781" y="775434"/>
            <a:ext cx="661744" cy="674253"/>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1" name="Google Shape;2961;p71"/>
          <p:cNvSpPr/>
          <p:nvPr/>
        </p:nvSpPr>
        <p:spPr>
          <a:xfrm rot="-165530">
            <a:off x="4792237" y="1963757"/>
            <a:ext cx="187228" cy="201072"/>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2" name="Google Shape;2962;p71"/>
          <p:cNvSpPr/>
          <p:nvPr/>
        </p:nvSpPr>
        <p:spPr>
          <a:xfrm rot="893055">
            <a:off x="6309190" y="3621808"/>
            <a:ext cx="187233" cy="20107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2966"/>
        <p:cNvGrpSpPr/>
        <p:nvPr/>
      </p:nvGrpSpPr>
      <p:grpSpPr>
        <a:xfrm>
          <a:off x="0" y="0"/>
          <a:ext cx="0" cy="0"/>
          <a:chOff x="0" y="0"/>
          <a:chExt cx="0" cy="0"/>
        </a:xfrm>
      </p:grpSpPr>
      <p:sp>
        <p:nvSpPr>
          <p:cNvPr id="2967" name="Google Shape;2967;p72"/>
          <p:cNvSpPr/>
          <p:nvPr/>
        </p:nvSpPr>
        <p:spPr>
          <a:xfrm flipH="1">
            <a:off x="2329854" y="3655800"/>
            <a:ext cx="2239916" cy="1505543"/>
          </a:xfrm>
          <a:custGeom>
            <a:avLst/>
            <a:gdLst/>
            <a:ahLst/>
            <a:cxnLst/>
            <a:rect l="l" t="t" r="r" b="b"/>
            <a:pathLst>
              <a:path w="67938" h="49435" extrusionOk="0">
                <a:moveTo>
                  <a:pt x="19861" y="0"/>
                </a:moveTo>
                <a:cubicBezTo>
                  <a:pt x="10467" y="0"/>
                  <a:pt x="2847" y="7608"/>
                  <a:pt x="2847" y="17014"/>
                </a:cubicBezTo>
                <a:cubicBezTo>
                  <a:pt x="2847" y="20848"/>
                  <a:pt x="4109" y="24384"/>
                  <a:pt x="6252" y="27230"/>
                </a:cubicBezTo>
                <a:cubicBezTo>
                  <a:pt x="2394" y="31135"/>
                  <a:pt x="1" y="36505"/>
                  <a:pt x="1" y="42434"/>
                </a:cubicBezTo>
                <a:cubicBezTo>
                  <a:pt x="1" y="44887"/>
                  <a:pt x="418" y="47244"/>
                  <a:pt x="1168" y="49435"/>
                </a:cubicBezTo>
                <a:lnTo>
                  <a:pt x="66628" y="49435"/>
                </a:lnTo>
                <a:cubicBezTo>
                  <a:pt x="67474" y="47399"/>
                  <a:pt x="67938" y="45160"/>
                  <a:pt x="67938" y="42815"/>
                </a:cubicBezTo>
                <a:cubicBezTo>
                  <a:pt x="67938" y="37826"/>
                  <a:pt x="65831" y="33326"/>
                  <a:pt x="62461" y="30171"/>
                </a:cubicBezTo>
                <a:cubicBezTo>
                  <a:pt x="63283" y="27873"/>
                  <a:pt x="63747" y="25396"/>
                  <a:pt x="63747" y="22801"/>
                </a:cubicBezTo>
                <a:cubicBezTo>
                  <a:pt x="63747" y="10835"/>
                  <a:pt x="54032" y="1119"/>
                  <a:pt x="42054" y="1119"/>
                </a:cubicBezTo>
                <a:cubicBezTo>
                  <a:pt x="38018" y="1119"/>
                  <a:pt x="34243" y="2227"/>
                  <a:pt x="31005" y="4155"/>
                </a:cubicBezTo>
                <a:cubicBezTo>
                  <a:pt x="28016" y="1560"/>
                  <a:pt x="24123" y="0"/>
                  <a:pt x="198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8" name="Google Shape;2968;p72"/>
          <p:cNvSpPr/>
          <p:nvPr/>
        </p:nvSpPr>
        <p:spPr>
          <a:xfrm rot="10800000">
            <a:off x="-386549" y="-35"/>
            <a:ext cx="3611075" cy="2427135"/>
          </a:xfrm>
          <a:custGeom>
            <a:avLst/>
            <a:gdLst/>
            <a:ahLst/>
            <a:cxnLst/>
            <a:rect l="l" t="t" r="r" b="b"/>
            <a:pathLst>
              <a:path w="67938" h="49435" extrusionOk="0">
                <a:moveTo>
                  <a:pt x="19861" y="0"/>
                </a:moveTo>
                <a:cubicBezTo>
                  <a:pt x="10467" y="0"/>
                  <a:pt x="2847" y="7608"/>
                  <a:pt x="2847" y="17014"/>
                </a:cubicBezTo>
                <a:cubicBezTo>
                  <a:pt x="2847" y="20848"/>
                  <a:pt x="4109" y="24384"/>
                  <a:pt x="6252" y="27230"/>
                </a:cubicBezTo>
                <a:cubicBezTo>
                  <a:pt x="2394" y="31135"/>
                  <a:pt x="1" y="36505"/>
                  <a:pt x="1" y="42434"/>
                </a:cubicBezTo>
                <a:cubicBezTo>
                  <a:pt x="1" y="44887"/>
                  <a:pt x="418" y="47244"/>
                  <a:pt x="1168" y="49435"/>
                </a:cubicBezTo>
                <a:lnTo>
                  <a:pt x="66628" y="49435"/>
                </a:lnTo>
                <a:cubicBezTo>
                  <a:pt x="67474" y="47399"/>
                  <a:pt x="67938" y="45160"/>
                  <a:pt x="67938" y="42815"/>
                </a:cubicBezTo>
                <a:cubicBezTo>
                  <a:pt x="67938" y="37826"/>
                  <a:pt x="65831" y="33326"/>
                  <a:pt x="62461" y="30171"/>
                </a:cubicBezTo>
                <a:cubicBezTo>
                  <a:pt x="63283" y="27873"/>
                  <a:pt x="63747" y="25396"/>
                  <a:pt x="63747" y="22801"/>
                </a:cubicBezTo>
                <a:cubicBezTo>
                  <a:pt x="63747" y="10835"/>
                  <a:pt x="54032" y="1119"/>
                  <a:pt x="42054" y="1119"/>
                </a:cubicBezTo>
                <a:cubicBezTo>
                  <a:pt x="38018" y="1119"/>
                  <a:pt x="34243" y="2227"/>
                  <a:pt x="31005" y="4155"/>
                </a:cubicBezTo>
                <a:cubicBezTo>
                  <a:pt x="28016" y="1560"/>
                  <a:pt x="24123" y="0"/>
                  <a:pt x="198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9" name="Google Shape;2969;p72"/>
          <p:cNvSpPr/>
          <p:nvPr/>
        </p:nvSpPr>
        <p:spPr>
          <a:xfrm>
            <a:off x="525826" y="617213"/>
            <a:ext cx="3742783" cy="3656164"/>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0" name="Google Shape;2970;p72"/>
          <p:cNvSpPr txBox="1">
            <a:spLocks noGrp="1"/>
          </p:cNvSpPr>
          <p:nvPr>
            <p:ph type="title"/>
          </p:nvPr>
        </p:nvSpPr>
        <p:spPr>
          <a:xfrm>
            <a:off x="4757775" y="527700"/>
            <a:ext cx="3449700" cy="954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Thank you!</a:t>
            </a:r>
            <a:endParaRPr/>
          </a:p>
        </p:txBody>
      </p:sp>
      <p:sp>
        <p:nvSpPr>
          <p:cNvPr id="2971" name="Google Shape;2971;p72"/>
          <p:cNvSpPr txBox="1">
            <a:spLocks noGrp="1"/>
          </p:cNvSpPr>
          <p:nvPr>
            <p:ph type="title" idx="2"/>
          </p:nvPr>
        </p:nvSpPr>
        <p:spPr>
          <a:xfrm>
            <a:off x="4758829" y="1376625"/>
            <a:ext cx="3448200" cy="166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Do you have any questions?</a:t>
            </a:r>
            <a:endParaRPr/>
          </a:p>
          <a:p>
            <a:pPr marL="0" lvl="0" indent="0" algn="l" rtl="0">
              <a:spcBef>
                <a:spcPts val="0"/>
              </a:spcBef>
              <a:spcAft>
                <a:spcPts val="0"/>
              </a:spcAft>
              <a:buNone/>
            </a:pPr>
            <a:endParaRPr/>
          </a:p>
          <a:p>
            <a:pPr marL="0" lvl="0" indent="0" algn="l" rtl="0">
              <a:spcBef>
                <a:spcPts val="0"/>
              </a:spcBef>
              <a:spcAft>
                <a:spcPts val="0"/>
              </a:spcAft>
              <a:buNone/>
            </a:pPr>
            <a:r>
              <a:rPr lang="en" sz="1400">
                <a:latin typeface="Quicksand SemiBold"/>
                <a:ea typeface="Quicksand SemiBold"/>
                <a:cs typeface="Quicksand SemiBold"/>
                <a:sym typeface="Quicksand SemiBold"/>
              </a:rPr>
              <a:t>youremail@freepik.com </a:t>
            </a:r>
            <a:endParaRPr sz="1400">
              <a:latin typeface="Quicksand SemiBold"/>
              <a:ea typeface="Quicksand SemiBold"/>
              <a:cs typeface="Quicksand SemiBold"/>
              <a:sym typeface="Quicksand SemiBold"/>
            </a:endParaRPr>
          </a:p>
          <a:p>
            <a:pPr marL="0" lvl="0" indent="0" algn="l" rtl="0">
              <a:spcBef>
                <a:spcPts val="0"/>
              </a:spcBef>
              <a:spcAft>
                <a:spcPts val="0"/>
              </a:spcAft>
              <a:buNone/>
            </a:pPr>
            <a:r>
              <a:rPr lang="en" sz="1400">
                <a:latin typeface="Quicksand SemiBold"/>
                <a:ea typeface="Quicksand SemiBold"/>
                <a:cs typeface="Quicksand SemiBold"/>
                <a:sym typeface="Quicksand SemiBold"/>
              </a:rPr>
              <a:t>+91 620 421 838 </a:t>
            </a:r>
            <a:endParaRPr sz="1400">
              <a:latin typeface="Quicksand SemiBold"/>
              <a:ea typeface="Quicksand SemiBold"/>
              <a:cs typeface="Quicksand SemiBold"/>
              <a:sym typeface="Quicksand SemiBold"/>
            </a:endParaRPr>
          </a:p>
          <a:p>
            <a:pPr marL="0" lvl="0" indent="0" algn="l" rtl="0">
              <a:spcBef>
                <a:spcPts val="0"/>
              </a:spcBef>
              <a:spcAft>
                <a:spcPts val="0"/>
              </a:spcAft>
              <a:buNone/>
            </a:pPr>
            <a:r>
              <a:rPr lang="en" sz="1400">
                <a:latin typeface="Quicksand SemiBold"/>
                <a:ea typeface="Quicksand SemiBold"/>
                <a:cs typeface="Quicksand SemiBold"/>
                <a:sym typeface="Quicksand SemiBold"/>
              </a:rPr>
              <a:t>yourwebsite.com</a:t>
            </a:r>
            <a:endParaRPr sz="1400">
              <a:latin typeface="Quicksand SemiBold"/>
              <a:ea typeface="Quicksand SemiBold"/>
              <a:cs typeface="Quicksand SemiBold"/>
              <a:sym typeface="Quicksand SemiBold"/>
            </a:endParaRPr>
          </a:p>
        </p:txBody>
      </p:sp>
      <p:sp>
        <p:nvSpPr>
          <p:cNvPr id="2972" name="Google Shape;2972;p72"/>
          <p:cNvSpPr txBox="1"/>
          <p:nvPr/>
        </p:nvSpPr>
        <p:spPr>
          <a:xfrm>
            <a:off x="4758925" y="4291750"/>
            <a:ext cx="3463800" cy="36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Quicksand SemiBold"/>
                <a:ea typeface="Quicksand SemiBold"/>
                <a:cs typeface="Quicksand SemiBold"/>
                <a:sym typeface="Quicksand SemiBold"/>
              </a:rPr>
              <a:t>Please keep this slide for attribution</a:t>
            </a:r>
            <a:endParaRPr sz="1200">
              <a:solidFill>
                <a:schemeClr val="dk1"/>
              </a:solidFill>
              <a:latin typeface="Quicksand SemiBold"/>
              <a:ea typeface="Quicksand SemiBold"/>
              <a:cs typeface="Quicksand SemiBold"/>
              <a:sym typeface="Quicksand SemiBold"/>
            </a:endParaRPr>
          </a:p>
        </p:txBody>
      </p:sp>
      <p:grpSp>
        <p:nvGrpSpPr>
          <p:cNvPr id="2973" name="Google Shape;2973;p72"/>
          <p:cNvGrpSpPr/>
          <p:nvPr/>
        </p:nvGrpSpPr>
        <p:grpSpPr>
          <a:xfrm>
            <a:off x="5445851" y="3095521"/>
            <a:ext cx="428523" cy="428118"/>
            <a:chOff x="3763184" y="3817357"/>
            <a:chExt cx="356865" cy="356498"/>
          </a:xfrm>
        </p:grpSpPr>
        <p:sp>
          <p:nvSpPr>
            <p:cNvPr id="2974" name="Google Shape;2974;p72"/>
            <p:cNvSpPr/>
            <p:nvPr/>
          </p:nvSpPr>
          <p:spPr>
            <a:xfrm>
              <a:off x="3763184" y="3817357"/>
              <a:ext cx="356865" cy="356498"/>
            </a:xfrm>
            <a:custGeom>
              <a:avLst/>
              <a:gdLst/>
              <a:ahLst/>
              <a:cxnLst/>
              <a:rect l="l" t="t" r="r" b="b"/>
              <a:pathLst>
                <a:path w="13613" h="13599" extrusionOk="0">
                  <a:moveTo>
                    <a:pt x="6814" y="0"/>
                  </a:moveTo>
                  <a:cubicBezTo>
                    <a:pt x="3046" y="0"/>
                    <a:pt x="0" y="3046"/>
                    <a:pt x="0" y="6799"/>
                  </a:cubicBezTo>
                  <a:cubicBezTo>
                    <a:pt x="0" y="10552"/>
                    <a:pt x="3046" y="13598"/>
                    <a:pt x="6814" y="13598"/>
                  </a:cubicBezTo>
                  <a:cubicBezTo>
                    <a:pt x="10567" y="13598"/>
                    <a:pt x="13613" y="10552"/>
                    <a:pt x="13613" y="6799"/>
                  </a:cubicBezTo>
                  <a:cubicBezTo>
                    <a:pt x="13613" y="3046"/>
                    <a:pt x="10567" y="0"/>
                    <a:pt x="681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5" name="Google Shape;2975;p72"/>
            <p:cNvSpPr/>
            <p:nvPr/>
          </p:nvSpPr>
          <p:spPr>
            <a:xfrm>
              <a:off x="3848330" y="3964188"/>
              <a:ext cx="39375" cy="116945"/>
            </a:xfrm>
            <a:custGeom>
              <a:avLst/>
              <a:gdLst/>
              <a:ahLst/>
              <a:cxnLst/>
              <a:rect l="l" t="t" r="r" b="b"/>
              <a:pathLst>
                <a:path w="1502" h="4461" extrusionOk="0">
                  <a:moveTo>
                    <a:pt x="58" y="0"/>
                  </a:moveTo>
                  <a:cubicBezTo>
                    <a:pt x="29" y="0"/>
                    <a:pt x="0" y="29"/>
                    <a:pt x="0" y="58"/>
                  </a:cubicBezTo>
                  <a:lnTo>
                    <a:pt x="0" y="4403"/>
                  </a:lnTo>
                  <a:cubicBezTo>
                    <a:pt x="0" y="4432"/>
                    <a:pt x="29" y="4461"/>
                    <a:pt x="58" y="4461"/>
                  </a:cubicBezTo>
                  <a:lnTo>
                    <a:pt x="1444" y="4461"/>
                  </a:lnTo>
                  <a:cubicBezTo>
                    <a:pt x="1473" y="4461"/>
                    <a:pt x="1502" y="4446"/>
                    <a:pt x="1502" y="4403"/>
                  </a:cubicBezTo>
                  <a:lnTo>
                    <a:pt x="1502" y="58"/>
                  </a:lnTo>
                  <a:cubicBezTo>
                    <a:pt x="1502" y="29"/>
                    <a:pt x="1473" y="0"/>
                    <a:pt x="14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6" name="Google Shape;2976;p72"/>
            <p:cNvSpPr/>
            <p:nvPr/>
          </p:nvSpPr>
          <p:spPr>
            <a:xfrm>
              <a:off x="3832418" y="3894403"/>
              <a:ext cx="55287" cy="47475"/>
            </a:xfrm>
            <a:custGeom>
              <a:avLst/>
              <a:gdLst/>
              <a:ahLst/>
              <a:cxnLst/>
              <a:rect l="l" t="t" r="r" b="b"/>
              <a:pathLst>
                <a:path w="2109" h="1811" extrusionOk="0">
                  <a:moveTo>
                    <a:pt x="1208" y="0"/>
                  </a:moveTo>
                  <a:cubicBezTo>
                    <a:pt x="987" y="0"/>
                    <a:pt x="761" y="83"/>
                    <a:pt x="578" y="266"/>
                  </a:cubicBezTo>
                  <a:cubicBezTo>
                    <a:pt x="1" y="829"/>
                    <a:pt x="405" y="1810"/>
                    <a:pt x="1214" y="1810"/>
                  </a:cubicBezTo>
                  <a:cubicBezTo>
                    <a:pt x="1704" y="1810"/>
                    <a:pt x="2109" y="1406"/>
                    <a:pt x="2109" y="901"/>
                  </a:cubicBezTo>
                  <a:cubicBezTo>
                    <a:pt x="2109" y="355"/>
                    <a:pt x="1668" y="0"/>
                    <a:pt x="120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7" name="Google Shape;2977;p72"/>
            <p:cNvSpPr/>
            <p:nvPr/>
          </p:nvSpPr>
          <p:spPr>
            <a:xfrm>
              <a:off x="3925901" y="3964161"/>
              <a:ext cx="124914" cy="117365"/>
            </a:xfrm>
            <a:custGeom>
              <a:avLst/>
              <a:gdLst/>
              <a:ahLst/>
              <a:cxnLst/>
              <a:rect l="l" t="t" r="r" b="b"/>
              <a:pathLst>
                <a:path w="4765" h="4477" extrusionOk="0">
                  <a:moveTo>
                    <a:pt x="2716" y="1"/>
                  </a:moveTo>
                  <a:cubicBezTo>
                    <a:pt x="2701" y="1"/>
                    <a:pt x="2686" y="1"/>
                    <a:pt x="2671" y="1"/>
                  </a:cubicBezTo>
                  <a:cubicBezTo>
                    <a:pt x="2180" y="1"/>
                    <a:pt x="1718" y="145"/>
                    <a:pt x="1314" y="434"/>
                  </a:cubicBezTo>
                  <a:cubicBezTo>
                    <a:pt x="1304" y="441"/>
                    <a:pt x="1294" y="444"/>
                    <a:pt x="1284" y="444"/>
                  </a:cubicBezTo>
                  <a:cubicBezTo>
                    <a:pt x="1248" y="444"/>
                    <a:pt x="1213" y="410"/>
                    <a:pt x="1213" y="376"/>
                  </a:cubicBezTo>
                  <a:lnTo>
                    <a:pt x="1213" y="59"/>
                  </a:lnTo>
                  <a:cubicBezTo>
                    <a:pt x="1213" y="30"/>
                    <a:pt x="1170" y="1"/>
                    <a:pt x="1141" y="1"/>
                  </a:cubicBezTo>
                  <a:lnTo>
                    <a:pt x="58" y="1"/>
                  </a:lnTo>
                  <a:cubicBezTo>
                    <a:pt x="29" y="1"/>
                    <a:pt x="1" y="30"/>
                    <a:pt x="1" y="59"/>
                  </a:cubicBezTo>
                  <a:lnTo>
                    <a:pt x="1" y="4389"/>
                  </a:lnTo>
                  <a:cubicBezTo>
                    <a:pt x="1" y="4433"/>
                    <a:pt x="29" y="4462"/>
                    <a:pt x="58" y="4462"/>
                  </a:cubicBezTo>
                  <a:lnTo>
                    <a:pt x="1430" y="4462"/>
                  </a:lnTo>
                  <a:cubicBezTo>
                    <a:pt x="1473" y="4462"/>
                    <a:pt x="1502" y="4433"/>
                    <a:pt x="1502" y="4389"/>
                  </a:cubicBezTo>
                  <a:lnTo>
                    <a:pt x="1502" y="2859"/>
                  </a:lnTo>
                  <a:cubicBezTo>
                    <a:pt x="1502" y="2354"/>
                    <a:pt x="1617" y="1502"/>
                    <a:pt x="2382" y="1502"/>
                  </a:cubicBezTo>
                  <a:cubicBezTo>
                    <a:pt x="3133" y="1502"/>
                    <a:pt x="3249" y="2354"/>
                    <a:pt x="3249" y="2859"/>
                  </a:cubicBezTo>
                  <a:lnTo>
                    <a:pt x="3249" y="4404"/>
                  </a:lnTo>
                  <a:cubicBezTo>
                    <a:pt x="3249" y="4433"/>
                    <a:pt x="3277" y="4462"/>
                    <a:pt x="3321" y="4462"/>
                  </a:cubicBezTo>
                  <a:lnTo>
                    <a:pt x="3321" y="4476"/>
                  </a:lnTo>
                  <a:lnTo>
                    <a:pt x="4692" y="4476"/>
                  </a:lnTo>
                  <a:cubicBezTo>
                    <a:pt x="4721" y="4476"/>
                    <a:pt x="4750" y="4433"/>
                    <a:pt x="4750" y="4404"/>
                  </a:cubicBezTo>
                  <a:lnTo>
                    <a:pt x="4750" y="2383"/>
                  </a:lnTo>
                  <a:cubicBezTo>
                    <a:pt x="4764" y="1806"/>
                    <a:pt x="4591" y="1243"/>
                    <a:pt x="4259" y="766"/>
                  </a:cubicBezTo>
                  <a:cubicBezTo>
                    <a:pt x="3893" y="287"/>
                    <a:pt x="3320" y="1"/>
                    <a:pt x="27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78" name="Google Shape;2978;p72"/>
          <p:cNvGrpSpPr/>
          <p:nvPr/>
        </p:nvGrpSpPr>
        <p:grpSpPr>
          <a:xfrm>
            <a:off x="6046757" y="3095521"/>
            <a:ext cx="428083" cy="428118"/>
            <a:chOff x="4211985" y="3817357"/>
            <a:chExt cx="356498" cy="356498"/>
          </a:xfrm>
        </p:grpSpPr>
        <p:sp>
          <p:nvSpPr>
            <p:cNvPr id="2979" name="Google Shape;2979;p72"/>
            <p:cNvSpPr/>
            <p:nvPr/>
          </p:nvSpPr>
          <p:spPr>
            <a:xfrm>
              <a:off x="4211985" y="3817357"/>
              <a:ext cx="356498" cy="356498"/>
            </a:xfrm>
            <a:custGeom>
              <a:avLst/>
              <a:gdLst/>
              <a:ahLst/>
              <a:cxnLst/>
              <a:rect l="l" t="t" r="r" b="b"/>
              <a:pathLst>
                <a:path w="13599" h="13599" extrusionOk="0">
                  <a:moveTo>
                    <a:pt x="6800" y="0"/>
                  </a:moveTo>
                  <a:cubicBezTo>
                    <a:pt x="3047" y="0"/>
                    <a:pt x="1" y="3046"/>
                    <a:pt x="1" y="6799"/>
                  </a:cubicBezTo>
                  <a:cubicBezTo>
                    <a:pt x="1" y="10552"/>
                    <a:pt x="3047" y="13598"/>
                    <a:pt x="6800" y="13598"/>
                  </a:cubicBezTo>
                  <a:cubicBezTo>
                    <a:pt x="10553" y="13598"/>
                    <a:pt x="13599" y="10552"/>
                    <a:pt x="13599" y="6799"/>
                  </a:cubicBezTo>
                  <a:cubicBezTo>
                    <a:pt x="13599" y="3046"/>
                    <a:pt x="10553" y="0"/>
                    <a:pt x="680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0" name="Google Shape;2980;p72"/>
            <p:cNvSpPr/>
            <p:nvPr/>
          </p:nvSpPr>
          <p:spPr>
            <a:xfrm>
              <a:off x="4288061" y="3909555"/>
              <a:ext cx="227756" cy="187463"/>
            </a:xfrm>
            <a:custGeom>
              <a:avLst/>
              <a:gdLst/>
              <a:ahLst/>
              <a:cxnLst/>
              <a:rect l="l" t="t" r="r" b="b"/>
              <a:pathLst>
                <a:path w="8688" h="7151" extrusionOk="0">
                  <a:moveTo>
                    <a:pt x="5678" y="0"/>
                  </a:moveTo>
                  <a:cubicBezTo>
                    <a:pt x="4639" y="0"/>
                    <a:pt x="3643" y="810"/>
                    <a:pt x="3652" y="2026"/>
                  </a:cubicBezTo>
                  <a:lnTo>
                    <a:pt x="3652" y="2070"/>
                  </a:lnTo>
                  <a:lnTo>
                    <a:pt x="3551" y="2070"/>
                  </a:lnTo>
                  <a:cubicBezTo>
                    <a:pt x="3219" y="2012"/>
                    <a:pt x="2887" y="1940"/>
                    <a:pt x="2570" y="1839"/>
                  </a:cubicBezTo>
                  <a:cubicBezTo>
                    <a:pt x="1819" y="1579"/>
                    <a:pt x="1155" y="1160"/>
                    <a:pt x="592" y="612"/>
                  </a:cubicBezTo>
                  <a:lnTo>
                    <a:pt x="390" y="410"/>
                  </a:lnTo>
                  <a:cubicBezTo>
                    <a:pt x="375" y="395"/>
                    <a:pt x="358" y="388"/>
                    <a:pt x="342" y="388"/>
                  </a:cubicBezTo>
                  <a:cubicBezTo>
                    <a:pt x="312" y="388"/>
                    <a:pt x="284" y="410"/>
                    <a:pt x="275" y="438"/>
                  </a:cubicBezTo>
                  <a:lnTo>
                    <a:pt x="202" y="727"/>
                  </a:lnTo>
                  <a:cubicBezTo>
                    <a:pt x="0" y="1492"/>
                    <a:pt x="318" y="2301"/>
                    <a:pt x="982" y="2734"/>
                  </a:cubicBezTo>
                  <a:cubicBezTo>
                    <a:pt x="852" y="2734"/>
                    <a:pt x="708" y="2719"/>
                    <a:pt x="578" y="2690"/>
                  </a:cubicBezTo>
                  <a:lnTo>
                    <a:pt x="332" y="2633"/>
                  </a:lnTo>
                  <a:cubicBezTo>
                    <a:pt x="327" y="2631"/>
                    <a:pt x="321" y="2630"/>
                    <a:pt x="315" y="2630"/>
                  </a:cubicBezTo>
                  <a:cubicBezTo>
                    <a:pt x="278" y="2630"/>
                    <a:pt x="246" y="2667"/>
                    <a:pt x="246" y="2705"/>
                  </a:cubicBezTo>
                  <a:lnTo>
                    <a:pt x="289" y="2950"/>
                  </a:lnTo>
                  <a:cubicBezTo>
                    <a:pt x="390" y="3513"/>
                    <a:pt x="751" y="3990"/>
                    <a:pt x="1256" y="4221"/>
                  </a:cubicBezTo>
                  <a:cubicBezTo>
                    <a:pt x="1314" y="4249"/>
                    <a:pt x="1299" y="4336"/>
                    <a:pt x="1242" y="4350"/>
                  </a:cubicBezTo>
                  <a:lnTo>
                    <a:pt x="967" y="4350"/>
                  </a:lnTo>
                  <a:cubicBezTo>
                    <a:pt x="910" y="4365"/>
                    <a:pt x="881" y="4408"/>
                    <a:pt x="910" y="4452"/>
                  </a:cubicBezTo>
                  <a:lnTo>
                    <a:pt x="1040" y="4697"/>
                  </a:lnTo>
                  <a:cubicBezTo>
                    <a:pt x="1314" y="5173"/>
                    <a:pt x="1790" y="5491"/>
                    <a:pt x="2324" y="5563"/>
                  </a:cubicBezTo>
                  <a:cubicBezTo>
                    <a:pt x="2382" y="5577"/>
                    <a:pt x="2397" y="5650"/>
                    <a:pt x="2353" y="5693"/>
                  </a:cubicBezTo>
                  <a:cubicBezTo>
                    <a:pt x="1891" y="6025"/>
                    <a:pt x="1357" y="6256"/>
                    <a:pt x="794" y="6357"/>
                  </a:cubicBezTo>
                  <a:lnTo>
                    <a:pt x="188" y="6458"/>
                  </a:lnTo>
                  <a:cubicBezTo>
                    <a:pt x="116" y="6472"/>
                    <a:pt x="116" y="6559"/>
                    <a:pt x="174" y="6588"/>
                  </a:cubicBezTo>
                  <a:lnTo>
                    <a:pt x="751" y="6804"/>
                  </a:lnTo>
                  <a:cubicBezTo>
                    <a:pt x="1328" y="7035"/>
                    <a:pt x="1949" y="7151"/>
                    <a:pt x="2570" y="7151"/>
                  </a:cubicBezTo>
                  <a:cubicBezTo>
                    <a:pt x="5385" y="7136"/>
                    <a:pt x="7680" y="4870"/>
                    <a:pt x="7694" y="2055"/>
                  </a:cubicBezTo>
                  <a:lnTo>
                    <a:pt x="7694" y="2026"/>
                  </a:lnTo>
                  <a:lnTo>
                    <a:pt x="7694" y="1983"/>
                  </a:lnTo>
                  <a:lnTo>
                    <a:pt x="7694" y="1969"/>
                  </a:lnTo>
                  <a:cubicBezTo>
                    <a:pt x="7896" y="1839"/>
                    <a:pt x="8070" y="1680"/>
                    <a:pt x="8243" y="1507"/>
                  </a:cubicBezTo>
                  <a:lnTo>
                    <a:pt x="8647" y="1088"/>
                  </a:lnTo>
                  <a:cubicBezTo>
                    <a:pt x="8687" y="1048"/>
                    <a:pt x="8653" y="971"/>
                    <a:pt x="8591" y="971"/>
                  </a:cubicBezTo>
                  <a:cubicBezTo>
                    <a:pt x="8586" y="971"/>
                    <a:pt x="8580" y="971"/>
                    <a:pt x="8575" y="973"/>
                  </a:cubicBezTo>
                  <a:lnTo>
                    <a:pt x="8012" y="1117"/>
                  </a:lnTo>
                  <a:lnTo>
                    <a:pt x="7824" y="1146"/>
                  </a:lnTo>
                  <a:cubicBezTo>
                    <a:pt x="7820" y="1147"/>
                    <a:pt x="7816" y="1147"/>
                    <a:pt x="7812" y="1147"/>
                  </a:cubicBezTo>
                  <a:cubicBezTo>
                    <a:pt x="7761" y="1147"/>
                    <a:pt x="7728" y="1070"/>
                    <a:pt x="7781" y="1030"/>
                  </a:cubicBezTo>
                  <a:cubicBezTo>
                    <a:pt x="7839" y="973"/>
                    <a:pt x="7896" y="915"/>
                    <a:pt x="7954" y="857"/>
                  </a:cubicBezTo>
                  <a:lnTo>
                    <a:pt x="8402" y="366"/>
                  </a:lnTo>
                  <a:cubicBezTo>
                    <a:pt x="8439" y="329"/>
                    <a:pt x="8401" y="259"/>
                    <a:pt x="8353" y="259"/>
                  </a:cubicBezTo>
                  <a:cubicBezTo>
                    <a:pt x="8346" y="259"/>
                    <a:pt x="8338" y="261"/>
                    <a:pt x="8330" y="265"/>
                  </a:cubicBezTo>
                  <a:lnTo>
                    <a:pt x="7709" y="467"/>
                  </a:lnTo>
                  <a:cubicBezTo>
                    <a:pt x="7521" y="525"/>
                    <a:pt x="7334" y="583"/>
                    <a:pt x="7131" y="612"/>
                  </a:cubicBezTo>
                  <a:cubicBezTo>
                    <a:pt x="7117" y="612"/>
                    <a:pt x="7088" y="597"/>
                    <a:pt x="7074" y="583"/>
                  </a:cubicBezTo>
                  <a:cubicBezTo>
                    <a:pt x="6667" y="180"/>
                    <a:pt x="6168" y="0"/>
                    <a:pt x="567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81" name="Google Shape;2981;p72"/>
          <p:cNvGrpSpPr/>
          <p:nvPr/>
        </p:nvGrpSpPr>
        <p:grpSpPr>
          <a:xfrm>
            <a:off x="4844962" y="3095521"/>
            <a:ext cx="428523" cy="428559"/>
            <a:chOff x="2866317" y="3817357"/>
            <a:chExt cx="356865" cy="356865"/>
          </a:xfrm>
        </p:grpSpPr>
        <p:sp>
          <p:nvSpPr>
            <p:cNvPr id="2982" name="Google Shape;2982;p72"/>
            <p:cNvSpPr/>
            <p:nvPr/>
          </p:nvSpPr>
          <p:spPr>
            <a:xfrm>
              <a:off x="2866317" y="3817357"/>
              <a:ext cx="356865" cy="356498"/>
            </a:xfrm>
            <a:custGeom>
              <a:avLst/>
              <a:gdLst/>
              <a:ahLst/>
              <a:cxnLst/>
              <a:rect l="l" t="t" r="r" b="b"/>
              <a:pathLst>
                <a:path w="13613" h="13599" extrusionOk="0">
                  <a:moveTo>
                    <a:pt x="6799" y="0"/>
                  </a:moveTo>
                  <a:cubicBezTo>
                    <a:pt x="3046" y="0"/>
                    <a:pt x="0" y="3046"/>
                    <a:pt x="0" y="6799"/>
                  </a:cubicBezTo>
                  <a:cubicBezTo>
                    <a:pt x="0" y="10552"/>
                    <a:pt x="3046" y="13598"/>
                    <a:pt x="6799" y="13598"/>
                  </a:cubicBezTo>
                  <a:cubicBezTo>
                    <a:pt x="10567" y="13598"/>
                    <a:pt x="13613" y="10552"/>
                    <a:pt x="13613" y="6799"/>
                  </a:cubicBezTo>
                  <a:cubicBezTo>
                    <a:pt x="13613" y="3046"/>
                    <a:pt x="10567" y="0"/>
                    <a:pt x="679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3" name="Google Shape;2983;p72"/>
            <p:cNvSpPr/>
            <p:nvPr/>
          </p:nvSpPr>
          <p:spPr>
            <a:xfrm>
              <a:off x="2928367" y="3894561"/>
              <a:ext cx="194175" cy="279662"/>
            </a:xfrm>
            <a:custGeom>
              <a:avLst/>
              <a:gdLst/>
              <a:ahLst/>
              <a:cxnLst/>
              <a:rect l="l" t="t" r="r" b="b"/>
              <a:pathLst>
                <a:path w="7407" h="10668" extrusionOk="0">
                  <a:moveTo>
                    <a:pt x="6208" y="0"/>
                  </a:moveTo>
                  <a:cubicBezTo>
                    <a:pt x="4086" y="14"/>
                    <a:pt x="2079" y="1732"/>
                    <a:pt x="2079" y="3854"/>
                  </a:cubicBezTo>
                  <a:lnTo>
                    <a:pt x="2079" y="4114"/>
                  </a:lnTo>
                  <a:cubicBezTo>
                    <a:pt x="2079" y="4129"/>
                    <a:pt x="2051" y="4157"/>
                    <a:pt x="2036" y="4157"/>
                  </a:cubicBezTo>
                  <a:lnTo>
                    <a:pt x="174" y="4157"/>
                  </a:lnTo>
                  <a:cubicBezTo>
                    <a:pt x="73" y="4157"/>
                    <a:pt x="1" y="4230"/>
                    <a:pt x="1" y="4331"/>
                  </a:cubicBezTo>
                  <a:lnTo>
                    <a:pt x="1" y="6048"/>
                  </a:lnTo>
                  <a:cubicBezTo>
                    <a:pt x="1" y="6149"/>
                    <a:pt x="73" y="6236"/>
                    <a:pt x="174" y="6236"/>
                  </a:cubicBezTo>
                  <a:lnTo>
                    <a:pt x="2036" y="6236"/>
                  </a:lnTo>
                  <a:cubicBezTo>
                    <a:pt x="2051" y="6236"/>
                    <a:pt x="2079" y="6251"/>
                    <a:pt x="2079" y="6279"/>
                  </a:cubicBezTo>
                  <a:lnTo>
                    <a:pt x="2079" y="10220"/>
                  </a:lnTo>
                  <a:cubicBezTo>
                    <a:pt x="2079" y="10235"/>
                    <a:pt x="2079" y="10249"/>
                    <a:pt x="2108" y="10264"/>
                  </a:cubicBezTo>
                  <a:cubicBezTo>
                    <a:pt x="2743" y="10495"/>
                    <a:pt x="3422" y="10624"/>
                    <a:pt x="4100" y="10668"/>
                  </a:cubicBezTo>
                  <a:cubicBezTo>
                    <a:pt x="4129" y="10668"/>
                    <a:pt x="4144" y="10639"/>
                    <a:pt x="4144" y="10624"/>
                  </a:cubicBezTo>
                  <a:lnTo>
                    <a:pt x="4144" y="6279"/>
                  </a:lnTo>
                  <a:cubicBezTo>
                    <a:pt x="4144" y="6251"/>
                    <a:pt x="4158" y="6236"/>
                    <a:pt x="4187" y="6236"/>
                  </a:cubicBezTo>
                  <a:lnTo>
                    <a:pt x="7218" y="6236"/>
                  </a:lnTo>
                  <a:cubicBezTo>
                    <a:pt x="7319" y="6236"/>
                    <a:pt x="7406" y="6149"/>
                    <a:pt x="7406" y="6048"/>
                  </a:cubicBezTo>
                  <a:lnTo>
                    <a:pt x="7406" y="4331"/>
                  </a:lnTo>
                  <a:cubicBezTo>
                    <a:pt x="7406" y="4230"/>
                    <a:pt x="7319" y="4143"/>
                    <a:pt x="7218" y="4143"/>
                  </a:cubicBezTo>
                  <a:lnTo>
                    <a:pt x="4187" y="4143"/>
                  </a:lnTo>
                  <a:cubicBezTo>
                    <a:pt x="4158" y="4143"/>
                    <a:pt x="4144" y="4129"/>
                    <a:pt x="4144" y="4100"/>
                  </a:cubicBezTo>
                  <a:lnTo>
                    <a:pt x="4144" y="3854"/>
                  </a:lnTo>
                  <a:cubicBezTo>
                    <a:pt x="4144" y="2714"/>
                    <a:pt x="5068" y="2079"/>
                    <a:pt x="6208" y="2079"/>
                  </a:cubicBezTo>
                  <a:lnTo>
                    <a:pt x="7218" y="2079"/>
                  </a:lnTo>
                  <a:cubicBezTo>
                    <a:pt x="7319" y="2079"/>
                    <a:pt x="7406" y="1992"/>
                    <a:pt x="7406" y="1891"/>
                  </a:cubicBezTo>
                  <a:lnTo>
                    <a:pt x="7406" y="173"/>
                  </a:lnTo>
                  <a:cubicBezTo>
                    <a:pt x="7406" y="72"/>
                    <a:pt x="7319" y="0"/>
                    <a:pt x="72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84" name="Google Shape;2984;p72"/>
          <p:cNvGrpSpPr/>
          <p:nvPr/>
        </p:nvGrpSpPr>
        <p:grpSpPr>
          <a:xfrm>
            <a:off x="6647392" y="3090491"/>
            <a:ext cx="436251" cy="437293"/>
            <a:chOff x="1190200" y="238125"/>
            <a:chExt cx="5212075" cy="5212075"/>
          </a:xfrm>
        </p:grpSpPr>
        <p:sp>
          <p:nvSpPr>
            <p:cNvPr id="2985" name="Google Shape;2985;p72"/>
            <p:cNvSpPr/>
            <p:nvPr/>
          </p:nvSpPr>
          <p:spPr>
            <a:xfrm>
              <a:off x="1190200" y="238125"/>
              <a:ext cx="5212075" cy="5212075"/>
            </a:xfrm>
            <a:custGeom>
              <a:avLst/>
              <a:gdLst/>
              <a:ahLst/>
              <a:cxnLst/>
              <a:rect l="l" t="t" r="r" b="b"/>
              <a:pathLst>
                <a:path w="208483" h="208483" extrusionOk="0">
                  <a:moveTo>
                    <a:pt x="104241" y="0"/>
                  </a:moveTo>
                  <a:cubicBezTo>
                    <a:pt x="46667" y="0"/>
                    <a:pt x="0" y="46667"/>
                    <a:pt x="0" y="104241"/>
                  </a:cubicBezTo>
                  <a:cubicBezTo>
                    <a:pt x="0" y="161816"/>
                    <a:pt x="46667" y="208483"/>
                    <a:pt x="104241" y="208483"/>
                  </a:cubicBezTo>
                  <a:cubicBezTo>
                    <a:pt x="161816" y="208483"/>
                    <a:pt x="208482" y="161816"/>
                    <a:pt x="208482" y="104241"/>
                  </a:cubicBezTo>
                  <a:cubicBezTo>
                    <a:pt x="208482" y="46667"/>
                    <a:pt x="161816" y="0"/>
                    <a:pt x="10424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6" name="Google Shape;2986;p72"/>
            <p:cNvSpPr/>
            <p:nvPr/>
          </p:nvSpPr>
          <p:spPr>
            <a:xfrm>
              <a:off x="2368338" y="1220419"/>
              <a:ext cx="2856522" cy="3247339"/>
            </a:xfrm>
            <a:custGeom>
              <a:avLst/>
              <a:gdLst/>
              <a:ahLst/>
              <a:cxnLst/>
              <a:rect l="l" t="t" r="r" b="b"/>
              <a:pathLst>
                <a:path w="130928" h="148841" extrusionOk="0">
                  <a:moveTo>
                    <a:pt x="70184" y="0"/>
                  </a:moveTo>
                  <a:cubicBezTo>
                    <a:pt x="67749" y="0"/>
                    <a:pt x="65781" y="1968"/>
                    <a:pt x="65781" y="4370"/>
                  </a:cubicBezTo>
                  <a:lnTo>
                    <a:pt x="65781" y="100105"/>
                  </a:lnTo>
                  <a:cubicBezTo>
                    <a:pt x="65781" y="106844"/>
                    <a:pt x="61744" y="112915"/>
                    <a:pt x="55507" y="115483"/>
                  </a:cubicBezTo>
                  <a:cubicBezTo>
                    <a:pt x="53445" y="116348"/>
                    <a:pt x="51279" y="116767"/>
                    <a:pt x="49132" y="116767"/>
                  </a:cubicBezTo>
                  <a:cubicBezTo>
                    <a:pt x="44819" y="116767"/>
                    <a:pt x="40578" y="115076"/>
                    <a:pt x="37394" y="111914"/>
                  </a:cubicBezTo>
                  <a:cubicBezTo>
                    <a:pt x="32624" y="107177"/>
                    <a:pt x="31156" y="100039"/>
                    <a:pt x="33691" y="93801"/>
                  </a:cubicBezTo>
                  <a:cubicBezTo>
                    <a:pt x="36260" y="87563"/>
                    <a:pt x="42297" y="83493"/>
                    <a:pt x="49035" y="83460"/>
                  </a:cubicBezTo>
                  <a:cubicBezTo>
                    <a:pt x="51437" y="83460"/>
                    <a:pt x="53405" y="81492"/>
                    <a:pt x="53405" y="79090"/>
                  </a:cubicBezTo>
                  <a:lnTo>
                    <a:pt x="53405" y="55740"/>
                  </a:lnTo>
                  <a:cubicBezTo>
                    <a:pt x="53405" y="53305"/>
                    <a:pt x="51437" y="51370"/>
                    <a:pt x="49035" y="51370"/>
                  </a:cubicBezTo>
                  <a:cubicBezTo>
                    <a:pt x="21983" y="51370"/>
                    <a:pt x="0" y="73253"/>
                    <a:pt x="0" y="100105"/>
                  </a:cubicBezTo>
                  <a:cubicBezTo>
                    <a:pt x="0" y="126991"/>
                    <a:pt x="21949" y="148840"/>
                    <a:pt x="49002" y="148840"/>
                  </a:cubicBezTo>
                  <a:cubicBezTo>
                    <a:pt x="76021" y="148840"/>
                    <a:pt x="98037" y="126991"/>
                    <a:pt x="98037" y="100105"/>
                  </a:cubicBezTo>
                  <a:lnTo>
                    <a:pt x="98037" y="57742"/>
                  </a:lnTo>
                  <a:cubicBezTo>
                    <a:pt x="106751" y="62347"/>
                    <a:pt x="116484" y="64780"/>
                    <a:pt x="126356" y="64780"/>
                  </a:cubicBezTo>
                  <a:cubicBezTo>
                    <a:pt x="126423" y="64780"/>
                    <a:pt x="126490" y="64780"/>
                    <a:pt x="126557" y="64780"/>
                  </a:cubicBezTo>
                  <a:cubicBezTo>
                    <a:pt x="128959" y="64780"/>
                    <a:pt x="130927" y="62812"/>
                    <a:pt x="130927" y="60410"/>
                  </a:cubicBezTo>
                  <a:lnTo>
                    <a:pt x="130927" y="37094"/>
                  </a:lnTo>
                  <a:cubicBezTo>
                    <a:pt x="130927" y="34658"/>
                    <a:pt x="128959" y="32724"/>
                    <a:pt x="126557" y="32724"/>
                  </a:cubicBezTo>
                  <a:cubicBezTo>
                    <a:pt x="110813" y="32724"/>
                    <a:pt x="98037" y="19981"/>
                    <a:pt x="98037" y="4370"/>
                  </a:cubicBezTo>
                  <a:cubicBezTo>
                    <a:pt x="98037" y="1968"/>
                    <a:pt x="96069" y="0"/>
                    <a:pt x="9366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87" name="Google Shape;2987;p72"/>
          <p:cNvGrpSpPr/>
          <p:nvPr/>
        </p:nvGrpSpPr>
        <p:grpSpPr>
          <a:xfrm>
            <a:off x="677811" y="1360990"/>
            <a:ext cx="3209724" cy="3165299"/>
            <a:chOff x="762800" y="1227675"/>
            <a:chExt cx="2884626" cy="2844701"/>
          </a:xfrm>
        </p:grpSpPr>
        <p:sp>
          <p:nvSpPr>
            <p:cNvPr id="2988" name="Google Shape;2988;p72"/>
            <p:cNvSpPr/>
            <p:nvPr/>
          </p:nvSpPr>
          <p:spPr>
            <a:xfrm>
              <a:off x="1212550" y="3446802"/>
              <a:ext cx="832195" cy="622482"/>
            </a:xfrm>
            <a:custGeom>
              <a:avLst/>
              <a:gdLst/>
              <a:ahLst/>
              <a:cxnLst/>
              <a:rect l="l" t="t" r="r" b="b"/>
              <a:pathLst>
                <a:path w="17360" h="10764" extrusionOk="0">
                  <a:moveTo>
                    <a:pt x="536" y="0"/>
                  </a:moveTo>
                  <a:lnTo>
                    <a:pt x="0" y="10763"/>
                  </a:lnTo>
                  <a:lnTo>
                    <a:pt x="17360" y="10763"/>
                  </a:lnTo>
                  <a:lnTo>
                    <a:pt x="168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9" name="Google Shape;2989;p72"/>
            <p:cNvSpPr/>
            <p:nvPr/>
          </p:nvSpPr>
          <p:spPr>
            <a:xfrm>
              <a:off x="1454535" y="2669967"/>
              <a:ext cx="359627" cy="776875"/>
            </a:xfrm>
            <a:custGeom>
              <a:avLst/>
              <a:gdLst/>
              <a:ahLst/>
              <a:cxnLst/>
              <a:rect l="l" t="t" r="r" b="b"/>
              <a:pathLst>
                <a:path w="7502" h="16206" extrusionOk="0">
                  <a:moveTo>
                    <a:pt x="1" y="1"/>
                  </a:moveTo>
                  <a:lnTo>
                    <a:pt x="1" y="16205"/>
                  </a:lnTo>
                  <a:lnTo>
                    <a:pt x="7502" y="16205"/>
                  </a:lnTo>
                  <a:lnTo>
                    <a:pt x="750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0" name="Google Shape;2990;p72"/>
            <p:cNvSpPr/>
            <p:nvPr/>
          </p:nvSpPr>
          <p:spPr>
            <a:xfrm>
              <a:off x="1439147" y="2630610"/>
              <a:ext cx="191798" cy="145586"/>
            </a:xfrm>
            <a:custGeom>
              <a:avLst/>
              <a:gdLst/>
              <a:ahLst/>
              <a:cxnLst/>
              <a:rect l="l" t="t" r="r" b="b"/>
              <a:pathLst>
                <a:path w="4001" h="3037" extrusionOk="0">
                  <a:moveTo>
                    <a:pt x="667" y="0"/>
                  </a:moveTo>
                  <a:lnTo>
                    <a:pt x="0" y="2548"/>
                  </a:lnTo>
                  <a:cubicBezTo>
                    <a:pt x="771" y="2897"/>
                    <a:pt x="1394" y="3036"/>
                    <a:pt x="1897" y="3036"/>
                  </a:cubicBezTo>
                  <a:cubicBezTo>
                    <a:pt x="3902" y="3036"/>
                    <a:pt x="4001" y="822"/>
                    <a:pt x="4001" y="822"/>
                  </a:cubicBezTo>
                  <a:lnTo>
                    <a:pt x="66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1" name="Google Shape;2991;p72"/>
            <p:cNvSpPr/>
            <p:nvPr/>
          </p:nvSpPr>
          <p:spPr>
            <a:xfrm>
              <a:off x="1630896" y="2634014"/>
              <a:ext cx="191271" cy="142183"/>
            </a:xfrm>
            <a:custGeom>
              <a:avLst/>
              <a:gdLst/>
              <a:ahLst/>
              <a:cxnLst/>
              <a:rect l="l" t="t" r="r" b="b"/>
              <a:pathLst>
                <a:path w="3990" h="2966" extrusionOk="0">
                  <a:moveTo>
                    <a:pt x="3263" y="1"/>
                  </a:moveTo>
                  <a:lnTo>
                    <a:pt x="1" y="751"/>
                  </a:lnTo>
                  <a:cubicBezTo>
                    <a:pt x="1" y="751"/>
                    <a:pt x="92" y="2965"/>
                    <a:pt x="2094" y="2965"/>
                  </a:cubicBezTo>
                  <a:cubicBezTo>
                    <a:pt x="2596" y="2965"/>
                    <a:pt x="3218" y="2826"/>
                    <a:pt x="3989" y="2477"/>
                  </a:cubicBezTo>
                  <a:lnTo>
                    <a:pt x="326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2" name="Google Shape;2992;p72"/>
            <p:cNvSpPr/>
            <p:nvPr/>
          </p:nvSpPr>
          <p:spPr>
            <a:xfrm>
              <a:off x="993953" y="2652278"/>
              <a:ext cx="416098" cy="1193500"/>
            </a:xfrm>
            <a:custGeom>
              <a:avLst/>
              <a:gdLst/>
              <a:ahLst/>
              <a:cxnLst/>
              <a:rect l="l" t="t" r="r" b="b"/>
              <a:pathLst>
                <a:path w="8680" h="24897" extrusionOk="0">
                  <a:moveTo>
                    <a:pt x="8680" y="1"/>
                  </a:moveTo>
                  <a:cubicBezTo>
                    <a:pt x="8679" y="1"/>
                    <a:pt x="286" y="3359"/>
                    <a:pt x="12" y="23730"/>
                  </a:cubicBezTo>
                  <a:cubicBezTo>
                    <a:pt x="0" y="24373"/>
                    <a:pt x="512" y="24897"/>
                    <a:pt x="1155" y="24897"/>
                  </a:cubicBezTo>
                  <a:lnTo>
                    <a:pt x="2703" y="24897"/>
                  </a:lnTo>
                  <a:cubicBezTo>
                    <a:pt x="3275" y="24897"/>
                    <a:pt x="3751" y="24492"/>
                    <a:pt x="3846" y="23932"/>
                  </a:cubicBezTo>
                  <a:lnTo>
                    <a:pt x="5632" y="12705"/>
                  </a:lnTo>
                  <a:lnTo>
                    <a:pt x="868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3" name="Google Shape;2993;p72"/>
            <p:cNvSpPr/>
            <p:nvPr/>
          </p:nvSpPr>
          <p:spPr>
            <a:xfrm>
              <a:off x="1105791" y="2611771"/>
              <a:ext cx="419597" cy="1255339"/>
            </a:xfrm>
            <a:custGeom>
              <a:avLst/>
              <a:gdLst/>
              <a:ahLst/>
              <a:cxnLst/>
              <a:rect l="l" t="t" r="r" b="b"/>
              <a:pathLst>
                <a:path w="8753" h="26187" extrusionOk="0">
                  <a:moveTo>
                    <a:pt x="8752" y="0"/>
                  </a:moveTo>
                  <a:lnTo>
                    <a:pt x="8752" y="0"/>
                  </a:lnTo>
                  <a:cubicBezTo>
                    <a:pt x="8621" y="24"/>
                    <a:pt x="8490" y="48"/>
                    <a:pt x="8371" y="72"/>
                  </a:cubicBezTo>
                  <a:cubicBezTo>
                    <a:pt x="5573" y="620"/>
                    <a:pt x="3478" y="2953"/>
                    <a:pt x="3049" y="5763"/>
                  </a:cubicBezTo>
                  <a:lnTo>
                    <a:pt x="1" y="26158"/>
                  </a:lnTo>
                  <a:lnTo>
                    <a:pt x="858" y="26182"/>
                  </a:lnTo>
                  <a:cubicBezTo>
                    <a:pt x="942" y="26185"/>
                    <a:pt x="1025" y="26187"/>
                    <a:pt x="1107" y="26187"/>
                  </a:cubicBezTo>
                  <a:cubicBezTo>
                    <a:pt x="4773" y="26187"/>
                    <a:pt x="7854" y="23373"/>
                    <a:pt x="8157" y="19693"/>
                  </a:cubicBezTo>
                  <a:cubicBezTo>
                    <a:pt x="8407" y="16526"/>
                    <a:pt x="8573" y="12859"/>
                    <a:pt x="8312" y="10216"/>
                  </a:cubicBezTo>
                  <a:cubicBezTo>
                    <a:pt x="7811" y="5287"/>
                    <a:pt x="8752" y="1"/>
                    <a:pt x="875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4" name="Google Shape;2994;p72"/>
            <p:cNvSpPr/>
            <p:nvPr/>
          </p:nvSpPr>
          <p:spPr>
            <a:xfrm>
              <a:off x="1116098" y="2924467"/>
              <a:ext cx="135855" cy="928741"/>
            </a:xfrm>
            <a:custGeom>
              <a:avLst/>
              <a:gdLst/>
              <a:ahLst/>
              <a:cxnLst/>
              <a:rect l="l" t="t" r="r" b="b"/>
              <a:pathLst>
                <a:path w="2834" h="19374" extrusionOk="0">
                  <a:moveTo>
                    <a:pt x="2682" y="1"/>
                  </a:moveTo>
                  <a:cubicBezTo>
                    <a:pt x="2606" y="1"/>
                    <a:pt x="2535" y="57"/>
                    <a:pt x="2524" y="133"/>
                  </a:cubicBezTo>
                  <a:lnTo>
                    <a:pt x="12" y="19207"/>
                  </a:lnTo>
                  <a:cubicBezTo>
                    <a:pt x="0" y="19290"/>
                    <a:pt x="60" y="19362"/>
                    <a:pt x="131" y="19373"/>
                  </a:cubicBezTo>
                  <a:lnTo>
                    <a:pt x="155" y="19373"/>
                  </a:lnTo>
                  <a:cubicBezTo>
                    <a:pt x="227" y="19373"/>
                    <a:pt x="298" y="19314"/>
                    <a:pt x="310" y="19242"/>
                  </a:cubicBezTo>
                  <a:lnTo>
                    <a:pt x="2822" y="169"/>
                  </a:lnTo>
                  <a:cubicBezTo>
                    <a:pt x="2834" y="85"/>
                    <a:pt x="2774" y="14"/>
                    <a:pt x="2703" y="2"/>
                  </a:cubicBezTo>
                  <a:cubicBezTo>
                    <a:pt x="2696" y="1"/>
                    <a:pt x="2689" y="1"/>
                    <a:pt x="268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5" name="Google Shape;2995;p72"/>
            <p:cNvSpPr/>
            <p:nvPr/>
          </p:nvSpPr>
          <p:spPr>
            <a:xfrm>
              <a:off x="1733050" y="2612346"/>
              <a:ext cx="570265" cy="748880"/>
            </a:xfrm>
            <a:custGeom>
              <a:avLst/>
              <a:gdLst/>
              <a:ahLst/>
              <a:cxnLst/>
              <a:rect l="l" t="t" r="r" b="b"/>
              <a:pathLst>
                <a:path w="11896" h="15622" extrusionOk="0">
                  <a:moveTo>
                    <a:pt x="20" y="0"/>
                  </a:moveTo>
                  <a:cubicBezTo>
                    <a:pt x="8" y="0"/>
                    <a:pt x="1" y="0"/>
                    <a:pt x="1" y="0"/>
                  </a:cubicBezTo>
                  <a:lnTo>
                    <a:pt x="5692" y="11645"/>
                  </a:lnTo>
                  <a:lnTo>
                    <a:pt x="10264" y="15621"/>
                  </a:lnTo>
                  <a:lnTo>
                    <a:pt x="11895" y="10764"/>
                  </a:lnTo>
                  <a:cubicBezTo>
                    <a:pt x="6027" y="178"/>
                    <a:pt x="393" y="0"/>
                    <a:pt x="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6" name="Google Shape;2996;p72"/>
            <p:cNvSpPr/>
            <p:nvPr/>
          </p:nvSpPr>
          <p:spPr>
            <a:xfrm>
              <a:off x="1733050" y="2611771"/>
              <a:ext cx="383069" cy="1255291"/>
            </a:xfrm>
            <a:custGeom>
              <a:avLst/>
              <a:gdLst/>
              <a:ahLst/>
              <a:cxnLst/>
              <a:rect l="l" t="t" r="r" b="b"/>
              <a:pathLst>
                <a:path w="7991" h="26186" extrusionOk="0">
                  <a:moveTo>
                    <a:pt x="1" y="0"/>
                  </a:moveTo>
                  <a:cubicBezTo>
                    <a:pt x="1" y="1"/>
                    <a:pt x="1084" y="5192"/>
                    <a:pt x="453" y="10216"/>
                  </a:cubicBezTo>
                  <a:cubicBezTo>
                    <a:pt x="132" y="12740"/>
                    <a:pt x="251" y="16800"/>
                    <a:pt x="441" y="20158"/>
                  </a:cubicBezTo>
                  <a:cubicBezTo>
                    <a:pt x="605" y="23280"/>
                    <a:pt x="3205" y="26185"/>
                    <a:pt x="6310" y="26185"/>
                  </a:cubicBezTo>
                  <a:cubicBezTo>
                    <a:pt x="6366" y="26185"/>
                    <a:pt x="6422" y="26184"/>
                    <a:pt x="6478" y="26182"/>
                  </a:cubicBezTo>
                  <a:lnTo>
                    <a:pt x="7990" y="26123"/>
                  </a:lnTo>
                  <a:lnTo>
                    <a:pt x="6311" y="5763"/>
                  </a:lnTo>
                  <a:cubicBezTo>
                    <a:pt x="5895" y="2953"/>
                    <a:pt x="3180" y="620"/>
                    <a:pt x="394" y="84"/>
                  </a:cubicBezTo>
                  <a:cubicBezTo>
                    <a:pt x="263" y="48"/>
                    <a:pt x="132" y="24"/>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7" name="Google Shape;2997;p72"/>
            <p:cNvSpPr/>
            <p:nvPr/>
          </p:nvSpPr>
          <p:spPr>
            <a:xfrm>
              <a:off x="2003608" y="2924467"/>
              <a:ext cx="52540" cy="303205"/>
            </a:xfrm>
            <a:custGeom>
              <a:avLst/>
              <a:gdLst/>
              <a:ahLst/>
              <a:cxnLst/>
              <a:rect l="l" t="t" r="r" b="b"/>
              <a:pathLst>
                <a:path w="1096" h="6325" extrusionOk="0">
                  <a:moveTo>
                    <a:pt x="165" y="1"/>
                  </a:moveTo>
                  <a:cubicBezTo>
                    <a:pt x="158" y="1"/>
                    <a:pt x="151" y="1"/>
                    <a:pt x="143" y="2"/>
                  </a:cubicBezTo>
                  <a:cubicBezTo>
                    <a:pt x="60" y="14"/>
                    <a:pt x="1" y="85"/>
                    <a:pt x="12" y="169"/>
                  </a:cubicBezTo>
                  <a:lnTo>
                    <a:pt x="786" y="6193"/>
                  </a:lnTo>
                  <a:cubicBezTo>
                    <a:pt x="798" y="6265"/>
                    <a:pt x="870" y="6324"/>
                    <a:pt x="941" y="6324"/>
                  </a:cubicBezTo>
                  <a:lnTo>
                    <a:pt x="965" y="6324"/>
                  </a:lnTo>
                  <a:cubicBezTo>
                    <a:pt x="1036" y="6312"/>
                    <a:pt x="1096" y="6229"/>
                    <a:pt x="1084" y="6146"/>
                  </a:cubicBezTo>
                  <a:lnTo>
                    <a:pt x="310" y="133"/>
                  </a:lnTo>
                  <a:cubicBezTo>
                    <a:pt x="299" y="57"/>
                    <a:pt x="239" y="1"/>
                    <a:pt x="16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8" name="Google Shape;2998;p72"/>
            <p:cNvSpPr/>
            <p:nvPr/>
          </p:nvSpPr>
          <p:spPr>
            <a:xfrm>
              <a:off x="1517908" y="2554678"/>
              <a:ext cx="223772" cy="115194"/>
            </a:xfrm>
            <a:custGeom>
              <a:avLst/>
              <a:gdLst/>
              <a:ahLst/>
              <a:cxnLst/>
              <a:rect l="l" t="t" r="r" b="b"/>
              <a:pathLst>
                <a:path w="4668" h="2403" extrusionOk="0">
                  <a:moveTo>
                    <a:pt x="4191" y="1"/>
                  </a:moveTo>
                  <a:lnTo>
                    <a:pt x="441" y="37"/>
                  </a:lnTo>
                  <a:lnTo>
                    <a:pt x="0" y="1834"/>
                  </a:lnTo>
                  <a:cubicBezTo>
                    <a:pt x="0" y="1834"/>
                    <a:pt x="1006" y="2403"/>
                    <a:pt x="2425" y="2403"/>
                  </a:cubicBezTo>
                  <a:cubicBezTo>
                    <a:pt x="3100" y="2403"/>
                    <a:pt x="3869" y="2274"/>
                    <a:pt x="4668" y="1894"/>
                  </a:cubicBezTo>
                  <a:lnTo>
                    <a:pt x="4191" y="1"/>
                  </a:lnTo>
                  <a:close/>
                </a:path>
              </a:pathLst>
            </a:custGeom>
            <a:solidFill>
              <a:srgbClr val="DA82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9" name="Google Shape;2999;p72"/>
            <p:cNvSpPr/>
            <p:nvPr/>
          </p:nvSpPr>
          <p:spPr>
            <a:xfrm>
              <a:off x="900332" y="1821859"/>
              <a:ext cx="735745" cy="710050"/>
            </a:xfrm>
            <a:custGeom>
              <a:avLst/>
              <a:gdLst/>
              <a:ahLst/>
              <a:cxnLst/>
              <a:rect l="l" t="t" r="r" b="b"/>
              <a:pathLst>
                <a:path w="15348" h="14812" extrusionOk="0">
                  <a:moveTo>
                    <a:pt x="15074" y="0"/>
                  </a:moveTo>
                  <a:lnTo>
                    <a:pt x="6502" y="596"/>
                  </a:lnTo>
                  <a:cubicBezTo>
                    <a:pt x="6502" y="596"/>
                    <a:pt x="5347" y="4120"/>
                    <a:pt x="2596" y="5834"/>
                  </a:cubicBezTo>
                  <a:cubicBezTo>
                    <a:pt x="84" y="7406"/>
                    <a:pt x="1" y="11073"/>
                    <a:pt x="2477" y="12680"/>
                  </a:cubicBezTo>
                  <a:cubicBezTo>
                    <a:pt x="4930" y="14276"/>
                    <a:pt x="8895" y="14657"/>
                    <a:pt x="15348" y="14812"/>
                  </a:cubicBezTo>
                  <a:lnTo>
                    <a:pt x="150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0" name="Google Shape;3000;p72"/>
            <p:cNvSpPr/>
            <p:nvPr/>
          </p:nvSpPr>
          <p:spPr>
            <a:xfrm>
              <a:off x="1637751" y="1821859"/>
              <a:ext cx="735745" cy="710050"/>
            </a:xfrm>
            <a:custGeom>
              <a:avLst/>
              <a:gdLst/>
              <a:ahLst/>
              <a:cxnLst/>
              <a:rect l="l" t="t" r="r" b="b"/>
              <a:pathLst>
                <a:path w="15348" h="14812" extrusionOk="0">
                  <a:moveTo>
                    <a:pt x="274" y="0"/>
                  </a:moveTo>
                  <a:lnTo>
                    <a:pt x="1" y="14812"/>
                  </a:lnTo>
                  <a:cubicBezTo>
                    <a:pt x="6454" y="14657"/>
                    <a:pt x="10419" y="14276"/>
                    <a:pt x="12859" y="12680"/>
                  </a:cubicBezTo>
                  <a:cubicBezTo>
                    <a:pt x="15348" y="11073"/>
                    <a:pt x="15264" y="7406"/>
                    <a:pt x="12752" y="5834"/>
                  </a:cubicBezTo>
                  <a:cubicBezTo>
                    <a:pt x="10002" y="4120"/>
                    <a:pt x="8847" y="596"/>
                    <a:pt x="8847" y="596"/>
                  </a:cubicBezTo>
                  <a:lnTo>
                    <a:pt x="2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1" name="Google Shape;3001;p72"/>
            <p:cNvSpPr/>
            <p:nvPr/>
          </p:nvSpPr>
          <p:spPr>
            <a:xfrm>
              <a:off x="1184600" y="1567311"/>
              <a:ext cx="904677" cy="858992"/>
            </a:xfrm>
            <a:custGeom>
              <a:avLst/>
              <a:gdLst/>
              <a:ahLst/>
              <a:cxnLst/>
              <a:rect l="l" t="t" r="r" b="b"/>
              <a:pathLst>
                <a:path w="18872" h="17919" extrusionOk="0">
                  <a:moveTo>
                    <a:pt x="9442" y="0"/>
                  </a:moveTo>
                  <a:cubicBezTo>
                    <a:pt x="4227" y="0"/>
                    <a:pt x="0" y="4012"/>
                    <a:pt x="0" y="8965"/>
                  </a:cubicBezTo>
                  <a:cubicBezTo>
                    <a:pt x="0" y="13906"/>
                    <a:pt x="4227" y="17919"/>
                    <a:pt x="9442" y="17919"/>
                  </a:cubicBezTo>
                  <a:cubicBezTo>
                    <a:pt x="14645" y="17919"/>
                    <a:pt x="18871" y="13906"/>
                    <a:pt x="18871" y="8965"/>
                  </a:cubicBezTo>
                  <a:cubicBezTo>
                    <a:pt x="18871" y="4012"/>
                    <a:pt x="14645" y="0"/>
                    <a:pt x="94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2" name="Google Shape;3002;p72"/>
            <p:cNvSpPr/>
            <p:nvPr/>
          </p:nvSpPr>
          <p:spPr>
            <a:xfrm>
              <a:off x="1041891" y="2038967"/>
              <a:ext cx="322524" cy="277750"/>
            </a:xfrm>
            <a:custGeom>
              <a:avLst/>
              <a:gdLst/>
              <a:ahLst/>
              <a:cxnLst/>
              <a:rect l="l" t="t" r="r" b="b"/>
              <a:pathLst>
                <a:path w="6728" h="5794" extrusionOk="0">
                  <a:moveTo>
                    <a:pt x="3274" y="0"/>
                  </a:moveTo>
                  <a:cubicBezTo>
                    <a:pt x="1878" y="0"/>
                    <a:pt x="641" y="897"/>
                    <a:pt x="346" y="2222"/>
                  </a:cubicBezTo>
                  <a:cubicBezTo>
                    <a:pt x="0" y="3782"/>
                    <a:pt x="1072" y="5341"/>
                    <a:pt x="2739" y="5711"/>
                  </a:cubicBezTo>
                  <a:cubicBezTo>
                    <a:pt x="2985" y="5767"/>
                    <a:pt x="3230" y="5794"/>
                    <a:pt x="3471" y="5794"/>
                  </a:cubicBezTo>
                  <a:cubicBezTo>
                    <a:pt x="4859" y="5794"/>
                    <a:pt x="6088" y="4897"/>
                    <a:pt x="6382" y="3567"/>
                  </a:cubicBezTo>
                  <a:cubicBezTo>
                    <a:pt x="6728" y="2008"/>
                    <a:pt x="5656" y="448"/>
                    <a:pt x="3989" y="79"/>
                  </a:cubicBezTo>
                  <a:cubicBezTo>
                    <a:pt x="3749" y="26"/>
                    <a:pt x="3509" y="0"/>
                    <a:pt x="3274" y="0"/>
                  </a:cubicBezTo>
                  <a:close/>
                </a:path>
              </a:pathLst>
            </a:custGeom>
            <a:solidFill>
              <a:srgbClr val="FCA1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3" name="Google Shape;3003;p72"/>
            <p:cNvSpPr/>
            <p:nvPr/>
          </p:nvSpPr>
          <p:spPr>
            <a:xfrm>
              <a:off x="1182874" y="2280140"/>
              <a:ext cx="81062" cy="81110"/>
            </a:xfrm>
            <a:custGeom>
              <a:avLst/>
              <a:gdLst/>
              <a:ahLst/>
              <a:cxnLst/>
              <a:rect l="l" t="t" r="r" b="b"/>
              <a:pathLst>
                <a:path w="1691" h="1692" extrusionOk="0">
                  <a:moveTo>
                    <a:pt x="846" y="1"/>
                  </a:moveTo>
                  <a:cubicBezTo>
                    <a:pt x="381" y="1"/>
                    <a:pt x="0" y="382"/>
                    <a:pt x="0" y="846"/>
                  </a:cubicBezTo>
                  <a:cubicBezTo>
                    <a:pt x="0" y="1311"/>
                    <a:pt x="381" y="1692"/>
                    <a:pt x="846" y="1692"/>
                  </a:cubicBezTo>
                  <a:cubicBezTo>
                    <a:pt x="1310" y="1692"/>
                    <a:pt x="1691" y="1311"/>
                    <a:pt x="1691" y="846"/>
                  </a:cubicBezTo>
                  <a:cubicBezTo>
                    <a:pt x="1691" y="382"/>
                    <a:pt x="1310" y="1"/>
                    <a:pt x="84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4" name="Google Shape;3004;p72"/>
            <p:cNvSpPr/>
            <p:nvPr/>
          </p:nvSpPr>
          <p:spPr>
            <a:xfrm>
              <a:off x="1895174" y="2040070"/>
              <a:ext cx="322524" cy="277606"/>
            </a:xfrm>
            <a:custGeom>
              <a:avLst/>
              <a:gdLst/>
              <a:ahLst/>
              <a:cxnLst/>
              <a:rect l="l" t="t" r="r" b="b"/>
              <a:pathLst>
                <a:path w="6728" h="5791" extrusionOk="0">
                  <a:moveTo>
                    <a:pt x="3454" y="1"/>
                  </a:moveTo>
                  <a:cubicBezTo>
                    <a:pt x="3219" y="1"/>
                    <a:pt x="2979" y="26"/>
                    <a:pt x="2739" y="80"/>
                  </a:cubicBezTo>
                  <a:cubicBezTo>
                    <a:pt x="1072" y="449"/>
                    <a:pt x="0" y="2009"/>
                    <a:pt x="346" y="3568"/>
                  </a:cubicBezTo>
                  <a:cubicBezTo>
                    <a:pt x="641" y="4901"/>
                    <a:pt x="1875" y="5791"/>
                    <a:pt x="3268" y="5791"/>
                  </a:cubicBezTo>
                  <a:cubicBezTo>
                    <a:pt x="3505" y="5791"/>
                    <a:pt x="3747" y="5765"/>
                    <a:pt x="3989" y="5711"/>
                  </a:cubicBezTo>
                  <a:cubicBezTo>
                    <a:pt x="5656" y="5342"/>
                    <a:pt x="6727" y="3783"/>
                    <a:pt x="6382" y="2223"/>
                  </a:cubicBezTo>
                  <a:cubicBezTo>
                    <a:pt x="6087" y="898"/>
                    <a:pt x="4849" y="1"/>
                    <a:pt x="3454" y="1"/>
                  </a:cubicBezTo>
                  <a:close/>
                </a:path>
              </a:pathLst>
            </a:custGeom>
            <a:solidFill>
              <a:srgbClr val="FCA1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5" name="Google Shape;3005;p72"/>
            <p:cNvSpPr/>
            <p:nvPr/>
          </p:nvSpPr>
          <p:spPr>
            <a:xfrm>
              <a:off x="2008737" y="2281291"/>
              <a:ext cx="80535" cy="80535"/>
            </a:xfrm>
            <a:custGeom>
              <a:avLst/>
              <a:gdLst/>
              <a:ahLst/>
              <a:cxnLst/>
              <a:rect l="l" t="t" r="r" b="b"/>
              <a:pathLst>
                <a:path w="1680" h="1680" extrusionOk="0">
                  <a:moveTo>
                    <a:pt x="834" y="1"/>
                  </a:moveTo>
                  <a:cubicBezTo>
                    <a:pt x="370" y="1"/>
                    <a:pt x="1" y="382"/>
                    <a:pt x="1" y="846"/>
                  </a:cubicBezTo>
                  <a:cubicBezTo>
                    <a:pt x="1" y="1310"/>
                    <a:pt x="370" y="1679"/>
                    <a:pt x="834" y="1679"/>
                  </a:cubicBezTo>
                  <a:cubicBezTo>
                    <a:pt x="1298" y="1679"/>
                    <a:pt x="1679" y="1310"/>
                    <a:pt x="1679" y="846"/>
                  </a:cubicBezTo>
                  <a:cubicBezTo>
                    <a:pt x="1679" y="382"/>
                    <a:pt x="1298" y="1"/>
                    <a:pt x="8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6" name="Google Shape;3006;p72"/>
            <p:cNvSpPr/>
            <p:nvPr/>
          </p:nvSpPr>
          <p:spPr>
            <a:xfrm>
              <a:off x="1237091" y="1684279"/>
              <a:ext cx="797968" cy="909279"/>
            </a:xfrm>
            <a:custGeom>
              <a:avLst/>
              <a:gdLst/>
              <a:ahLst/>
              <a:cxnLst/>
              <a:rect l="l" t="t" r="r" b="b"/>
              <a:pathLst>
                <a:path w="16646" h="18968" extrusionOk="0">
                  <a:moveTo>
                    <a:pt x="8323" y="1"/>
                  </a:moveTo>
                  <a:cubicBezTo>
                    <a:pt x="2870" y="1"/>
                    <a:pt x="0" y="4335"/>
                    <a:pt x="0" y="9681"/>
                  </a:cubicBezTo>
                  <a:cubicBezTo>
                    <a:pt x="0" y="15026"/>
                    <a:pt x="3632" y="18967"/>
                    <a:pt x="8323" y="18967"/>
                  </a:cubicBezTo>
                  <a:cubicBezTo>
                    <a:pt x="13169" y="18967"/>
                    <a:pt x="16645" y="15026"/>
                    <a:pt x="16645" y="9681"/>
                  </a:cubicBezTo>
                  <a:cubicBezTo>
                    <a:pt x="16645" y="4335"/>
                    <a:pt x="13871" y="1"/>
                    <a:pt x="8323" y="1"/>
                  </a:cubicBezTo>
                  <a:close/>
                </a:path>
              </a:pathLst>
            </a:custGeom>
            <a:solidFill>
              <a:srgbClr val="FCA1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7" name="Google Shape;3007;p72"/>
            <p:cNvSpPr/>
            <p:nvPr/>
          </p:nvSpPr>
          <p:spPr>
            <a:xfrm>
              <a:off x="1347251" y="1868310"/>
              <a:ext cx="200906" cy="66729"/>
            </a:xfrm>
            <a:custGeom>
              <a:avLst/>
              <a:gdLst/>
              <a:ahLst/>
              <a:cxnLst/>
              <a:rect l="l" t="t" r="r" b="b"/>
              <a:pathLst>
                <a:path w="4191" h="1392" extrusionOk="0">
                  <a:moveTo>
                    <a:pt x="3307" y="0"/>
                  </a:moveTo>
                  <a:cubicBezTo>
                    <a:pt x="2608" y="0"/>
                    <a:pt x="1482" y="139"/>
                    <a:pt x="131" y="793"/>
                  </a:cubicBezTo>
                  <a:cubicBezTo>
                    <a:pt x="48" y="841"/>
                    <a:pt x="0" y="936"/>
                    <a:pt x="12" y="1031"/>
                  </a:cubicBezTo>
                  <a:lnTo>
                    <a:pt x="60" y="1222"/>
                  </a:lnTo>
                  <a:cubicBezTo>
                    <a:pt x="79" y="1325"/>
                    <a:pt x="172" y="1392"/>
                    <a:pt x="268" y="1392"/>
                  </a:cubicBezTo>
                  <a:cubicBezTo>
                    <a:pt x="294" y="1392"/>
                    <a:pt x="320" y="1387"/>
                    <a:pt x="346" y="1377"/>
                  </a:cubicBezTo>
                  <a:cubicBezTo>
                    <a:pt x="787" y="1176"/>
                    <a:pt x="1795" y="798"/>
                    <a:pt x="3149" y="798"/>
                  </a:cubicBezTo>
                  <a:cubicBezTo>
                    <a:pt x="3401" y="798"/>
                    <a:pt x="3666" y="811"/>
                    <a:pt x="3941" y="841"/>
                  </a:cubicBezTo>
                  <a:cubicBezTo>
                    <a:pt x="3947" y="841"/>
                    <a:pt x="3953" y="842"/>
                    <a:pt x="3959" y="842"/>
                  </a:cubicBezTo>
                  <a:cubicBezTo>
                    <a:pt x="4083" y="842"/>
                    <a:pt x="4190" y="727"/>
                    <a:pt x="4168" y="591"/>
                  </a:cubicBezTo>
                  <a:lnTo>
                    <a:pt x="4108" y="222"/>
                  </a:lnTo>
                  <a:cubicBezTo>
                    <a:pt x="4096" y="127"/>
                    <a:pt x="4025" y="55"/>
                    <a:pt x="3929" y="43"/>
                  </a:cubicBezTo>
                  <a:cubicBezTo>
                    <a:pt x="3800" y="23"/>
                    <a:pt x="3588" y="0"/>
                    <a:pt x="33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3008;p72"/>
            <p:cNvSpPr/>
            <p:nvPr/>
          </p:nvSpPr>
          <p:spPr>
            <a:xfrm>
              <a:off x="1704000" y="1868310"/>
              <a:ext cx="200906" cy="66729"/>
            </a:xfrm>
            <a:custGeom>
              <a:avLst/>
              <a:gdLst/>
              <a:ahLst/>
              <a:cxnLst/>
              <a:rect l="l" t="t" r="r" b="b"/>
              <a:pathLst>
                <a:path w="4191" h="1392" extrusionOk="0">
                  <a:moveTo>
                    <a:pt x="884" y="0"/>
                  </a:moveTo>
                  <a:cubicBezTo>
                    <a:pt x="603" y="0"/>
                    <a:pt x="391" y="23"/>
                    <a:pt x="262" y="43"/>
                  </a:cubicBezTo>
                  <a:cubicBezTo>
                    <a:pt x="166" y="55"/>
                    <a:pt x="95" y="127"/>
                    <a:pt x="83" y="222"/>
                  </a:cubicBezTo>
                  <a:lnTo>
                    <a:pt x="24" y="591"/>
                  </a:lnTo>
                  <a:cubicBezTo>
                    <a:pt x="1" y="727"/>
                    <a:pt x="108" y="842"/>
                    <a:pt x="232" y="842"/>
                  </a:cubicBezTo>
                  <a:cubicBezTo>
                    <a:pt x="238" y="842"/>
                    <a:pt x="244" y="841"/>
                    <a:pt x="250" y="841"/>
                  </a:cubicBezTo>
                  <a:cubicBezTo>
                    <a:pt x="525" y="811"/>
                    <a:pt x="790" y="798"/>
                    <a:pt x="1042" y="798"/>
                  </a:cubicBezTo>
                  <a:cubicBezTo>
                    <a:pt x="2396" y="798"/>
                    <a:pt x="3404" y="1176"/>
                    <a:pt x="3845" y="1377"/>
                  </a:cubicBezTo>
                  <a:cubicBezTo>
                    <a:pt x="3871" y="1387"/>
                    <a:pt x="3897" y="1392"/>
                    <a:pt x="3923" y="1392"/>
                  </a:cubicBezTo>
                  <a:cubicBezTo>
                    <a:pt x="4020" y="1392"/>
                    <a:pt x="4112" y="1325"/>
                    <a:pt x="4131" y="1222"/>
                  </a:cubicBezTo>
                  <a:lnTo>
                    <a:pt x="4179" y="1031"/>
                  </a:lnTo>
                  <a:cubicBezTo>
                    <a:pt x="4191" y="936"/>
                    <a:pt x="4143" y="841"/>
                    <a:pt x="4060" y="793"/>
                  </a:cubicBezTo>
                  <a:cubicBezTo>
                    <a:pt x="2709" y="139"/>
                    <a:pt x="1583" y="0"/>
                    <a:pt x="8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9" name="Google Shape;3009;p72"/>
            <p:cNvSpPr/>
            <p:nvPr/>
          </p:nvSpPr>
          <p:spPr>
            <a:xfrm>
              <a:off x="1411152" y="2061546"/>
              <a:ext cx="99374" cy="113660"/>
            </a:xfrm>
            <a:custGeom>
              <a:avLst/>
              <a:gdLst/>
              <a:ahLst/>
              <a:cxnLst/>
              <a:rect l="l" t="t" r="r" b="b"/>
              <a:pathLst>
                <a:path w="2073" h="2371" extrusionOk="0">
                  <a:moveTo>
                    <a:pt x="1025" y="1"/>
                  </a:moveTo>
                  <a:cubicBezTo>
                    <a:pt x="453" y="1"/>
                    <a:pt x="1" y="537"/>
                    <a:pt x="1" y="1191"/>
                  </a:cubicBezTo>
                  <a:cubicBezTo>
                    <a:pt x="1" y="1846"/>
                    <a:pt x="477" y="2370"/>
                    <a:pt x="1049" y="2370"/>
                  </a:cubicBezTo>
                  <a:cubicBezTo>
                    <a:pt x="1620" y="2358"/>
                    <a:pt x="2073" y="1822"/>
                    <a:pt x="2073" y="1180"/>
                  </a:cubicBezTo>
                  <a:cubicBezTo>
                    <a:pt x="2061" y="525"/>
                    <a:pt x="1596" y="1"/>
                    <a:pt x="10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3010;p72"/>
            <p:cNvSpPr/>
            <p:nvPr/>
          </p:nvSpPr>
          <p:spPr>
            <a:xfrm>
              <a:off x="1741631" y="2061546"/>
              <a:ext cx="99374" cy="113085"/>
            </a:xfrm>
            <a:custGeom>
              <a:avLst/>
              <a:gdLst/>
              <a:ahLst/>
              <a:cxnLst/>
              <a:rect l="l" t="t" r="r" b="b"/>
              <a:pathLst>
                <a:path w="2073" h="2359" extrusionOk="0">
                  <a:moveTo>
                    <a:pt x="1036" y="1"/>
                  </a:moveTo>
                  <a:cubicBezTo>
                    <a:pt x="465" y="1"/>
                    <a:pt x="1" y="525"/>
                    <a:pt x="1" y="1180"/>
                  </a:cubicBezTo>
                  <a:cubicBezTo>
                    <a:pt x="1" y="1834"/>
                    <a:pt x="453" y="2358"/>
                    <a:pt x="1024" y="2358"/>
                  </a:cubicBezTo>
                  <a:cubicBezTo>
                    <a:pt x="1031" y="2358"/>
                    <a:pt x="1037" y="2358"/>
                    <a:pt x="1043" y="2358"/>
                  </a:cubicBezTo>
                  <a:cubicBezTo>
                    <a:pt x="1606" y="2358"/>
                    <a:pt x="2060" y="1827"/>
                    <a:pt x="2072" y="1191"/>
                  </a:cubicBezTo>
                  <a:cubicBezTo>
                    <a:pt x="2072" y="537"/>
                    <a:pt x="1608" y="1"/>
                    <a:pt x="10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3011;p72"/>
            <p:cNvSpPr/>
            <p:nvPr/>
          </p:nvSpPr>
          <p:spPr>
            <a:xfrm>
              <a:off x="1203967" y="1918884"/>
              <a:ext cx="844227" cy="404113"/>
            </a:xfrm>
            <a:custGeom>
              <a:avLst/>
              <a:gdLst/>
              <a:ahLst/>
              <a:cxnLst/>
              <a:rect l="l" t="t" r="r" b="b"/>
              <a:pathLst>
                <a:path w="17611" h="8430" extrusionOk="0">
                  <a:moveTo>
                    <a:pt x="4216" y="334"/>
                  </a:moveTo>
                  <a:cubicBezTo>
                    <a:pt x="6347" y="334"/>
                    <a:pt x="8085" y="2072"/>
                    <a:pt x="8085" y="4215"/>
                  </a:cubicBezTo>
                  <a:cubicBezTo>
                    <a:pt x="8097" y="6358"/>
                    <a:pt x="6347" y="8096"/>
                    <a:pt x="4216" y="8096"/>
                  </a:cubicBezTo>
                  <a:cubicBezTo>
                    <a:pt x="2073" y="8096"/>
                    <a:pt x="334" y="6358"/>
                    <a:pt x="334" y="4215"/>
                  </a:cubicBezTo>
                  <a:cubicBezTo>
                    <a:pt x="334" y="2072"/>
                    <a:pt x="2073" y="334"/>
                    <a:pt x="4216" y="334"/>
                  </a:cubicBezTo>
                  <a:close/>
                  <a:moveTo>
                    <a:pt x="13395" y="334"/>
                  </a:moveTo>
                  <a:cubicBezTo>
                    <a:pt x="15539" y="334"/>
                    <a:pt x="17277" y="2072"/>
                    <a:pt x="17277" y="4215"/>
                  </a:cubicBezTo>
                  <a:cubicBezTo>
                    <a:pt x="17277" y="6358"/>
                    <a:pt x="15539" y="8096"/>
                    <a:pt x="13395" y="8096"/>
                  </a:cubicBezTo>
                  <a:cubicBezTo>
                    <a:pt x="11252" y="8096"/>
                    <a:pt x="9514" y="6358"/>
                    <a:pt x="9514" y="4215"/>
                  </a:cubicBezTo>
                  <a:cubicBezTo>
                    <a:pt x="9514" y="2072"/>
                    <a:pt x="11252" y="334"/>
                    <a:pt x="13395" y="334"/>
                  </a:cubicBezTo>
                  <a:close/>
                  <a:moveTo>
                    <a:pt x="4204" y="0"/>
                  </a:moveTo>
                  <a:cubicBezTo>
                    <a:pt x="1882" y="0"/>
                    <a:pt x="1" y="1893"/>
                    <a:pt x="1" y="4215"/>
                  </a:cubicBezTo>
                  <a:cubicBezTo>
                    <a:pt x="1" y="6537"/>
                    <a:pt x="1882" y="8430"/>
                    <a:pt x="4204" y="8430"/>
                  </a:cubicBezTo>
                  <a:cubicBezTo>
                    <a:pt x="6418" y="8430"/>
                    <a:pt x="8240" y="6715"/>
                    <a:pt x="8407" y="4548"/>
                  </a:cubicBezTo>
                  <a:lnTo>
                    <a:pt x="9192" y="4548"/>
                  </a:lnTo>
                  <a:cubicBezTo>
                    <a:pt x="9371" y="6715"/>
                    <a:pt x="11181" y="8430"/>
                    <a:pt x="13395" y="8430"/>
                  </a:cubicBezTo>
                  <a:cubicBezTo>
                    <a:pt x="15717" y="8430"/>
                    <a:pt x="17610" y="6537"/>
                    <a:pt x="17610" y="4215"/>
                  </a:cubicBezTo>
                  <a:cubicBezTo>
                    <a:pt x="17610" y="1893"/>
                    <a:pt x="15717" y="0"/>
                    <a:pt x="13395" y="0"/>
                  </a:cubicBezTo>
                  <a:cubicBezTo>
                    <a:pt x="11074" y="0"/>
                    <a:pt x="9181" y="1893"/>
                    <a:pt x="9181" y="4215"/>
                  </a:cubicBezTo>
                  <a:lnTo>
                    <a:pt x="8419" y="4215"/>
                  </a:lnTo>
                  <a:cubicBezTo>
                    <a:pt x="8419" y="1893"/>
                    <a:pt x="6537" y="0"/>
                    <a:pt x="42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72"/>
            <p:cNvSpPr/>
            <p:nvPr/>
          </p:nvSpPr>
          <p:spPr>
            <a:xfrm>
              <a:off x="1326111" y="1529393"/>
              <a:ext cx="825963" cy="322907"/>
            </a:xfrm>
            <a:custGeom>
              <a:avLst/>
              <a:gdLst/>
              <a:ahLst/>
              <a:cxnLst/>
              <a:rect l="l" t="t" r="r" b="b"/>
              <a:pathLst>
                <a:path w="17230" h="6736" extrusionOk="0">
                  <a:moveTo>
                    <a:pt x="5038" y="1"/>
                  </a:moveTo>
                  <a:cubicBezTo>
                    <a:pt x="859" y="1"/>
                    <a:pt x="1" y="3982"/>
                    <a:pt x="1" y="3982"/>
                  </a:cubicBezTo>
                  <a:cubicBezTo>
                    <a:pt x="1" y="3982"/>
                    <a:pt x="3397" y="6735"/>
                    <a:pt x="10920" y="6735"/>
                  </a:cubicBezTo>
                  <a:cubicBezTo>
                    <a:pt x="11061" y="6735"/>
                    <a:pt x="11203" y="6734"/>
                    <a:pt x="11347" y="6732"/>
                  </a:cubicBezTo>
                  <a:cubicBezTo>
                    <a:pt x="17229" y="6649"/>
                    <a:pt x="17170" y="1482"/>
                    <a:pt x="13955" y="470"/>
                  </a:cubicBezTo>
                  <a:cubicBezTo>
                    <a:pt x="13377" y="285"/>
                    <a:pt x="12962" y="221"/>
                    <a:pt x="12607" y="221"/>
                  </a:cubicBezTo>
                  <a:cubicBezTo>
                    <a:pt x="11795" y="221"/>
                    <a:pt x="11293" y="555"/>
                    <a:pt x="9865" y="555"/>
                  </a:cubicBezTo>
                  <a:cubicBezTo>
                    <a:pt x="9096" y="555"/>
                    <a:pt x="8059" y="458"/>
                    <a:pt x="6561" y="160"/>
                  </a:cubicBezTo>
                  <a:cubicBezTo>
                    <a:pt x="6010" y="50"/>
                    <a:pt x="5503" y="1"/>
                    <a:pt x="50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3013;p72"/>
            <p:cNvSpPr/>
            <p:nvPr/>
          </p:nvSpPr>
          <p:spPr>
            <a:xfrm>
              <a:off x="1211972" y="1701872"/>
              <a:ext cx="249467" cy="238729"/>
            </a:xfrm>
            <a:custGeom>
              <a:avLst/>
              <a:gdLst/>
              <a:ahLst/>
              <a:cxnLst/>
              <a:rect l="l" t="t" r="r" b="b"/>
              <a:pathLst>
                <a:path w="5204" h="4980" extrusionOk="0">
                  <a:moveTo>
                    <a:pt x="4035" y="0"/>
                  </a:moveTo>
                  <a:cubicBezTo>
                    <a:pt x="2769" y="0"/>
                    <a:pt x="820" y="743"/>
                    <a:pt x="1" y="4980"/>
                  </a:cubicBezTo>
                  <a:cubicBezTo>
                    <a:pt x="1" y="4980"/>
                    <a:pt x="3108" y="3884"/>
                    <a:pt x="5204" y="217"/>
                  </a:cubicBezTo>
                  <a:cubicBezTo>
                    <a:pt x="5204" y="217"/>
                    <a:pt x="4719" y="0"/>
                    <a:pt x="40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4" name="Google Shape;3014;p72"/>
            <p:cNvSpPr/>
            <p:nvPr/>
          </p:nvSpPr>
          <p:spPr>
            <a:xfrm>
              <a:off x="2296409" y="3552926"/>
              <a:ext cx="1059946" cy="519451"/>
            </a:xfrm>
            <a:custGeom>
              <a:avLst/>
              <a:gdLst/>
              <a:ahLst/>
              <a:cxnLst/>
              <a:rect l="l" t="t" r="r" b="b"/>
              <a:pathLst>
                <a:path w="22111" h="10836" extrusionOk="0">
                  <a:moveTo>
                    <a:pt x="584" y="1"/>
                  </a:moveTo>
                  <a:lnTo>
                    <a:pt x="0" y="10835"/>
                  </a:lnTo>
                  <a:lnTo>
                    <a:pt x="22110" y="10835"/>
                  </a:lnTo>
                  <a:lnTo>
                    <a:pt x="21134" y="441"/>
                  </a:lnTo>
                  <a:lnTo>
                    <a:pt x="5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5" name="Google Shape;3015;p72"/>
            <p:cNvSpPr/>
            <p:nvPr/>
          </p:nvSpPr>
          <p:spPr>
            <a:xfrm>
              <a:off x="3146816" y="3000447"/>
              <a:ext cx="465233" cy="788284"/>
            </a:xfrm>
            <a:custGeom>
              <a:avLst/>
              <a:gdLst/>
              <a:ahLst/>
              <a:cxnLst/>
              <a:rect l="l" t="t" r="r" b="b"/>
              <a:pathLst>
                <a:path w="9705" h="16444" extrusionOk="0">
                  <a:moveTo>
                    <a:pt x="3835" y="1"/>
                  </a:moveTo>
                  <a:lnTo>
                    <a:pt x="1" y="11109"/>
                  </a:lnTo>
                  <a:lnTo>
                    <a:pt x="3430" y="12407"/>
                  </a:lnTo>
                  <a:lnTo>
                    <a:pt x="3823" y="16443"/>
                  </a:lnTo>
                  <a:cubicBezTo>
                    <a:pt x="6728" y="13847"/>
                    <a:pt x="8347" y="10621"/>
                    <a:pt x="9145" y="8573"/>
                  </a:cubicBezTo>
                  <a:cubicBezTo>
                    <a:pt x="9621" y="7371"/>
                    <a:pt x="9704" y="6049"/>
                    <a:pt x="9407" y="4787"/>
                  </a:cubicBezTo>
                  <a:lnTo>
                    <a:pt x="8383" y="465"/>
                  </a:lnTo>
                  <a:lnTo>
                    <a:pt x="3835" y="1"/>
                  </a:lnTo>
                  <a:close/>
                </a:path>
              </a:pathLst>
            </a:custGeom>
            <a:solidFill>
              <a:srgbClr val="F7B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3016;p72"/>
            <p:cNvSpPr/>
            <p:nvPr/>
          </p:nvSpPr>
          <p:spPr>
            <a:xfrm>
              <a:off x="3177065" y="2526155"/>
              <a:ext cx="443518" cy="616428"/>
            </a:xfrm>
            <a:custGeom>
              <a:avLst/>
              <a:gdLst/>
              <a:ahLst/>
              <a:cxnLst/>
              <a:rect l="l" t="t" r="r" b="b"/>
              <a:pathLst>
                <a:path w="9252" h="12859" extrusionOk="0">
                  <a:moveTo>
                    <a:pt x="1" y="0"/>
                  </a:moveTo>
                  <a:lnTo>
                    <a:pt x="1" y="12347"/>
                  </a:lnTo>
                  <a:cubicBezTo>
                    <a:pt x="1370" y="12713"/>
                    <a:pt x="2565" y="12858"/>
                    <a:pt x="3600" y="12858"/>
                  </a:cubicBezTo>
                  <a:cubicBezTo>
                    <a:pt x="7657" y="12858"/>
                    <a:pt x="9252" y="10621"/>
                    <a:pt x="9252" y="10621"/>
                  </a:cubicBezTo>
                  <a:cubicBezTo>
                    <a:pt x="6335" y="1429"/>
                    <a:pt x="1" y="0"/>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3017;p72"/>
            <p:cNvSpPr/>
            <p:nvPr/>
          </p:nvSpPr>
          <p:spPr>
            <a:xfrm>
              <a:off x="2025276" y="3000447"/>
              <a:ext cx="465809" cy="792263"/>
            </a:xfrm>
            <a:custGeom>
              <a:avLst/>
              <a:gdLst/>
              <a:ahLst/>
              <a:cxnLst/>
              <a:rect l="l" t="t" r="r" b="b"/>
              <a:pathLst>
                <a:path w="9717" h="16527" extrusionOk="0">
                  <a:moveTo>
                    <a:pt x="5871" y="1"/>
                  </a:moveTo>
                  <a:lnTo>
                    <a:pt x="1323" y="465"/>
                  </a:lnTo>
                  <a:lnTo>
                    <a:pt x="299" y="4787"/>
                  </a:lnTo>
                  <a:cubicBezTo>
                    <a:pt x="1" y="6049"/>
                    <a:pt x="84" y="7371"/>
                    <a:pt x="561" y="8573"/>
                  </a:cubicBezTo>
                  <a:cubicBezTo>
                    <a:pt x="1370" y="10645"/>
                    <a:pt x="3001" y="13907"/>
                    <a:pt x="5966" y="16526"/>
                  </a:cubicBezTo>
                  <a:lnTo>
                    <a:pt x="6216" y="12800"/>
                  </a:lnTo>
                  <a:lnTo>
                    <a:pt x="9716" y="11109"/>
                  </a:lnTo>
                  <a:lnTo>
                    <a:pt x="5871" y="1"/>
                  </a:lnTo>
                  <a:close/>
                </a:path>
              </a:pathLst>
            </a:custGeom>
            <a:solidFill>
              <a:srgbClr val="F7B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3018;p72"/>
            <p:cNvSpPr/>
            <p:nvPr/>
          </p:nvSpPr>
          <p:spPr>
            <a:xfrm>
              <a:off x="2038411" y="2526155"/>
              <a:ext cx="421850" cy="622468"/>
            </a:xfrm>
            <a:custGeom>
              <a:avLst/>
              <a:gdLst/>
              <a:ahLst/>
              <a:cxnLst/>
              <a:rect l="l" t="t" r="r" b="b"/>
              <a:pathLst>
                <a:path w="8800" h="12985" extrusionOk="0">
                  <a:moveTo>
                    <a:pt x="8800" y="0"/>
                  </a:moveTo>
                  <a:cubicBezTo>
                    <a:pt x="8800" y="0"/>
                    <a:pt x="2918" y="1429"/>
                    <a:pt x="1" y="10621"/>
                  </a:cubicBezTo>
                  <a:cubicBezTo>
                    <a:pt x="1" y="10621"/>
                    <a:pt x="1603" y="12985"/>
                    <a:pt x="5279" y="12985"/>
                  </a:cubicBezTo>
                  <a:cubicBezTo>
                    <a:pt x="6292" y="12985"/>
                    <a:pt x="7462" y="12805"/>
                    <a:pt x="8800" y="12347"/>
                  </a:cubicBezTo>
                  <a:lnTo>
                    <a:pt x="880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3019;p72"/>
            <p:cNvSpPr/>
            <p:nvPr/>
          </p:nvSpPr>
          <p:spPr>
            <a:xfrm>
              <a:off x="2227331" y="2474239"/>
              <a:ext cx="1180365" cy="1245991"/>
            </a:xfrm>
            <a:custGeom>
              <a:avLst/>
              <a:gdLst/>
              <a:ahLst/>
              <a:cxnLst/>
              <a:rect l="l" t="t" r="r" b="b"/>
              <a:pathLst>
                <a:path w="24623" h="25992" extrusionOk="0">
                  <a:moveTo>
                    <a:pt x="9526" y="0"/>
                  </a:moveTo>
                  <a:cubicBezTo>
                    <a:pt x="9526" y="0"/>
                    <a:pt x="5811" y="214"/>
                    <a:pt x="2906" y="2072"/>
                  </a:cubicBezTo>
                  <a:cubicBezTo>
                    <a:pt x="1822" y="2762"/>
                    <a:pt x="1144" y="3929"/>
                    <a:pt x="1049" y="5203"/>
                  </a:cubicBezTo>
                  <a:cubicBezTo>
                    <a:pt x="715" y="9846"/>
                    <a:pt x="1" y="23908"/>
                    <a:pt x="2084" y="24896"/>
                  </a:cubicBezTo>
                  <a:cubicBezTo>
                    <a:pt x="4001" y="25813"/>
                    <a:pt x="9240" y="25967"/>
                    <a:pt x="11728" y="25991"/>
                  </a:cubicBezTo>
                  <a:lnTo>
                    <a:pt x="12895" y="25991"/>
                  </a:lnTo>
                  <a:cubicBezTo>
                    <a:pt x="15384" y="25967"/>
                    <a:pt x="20610" y="25813"/>
                    <a:pt x="22539" y="24896"/>
                  </a:cubicBezTo>
                  <a:cubicBezTo>
                    <a:pt x="24623" y="23908"/>
                    <a:pt x="23909" y="9846"/>
                    <a:pt x="23575" y="5203"/>
                  </a:cubicBezTo>
                  <a:cubicBezTo>
                    <a:pt x="23480" y="3929"/>
                    <a:pt x="22801" y="2762"/>
                    <a:pt x="21718" y="2072"/>
                  </a:cubicBezTo>
                  <a:cubicBezTo>
                    <a:pt x="18813" y="214"/>
                    <a:pt x="15086" y="0"/>
                    <a:pt x="15086" y="0"/>
                  </a:cubicBezTo>
                  <a:lnTo>
                    <a:pt x="12312" y="500"/>
                  </a:lnTo>
                  <a:lnTo>
                    <a:pt x="952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3020;p72"/>
            <p:cNvSpPr/>
            <p:nvPr/>
          </p:nvSpPr>
          <p:spPr>
            <a:xfrm>
              <a:off x="2558961" y="2419974"/>
              <a:ext cx="265430" cy="176410"/>
            </a:xfrm>
            <a:custGeom>
              <a:avLst/>
              <a:gdLst/>
              <a:ahLst/>
              <a:cxnLst/>
              <a:rect l="l" t="t" r="r" b="b"/>
              <a:pathLst>
                <a:path w="5537" h="3680" extrusionOk="0">
                  <a:moveTo>
                    <a:pt x="2001" y="1"/>
                  </a:moveTo>
                  <a:lnTo>
                    <a:pt x="0" y="1561"/>
                  </a:lnTo>
                  <a:lnTo>
                    <a:pt x="608" y="3680"/>
                  </a:lnTo>
                  <a:lnTo>
                    <a:pt x="2608" y="2215"/>
                  </a:lnTo>
                  <a:lnTo>
                    <a:pt x="5537" y="3680"/>
                  </a:lnTo>
                  <a:lnTo>
                    <a:pt x="2608" y="1132"/>
                  </a:lnTo>
                  <a:lnTo>
                    <a:pt x="2822" y="156"/>
                  </a:lnTo>
                  <a:lnTo>
                    <a:pt x="2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3021;p72"/>
            <p:cNvSpPr/>
            <p:nvPr/>
          </p:nvSpPr>
          <p:spPr>
            <a:xfrm>
              <a:off x="2824342" y="2419974"/>
              <a:ext cx="252343" cy="176410"/>
            </a:xfrm>
            <a:custGeom>
              <a:avLst/>
              <a:gdLst/>
              <a:ahLst/>
              <a:cxnLst/>
              <a:rect l="l" t="t" r="r" b="b"/>
              <a:pathLst>
                <a:path w="5264" h="3680" extrusionOk="0">
                  <a:moveTo>
                    <a:pt x="3263" y="1"/>
                  </a:moveTo>
                  <a:lnTo>
                    <a:pt x="2441" y="156"/>
                  </a:lnTo>
                  <a:lnTo>
                    <a:pt x="2644" y="1132"/>
                  </a:lnTo>
                  <a:lnTo>
                    <a:pt x="1" y="3680"/>
                  </a:lnTo>
                  <a:lnTo>
                    <a:pt x="2644" y="2215"/>
                  </a:lnTo>
                  <a:lnTo>
                    <a:pt x="4644" y="3680"/>
                  </a:lnTo>
                  <a:lnTo>
                    <a:pt x="5263" y="1561"/>
                  </a:lnTo>
                  <a:lnTo>
                    <a:pt x="32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3022;p72"/>
            <p:cNvSpPr/>
            <p:nvPr/>
          </p:nvSpPr>
          <p:spPr>
            <a:xfrm>
              <a:off x="2815809" y="2596335"/>
              <a:ext cx="16586" cy="1123895"/>
            </a:xfrm>
            <a:custGeom>
              <a:avLst/>
              <a:gdLst/>
              <a:ahLst/>
              <a:cxnLst/>
              <a:rect l="l" t="t" r="r" b="b"/>
              <a:pathLst>
                <a:path w="346" h="23445" extrusionOk="0">
                  <a:moveTo>
                    <a:pt x="0" y="1"/>
                  </a:moveTo>
                  <a:lnTo>
                    <a:pt x="0" y="23444"/>
                  </a:lnTo>
                  <a:lnTo>
                    <a:pt x="345" y="23444"/>
                  </a:lnTo>
                  <a:lnTo>
                    <a:pt x="3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3023;p72"/>
            <p:cNvSpPr/>
            <p:nvPr/>
          </p:nvSpPr>
          <p:spPr>
            <a:xfrm>
              <a:off x="2273591" y="2516471"/>
              <a:ext cx="293953" cy="1195178"/>
            </a:xfrm>
            <a:custGeom>
              <a:avLst/>
              <a:gdLst/>
              <a:ahLst/>
              <a:cxnLst/>
              <a:rect l="l" t="t" r="r" b="b"/>
              <a:pathLst>
                <a:path w="6132" h="24932" extrusionOk="0">
                  <a:moveTo>
                    <a:pt x="4465" y="0"/>
                  </a:moveTo>
                  <a:lnTo>
                    <a:pt x="3286" y="369"/>
                  </a:lnTo>
                  <a:cubicBezTo>
                    <a:pt x="3143" y="703"/>
                    <a:pt x="0" y="9680"/>
                    <a:pt x="5001" y="24825"/>
                  </a:cubicBezTo>
                  <a:lnTo>
                    <a:pt x="6132" y="24932"/>
                  </a:lnTo>
                  <a:cubicBezTo>
                    <a:pt x="1274" y="10192"/>
                    <a:pt x="4429" y="83"/>
                    <a:pt x="446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3024;p72"/>
            <p:cNvSpPr/>
            <p:nvPr/>
          </p:nvSpPr>
          <p:spPr>
            <a:xfrm>
              <a:off x="3056071" y="2511294"/>
              <a:ext cx="293425" cy="1200930"/>
            </a:xfrm>
            <a:custGeom>
              <a:avLst/>
              <a:gdLst/>
              <a:ahLst/>
              <a:cxnLst/>
              <a:rect l="l" t="t" r="r" b="b"/>
              <a:pathLst>
                <a:path w="6121" h="25052" extrusionOk="0">
                  <a:moveTo>
                    <a:pt x="1632" y="1"/>
                  </a:moveTo>
                  <a:lnTo>
                    <a:pt x="1632" y="1"/>
                  </a:lnTo>
                  <a:cubicBezTo>
                    <a:pt x="1668" y="84"/>
                    <a:pt x="4882" y="10276"/>
                    <a:pt x="1" y="25052"/>
                  </a:cubicBezTo>
                  <a:lnTo>
                    <a:pt x="1132" y="24968"/>
                  </a:lnTo>
                  <a:cubicBezTo>
                    <a:pt x="6120" y="9824"/>
                    <a:pt x="2977" y="703"/>
                    <a:pt x="2834" y="370"/>
                  </a:cubicBezTo>
                  <a:lnTo>
                    <a:pt x="163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3025;p72"/>
            <p:cNvSpPr/>
            <p:nvPr/>
          </p:nvSpPr>
          <p:spPr>
            <a:xfrm>
              <a:off x="2251300" y="2862915"/>
              <a:ext cx="24592" cy="281393"/>
            </a:xfrm>
            <a:custGeom>
              <a:avLst/>
              <a:gdLst/>
              <a:ahLst/>
              <a:cxnLst/>
              <a:rect l="l" t="t" r="r" b="b"/>
              <a:pathLst>
                <a:path w="513" h="5870" extrusionOk="0">
                  <a:moveTo>
                    <a:pt x="370" y="0"/>
                  </a:moveTo>
                  <a:cubicBezTo>
                    <a:pt x="287" y="0"/>
                    <a:pt x="215" y="60"/>
                    <a:pt x="215" y="143"/>
                  </a:cubicBezTo>
                  <a:lnTo>
                    <a:pt x="1" y="5715"/>
                  </a:lnTo>
                  <a:cubicBezTo>
                    <a:pt x="1" y="5798"/>
                    <a:pt x="72" y="5870"/>
                    <a:pt x="156" y="5870"/>
                  </a:cubicBezTo>
                  <a:cubicBezTo>
                    <a:pt x="239" y="5870"/>
                    <a:pt x="298" y="5810"/>
                    <a:pt x="310" y="5727"/>
                  </a:cubicBezTo>
                  <a:lnTo>
                    <a:pt x="513" y="155"/>
                  </a:lnTo>
                  <a:cubicBezTo>
                    <a:pt x="513" y="72"/>
                    <a:pt x="453" y="0"/>
                    <a:pt x="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6" name="Google Shape;3026;p72"/>
            <p:cNvSpPr/>
            <p:nvPr/>
          </p:nvSpPr>
          <p:spPr>
            <a:xfrm>
              <a:off x="3359706" y="2881179"/>
              <a:ext cx="22866" cy="263129"/>
            </a:xfrm>
            <a:custGeom>
              <a:avLst/>
              <a:gdLst/>
              <a:ahLst/>
              <a:cxnLst/>
              <a:rect l="l" t="t" r="r" b="b"/>
              <a:pathLst>
                <a:path w="477" h="5489" extrusionOk="0">
                  <a:moveTo>
                    <a:pt x="156" y="0"/>
                  </a:moveTo>
                  <a:cubicBezTo>
                    <a:pt x="72" y="0"/>
                    <a:pt x="1" y="72"/>
                    <a:pt x="1" y="155"/>
                  </a:cubicBezTo>
                  <a:lnTo>
                    <a:pt x="179" y="5346"/>
                  </a:lnTo>
                  <a:cubicBezTo>
                    <a:pt x="179" y="5429"/>
                    <a:pt x="251" y="5489"/>
                    <a:pt x="334" y="5489"/>
                  </a:cubicBezTo>
                  <a:cubicBezTo>
                    <a:pt x="417" y="5489"/>
                    <a:pt x="477" y="5417"/>
                    <a:pt x="477" y="5334"/>
                  </a:cubicBezTo>
                  <a:lnTo>
                    <a:pt x="298" y="143"/>
                  </a:lnTo>
                  <a:cubicBezTo>
                    <a:pt x="298" y="60"/>
                    <a:pt x="239" y="0"/>
                    <a:pt x="1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7" name="Google Shape;3027;p72"/>
            <p:cNvSpPr/>
            <p:nvPr/>
          </p:nvSpPr>
          <p:spPr>
            <a:xfrm>
              <a:off x="2683934" y="2382918"/>
              <a:ext cx="267731" cy="116440"/>
            </a:xfrm>
            <a:custGeom>
              <a:avLst/>
              <a:gdLst/>
              <a:ahLst/>
              <a:cxnLst/>
              <a:rect l="l" t="t" r="r" b="b"/>
              <a:pathLst>
                <a:path w="5585" h="2429" extrusionOk="0">
                  <a:moveTo>
                    <a:pt x="417" y="0"/>
                  </a:moveTo>
                  <a:lnTo>
                    <a:pt x="1" y="1905"/>
                  </a:lnTo>
                  <a:cubicBezTo>
                    <a:pt x="1" y="1905"/>
                    <a:pt x="1160" y="2429"/>
                    <a:pt x="2814" y="2429"/>
                  </a:cubicBezTo>
                  <a:cubicBezTo>
                    <a:pt x="3641" y="2429"/>
                    <a:pt x="4593" y="2298"/>
                    <a:pt x="5585" y="1905"/>
                  </a:cubicBezTo>
                  <a:lnTo>
                    <a:pt x="5144" y="0"/>
                  </a:lnTo>
                  <a:close/>
                </a:path>
              </a:pathLst>
            </a:custGeom>
            <a:solidFill>
              <a:srgbClr val="ECA2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8" name="Google Shape;3028;p72"/>
            <p:cNvSpPr/>
            <p:nvPr/>
          </p:nvSpPr>
          <p:spPr>
            <a:xfrm>
              <a:off x="2683934" y="2474239"/>
              <a:ext cx="267731" cy="122145"/>
            </a:xfrm>
            <a:custGeom>
              <a:avLst/>
              <a:gdLst/>
              <a:ahLst/>
              <a:cxnLst/>
              <a:rect l="l" t="t" r="r" b="b"/>
              <a:pathLst>
                <a:path w="5585" h="2548" extrusionOk="0">
                  <a:moveTo>
                    <a:pt x="5585" y="0"/>
                  </a:moveTo>
                  <a:lnTo>
                    <a:pt x="2787" y="500"/>
                  </a:lnTo>
                  <a:lnTo>
                    <a:pt x="1" y="0"/>
                  </a:lnTo>
                  <a:lnTo>
                    <a:pt x="1" y="0"/>
                  </a:lnTo>
                  <a:lnTo>
                    <a:pt x="2930" y="2548"/>
                  </a:lnTo>
                  <a:lnTo>
                    <a:pt x="5585" y="0"/>
                  </a:lnTo>
                  <a:close/>
                </a:path>
              </a:pathLst>
            </a:custGeom>
            <a:solidFill>
              <a:srgbClr val="ECA2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3029;p72"/>
            <p:cNvSpPr/>
            <p:nvPr/>
          </p:nvSpPr>
          <p:spPr>
            <a:xfrm>
              <a:off x="2146317" y="1625507"/>
              <a:ext cx="389300" cy="329954"/>
            </a:xfrm>
            <a:custGeom>
              <a:avLst/>
              <a:gdLst/>
              <a:ahLst/>
              <a:cxnLst/>
              <a:rect l="l" t="t" r="r" b="b"/>
              <a:pathLst>
                <a:path w="8121" h="6883" extrusionOk="0">
                  <a:moveTo>
                    <a:pt x="8120" y="0"/>
                  </a:moveTo>
                  <a:lnTo>
                    <a:pt x="8120" y="0"/>
                  </a:lnTo>
                  <a:cubicBezTo>
                    <a:pt x="8120" y="1"/>
                    <a:pt x="0" y="1334"/>
                    <a:pt x="5608" y="6882"/>
                  </a:cubicBezTo>
                  <a:lnTo>
                    <a:pt x="812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0" name="Google Shape;3030;p72"/>
            <p:cNvSpPr/>
            <p:nvPr/>
          </p:nvSpPr>
          <p:spPr>
            <a:xfrm>
              <a:off x="3086319" y="1625507"/>
              <a:ext cx="388725" cy="329954"/>
            </a:xfrm>
            <a:custGeom>
              <a:avLst/>
              <a:gdLst/>
              <a:ahLst/>
              <a:cxnLst/>
              <a:rect l="l" t="t" r="r" b="b"/>
              <a:pathLst>
                <a:path w="8109" h="6883" extrusionOk="0">
                  <a:moveTo>
                    <a:pt x="1" y="0"/>
                  </a:moveTo>
                  <a:lnTo>
                    <a:pt x="2513" y="6882"/>
                  </a:lnTo>
                  <a:cubicBezTo>
                    <a:pt x="8109" y="1334"/>
                    <a:pt x="1" y="1"/>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1" name="Google Shape;3031;p72"/>
            <p:cNvSpPr/>
            <p:nvPr/>
          </p:nvSpPr>
          <p:spPr>
            <a:xfrm>
              <a:off x="2220476" y="1880870"/>
              <a:ext cx="322524" cy="278133"/>
            </a:xfrm>
            <a:custGeom>
              <a:avLst/>
              <a:gdLst/>
              <a:ahLst/>
              <a:cxnLst/>
              <a:rect l="l" t="t" r="r" b="b"/>
              <a:pathLst>
                <a:path w="6728" h="5802" extrusionOk="0">
                  <a:moveTo>
                    <a:pt x="3275" y="0"/>
                  </a:moveTo>
                  <a:cubicBezTo>
                    <a:pt x="1879" y="0"/>
                    <a:pt x="642" y="899"/>
                    <a:pt x="346" y="2234"/>
                  </a:cubicBezTo>
                  <a:cubicBezTo>
                    <a:pt x="1" y="3794"/>
                    <a:pt x="1072" y="5353"/>
                    <a:pt x="2739" y="5722"/>
                  </a:cubicBezTo>
                  <a:cubicBezTo>
                    <a:pt x="2980" y="5776"/>
                    <a:pt x="3219" y="5801"/>
                    <a:pt x="3454" y="5801"/>
                  </a:cubicBezTo>
                  <a:cubicBezTo>
                    <a:pt x="4850" y="5801"/>
                    <a:pt x="6087" y="4902"/>
                    <a:pt x="6383" y="3567"/>
                  </a:cubicBezTo>
                  <a:cubicBezTo>
                    <a:pt x="6728" y="2020"/>
                    <a:pt x="5656" y="448"/>
                    <a:pt x="3989" y="79"/>
                  </a:cubicBezTo>
                  <a:cubicBezTo>
                    <a:pt x="3749" y="26"/>
                    <a:pt x="3510" y="0"/>
                    <a:pt x="3275" y="0"/>
                  </a:cubicBezTo>
                  <a:close/>
                </a:path>
              </a:pathLst>
            </a:custGeom>
            <a:solidFill>
              <a:srgbClr val="F7B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2" name="Google Shape;3032;p72"/>
            <p:cNvSpPr/>
            <p:nvPr/>
          </p:nvSpPr>
          <p:spPr>
            <a:xfrm>
              <a:off x="3073184" y="1881972"/>
              <a:ext cx="322523" cy="278133"/>
            </a:xfrm>
            <a:custGeom>
              <a:avLst/>
              <a:gdLst/>
              <a:ahLst/>
              <a:cxnLst/>
              <a:rect l="l" t="t" r="r" b="b"/>
              <a:pathLst>
                <a:path w="6728" h="5802" extrusionOk="0">
                  <a:moveTo>
                    <a:pt x="3454" y="1"/>
                  </a:moveTo>
                  <a:cubicBezTo>
                    <a:pt x="3219" y="1"/>
                    <a:pt x="2980" y="26"/>
                    <a:pt x="2739" y="80"/>
                  </a:cubicBezTo>
                  <a:cubicBezTo>
                    <a:pt x="1072" y="461"/>
                    <a:pt x="1" y="2020"/>
                    <a:pt x="346" y="3568"/>
                  </a:cubicBezTo>
                  <a:cubicBezTo>
                    <a:pt x="642" y="4903"/>
                    <a:pt x="1879" y="5802"/>
                    <a:pt x="3275" y="5802"/>
                  </a:cubicBezTo>
                  <a:cubicBezTo>
                    <a:pt x="3510" y="5802"/>
                    <a:pt x="3749" y="5776"/>
                    <a:pt x="3989" y="5723"/>
                  </a:cubicBezTo>
                  <a:cubicBezTo>
                    <a:pt x="5656" y="5354"/>
                    <a:pt x="6728" y="3794"/>
                    <a:pt x="6383" y="2235"/>
                  </a:cubicBezTo>
                  <a:cubicBezTo>
                    <a:pt x="6087" y="900"/>
                    <a:pt x="4850" y="1"/>
                    <a:pt x="3454" y="1"/>
                  </a:cubicBezTo>
                  <a:close/>
                </a:path>
              </a:pathLst>
            </a:custGeom>
            <a:solidFill>
              <a:srgbClr val="F7B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3033;p72"/>
            <p:cNvSpPr/>
            <p:nvPr/>
          </p:nvSpPr>
          <p:spPr>
            <a:xfrm>
              <a:off x="2415102" y="1477093"/>
              <a:ext cx="797968" cy="958942"/>
            </a:xfrm>
            <a:custGeom>
              <a:avLst/>
              <a:gdLst/>
              <a:ahLst/>
              <a:cxnLst/>
              <a:rect l="l" t="t" r="r" b="b"/>
              <a:pathLst>
                <a:path w="16646" h="20004" extrusionOk="0">
                  <a:moveTo>
                    <a:pt x="8323" y="1"/>
                  </a:moveTo>
                  <a:cubicBezTo>
                    <a:pt x="1965" y="1"/>
                    <a:pt x="1" y="5371"/>
                    <a:pt x="1" y="10716"/>
                  </a:cubicBezTo>
                  <a:cubicBezTo>
                    <a:pt x="1" y="16062"/>
                    <a:pt x="715" y="20003"/>
                    <a:pt x="8323" y="20003"/>
                  </a:cubicBezTo>
                  <a:cubicBezTo>
                    <a:pt x="16253" y="20003"/>
                    <a:pt x="16646" y="16062"/>
                    <a:pt x="16646" y="10716"/>
                  </a:cubicBezTo>
                  <a:cubicBezTo>
                    <a:pt x="16646" y="5371"/>
                    <a:pt x="14598" y="13"/>
                    <a:pt x="8323" y="1"/>
                  </a:cubicBezTo>
                  <a:close/>
                </a:path>
              </a:pathLst>
            </a:custGeom>
            <a:solidFill>
              <a:srgbClr val="F7B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3034;p72"/>
            <p:cNvSpPr/>
            <p:nvPr/>
          </p:nvSpPr>
          <p:spPr>
            <a:xfrm>
              <a:off x="2580629" y="2077557"/>
              <a:ext cx="444668" cy="131876"/>
            </a:xfrm>
            <a:custGeom>
              <a:avLst/>
              <a:gdLst/>
              <a:ahLst/>
              <a:cxnLst/>
              <a:rect l="l" t="t" r="r" b="b"/>
              <a:pathLst>
                <a:path w="9276" h="2751" extrusionOk="0">
                  <a:moveTo>
                    <a:pt x="2894" y="0"/>
                  </a:moveTo>
                  <a:cubicBezTo>
                    <a:pt x="2894" y="0"/>
                    <a:pt x="167" y="369"/>
                    <a:pt x="1" y="1858"/>
                  </a:cubicBezTo>
                  <a:cubicBezTo>
                    <a:pt x="1" y="1858"/>
                    <a:pt x="1941" y="2751"/>
                    <a:pt x="4632" y="2751"/>
                  </a:cubicBezTo>
                  <a:cubicBezTo>
                    <a:pt x="7430" y="2751"/>
                    <a:pt x="9276" y="1858"/>
                    <a:pt x="9276" y="1858"/>
                  </a:cubicBezTo>
                  <a:cubicBezTo>
                    <a:pt x="9109" y="369"/>
                    <a:pt x="6406" y="0"/>
                    <a:pt x="64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3035;p72"/>
            <p:cNvSpPr/>
            <p:nvPr/>
          </p:nvSpPr>
          <p:spPr>
            <a:xfrm>
              <a:off x="2492185" y="1698995"/>
              <a:ext cx="246495" cy="105223"/>
            </a:xfrm>
            <a:custGeom>
              <a:avLst/>
              <a:gdLst/>
              <a:ahLst/>
              <a:cxnLst/>
              <a:rect l="l" t="t" r="r" b="b"/>
              <a:pathLst>
                <a:path w="5142" h="2195" extrusionOk="0">
                  <a:moveTo>
                    <a:pt x="4006" y="1"/>
                  </a:moveTo>
                  <a:cubicBezTo>
                    <a:pt x="3155" y="1"/>
                    <a:pt x="1789" y="168"/>
                    <a:pt x="155" y="968"/>
                  </a:cubicBezTo>
                  <a:cubicBezTo>
                    <a:pt x="48" y="1015"/>
                    <a:pt x="0" y="1134"/>
                    <a:pt x="12" y="1242"/>
                  </a:cubicBezTo>
                  <a:lnTo>
                    <a:pt x="84" y="1992"/>
                  </a:lnTo>
                  <a:cubicBezTo>
                    <a:pt x="102" y="2111"/>
                    <a:pt x="212" y="2194"/>
                    <a:pt x="326" y="2194"/>
                  </a:cubicBezTo>
                  <a:cubicBezTo>
                    <a:pt x="361" y="2194"/>
                    <a:pt x="396" y="2187"/>
                    <a:pt x="429" y="2170"/>
                  </a:cubicBezTo>
                  <a:cubicBezTo>
                    <a:pt x="936" y="1941"/>
                    <a:pt x="2113" y="1619"/>
                    <a:pt x="3649" y="1619"/>
                  </a:cubicBezTo>
                  <a:cubicBezTo>
                    <a:pt x="4024" y="1619"/>
                    <a:pt x="4421" y="1638"/>
                    <a:pt x="4834" y="1682"/>
                  </a:cubicBezTo>
                  <a:cubicBezTo>
                    <a:pt x="4846" y="1684"/>
                    <a:pt x="4859" y="1685"/>
                    <a:pt x="4871" y="1685"/>
                  </a:cubicBezTo>
                  <a:cubicBezTo>
                    <a:pt x="5021" y="1685"/>
                    <a:pt x="5142" y="1551"/>
                    <a:pt x="5120" y="1396"/>
                  </a:cubicBezTo>
                  <a:lnTo>
                    <a:pt x="4977" y="265"/>
                  </a:lnTo>
                  <a:cubicBezTo>
                    <a:pt x="4953" y="158"/>
                    <a:pt x="4870" y="63"/>
                    <a:pt x="4763" y="51"/>
                  </a:cubicBezTo>
                  <a:cubicBezTo>
                    <a:pt x="4603" y="27"/>
                    <a:pt x="4345" y="1"/>
                    <a:pt x="40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3036;p72"/>
            <p:cNvSpPr/>
            <p:nvPr/>
          </p:nvSpPr>
          <p:spPr>
            <a:xfrm>
              <a:off x="2859288" y="1698995"/>
              <a:ext cx="247070" cy="105223"/>
            </a:xfrm>
            <a:custGeom>
              <a:avLst/>
              <a:gdLst/>
              <a:ahLst/>
              <a:cxnLst/>
              <a:rect l="l" t="t" r="r" b="b"/>
              <a:pathLst>
                <a:path w="5154" h="2195" extrusionOk="0">
                  <a:moveTo>
                    <a:pt x="1140" y="1"/>
                  </a:moveTo>
                  <a:cubicBezTo>
                    <a:pt x="802" y="1"/>
                    <a:pt x="547" y="27"/>
                    <a:pt x="391" y="51"/>
                  </a:cubicBezTo>
                  <a:cubicBezTo>
                    <a:pt x="272" y="63"/>
                    <a:pt x="188" y="158"/>
                    <a:pt x="177" y="265"/>
                  </a:cubicBezTo>
                  <a:lnTo>
                    <a:pt x="34" y="1396"/>
                  </a:lnTo>
                  <a:cubicBezTo>
                    <a:pt x="1" y="1551"/>
                    <a:pt x="121" y="1685"/>
                    <a:pt x="281" y="1685"/>
                  </a:cubicBezTo>
                  <a:cubicBezTo>
                    <a:pt x="293" y="1685"/>
                    <a:pt x="306" y="1684"/>
                    <a:pt x="319" y="1682"/>
                  </a:cubicBezTo>
                  <a:cubicBezTo>
                    <a:pt x="733" y="1638"/>
                    <a:pt x="1129" y="1619"/>
                    <a:pt x="1504" y="1619"/>
                  </a:cubicBezTo>
                  <a:cubicBezTo>
                    <a:pt x="3041" y="1619"/>
                    <a:pt x="4218" y="1941"/>
                    <a:pt x="4725" y="2170"/>
                  </a:cubicBezTo>
                  <a:cubicBezTo>
                    <a:pt x="4758" y="2187"/>
                    <a:pt x="4793" y="2194"/>
                    <a:pt x="4827" y="2194"/>
                  </a:cubicBezTo>
                  <a:cubicBezTo>
                    <a:pt x="4942" y="2194"/>
                    <a:pt x="5052" y="2111"/>
                    <a:pt x="5070" y="1992"/>
                  </a:cubicBezTo>
                  <a:lnTo>
                    <a:pt x="5130" y="1242"/>
                  </a:lnTo>
                  <a:cubicBezTo>
                    <a:pt x="5153" y="1134"/>
                    <a:pt x="5094" y="1015"/>
                    <a:pt x="4987" y="968"/>
                  </a:cubicBezTo>
                  <a:cubicBezTo>
                    <a:pt x="3353" y="168"/>
                    <a:pt x="1987" y="1"/>
                    <a:pt x="1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3037;p72"/>
            <p:cNvSpPr/>
            <p:nvPr/>
          </p:nvSpPr>
          <p:spPr>
            <a:xfrm>
              <a:off x="2582355" y="1880630"/>
              <a:ext cx="99950" cy="113085"/>
            </a:xfrm>
            <a:custGeom>
              <a:avLst/>
              <a:gdLst/>
              <a:ahLst/>
              <a:cxnLst/>
              <a:rect l="l" t="t" r="r" b="b"/>
              <a:pathLst>
                <a:path w="2085" h="2359" extrusionOk="0">
                  <a:moveTo>
                    <a:pt x="1036" y="1"/>
                  </a:moveTo>
                  <a:cubicBezTo>
                    <a:pt x="465" y="1"/>
                    <a:pt x="0" y="536"/>
                    <a:pt x="12" y="1191"/>
                  </a:cubicBezTo>
                  <a:cubicBezTo>
                    <a:pt x="12" y="1839"/>
                    <a:pt x="466" y="2358"/>
                    <a:pt x="1029" y="2358"/>
                  </a:cubicBezTo>
                  <a:cubicBezTo>
                    <a:pt x="1035" y="2358"/>
                    <a:pt x="1042" y="2358"/>
                    <a:pt x="1048" y="2358"/>
                  </a:cubicBezTo>
                  <a:cubicBezTo>
                    <a:pt x="1620" y="2358"/>
                    <a:pt x="2084" y="1822"/>
                    <a:pt x="2072" y="1167"/>
                  </a:cubicBezTo>
                  <a:cubicBezTo>
                    <a:pt x="2072" y="524"/>
                    <a:pt x="1608" y="1"/>
                    <a:pt x="10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8" name="Google Shape;3038;p72"/>
            <p:cNvSpPr/>
            <p:nvPr/>
          </p:nvSpPr>
          <p:spPr>
            <a:xfrm>
              <a:off x="2920217" y="1880630"/>
              <a:ext cx="99374" cy="113085"/>
            </a:xfrm>
            <a:custGeom>
              <a:avLst/>
              <a:gdLst/>
              <a:ahLst/>
              <a:cxnLst/>
              <a:rect l="l" t="t" r="r" b="b"/>
              <a:pathLst>
                <a:path w="2073" h="2359" extrusionOk="0">
                  <a:moveTo>
                    <a:pt x="1049" y="1"/>
                  </a:moveTo>
                  <a:cubicBezTo>
                    <a:pt x="477" y="1"/>
                    <a:pt x="13" y="524"/>
                    <a:pt x="1" y="1167"/>
                  </a:cubicBezTo>
                  <a:cubicBezTo>
                    <a:pt x="1" y="1822"/>
                    <a:pt x="453" y="2358"/>
                    <a:pt x="1025" y="2358"/>
                  </a:cubicBezTo>
                  <a:cubicBezTo>
                    <a:pt x="1031" y="2358"/>
                    <a:pt x="1038" y="2358"/>
                    <a:pt x="1044" y="2358"/>
                  </a:cubicBezTo>
                  <a:cubicBezTo>
                    <a:pt x="1607" y="2358"/>
                    <a:pt x="2073" y="1839"/>
                    <a:pt x="2073" y="1191"/>
                  </a:cubicBezTo>
                  <a:cubicBezTo>
                    <a:pt x="2073" y="536"/>
                    <a:pt x="1620" y="1"/>
                    <a:pt x="10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9" name="Google Shape;3039;p72"/>
            <p:cNvSpPr/>
            <p:nvPr/>
          </p:nvSpPr>
          <p:spPr>
            <a:xfrm>
              <a:off x="2406569" y="1762464"/>
              <a:ext cx="795091" cy="316244"/>
            </a:xfrm>
            <a:custGeom>
              <a:avLst/>
              <a:gdLst/>
              <a:ahLst/>
              <a:cxnLst/>
              <a:rect l="l" t="t" r="r" b="b"/>
              <a:pathLst>
                <a:path w="16586" h="6597" extrusionOk="0">
                  <a:moveTo>
                    <a:pt x="5882" y="334"/>
                  </a:moveTo>
                  <a:cubicBezTo>
                    <a:pt x="6692" y="334"/>
                    <a:pt x="7358" y="1001"/>
                    <a:pt x="7358" y="1811"/>
                  </a:cubicBezTo>
                  <a:lnTo>
                    <a:pt x="7358" y="4787"/>
                  </a:lnTo>
                  <a:cubicBezTo>
                    <a:pt x="7358" y="5597"/>
                    <a:pt x="6692" y="6264"/>
                    <a:pt x="5882" y="6264"/>
                  </a:cubicBezTo>
                  <a:lnTo>
                    <a:pt x="1810" y="6264"/>
                  </a:lnTo>
                  <a:cubicBezTo>
                    <a:pt x="989" y="6264"/>
                    <a:pt x="334" y="5597"/>
                    <a:pt x="334" y="4787"/>
                  </a:cubicBezTo>
                  <a:lnTo>
                    <a:pt x="334" y="1811"/>
                  </a:lnTo>
                  <a:cubicBezTo>
                    <a:pt x="334" y="1001"/>
                    <a:pt x="989" y="334"/>
                    <a:pt x="1810" y="334"/>
                  </a:cubicBezTo>
                  <a:close/>
                  <a:moveTo>
                    <a:pt x="14776" y="334"/>
                  </a:moveTo>
                  <a:cubicBezTo>
                    <a:pt x="15586" y="334"/>
                    <a:pt x="16252" y="1001"/>
                    <a:pt x="16252" y="1811"/>
                  </a:cubicBezTo>
                  <a:lnTo>
                    <a:pt x="16252" y="4787"/>
                  </a:lnTo>
                  <a:cubicBezTo>
                    <a:pt x="16252" y="5597"/>
                    <a:pt x="15586" y="6264"/>
                    <a:pt x="14776" y="6264"/>
                  </a:cubicBezTo>
                  <a:lnTo>
                    <a:pt x="10704" y="6264"/>
                  </a:lnTo>
                  <a:cubicBezTo>
                    <a:pt x="9883" y="6264"/>
                    <a:pt x="9216" y="5597"/>
                    <a:pt x="9216" y="4787"/>
                  </a:cubicBezTo>
                  <a:lnTo>
                    <a:pt x="9216" y="1811"/>
                  </a:lnTo>
                  <a:cubicBezTo>
                    <a:pt x="9216" y="1001"/>
                    <a:pt x="9883" y="334"/>
                    <a:pt x="10704" y="334"/>
                  </a:cubicBezTo>
                  <a:close/>
                  <a:moveTo>
                    <a:pt x="1810" y="1"/>
                  </a:moveTo>
                  <a:cubicBezTo>
                    <a:pt x="810" y="1"/>
                    <a:pt x="0" y="822"/>
                    <a:pt x="0" y="1811"/>
                  </a:cubicBezTo>
                  <a:lnTo>
                    <a:pt x="0" y="4787"/>
                  </a:lnTo>
                  <a:cubicBezTo>
                    <a:pt x="0" y="5775"/>
                    <a:pt x="810" y="6597"/>
                    <a:pt x="1810" y="6597"/>
                  </a:cubicBezTo>
                  <a:lnTo>
                    <a:pt x="5882" y="6597"/>
                  </a:lnTo>
                  <a:cubicBezTo>
                    <a:pt x="6882" y="6597"/>
                    <a:pt x="7692" y="5775"/>
                    <a:pt x="7692" y="4787"/>
                  </a:cubicBezTo>
                  <a:lnTo>
                    <a:pt x="7692" y="4311"/>
                  </a:lnTo>
                  <a:lnTo>
                    <a:pt x="8894" y="4311"/>
                  </a:lnTo>
                  <a:lnTo>
                    <a:pt x="8894" y="4787"/>
                  </a:lnTo>
                  <a:cubicBezTo>
                    <a:pt x="8894" y="5775"/>
                    <a:pt x="9704" y="6597"/>
                    <a:pt x="10704" y="6597"/>
                  </a:cubicBezTo>
                  <a:lnTo>
                    <a:pt x="14776" y="6597"/>
                  </a:lnTo>
                  <a:cubicBezTo>
                    <a:pt x="15776" y="6597"/>
                    <a:pt x="16586" y="5775"/>
                    <a:pt x="16586" y="4787"/>
                  </a:cubicBezTo>
                  <a:lnTo>
                    <a:pt x="16586" y="1811"/>
                  </a:lnTo>
                  <a:cubicBezTo>
                    <a:pt x="16586" y="811"/>
                    <a:pt x="15776" y="1"/>
                    <a:pt x="14776" y="1"/>
                  </a:cubicBezTo>
                  <a:lnTo>
                    <a:pt x="10704" y="1"/>
                  </a:lnTo>
                  <a:cubicBezTo>
                    <a:pt x="9704" y="1"/>
                    <a:pt x="8894" y="822"/>
                    <a:pt x="8894" y="1811"/>
                  </a:cubicBezTo>
                  <a:lnTo>
                    <a:pt x="8894" y="3978"/>
                  </a:lnTo>
                  <a:lnTo>
                    <a:pt x="7692" y="3978"/>
                  </a:lnTo>
                  <a:lnTo>
                    <a:pt x="7692" y="1811"/>
                  </a:lnTo>
                  <a:cubicBezTo>
                    <a:pt x="7692" y="811"/>
                    <a:pt x="6882" y="1"/>
                    <a:pt x="58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0" name="Google Shape;3040;p72"/>
            <p:cNvSpPr/>
            <p:nvPr/>
          </p:nvSpPr>
          <p:spPr>
            <a:xfrm>
              <a:off x="3372265" y="1441524"/>
              <a:ext cx="275161" cy="261068"/>
            </a:xfrm>
            <a:custGeom>
              <a:avLst/>
              <a:gdLst/>
              <a:ahLst/>
              <a:cxnLst/>
              <a:rect l="l" t="t" r="r" b="b"/>
              <a:pathLst>
                <a:path w="5740" h="5446" extrusionOk="0">
                  <a:moveTo>
                    <a:pt x="1741" y="1"/>
                  </a:moveTo>
                  <a:cubicBezTo>
                    <a:pt x="1635" y="1"/>
                    <a:pt x="1515" y="24"/>
                    <a:pt x="1382" y="76"/>
                  </a:cubicBezTo>
                  <a:cubicBezTo>
                    <a:pt x="1" y="612"/>
                    <a:pt x="989" y="3505"/>
                    <a:pt x="1668" y="5446"/>
                  </a:cubicBezTo>
                  <a:cubicBezTo>
                    <a:pt x="1668" y="5446"/>
                    <a:pt x="5740" y="2886"/>
                    <a:pt x="4918" y="993"/>
                  </a:cubicBezTo>
                  <a:cubicBezTo>
                    <a:pt x="4762" y="641"/>
                    <a:pt x="4556" y="505"/>
                    <a:pt x="4331" y="505"/>
                  </a:cubicBezTo>
                  <a:cubicBezTo>
                    <a:pt x="3573" y="505"/>
                    <a:pt x="2596" y="2041"/>
                    <a:pt x="2596" y="2041"/>
                  </a:cubicBezTo>
                  <a:cubicBezTo>
                    <a:pt x="2596" y="2041"/>
                    <a:pt x="2732" y="1"/>
                    <a:pt x="174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1" name="Google Shape;3041;p72"/>
            <p:cNvSpPr/>
            <p:nvPr/>
          </p:nvSpPr>
          <p:spPr>
            <a:xfrm>
              <a:off x="3356302" y="2298404"/>
              <a:ext cx="113612" cy="119940"/>
            </a:xfrm>
            <a:custGeom>
              <a:avLst/>
              <a:gdLst/>
              <a:ahLst/>
              <a:cxnLst/>
              <a:rect l="l" t="t" r="r" b="b"/>
              <a:pathLst>
                <a:path w="2370" h="2502" extrusionOk="0">
                  <a:moveTo>
                    <a:pt x="915" y="0"/>
                  </a:moveTo>
                  <a:cubicBezTo>
                    <a:pt x="200" y="0"/>
                    <a:pt x="71" y="1489"/>
                    <a:pt x="0" y="2501"/>
                  </a:cubicBezTo>
                  <a:cubicBezTo>
                    <a:pt x="0" y="2501"/>
                    <a:pt x="2370" y="2156"/>
                    <a:pt x="2370" y="1120"/>
                  </a:cubicBezTo>
                  <a:cubicBezTo>
                    <a:pt x="2370" y="845"/>
                    <a:pt x="2232" y="753"/>
                    <a:pt x="2048" y="753"/>
                  </a:cubicBezTo>
                  <a:cubicBezTo>
                    <a:pt x="1674" y="753"/>
                    <a:pt x="1108" y="1132"/>
                    <a:pt x="1108" y="1132"/>
                  </a:cubicBezTo>
                  <a:cubicBezTo>
                    <a:pt x="1108" y="1132"/>
                    <a:pt x="1679" y="37"/>
                    <a:pt x="941" y="1"/>
                  </a:cubicBezTo>
                  <a:cubicBezTo>
                    <a:pt x="932" y="0"/>
                    <a:pt x="924" y="0"/>
                    <a:pt x="91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3042;p72"/>
            <p:cNvSpPr/>
            <p:nvPr/>
          </p:nvSpPr>
          <p:spPr>
            <a:xfrm>
              <a:off x="940312" y="1460747"/>
              <a:ext cx="230627" cy="23499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3" name="Google Shape;3043;p72"/>
            <p:cNvSpPr/>
            <p:nvPr/>
          </p:nvSpPr>
          <p:spPr>
            <a:xfrm>
              <a:off x="762800" y="2524477"/>
              <a:ext cx="192373" cy="193476"/>
            </a:xfrm>
            <a:custGeom>
              <a:avLst/>
              <a:gdLst/>
              <a:ahLst/>
              <a:cxnLst/>
              <a:rect l="l" t="t" r="r" b="b"/>
              <a:pathLst>
                <a:path w="4013" h="4036" extrusionOk="0">
                  <a:moveTo>
                    <a:pt x="2741" y="0"/>
                  </a:moveTo>
                  <a:cubicBezTo>
                    <a:pt x="1896" y="0"/>
                    <a:pt x="2251" y="1619"/>
                    <a:pt x="2251" y="1619"/>
                  </a:cubicBezTo>
                  <a:cubicBezTo>
                    <a:pt x="2251" y="1619"/>
                    <a:pt x="1420" y="664"/>
                    <a:pt x="854" y="664"/>
                  </a:cubicBezTo>
                  <a:cubicBezTo>
                    <a:pt x="657" y="664"/>
                    <a:pt x="491" y="781"/>
                    <a:pt x="405" y="1095"/>
                  </a:cubicBezTo>
                  <a:cubicBezTo>
                    <a:pt x="0" y="2595"/>
                    <a:pt x="3310" y="4036"/>
                    <a:pt x="3310" y="4036"/>
                  </a:cubicBezTo>
                  <a:cubicBezTo>
                    <a:pt x="3596" y="2524"/>
                    <a:pt x="4013" y="262"/>
                    <a:pt x="2929" y="24"/>
                  </a:cubicBezTo>
                  <a:cubicBezTo>
                    <a:pt x="2861" y="8"/>
                    <a:pt x="2798" y="0"/>
                    <a:pt x="274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4" name="Google Shape;3044;p72"/>
            <p:cNvSpPr/>
            <p:nvPr/>
          </p:nvSpPr>
          <p:spPr>
            <a:xfrm>
              <a:off x="2154275" y="1227675"/>
              <a:ext cx="175835" cy="162748"/>
            </a:xfrm>
            <a:custGeom>
              <a:avLst/>
              <a:gdLst/>
              <a:ahLst/>
              <a:cxnLst/>
              <a:rect l="l" t="t" r="r" b="b"/>
              <a:pathLst>
                <a:path w="3668" h="3395" extrusionOk="0">
                  <a:moveTo>
                    <a:pt x="1081" y="0"/>
                  </a:moveTo>
                  <a:cubicBezTo>
                    <a:pt x="1008" y="0"/>
                    <a:pt x="926" y="19"/>
                    <a:pt x="834" y="60"/>
                  </a:cubicBezTo>
                  <a:cubicBezTo>
                    <a:pt x="1" y="441"/>
                    <a:pt x="727" y="2215"/>
                    <a:pt x="1215" y="3394"/>
                  </a:cubicBezTo>
                  <a:cubicBezTo>
                    <a:pt x="1215" y="3394"/>
                    <a:pt x="3668" y="1644"/>
                    <a:pt x="3073" y="501"/>
                  </a:cubicBezTo>
                  <a:cubicBezTo>
                    <a:pt x="2969" y="299"/>
                    <a:pt x="2844" y="219"/>
                    <a:pt x="2711" y="219"/>
                  </a:cubicBezTo>
                  <a:cubicBezTo>
                    <a:pt x="2236" y="219"/>
                    <a:pt x="1668" y="1239"/>
                    <a:pt x="1668" y="1239"/>
                  </a:cubicBezTo>
                  <a:cubicBezTo>
                    <a:pt x="1668" y="1239"/>
                    <a:pt x="1677" y="0"/>
                    <a:pt x="108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45" name="Google Shape;3045;p72"/>
            <p:cNvGrpSpPr/>
            <p:nvPr/>
          </p:nvGrpSpPr>
          <p:grpSpPr>
            <a:xfrm flipH="1">
              <a:off x="1618864" y="2057805"/>
              <a:ext cx="130012" cy="210313"/>
              <a:chOff x="1650200" y="3311550"/>
              <a:chExt cx="46750" cy="75625"/>
            </a:xfrm>
          </p:grpSpPr>
          <p:sp>
            <p:nvSpPr>
              <p:cNvPr id="3046" name="Google Shape;3046;p72"/>
              <p:cNvSpPr/>
              <p:nvPr/>
            </p:nvSpPr>
            <p:spPr>
              <a:xfrm>
                <a:off x="1650200" y="3352800"/>
                <a:ext cx="33350" cy="33775"/>
              </a:xfrm>
              <a:custGeom>
                <a:avLst/>
                <a:gdLst/>
                <a:ahLst/>
                <a:cxnLst/>
                <a:rect l="l" t="t" r="r" b="b"/>
                <a:pathLst>
                  <a:path w="1334" h="1351" extrusionOk="0">
                    <a:moveTo>
                      <a:pt x="550" y="0"/>
                    </a:moveTo>
                    <a:cubicBezTo>
                      <a:pt x="434" y="0"/>
                      <a:pt x="331" y="71"/>
                      <a:pt x="250" y="279"/>
                    </a:cubicBezTo>
                    <a:cubicBezTo>
                      <a:pt x="0" y="922"/>
                      <a:pt x="905" y="1351"/>
                      <a:pt x="905" y="1351"/>
                    </a:cubicBezTo>
                    <a:lnTo>
                      <a:pt x="1334" y="327"/>
                    </a:lnTo>
                    <a:cubicBezTo>
                      <a:pt x="1084" y="311"/>
                      <a:pt x="791" y="0"/>
                      <a:pt x="550" y="0"/>
                    </a:cubicBezTo>
                    <a:close/>
                  </a:path>
                </a:pathLst>
              </a:custGeom>
              <a:solidFill>
                <a:srgbClr val="FCA1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3047;p72"/>
              <p:cNvSpPr/>
              <p:nvPr/>
            </p:nvSpPr>
            <p:spPr>
              <a:xfrm>
                <a:off x="1654075" y="3311550"/>
                <a:ext cx="42875" cy="75625"/>
              </a:xfrm>
              <a:custGeom>
                <a:avLst/>
                <a:gdLst/>
                <a:ahLst/>
                <a:cxnLst/>
                <a:rect l="l" t="t" r="r" b="b"/>
                <a:pathLst>
                  <a:path w="1715" h="3025" extrusionOk="0">
                    <a:moveTo>
                      <a:pt x="1703" y="0"/>
                    </a:moveTo>
                    <a:cubicBezTo>
                      <a:pt x="1691" y="0"/>
                      <a:pt x="1679" y="0"/>
                      <a:pt x="1667" y="24"/>
                    </a:cubicBezTo>
                    <a:cubicBezTo>
                      <a:pt x="1631" y="417"/>
                      <a:pt x="1572" y="810"/>
                      <a:pt x="1488" y="1191"/>
                    </a:cubicBezTo>
                    <a:cubicBezTo>
                      <a:pt x="1453" y="1382"/>
                      <a:pt x="1405" y="1572"/>
                      <a:pt x="1334" y="1751"/>
                    </a:cubicBezTo>
                    <a:cubicBezTo>
                      <a:pt x="1298" y="1834"/>
                      <a:pt x="1226" y="1917"/>
                      <a:pt x="1179" y="1917"/>
                    </a:cubicBezTo>
                    <a:cubicBezTo>
                      <a:pt x="1107" y="1917"/>
                      <a:pt x="1012" y="1870"/>
                      <a:pt x="929" y="1822"/>
                    </a:cubicBezTo>
                    <a:cubicBezTo>
                      <a:pt x="845" y="1774"/>
                      <a:pt x="762" y="1727"/>
                      <a:pt x="679" y="1679"/>
                    </a:cubicBezTo>
                    <a:cubicBezTo>
                      <a:pt x="593" y="1637"/>
                      <a:pt x="499" y="1594"/>
                      <a:pt x="395" y="1594"/>
                    </a:cubicBezTo>
                    <a:cubicBezTo>
                      <a:pt x="382" y="1594"/>
                      <a:pt x="370" y="1595"/>
                      <a:pt x="357" y="1596"/>
                    </a:cubicBezTo>
                    <a:cubicBezTo>
                      <a:pt x="226" y="1608"/>
                      <a:pt x="143" y="1715"/>
                      <a:pt x="95" y="1810"/>
                    </a:cubicBezTo>
                    <a:cubicBezTo>
                      <a:pt x="71" y="1858"/>
                      <a:pt x="48" y="1894"/>
                      <a:pt x="36" y="1953"/>
                    </a:cubicBezTo>
                    <a:lnTo>
                      <a:pt x="12" y="2025"/>
                    </a:lnTo>
                    <a:cubicBezTo>
                      <a:pt x="12" y="2060"/>
                      <a:pt x="12" y="2084"/>
                      <a:pt x="0" y="2108"/>
                    </a:cubicBezTo>
                    <a:cubicBezTo>
                      <a:pt x="0" y="2167"/>
                      <a:pt x="12" y="2215"/>
                      <a:pt x="12" y="2275"/>
                    </a:cubicBezTo>
                    <a:cubicBezTo>
                      <a:pt x="36" y="2322"/>
                      <a:pt x="36" y="2370"/>
                      <a:pt x="71" y="2417"/>
                    </a:cubicBezTo>
                    <a:cubicBezTo>
                      <a:pt x="107" y="2525"/>
                      <a:pt x="179" y="2596"/>
                      <a:pt x="250" y="2679"/>
                    </a:cubicBezTo>
                    <a:cubicBezTo>
                      <a:pt x="393" y="2822"/>
                      <a:pt x="560" y="2929"/>
                      <a:pt x="738" y="3025"/>
                    </a:cubicBezTo>
                    <a:cubicBezTo>
                      <a:pt x="750" y="3025"/>
                      <a:pt x="762" y="3025"/>
                      <a:pt x="774" y="3013"/>
                    </a:cubicBezTo>
                    <a:cubicBezTo>
                      <a:pt x="786" y="3001"/>
                      <a:pt x="774" y="2977"/>
                      <a:pt x="762" y="2977"/>
                    </a:cubicBezTo>
                    <a:cubicBezTo>
                      <a:pt x="595" y="2882"/>
                      <a:pt x="429" y="2763"/>
                      <a:pt x="310" y="2620"/>
                    </a:cubicBezTo>
                    <a:cubicBezTo>
                      <a:pt x="179" y="2477"/>
                      <a:pt x="83" y="2298"/>
                      <a:pt x="107" y="2120"/>
                    </a:cubicBezTo>
                    <a:cubicBezTo>
                      <a:pt x="131" y="1953"/>
                      <a:pt x="214" y="1727"/>
                      <a:pt x="369" y="1703"/>
                    </a:cubicBezTo>
                    <a:cubicBezTo>
                      <a:pt x="378" y="1702"/>
                      <a:pt x="387" y="1701"/>
                      <a:pt x="396" y="1701"/>
                    </a:cubicBezTo>
                    <a:cubicBezTo>
                      <a:pt x="470" y="1701"/>
                      <a:pt x="545" y="1743"/>
                      <a:pt x="619" y="1774"/>
                    </a:cubicBezTo>
                    <a:cubicBezTo>
                      <a:pt x="703" y="1822"/>
                      <a:pt x="786" y="1882"/>
                      <a:pt x="881" y="1929"/>
                    </a:cubicBezTo>
                    <a:cubicBezTo>
                      <a:pt x="964" y="1977"/>
                      <a:pt x="1060" y="2025"/>
                      <a:pt x="1179" y="2036"/>
                    </a:cubicBezTo>
                    <a:cubicBezTo>
                      <a:pt x="1262" y="2036"/>
                      <a:pt x="1322" y="1977"/>
                      <a:pt x="1345" y="1941"/>
                    </a:cubicBezTo>
                    <a:cubicBezTo>
                      <a:pt x="1381" y="1894"/>
                      <a:pt x="1405" y="1846"/>
                      <a:pt x="1429" y="1798"/>
                    </a:cubicBezTo>
                    <a:cubicBezTo>
                      <a:pt x="1512" y="1608"/>
                      <a:pt x="1548" y="1405"/>
                      <a:pt x="1595" y="1215"/>
                    </a:cubicBezTo>
                    <a:cubicBezTo>
                      <a:pt x="1667" y="810"/>
                      <a:pt x="1703" y="417"/>
                      <a:pt x="1715" y="24"/>
                    </a:cubicBezTo>
                    <a:cubicBezTo>
                      <a:pt x="1715" y="12"/>
                      <a:pt x="1715" y="0"/>
                      <a:pt x="17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48" name="Google Shape;3048;p72"/>
            <p:cNvGrpSpPr/>
            <p:nvPr/>
          </p:nvGrpSpPr>
          <p:grpSpPr>
            <a:xfrm rot="129951" flipH="1">
              <a:off x="2791689" y="1859046"/>
              <a:ext cx="130011" cy="210312"/>
              <a:chOff x="1650200" y="3311550"/>
              <a:chExt cx="46750" cy="75625"/>
            </a:xfrm>
          </p:grpSpPr>
          <p:sp>
            <p:nvSpPr>
              <p:cNvPr id="3049" name="Google Shape;3049;p72"/>
              <p:cNvSpPr/>
              <p:nvPr/>
            </p:nvSpPr>
            <p:spPr>
              <a:xfrm>
                <a:off x="1650200" y="3352800"/>
                <a:ext cx="33350" cy="33775"/>
              </a:xfrm>
              <a:custGeom>
                <a:avLst/>
                <a:gdLst/>
                <a:ahLst/>
                <a:cxnLst/>
                <a:rect l="l" t="t" r="r" b="b"/>
                <a:pathLst>
                  <a:path w="1334" h="1351" extrusionOk="0">
                    <a:moveTo>
                      <a:pt x="550" y="0"/>
                    </a:moveTo>
                    <a:cubicBezTo>
                      <a:pt x="434" y="0"/>
                      <a:pt x="331" y="71"/>
                      <a:pt x="250" y="279"/>
                    </a:cubicBezTo>
                    <a:cubicBezTo>
                      <a:pt x="0" y="922"/>
                      <a:pt x="905" y="1351"/>
                      <a:pt x="905" y="1351"/>
                    </a:cubicBezTo>
                    <a:lnTo>
                      <a:pt x="1334" y="327"/>
                    </a:lnTo>
                    <a:cubicBezTo>
                      <a:pt x="1084" y="311"/>
                      <a:pt x="791" y="0"/>
                      <a:pt x="550" y="0"/>
                    </a:cubicBezTo>
                    <a:close/>
                  </a:path>
                </a:pathLst>
              </a:custGeom>
              <a:solidFill>
                <a:srgbClr val="F7B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3050;p72"/>
              <p:cNvSpPr/>
              <p:nvPr/>
            </p:nvSpPr>
            <p:spPr>
              <a:xfrm>
                <a:off x="1654075" y="3311550"/>
                <a:ext cx="42875" cy="75625"/>
              </a:xfrm>
              <a:custGeom>
                <a:avLst/>
                <a:gdLst/>
                <a:ahLst/>
                <a:cxnLst/>
                <a:rect l="l" t="t" r="r" b="b"/>
                <a:pathLst>
                  <a:path w="1715" h="3025" extrusionOk="0">
                    <a:moveTo>
                      <a:pt x="1703" y="0"/>
                    </a:moveTo>
                    <a:cubicBezTo>
                      <a:pt x="1691" y="0"/>
                      <a:pt x="1679" y="0"/>
                      <a:pt x="1667" y="24"/>
                    </a:cubicBezTo>
                    <a:cubicBezTo>
                      <a:pt x="1631" y="417"/>
                      <a:pt x="1572" y="810"/>
                      <a:pt x="1488" y="1191"/>
                    </a:cubicBezTo>
                    <a:cubicBezTo>
                      <a:pt x="1453" y="1382"/>
                      <a:pt x="1405" y="1572"/>
                      <a:pt x="1334" y="1751"/>
                    </a:cubicBezTo>
                    <a:cubicBezTo>
                      <a:pt x="1298" y="1834"/>
                      <a:pt x="1226" y="1917"/>
                      <a:pt x="1179" y="1917"/>
                    </a:cubicBezTo>
                    <a:cubicBezTo>
                      <a:pt x="1107" y="1917"/>
                      <a:pt x="1012" y="1870"/>
                      <a:pt x="929" y="1822"/>
                    </a:cubicBezTo>
                    <a:cubicBezTo>
                      <a:pt x="845" y="1774"/>
                      <a:pt x="762" y="1727"/>
                      <a:pt x="679" y="1679"/>
                    </a:cubicBezTo>
                    <a:cubicBezTo>
                      <a:pt x="593" y="1637"/>
                      <a:pt x="499" y="1594"/>
                      <a:pt x="395" y="1594"/>
                    </a:cubicBezTo>
                    <a:cubicBezTo>
                      <a:pt x="382" y="1594"/>
                      <a:pt x="370" y="1595"/>
                      <a:pt x="357" y="1596"/>
                    </a:cubicBezTo>
                    <a:cubicBezTo>
                      <a:pt x="226" y="1608"/>
                      <a:pt x="143" y="1715"/>
                      <a:pt x="95" y="1810"/>
                    </a:cubicBezTo>
                    <a:cubicBezTo>
                      <a:pt x="71" y="1858"/>
                      <a:pt x="48" y="1894"/>
                      <a:pt x="36" y="1953"/>
                    </a:cubicBezTo>
                    <a:lnTo>
                      <a:pt x="12" y="2025"/>
                    </a:lnTo>
                    <a:cubicBezTo>
                      <a:pt x="12" y="2060"/>
                      <a:pt x="12" y="2084"/>
                      <a:pt x="0" y="2108"/>
                    </a:cubicBezTo>
                    <a:cubicBezTo>
                      <a:pt x="0" y="2167"/>
                      <a:pt x="12" y="2215"/>
                      <a:pt x="12" y="2275"/>
                    </a:cubicBezTo>
                    <a:cubicBezTo>
                      <a:pt x="36" y="2322"/>
                      <a:pt x="36" y="2370"/>
                      <a:pt x="71" y="2417"/>
                    </a:cubicBezTo>
                    <a:cubicBezTo>
                      <a:pt x="107" y="2525"/>
                      <a:pt x="179" y="2596"/>
                      <a:pt x="250" y="2679"/>
                    </a:cubicBezTo>
                    <a:cubicBezTo>
                      <a:pt x="393" y="2822"/>
                      <a:pt x="560" y="2929"/>
                      <a:pt x="738" y="3025"/>
                    </a:cubicBezTo>
                    <a:cubicBezTo>
                      <a:pt x="750" y="3025"/>
                      <a:pt x="762" y="3025"/>
                      <a:pt x="774" y="3013"/>
                    </a:cubicBezTo>
                    <a:cubicBezTo>
                      <a:pt x="786" y="3001"/>
                      <a:pt x="774" y="2977"/>
                      <a:pt x="762" y="2977"/>
                    </a:cubicBezTo>
                    <a:cubicBezTo>
                      <a:pt x="595" y="2882"/>
                      <a:pt x="429" y="2763"/>
                      <a:pt x="310" y="2620"/>
                    </a:cubicBezTo>
                    <a:cubicBezTo>
                      <a:pt x="179" y="2477"/>
                      <a:pt x="83" y="2298"/>
                      <a:pt x="107" y="2120"/>
                    </a:cubicBezTo>
                    <a:cubicBezTo>
                      <a:pt x="131" y="1953"/>
                      <a:pt x="214" y="1727"/>
                      <a:pt x="369" y="1703"/>
                    </a:cubicBezTo>
                    <a:cubicBezTo>
                      <a:pt x="378" y="1702"/>
                      <a:pt x="387" y="1701"/>
                      <a:pt x="396" y="1701"/>
                    </a:cubicBezTo>
                    <a:cubicBezTo>
                      <a:pt x="470" y="1701"/>
                      <a:pt x="545" y="1743"/>
                      <a:pt x="619" y="1774"/>
                    </a:cubicBezTo>
                    <a:cubicBezTo>
                      <a:pt x="703" y="1822"/>
                      <a:pt x="786" y="1882"/>
                      <a:pt x="881" y="1929"/>
                    </a:cubicBezTo>
                    <a:cubicBezTo>
                      <a:pt x="964" y="1977"/>
                      <a:pt x="1060" y="2025"/>
                      <a:pt x="1179" y="2036"/>
                    </a:cubicBezTo>
                    <a:cubicBezTo>
                      <a:pt x="1262" y="2036"/>
                      <a:pt x="1322" y="1977"/>
                      <a:pt x="1345" y="1941"/>
                    </a:cubicBezTo>
                    <a:cubicBezTo>
                      <a:pt x="1381" y="1894"/>
                      <a:pt x="1405" y="1846"/>
                      <a:pt x="1429" y="1798"/>
                    </a:cubicBezTo>
                    <a:cubicBezTo>
                      <a:pt x="1512" y="1608"/>
                      <a:pt x="1548" y="1405"/>
                      <a:pt x="1595" y="1215"/>
                    </a:cubicBezTo>
                    <a:cubicBezTo>
                      <a:pt x="1667" y="810"/>
                      <a:pt x="1703" y="417"/>
                      <a:pt x="1715" y="24"/>
                    </a:cubicBezTo>
                    <a:cubicBezTo>
                      <a:pt x="1715" y="12"/>
                      <a:pt x="1715" y="0"/>
                      <a:pt x="17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51" name="Google Shape;3051;p72"/>
            <p:cNvSpPr/>
            <p:nvPr/>
          </p:nvSpPr>
          <p:spPr>
            <a:xfrm>
              <a:off x="1594945" y="2334179"/>
              <a:ext cx="109049" cy="48393"/>
            </a:xfrm>
            <a:custGeom>
              <a:avLst/>
              <a:gdLst/>
              <a:ahLst/>
              <a:cxnLst/>
              <a:rect l="l" t="t" r="r" b="b"/>
              <a:pathLst>
                <a:path w="1870" h="830" extrusionOk="0">
                  <a:moveTo>
                    <a:pt x="81" y="0"/>
                  </a:moveTo>
                  <a:cubicBezTo>
                    <a:pt x="68" y="0"/>
                    <a:pt x="56" y="3"/>
                    <a:pt x="48" y="8"/>
                  </a:cubicBezTo>
                  <a:cubicBezTo>
                    <a:pt x="12" y="19"/>
                    <a:pt x="0" y="67"/>
                    <a:pt x="24" y="91"/>
                  </a:cubicBezTo>
                  <a:cubicBezTo>
                    <a:pt x="345" y="686"/>
                    <a:pt x="822" y="829"/>
                    <a:pt x="1191" y="829"/>
                  </a:cubicBezTo>
                  <a:cubicBezTo>
                    <a:pt x="1548" y="829"/>
                    <a:pt x="1810" y="710"/>
                    <a:pt x="1822" y="698"/>
                  </a:cubicBezTo>
                  <a:cubicBezTo>
                    <a:pt x="1857" y="686"/>
                    <a:pt x="1869" y="651"/>
                    <a:pt x="1846" y="615"/>
                  </a:cubicBezTo>
                  <a:cubicBezTo>
                    <a:pt x="1837" y="597"/>
                    <a:pt x="1815" y="586"/>
                    <a:pt x="1790" y="586"/>
                  </a:cubicBezTo>
                  <a:cubicBezTo>
                    <a:pt x="1781" y="586"/>
                    <a:pt x="1772" y="588"/>
                    <a:pt x="1762" y="591"/>
                  </a:cubicBezTo>
                  <a:cubicBezTo>
                    <a:pt x="1745" y="597"/>
                    <a:pt x="1504" y="705"/>
                    <a:pt x="1194" y="705"/>
                  </a:cubicBezTo>
                  <a:cubicBezTo>
                    <a:pt x="854" y="705"/>
                    <a:pt x="430" y="574"/>
                    <a:pt x="131" y="31"/>
                  </a:cubicBezTo>
                  <a:cubicBezTo>
                    <a:pt x="124" y="9"/>
                    <a:pt x="102" y="0"/>
                    <a:pt x="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52" name="Google Shape;3052;p72"/>
            <p:cNvGrpSpPr/>
            <p:nvPr/>
          </p:nvGrpSpPr>
          <p:grpSpPr>
            <a:xfrm>
              <a:off x="1076120" y="2105921"/>
              <a:ext cx="175822" cy="136159"/>
              <a:chOff x="533918" y="2351749"/>
              <a:chExt cx="193722" cy="150054"/>
            </a:xfrm>
          </p:grpSpPr>
          <p:sp>
            <p:nvSpPr>
              <p:cNvPr id="3053" name="Google Shape;3053;p72"/>
              <p:cNvSpPr/>
              <p:nvPr/>
            </p:nvSpPr>
            <p:spPr>
              <a:xfrm>
                <a:off x="533918" y="2351749"/>
                <a:ext cx="193722" cy="150054"/>
              </a:xfrm>
              <a:custGeom>
                <a:avLst/>
                <a:gdLst/>
                <a:ahLst/>
                <a:cxnLst/>
                <a:rect l="l" t="t" r="r" b="b"/>
                <a:pathLst>
                  <a:path w="3132" h="2426" extrusionOk="0">
                    <a:moveTo>
                      <a:pt x="1266" y="0"/>
                    </a:moveTo>
                    <a:cubicBezTo>
                      <a:pt x="1156" y="0"/>
                      <a:pt x="1047" y="15"/>
                      <a:pt x="941" y="44"/>
                    </a:cubicBezTo>
                    <a:cubicBezTo>
                      <a:pt x="346" y="223"/>
                      <a:pt x="36" y="794"/>
                      <a:pt x="24" y="818"/>
                    </a:cubicBezTo>
                    <a:cubicBezTo>
                      <a:pt x="0" y="842"/>
                      <a:pt x="12" y="878"/>
                      <a:pt x="48" y="890"/>
                    </a:cubicBezTo>
                    <a:cubicBezTo>
                      <a:pt x="56" y="898"/>
                      <a:pt x="66" y="902"/>
                      <a:pt x="76" y="902"/>
                    </a:cubicBezTo>
                    <a:cubicBezTo>
                      <a:pt x="94" y="902"/>
                      <a:pt x="112" y="889"/>
                      <a:pt x="119" y="866"/>
                    </a:cubicBezTo>
                    <a:cubicBezTo>
                      <a:pt x="119" y="866"/>
                      <a:pt x="429" y="318"/>
                      <a:pt x="965" y="151"/>
                    </a:cubicBezTo>
                    <a:cubicBezTo>
                      <a:pt x="1059" y="127"/>
                      <a:pt x="1154" y="115"/>
                      <a:pt x="1252" y="115"/>
                    </a:cubicBezTo>
                    <a:cubicBezTo>
                      <a:pt x="1488" y="115"/>
                      <a:pt x="1732" y="187"/>
                      <a:pt x="1977" y="330"/>
                    </a:cubicBezTo>
                    <a:cubicBezTo>
                      <a:pt x="2989" y="901"/>
                      <a:pt x="2465" y="2330"/>
                      <a:pt x="2465" y="2342"/>
                    </a:cubicBezTo>
                    <a:cubicBezTo>
                      <a:pt x="2453" y="2378"/>
                      <a:pt x="2465" y="2414"/>
                      <a:pt x="2489" y="2425"/>
                    </a:cubicBezTo>
                    <a:lnTo>
                      <a:pt x="2513" y="2425"/>
                    </a:lnTo>
                    <a:cubicBezTo>
                      <a:pt x="2536" y="2425"/>
                      <a:pt x="2560" y="2414"/>
                      <a:pt x="2572" y="2390"/>
                    </a:cubicBezTo>
                    <a:cubicBezTo>
                      <a:pt x="2572" y="2378"/>
                      <a:pt x="3132" y="854"/>
                      <a:pt x="2036" y="223"/>
                    </a:cubicBezTo>
                    <a:cubicBezTo>
                      <a:pt x="1773" y="74"/>
                      <a:pt x="1515" y="0"/>
                      <a:pt x="12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3054;p72"/>
              <p:cNvSpPr/>
              <p:nvPr/>
            </p:nvSpPr>
            <p:spPr>
              <a:xfrm>
                <a:off x="592801" y="2407664"/>
                <a:ext cx="108366" cy="30060"/>
              </a:xfrm>
              <a:custGeom>
                <a:avLst/>
                <a:gdLst/>
                <a:ahLst/>
                <a:cxnLst/>
                <a:rect l="l" t="t" r="r" b="b"/>
                <a:pathLst>
                  <a:path w="1752" h="486" extrusionOk="0">
                    <a:moveTo>
                      <a:pt x="1018" y="0"/>
                    </a:moveTo>
                    <a:cubicBezTo>
                      <a:pt x="483" y="0"/>
                      <a:pt x="33" y="378"/>
                      <a:pt x="25" y="378"/>
                    </a:cubicBezTo>
                    <a:cubicBezTo>
                      <a:pt x="1" y="402"/>
                      <a:pt x="1" y="438"/>
                      <a:pt x="25" y="462"/>
                    </a:cubicBezTo>
                    <a:cubicBezTo>
                      <a:pt x="37" y="474"/>
                      <a:pt x="49" y="486"/>
                      <a:pt x="72" y="486"/>
                    </a:cubicBezTo>
                    <a:cubicBezTo>
                      <a:pt x="84" y="486"/>
                      <a:pt x="96" y="486"/>
                      <a:pt x="108" y="474"/>
                    </a:cubicBezTo>
                    <a:cubicBezTo>
                      <a:pt x="108" y="465"/>
                      <a:pt x="521" y="120"/>
                      <a:pt x="1006" y="120"/>
                    </a:cubicBezTo>
                    <a:cubicBezTo>
                      <a:pt x="1214" y="120"/>
                      <a:pt x="1436" y="184"/>
                      <a:pt x="1644" y="367"/>
                    </a:cubicBezTo>
                    <a:cubicBezTo>
                      <a:pt x="1654" y="371"/>
                      <a:pt x="1668" y="374"/>
                      <a:pt x="1682" y="374"/>
                    </a:cubicBezTo>
                    <a:cubicBezTo>
                      <a:pt x="1701" y="374"/>
                      <a:pt x="1720" y="369"/>
                      <a:pt x="1727" y="355"/>
                    </a:cubicBezTo>
                    <a:cubicBezTo>
                      <a:pt x="1751" y="331"/>
                      <a:pt x="1751" y="295"/>
                      <a:pt x="1727" y="271"/>
                    </a:cubicBezTo>
                    <a:cubicBezTo>
                      <a:pt x="1494" y="71"/>
                      <a:pt x="1248" y="0"/>
                      <a:pt x="10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55" name="Google Shape;3055;p72"/>
            <p:cNvGrpSpPr/>
            <p:nvPr/>
          </p:nvGrpSpPr>
          <p:grpSpPr>
            <a:xfrm flipH="1">
              <a:off x="1994070" y="2105921"/>
              <a:ext cx="175822" cy="136159"/>
              <a:chOff x="533918" y="2351749"/>
              <a:chExt cx="193722" cy="150054"/>
            </a:xfrm>
          </p:grpSpPr>
          <p:sp>
            <p:nvSpPr>
              <p:cNvPr id="3056" name="Google Shape;3056;p72"/>
              <p:cNvSpPr/>
              <p:nvPr/>
            </p:nvSpPr>
            <p:spPr>
              <a:xfrm>
                <a:off x="533918" y="2351749"/>
                <a:ext cx="193722" cy="150054"/>
              </a:xfrm>
              <a:custGeom>
                <a:avLst/>
                <a:gdLst/>
                <a:ahLst/>
                <a:cxnLst/>
                <a:rect l="l" t="t" r="r" b="b"/>
                <a:pathLst>
                  <a:path w="3132" h="2426" extrusionOk="0">
                    <a:moveTo>
                      <a:pt x="1266" y="0"/>
                    </a:moveTo>
                    <a:cubicBezTo>
                      <a:pt x="1156" y="0"/>
                      <a:pt x="1047" y="15"/>
                      <a:pt x="941" y="44"/>
                    </a:cubicBezTo>
                    <a:cubicBezTo>
                      <a:pt x="346" y="223"/>
                      <a:pt x="36" y="794"/>
                      <a:pt x="24" y="818"/>
                    </a:cubicBezTo>
                    <a:cubicBezTo>
                      <a:pt x="0" y="842"/>
                      <a:pt x="12" y="878"/>
                      <a:pt x="48" y="890"/>
                    </a:cubicBezTo>
                    <a:cubicBezTo>
                      <a:pt x="56" y="898"/>
                      <a:pt x="66" y="902"/>
                      <a:pt x="76" y="902"/>
                    </a:cubicBezTo>
                    <a:cubicBezTo>
                      <a:pt x="94" y="902"/>
                      <a:pt x="112" y="889"/>
                      <a:pt x="119" y="866"/>
                    </a:cubicBezTo>
                    <a:cubicBezTo>
                      <a:pt x="119" y="866"/>
                      <a:pt x="429" y="318"/>
                      <a:pt x="965" y="151"/>
                    </a:cubicBezTo>
                    <a:cubicBezTo>
                      <a:pt x="1059" y="127"/>
                      <a:pt x="1154" y="115"/>
                      <a:pt x="1252" y="115"/>
                    </a:cubicBezTo>
                    <a:cubicBezTo>
                      <a:pt x="1488" y="115"/>
                      <a:pt x="1732" y="187"/>
                      <a:pt x="1977" y="330"/>
                    </a:cubicBezTo>
                    <a:cubicBezTo>
                      <a:pt x="2989" y="901"/>
                      <a:pt x="2465" y="2330"/>
                      <a:pt x="2465" y="2342"/>
                    </a:cubicBezTo>
                    <a:cubicBezTo>
                      <a:pt x="2453" y="2378"/>
                      <a:pt x="2465" y="2414"/>
                      <a:pt x="2489" y="2425"/>
                    </a:cubicBezTo>
                    <a:lnTo>
                      <a:pt x="2513" y="2425"/>
                    </a:lnTo>
                    <a:cubicBezTo>
                      <a:pt x="2536" y="2425"/>
                      <a:pt x="2560" y="2414"/>
                      <a:pt x="2572" y="2390"/>
                    </a:cubicBezTo>
                    <a:cubicBezTo>
                      <a:pt x="2572" y="2378"/>
                      <a:pt x="3132" y="854"/>
                      <a:pt x="2036" y="223"/>
                    </a:cubicBezTo>
                    <a:cubicBezTo>
                      <a:pt x="1773" y="74"/>
                      <a:pt x="1515" y="0"/>
                      <a:pt x="12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3057;p72"/>
              <p:cNvSpPr/>
              <p:nvPr/>
            </p:nvSpPr>
            <p:spPr>
              <a:xfrm>
                <a:off x="592801" y="2407664"/>
                <a:ext cx="108366" cy="30060"/>
              </a:xfrm>
              <a:custGeom>
                <a:avLst/>
                <a:gdLst/>
                <a:ahLst/>
                <a:cxnLst/>
                <a:rect l="l" t="t" r="r" b="b"/>
                <a:pathLst>
                  <a:path w="1752" h="486" extrusionOk="0">
                    <a:moveTo>
                      <a:pt x="1018" y="0"/>
                    </a:moveTo>
                    <a:cubicBezTo>
                      <a:pt x="483" y="0"/>
                      <a:pt x="33" y="378"/>
                      <a:pt x="25" y="378"/>
                    </a:cubicBezTo>
                    <a:cubicBezTo>
                      <a:pt x="1" y="402"/>
                      <a:pt x="1" y="438"/>
                      <a:pt x="25" y="462"/>
                    </a:cubicBezTo>
                    <a:cubicBezTo>
                      <a:pt x="37" y="474"/>
                      <a:pt x="49" y="486"/>
                      <a:pt x="72" y="486"/>
                    </a:cubicBezTo>
                    <a:cubicBezTo>
                      <a:pt x="84" y="486"/>
                      <a:pt x="96" y="486"/>
                      <a:pt x="108" y="474"/>
                    </a:cubicBezTo>
                    <a:cubicBezTo>
                      <a:pt x="108" y="465"/>
                      <a:pt x="521" y="120"/>
                      <a:pt x="1006" y="120"/>
                    </a:cubicBezTo>
                    <a:cubicBezTo>
                      <a:pt x="1214" y="120"/>
                      <a:pt x="1436" y="184"/>
                      <a:pt x="1644" y="367"/>
                    </a:cubicBezTo>
                    <a:cubicBezTo>
                      <a:pt x="1654" y="371"/>
                      <a:pt x="1668" y="374"/>
                      <a:pt x="1682" y="374"/>
                    </a:cubicBezTo>
                    <a:cubicBezTo>
                      <a:pt x="1701" y="374"/>
                      <a:pt x="1720" y="369"/>
                      <a:pt x="1727" y="355"/>
                    </a:cubicBezTo>
                    <a:cubicBezTo>
                      <a:pt x="1751" y="331"/>
                      <a:pt x="1751" y="295"/>
                      <a:pt x="1727" y="271"/>
                    </a:cubicBezTo>
                    <a:cubicBezTo>
                      <a:pt x="1494" y="71"/>
                      <a:pt x="1248" y="0"/>
                      <a:pt x="10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58" name="Google Shape;3058;p72"/>
            <p:cNvGrpSpPr/>
            <p:nvPr/>
          </p:nvGrpSpPr>
          <p:grpSpPr>
            <a:xfrm flipH="1">
              <a:off x="3170370" y="1951858"/>
              <a:ext cx="175822" cy="136159"/>
              <a:chOff x="533918" y="2351749"/>
              <a:chExt cx="193722" cy="150054"/>
            </a:xfrm>
          </p:grpSpPr>
          <p:sp>
            <p:nvSpPr>
              <p:cNvPr id="3059" name="Google Shape;3059;p72"/>
              <p:cNvSpPr/>
              <p:nvPr/>
            </p:nvSpPr>
            <p:spPr>
              <a:xfrm>
                <a:off x="533918" y="2351749"/>
                <a:ext cx="193722" cy="150054"/>
              </a:xfrm>
              <a:custGeom>
                <a:avLst/>
                <a:gdLst/>
                <a:ahLst/>
                <a:cxnLst/>
                <a:rect l="l" t="t" r="r" b="b"/>
                <a:pathLst>
                  <a:path w="3132" h="2426" extrusionOk="0">
                    <a:moveTo>
                      <a:pt x="1266" y="0"/>
                    </a:moveTo>
                    <a:cubicBezTo>
                      <a:pt x="1156" y="0"/>
                      <a:pt x="1047" y="15"/>
                      <a:pt x="941" y="44"/>
                    </a:cubicBezTo>
                    <a:cubicBezTo>
                      <a:pt x="346" y="223"/>
                      <a:pt x="36" y="794"/>
                      <a:pt x="24" y="818"/>
                    </a:cubicBezTo>
                    <a:cubicBezTo>
                      <a:pt x="0" y="842"/>
                      <a:pt x="12" y="878"/>
                      <a:pt x="48" y="890"/>
                    </a:cubicBezTo>
                    <a:cubicBezTo>
                      <a:pt x="56" y="898"/>
                      <a:pt x="66" y="902"/>
                      <a:pt x="76" y="902"/>
                    </a:cubicBezTo>
                    <a:cubicBezTo>
                      <a:pt x="94" y="902"/>
                      <a:pt x="112" y="889"/>
                      <a:pt x="119" y="866"/>
                    </a:cubicBezTo>
                    <a:cubicBezTo>
                      <a:pt x="119" y="866"/>
                      <a:pt x="429" y="318"/>
                      <a:pt x="965" y="151"/>
                    </a:cubicBezTo>
                    <a:cubicBezTo>
                      <a:pt x="1059" y="127"/>
                      <a:pt x="1154" y="115"/>
                      <a:pt x="1252" y="115"/>
                    </a:cubicBezTo>
                    <a:cubicBezTo>
                      <a:pt x="1488" y="115"/>
                      <a:pt x="1732" y="187"/>
                      <a:pt x="1977" y="330"/>
                    </a:cubicBezTo>
                    <a:cubicBezTo>
                      <a:pt x="2989" y="901"/>
                      <a:pt x="2465" y="2330"/>
                      <a:pt x="2465" y="2342"/>
                    </a:cubicBezTo>
                    <a:cubicBezTo>
                      <a:pt x="2453" y="2378"/>
                      <a:pt x="2465" y="2414"/>
                      <a:pt x="2489" y="2425"/>
                    </a:cubicBezTo>
                    <a:lnTo>
                      <a:pt x="2513" y="2425"/>
                    </a:lnTo>
                    <a:cubicBezTo>
                      <a:pt x="2536" y="2425"/>
                      <a:pt x="2560" y="2414"/>
                      <a:pt x="2572" y="2390"/>
                    </a:cubicBezTo>
                    <a:cubicBezTo>
                      <a:pt x="2572" y="2378"/>
                      <a:pt x="3132" y="854"/>
                      <a:pt x="2036" y="223"/>
                    </a:cubicBezTo>
                    <a:cubicBezTo>
                      <a:pt x="1773" y="74"/>
                      <a:pt x="1515" y="0"/>
                      <a:pt x="12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3060;p72"/>
              <p:cNvSpPr/>
              <p:nvPr/>
            </p:nvSpPr>
            <p:spPr>
              <a:xfrm>
                <a:off x="592801" y="2407664"/>
                <a:ext cx="108366" cy="30060"/>
              </a:xfrm>
              <a:custGeom>
                <a:avLst/>
                <a:gdLst/>
                <a:ahLst/>
                <a:cxnLst/>
                <a:rect l="l" t="t" r="r" b="b"/>
                <a:pathLst>
                  <a:path w="1752" h="486" extrusionOk="0">
                    <a:moveTo>
                      <a:pt x="1018" y="0"/>
                    </a:moveTo>
                    <a:cubicBezTo>
                      <a:pt x="483" y="0"/>
                      <a:pt x="33" y="378"/>
                      <a:pt x="25" y="378"/>
                    </a:cubicBezTo>
                    <a:cubicBezTo>
                      <a:pt x="1" y="402"/>
                      <a:pt x="1" y="438"/>
                      <a:pt x="25" y="462"/>
                    </a:cubicBezTo>
                    <a:cubicBezTo>
                      <a:pt x="37" y="474"/>
                      <a:pt x="49" y="486"/>
                      <a:pt x="72" y="486"/>
                    </a:cubicBezTo>
                    <a:cubicBezTo>
                      <a:pt x="84" y="486"/>
                      <a:pt x="96" y="486"/>
                      <a:pt x="108" y="474"/>
                    </a:cubicBezTo>
                    <a:cubicBezTo>
                      <a:pt x="108" y="465"/>
                      <a:pt x="521" y="120"/>
                      <a:pt x="1006" y="120"/>
                    </a:cubicBezTo>
                    <a:cubicBezTo>
                      <a:pt x="1214" y="120"/>
                      <a:pt x="1436" y="184"/>
                      <a:pt x="1644" y="367"/>
                    </a:cubicBezTo>
                    <a:cubicBezTo>
                      <a:pt x="1654" y="371"/>
                      <a:pt x="1668" y="374"/>
                      <a:pt x="1682" y="374"/>
                    </a:cubicBezTo>
                    <a:cubicBezTo>
                      <a:pt x="1701" y="374"/>
                      <a:pt x="1720" y="369"/>
                      <a:pt x="1727" y="355"/>
                    </a:cubicBezTo>
                    <a:cubicBezTo>
                      <a:pt x="1751" y="331"/>
                      <a:pt x="1751" y="295"/>
                      <a:pt x="1727" y="271"/>
                    </a:cubicBezTo>
                    <a:cubicBezTo>
                      <a:pt x="1494" y="71"/>
                      <a:pt x="1248" y="0"/>
                      <a:pt x="10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61" name="Google Shape;3061;p72"/>
            <p:cNvGrpSpPr/>
            <p:nvPr/>
          </p:nvGrpSpPr>
          <p:grpSpPr>
            <a:xfrm>
              <a:off x="2273283" y="1933308"/>
              <a:ext cx="175822" cy="136159"/>
              <a:chOff x="533918" y="2351749"/>
              <a:chExt cx="193722" cy="150054"/>
            </a:xfrm>
          </p:grpSpPr>
          <p:sp>
            <p:nvSpPr>
              <p:cNvPr id="3062" name="Google Shape;3062;p72"/>
              <p:cNvSpPr/>
              <p:nvPr/>
            </p:nvSpPr>
            <p:spPr>
              <a:xfrm>
                <a:off x="533918" y="2351749"/>
                <a:ext cx="193722" cy="150054"/>
              </a:xfrm>
              <a:custGeom>
                <a:avLst/>
                <a:gdLst/>
                <a:ahLst/>
                <a:cxnLst/>
                <a:rect l="l" t="t" r="r" b="b"/>
                <a:pathLst>
                  <a:path w="3132" h="2426" extrusionOk="0">
                    <a:moveTo>
                      <a:pt x="1266" y="0"/>
                    </a:moveTo>
                    <a:cubicBezTo>
                      <a:pt x="1156" y="0"/>
                      <a:pt x="1047" y="15"/>
                      <a:pt x="941" y="44"/>
                    </a:cubicBezTo>
                    <a:cubicBezTo>
                      <a:pt x="346" y="223"/>
                      <a:pt x="36" y="794"/>
                      <a:pt x="24" y="818"/>
                    </a:cubicBezTo>
                    <a:cubicBezTo>
                      <a:pt x="0" y="842"/>
                      <a:pt x="12" y="878"/>
                      <a:pt x="48" y="890"/>
                    </a:cubicBezTo>
                    <a:cubicBezTo>
                      <a:pt x="56" y="898"/>
                      <a:pt x="66" y="902"/>
                      <a:pt x="76" y="902"/>
                    </a:cubicBezTo>
                    <a:cubicBezTo>
                      <a:pt x="94" y="902"/>
                      <a:pt x="112" y="889"/>
                      <a:pt x="119" y="866"/>
                    </a:cubicBezTo>
                    <a:cubicBezTo>
                      <a:pt x="119" y="866"/>
                      <a:pt x="429" y="318"/>
                      <a:pt x="965" y="151"/>
                    </a:cubicBezTo>
                    <a:cubicBezTo>
                      <a:pt x="1059" y="127"/>
                      <a:pt x="1154" y="115"/>
                      <a:pt x="1252" y="115"/>
                    </a:cubicBezTo>
                    <a:cubicBezTo>
                      <a:pt x="1488" y="115"/>
                      <a:pt x="1732" y="187"/>
                      <a:pt x="1977" y="330"/>
                    </a:cubicBezTo>
                    <a:cubicBezTo>
                      <a:pt x="2989" y="901"/>
                      <a:pt x="2465" y="2330"/>
                      <a:pt x="2465" y="2342"/>
                    </a:cubicBezTo>
                    <a:cubicBezTo>
                      <a:pt x="2453" y="2378"/>
                      <a:pt x="2465" y="2414"/>
                      <a:pt x="2489" y="2425"/>
                    </a:cubicBezTo>
                    <a:lnTo>
                      <a:pt x="2513" y="2425"/>
                    </a:lnTo>
                    <a:cubicBezTo>
                      <a:pt x="2536" y="2425"/>
                      <a:pt x="2560" y="2414"/>
                      <a:pt x="2572" y="2390"/>
                    </a:cubicBezTo>
                    <a:cubicBezTo>
                      <a:pt x="2572" y="2378"/>
                      <a:pt x="3132" y="854"/>
                      <a:pt x="2036" y="223"/>
                    </a:cubicBezTo>
                    <a:cubicBezTo>
                      <a:pt x="1773" y="74"/>
                      <a:pt x="1515" y="0"/>
                      <a:pt x="12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72"/>
              <p:cNvSpPr/>
              <p:nvPr/>
            </p:nvSpPr>
            <p:spPr>
              <a:xfrm>
                <a:off x="592801" y="2407664"/>
                <a:ext cx="108366" cy="30060"/>
              </a:xfrm>
              <a:custGeom>
                <a:avLst/>
                <a:gdLst/>
                <a:ahLst/>
                <a:cxnLst/>
                <a:rect l="l" t="t" r="r" b="b"/>
                <a:pathLst>
                  <a:path w="1752" h="486" extrusionOk="0">
                    <a:moveTo>
                      <a:pt x="1018" y="0"/>
                    </a:moveTo>
                    <a:cubicBezTo>
                      <a:pt x="483" y="0"/>
                      <a:pt x="33" y="378"/>
                      <a:pt x="25" y="378"/>
                    </a:cubicBezTo>
                    <a:cubicBezTo>
                      <a:pt x="1" y="402"/>
                      <a:pt x="1" y="438"/>
                      <a:pt x="25" y="462"/>
                    </a:cubicBezTo>
                    <a:cubicBezTo>
                      <a:pt x="37" y="474"/>
                      <a:pt x="49" y="486"/>
                      <a:pt x="72" y="486"/>
                    </a:cubicBezTo>
                    <a:cubicBezTo>
                      <a:pt x="84" y="486"/>
                      <a:pt x="96" y="486"/>
                      <a:pt x="108" y="474"/>
                    </a:cubicBezTo>
                    <a:cubicBezTo>
                      <a:pt x="108" y="465"/>
                      <a:pt x="521" y="120"/>
                      <a:pt x="1006" y="120"/>
                    </a:cubicBezTo>
                    <a:cubicBezTo>
                      <a:pt x="1214" y="120"/>
                      <a:pt x="1436" y="184"/>
                      <a:pt x="1644" y="367"/>
                    </a:cubicBezTo>
                    <a:cubicBezTo>
                      <a:pt x="1654" y="371"/>
                      <a:pt x="1668" y="374"/>
                      <a:pt x="1682" y="374"/>
                    </a:cubicBezTo>
                    <a:cubicBezTo>
                      <a:pt x="1701" y="374"/>
                      <a:pt x="1720" y="369"/>
                      <a:pt x="1727" y="355"/>
                    </a:cubicBezTo>
                    <a:cubicBezTo>
                      <a:pt x="1751" y="331"/>
                      <a:pt x="1751" y="295"/>
                      <a:pt x="1727" y="271"/>
                    </a:cubicBezTo>
                    <a:cubicBezTo>
                      <a:pt x="1494" y="71"/>
                      <a:pt x="1248" y="0"/>
                      <a:pt x="10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064" name="Google Shape;3064;p72"/>
          <p:cNvGrpSpPr/>
          <p:nvPr/>
        </p:nvGrpSpPr>
        <p:grpSpPr>
          <a:xfrm>
            <a:off x="98765" y="3723338"/>
            <a:ext cx="1524141" cy="1505530"/>
            <a:chOff x="3458451" y="3807305"/>
            <a:chExt cx="855154" cy="844712"/>
          </a:xfrm>
        </p:grpSpPr>
        <p:grpSp>
          <p:nvGrpSpPr>
            <p:cNvPr id="3065" name="Google Shape;3065;p72"/>
            <p:cNvGrpSpPr/>
            <p:nvPr/>
          </p:nvGrpSpPr>
          <p:grpSpPr>
            <a:xfrm flipH="1">
              <a:off x="3458451" y="3807305"/>
              <a:ext cx="855154" cy="844712"/>
              <a:chOff x="-2708900" y="3174350"/>
              <a:chExt cx="350100" cy="345825"/>
            </a:xfrm>
          </p:grpSpPr>
          <p:sp>
            <p:nvSpPr>
              <p:cNvPr id="3066" name="Google Shape;3066;p72"/>
              <p:cNvSpPr/>
              <p:nvPr/>
            </p:nvSpPr>
            <p:spPr>
              <a:xfrm>
                <a:off x="-2708900" y="3296700"/>
                <a:ext cx="173500" cy="221100"/>
              </a:xfrm>
              <a:custGeom>
                <a:avLst/>
                <a:gdLst/>
                <a:ahLst/>
                <a:cxnLst/>
                <a:rect l="l" t="t" r="r" b="b"/>
                <a:pathLst>
                  <a:path w="6940" h="8844" extrusionOk="0">
                    <a:moveTo>
                      <a:pt x="1937" y="1"/>
                    </a:moveTo>
                    <a:cubicBezTo>
                      <a:pt x="725" y="1"/>
                      <a:pt x="0" y="1639"/>
                      <a:pt x="1903" y="4367"/>
                    </a:cubicBezTo>
                    <a:cubicBezTo>
                      <a:pt x="3082" y="6057"/>
                      <a:pt x="3868" y="7700"/>
                      <a:pt x="4344" y="8843"/>
                    </a:cubicBezTo>
                    <a:lnTo>
                      <a:pt x="6939" y="8796"/>
                    </a:lnTo>
                    <a:cubicBezTo>
                      <a:pt x="6046" y="4390"/>
                      <a:pt x="3760" y="509"/>
                      <a:pt x="2415" y="80"/>
                    </a:cubicBezTo>
                    <a:cubicBezTo>
                      <a:pt x="2251" y="27"/>
                      <a:pt x="2090" y="1"/>
                      <a:pt x="193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72"/>
              <p:cNvSpPr/>
              <p:nvPr/>
            </p:nvSpPr>
            <p:spPr>
              <a:xfrm>
                <a:off x="-2678900" y="3301975"/>
                <a:ext cx="114325" cy="214625"/>
              </a:xfrm>
              <a:custGeom>
                <a:avLst/>
                <a:gdLst/>
                <a:ahLst/>
                <a:cxnLst/>
                <a:rect l="l" t="t" r="r" b="b"/>
                <a:pathLst>
                  <a:path w="4573" h="8585" extrusionOk="0">
                    <a:moveTo>
                      <a:pt x="96" y="0"/>
                    </a:moveTo>
                    <a:lnTo>
                      <a:pt x="1" y="107"/>
                    </a:lnTo>
                    <a:cubicBezTo>
                      <a:pt x="13" y="119"/>
                      <a:pt x="632" y="643"/>
                      <a:pt x="1489" y="1953"/>
                    </a:cubicBezTo>
                    <a:cubicBezTo>
                      <a:pt x="2275" y="3155"/>
                      <a:pt x="3430" y="5287"/>
                      <a:pt x="4430" y="8585"/>
                    </a:cubicBezTo>
                    <a:lnTo>
                      <a:pt x="4573" y="8537"/>
                    </a:lnTo>
                    <a:cubicBezTo>
                      <a:pt x="3573" y="5215"/>
                      <a:pt x="2406" y="3072"/>
                      <a:pt x="1608" y="1858"/>
                    </a:cubicBezTo>
                    <a:cubicBezTo>
                      <a:pt x="739" y="536"/>
                      <a:pt x="120" y="24"/>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3068;p72"/>
              <p:cNvSpPr/>
              <p:nvPr/>
            </p:nvSpPr>
            <p:spPr>
              <a:xfrm>
                <a:off x="-2524425" y="3174350"/>
                <a:ext cx="165625" cy="342850"/>
              </a:xfrm>
              <a:custGeom>
                <a:avLst/>
                <a:gdLst/>
                <a:ahLst/>
                <a:cxnLst/>
                <a:rect l="l" t="t" r="r" b="b"/>
                <a:pathLst>
                  <a:path w="6625" h="13714" extrusionOk="0">
                    <a:moveTo>
                      <a:pt x="4151" y="1"/>
                    </a:moveTo>
                    <a:cubicBezTo>
                      <a:pt x="3812" y="1"/>
                      <a:pt x="3457" y="115"/>
                      <a:pt x="3120" y="343"/>
                    </a:cubicBezTo>
                    <a:cubicBezTo>
                      <a:pt x="1525" y="1414"/>
                      <a:pt x="1" y="7546"/>
                      <a:pt x="644" y="13666"/>
                    </a:cubicBezTo>
                    <a:lnTo>
                      <a:pt x="3775" y="13713"/>
                    </a:lnTo>
                    <a:cubicBezTo>
                      <a:pt x="3835" y="12440"/>
                      <a:pt x="4109" y="9213"/>
                      <a:pt x="5347" y="5593"/>
                    </a:cubicBezTo>
                    <a:cubicBezTo>
                      <a:pt x="6624" y="1847"/>
                      <a:pt x="5512" y="1"/>
                      <a:pt x="4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3069;p72"/>
              <p:cNvSpPr/>
              <p:nvPr/>
            </p:nvSpPr>
            <p:spPr>
              <a:xfrm>
                <a:off x="-2474100" y="3176950"/>
                <a:ext cx="68175" cy="343225"/>
              </a:xfrm>
              <a:custGeom>
                <a:avLst/>
                <a:gdLst/>
                <a:ahLst/>
                <a:cxnLst/>
                <a:rect l="l" t="t" r="r" b="b"/>
                <a:pathLst>
                  <a:path w="2727" h="13729" extrusionOk="0">
                    <a:moveTo>
                      <a:pt x="2596" y="1"/>
                    </a:moveTo>
                    <a:cubicBezTo>
                      <a:pt x="2572" y="48"/>
                      <a:pt x="1929" y="1013"/>
                      <a:pt x="1286" y="3203"/>
                    </a:cubicBezTo>
                    <a:cubicBezTo>
                      <a:pt x="691" y="5216"/>
                      <a:pt x="0" y="8668"/>
                      <a:pt x="60" y="13729"/>
                    </a:cubicBezTo>
                    <a:lnTo>
                      <a:pt x="203" y="13729"/>
                    </a:lnTo>
                    <a:cubicBezTo>
                      <a:pt x="95" y="4096"/>
                      <a:pt x="2703" y="132"/>
                      <a:pt x="2727" y="84"/>
                    </a:cubicBezTo>
                    <a:lnTo>
                      <a:pt x="25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3070;p72"/>
              <p:cNvSpPr/>
              <p:nvPr/>
            </p:nvSpPr>
            <p:spPr>
              <a:xfrm>
                <a:off x="-2619950" y="3198375"/>
                <a:ext cx="136925" cy="321200"/>
              </a:xfrm>
              <a:custGeom>
                <a:avLst/>
                <a:gdLst/>
                <a:ahLst/>
                <a:cxnLst/>
                <a:rect l="l" t="t" r="r" b="b"/>
                <a:pathLst>
                  <a:path w="5477" h="12848" extrusionOk="0">
                    <a:moveTo>
                      <a:pt x="2339" y="1"/>
                    </a:moveTo>
                    <a:cubicBezTo>
                      <a:pt x="2205" y="1"/>
                      <a:pt x="2065" y="13"/>
                      <a:pt x="1917" y="37"/>
                    </a:cubicBezTo>
                    <a:cubicBezTo>
                      <a:pt x="703" y="227"/>
                      <a:pt x="0" y="2251"/>
                      <a:pt x="1345" y="7347"/>
                    </a:cubicBezTo>
                    <a:cubicBezTo>
                      <a:pt x="2036" y="9943"/>
                      <a:pt x="2560" y="11752"/>
                      <a:pt x="2893" y="12824"/>
                    </a:cubicBezTo>
                    <a:lnTo>
                      <a:pt x="5477" y="12848"/>
                    </a:lnTo>
                    <a:cubicBezTo>
                      <a:pt x="5465" y="10717"/>
                      <a:pt x="5358" y="4966"/>
                      <a:pt x="4667" y="2882"/>
                    </a:cubicBezTo>
                    <a:cubicBezTo>
                      <a:pt x="3925" y="665"/>
                      <a:pt x="3302" y="1"/>
                      <a:pt x="23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3071;p72"/>
              <p:cNvSpPr/>
              <p:nvPr/>
            </p:nvSpPr>
            <p:spPr>
              <a:xfrm>
                <a:off x="-2574125" y="3198675"/>
                <a:ext cx="61950" cy="316450"/>
              </a:xfrm>
              <a:custGeom>
                <a:avLst/>
                <a:gdLst/>
                <a:ahLst/>
                <a:cxnLst/>
                <a:rect l="l" t="t" r="r" b="b"/>
                <a:pathLst>
                  <a:path w="2478" h="12658" extrusionOk="0">
                    <a:moveTo>
                      <a:pt x="155" y="1"/>
                    </a:moveTo>
                    <a:lnTo>
                      <a:pt x="1" y="37"/>
                    </a:lnTo>
                    <a:cubicBezTo>
                      <a:pt x="24" y="108"/>
                      <a:pt x="1548" y="6859"/>
                      <a:pt x="2322" y="12657"/>
                    </a:cubicBezTo>
                    <a:lnTo>
                      <a:pt x="2477" y="12633"/>
                    </a:lnTo>
                    <a:cubicBezTo>
                      <a:pt x="1703" y="6835"/>
                      <a:pt x="167" y="72"/>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072" name="Google Shape;3072;p72"/>
            <p:cNvCxnSpPr/>
            <p:nvPr/>
          </p:nvCxnSpPr>
          <p:spPr>
            <a:xfrm>
              <a:off x="3513675" y="4647509"/>
              <a:ext cx="656100" cy="0"/>
            </a:xfrm>
            <a:prstGeom prst="straightConnector1">
              <a:avLst/>
            </a:prstGeom>
            <a:noFill/>
            <a:ln w="9525" cap="flat" cmpd="sng">
              <a:solidFill>
                <a:schemeClr val="dk1"/>
              </a:solidFill>
              <a:prstDash val="solid"/>
              <a:round/>
              <a:headEnd type="none" w="med" len="med"/>
              <a:tailEnd type="none" w="med" len="med"/>
            </a:ln>
          </p:spPr>
        </p:cxnSp>
      </p:grpSp>
      <p:grpSp>
        <p:nvGrpSpPr>
          <p:cNvPr id="3073" name="Google Shape;3073;p72"/>
          <p:cNvGrpSpPr/>
          <p:nvPr/>
        </p:nvGrpSpPr>
        <p:grpSpPr>
          <a:xfrm>
            <a:off x="2910906" y="155224"/>
            <a:ext cx="1234611" cy="1122345"/>
            <a:chOff x="6494019" y="-137261"/>
            <a:chExt cx="2116596" cy="1924130"/>
          </a:xfrm>
        </p:grpSpPr>
        <p:sp>
          <p:nvSpPr>
            <p:cNvPr id="3074" name="Google Shape;3074;p72"/>
            <p:cNvSpPr/>
            <p:nvPr/>
          </p:nvSpPr>
          <p:spPr>
            <a:xfrm>
              <a:off x="6494019" y="-137261"/>
              <a:ext cx="2116596" cy="1924130"/>
            </a:xfrm>
            <a:custGeom>
              <a:avLst/>
              <a:gdLst/>
              <a:ahLst/>
              <a:cxnLst/>
              <a:rect l="l" t="t" r="r" b="b"/>
              <a:pathLst>
                <a:path w="63509" h="57734" extrusionOk="0">
                  <a:moveTo>
                    <a:pt x="31969" y="1"/>
                  </a:moveTo>
                  <a:cubicBezTo>
                    <a:pt x="28706" y="1"/>
                    <a:pt x="26051" y="3644"/>
                    <a:pt x="25992" y="8168"/>
                  </a:cubicBezTo>
                  <a:cubicBezTo>
                    <a:pt x="25897" y="8049"/>
                    <a:pt x="25801" y="7930"/>
                    <a:pt x="25694" y="7811"/>
                  </a:cubicBezTo>
                  <a:cubicBezTo>
                    <a:pt x="23611" y="5439"/>
                    <a:pt x="20864" y="4108"/>
                    <a:pt x="18518" y="4108"/>
                  </a:cubicBezTo>
                  <a:cubicBezTo>
                    <a:pt x="17378" y="4108"/>
                    <a:pt x="16332" y="4423"/>
                    <a:pt x="15502" y="5085"/>
                  </a:cubicBezTo>
                  <a:cubicBezTo>
                    <a:pt x="13478" y="6692"/>
                    <a:pt x="13359" y="9883"/>
                    <a:pt x="14967" y="12895"/>
                  </a:cubicBezTo>
                  <a:cubicBezTo>
                    <a:pt x="13279" y="12099"/>
                    <a:pt x="11536" y="11713"/>
                    <a:pt x="9957" y="11713"/>
                  </a:cubicBezTo>
                  <a:cubicBezTo>
                    <a:pt x="7613" y="11713"/>
                    <a:pt x="5631" y="12564"/>
                    <a:pt x="4727" y="14193"/>
                  </a:cubicBezTo>
                  <a:cubicBezTo>
                    <a:pt x="3310" y="16753"/>
                    <a:pt x="5084" y="20337"/>
                    <a:pt x="8704" y="22563"/>
                  </a:cubicBezTo>
                  <a:cubicBezTo>
                    <a:pt x="3894" y="22575"/>
                    <a:pt x="0" y="25111"/>
                    <a:pt x="0" y="28254"/>
                  </a:cubicBezTo>
                  <a:cubicBezTo>
                    <a:pt x="0" y="31243"/>
                    <a:pt x="3537" y="33683"/>
                    <a:pt x="8025" y="33922"/>
                  </a:cubicBezTo>
                  <a:cubicBezTo>
                    <a:pt x="7894" y="34017"/>
                    <a:pt x="7763" y="34124"/>
                    <a:pt x="7632" y="34231"/>
                  </a:cubicBezTo>
                  <a:cubicBezTo>
                    <a:pt x="3930" y="37172"/>
                    <a:pt x="2644" y="41518"/>
                    <a:pt x="4751" y="43923"/>
                  </a:cubicBezTo>
                  <a:cubicBezTo>
                    <a:pt x="5674" y="44975"/>
                    <a:pt x="7091" y="45488"/>
                    <a:pt x="8702" y="45488"/>
                  </a:cubicBezTo>
                  <a:cubicBezTo>
                    <a:pt x="10792" y="45488"/>
                    <a:pt x="13209" y="44625"/>
                    <a:pt x="15300" y="42958"/>
                  </a:cubicBezTo>
                  <a:cubicBezTo>
                    <a:pt x="15348" y="42923"/>
                    <a:pt x="15383" y="42887"/>
                    <a:pt x="15431" y="42851"/>
                  </a:cubicBezTo>
                  <a:lnTo>
                    <a:pt x="15431" y="42851"/>
                  </a:lnTo>
                  <a:cubicBezTo>
                    <a:pt x="15014" y="43375"/>
                    <a:pt x="14621" y="43947"/>
                    <a:pt x="14276" y="44578"/>
                  </a:cubicBezTo>
                  <a:cubicBezTo>
                    <a:pt x="12026" y="48638"/>
                    <a:pt x="12573" y="53114"/>
                    <a:pt x="15502" y="54579"/>
                  </a:cubicBezTo>
                  <a:cubicBezTo>
                    <a:pt x="16132" y="54896"/>
                    <a:pt x="16822" y="55047"/>
                    <a:pt x="17539" y="55047"/>
                  </a:cubicBezTo>
                  <a:cubicBezTo>
                    <a:pt x="20020" y="55047"/>
                    <a:pt x="22828" y="53242"/>
                    <a:pt x="24611" y="50304"/>
                  </a:cubicBezTo>
                  <a:cubicBezTo>
                    <a:pt x="24932" y="54484"/>
                    <a:pt x="27480" y="57734"/>
                    <a:pt x="30564" y="57734"/>
                  </a:cubicBezTo>
                  <a:cubicBezTo>
                    <a:pt x="33612" y="57734"/>
                    <a:pt x="36124" y="54555"/>
                    <a:pt x="36493" y="50459"/>
                  </a:cubicBezTo>
                  <a:cubicBezTo>
                    <a:pt x="36612" y="50602"/>
                    <a:pt x="36719" y="50745"/>
                    <a:pt x="36838" y="50876"/>
                  </a:cubicBezTo>
                  <a:cubicBezTo>
                    <a:pt x="38925" y="53251"/>
                    <a:pt x="41676" y="54582"/>
                    <a:pt x="44024" y="54582"/>
                  </a:cubicBezTo>
                  <a:cubicBezTo>
                    <a:pt x="45161" y="54582"/>
                    <a:pt x="46203" y="54271"/>
                    <a:pt x="47030" y="53614"/>
                  </a:cubicBezTo>
                  <a:cubicBezTo>
                    <a:pt x="49566" y="51590"/>
                    <a:pt x="49114" y="47102"/>
                    <a:pt x="46030" y="43577"/>
                  </a:cubicBezTo>
                  <a:cubicBezTo>
                    <a:pt x="43944" y="41202"/>
                    <a:pt x="41187" y="39871"/>
                    <a:pt x="38835" y="39871"/>
                  </a:cubicBezTo>
                  <a:cubicBezTo>
                    <a:pt x="37697" y="39871"/>
                    <a:pt x="36653" y="40183"/>
                    <a:pt x="35826" y="40839"/>
                  </a:cubicBezTo>
                  <a:cubicBezTo>
                    <a:pt x="35124" y="41411"/>
                    <a:pt x="34648" y="42161"/>
                    <a:pt x="34398" y="43030"/>
                  </a:cubicBezTo>
                  <a:cubicBezTo>
                    <a:pt x="33362" y="41827"/>
                    <a:pt x="32028" y="41101"/>
                    <a:pt x="30564" y="41101"/>
                  </a:cubicBezTo>
                  <a:cubicBezTo>
                    <a:pt x="28825" y="41101"/>
                    <a:pt x="27266" y="42125"/>
                    <a:pt x="26170" y="43768"/>
                  </a:cubicBezTo>
                  <a:cubicBezTo>
                    <a:pt x="25920" y="42018"/>
                    <a:pt x="25063" y="40589"/>
                    <a:pt x="23646" y="39863"/>
                  </a:cubicBezTo>
                  <a:cubicBezTo>
                    <a:pt x="23014" y="39551"/>
                    <a:pt x="22325" y="39402"/>
                    <a:pt x="21610" y="39402"/>
                  </a:cubicBezTo>
                  <a:cubicBezTo>
                    <a:pt x="20141" y="39402"/>
                    <a:pt x="18562" y="40028"/>
                    <a:pt x="17145" y="41149"/>
                  </a:cubicBezTo>
                  <a:cubicBezTo>
                    <a:pt x="19372" y="38434"/>
                    <a:pt x="19884" y="35219"/>
                    <a:pt x="18169" y="33267"/>
                  </a:cubicBezTo>
                  <a:cubicBezTo>
                    <a:pt x="17515" y="32517"/>
                    <a:pt x="16598" y="32040"/>
                    <a:pt x="15538" y="31826"/>
                  </a:cubicBezTo>
                  <a:cubicBezTo>
                    <a:pt x="16753" y="30850"/>
                    <a:pt x="17479" y="29611"/>
                    <a:pt x="17479" y="28254"/>
                  </a:cubicBezTo>
                  <a:cubicBezTo>
                    <a:pt x="17479" y="26778"/>
                    <a:pt x="16610" y="25432"/>
                    <a:pt x="15193" y="24420"/>
                  </a:cubicBezTo>
                  <a:cubicBezTo>
                    <a:pt x="17443" y="24361"/>
                    <a:pt x="19324" y="23515"/>
                    <a:pt x="20193" y="21944"/>
                  </a:cubicBezTo>
                  <a:cubicBezTo>
                    <a:pt x="20848" y="20765"/>
                    <a:pt x="20824" y="19360"/>
                    <a:pt x="20253" y="17967"/>
                  </a:cubicBezTo>
                  <a:lnTo>
                    <a:pt x="20253" y="17967"/>
                  </a:lnTo>
                  <a:cubicBezTo>
                    <a:pt x="21417" y="18523"/>
                    <a:pt x="22602" y="18814"/>
                    <a:pt x="23699" y="18814"/>
                  </a:cubicBezTo>
                  <a:cubicBezTo>
                    <a:pt x="24834" y="18814"/>
                    <a:pt x="25877" y="18502"/>
                    <a:pt x="26706" y="17848"/>
                  </a:cubicBezTo>
                  <a:cubicBezTo>
                    <a:pt x="27611" y="17122"/>
                    <a:pt x="28135" y="16074"/>
                    <a:pt x="28290" y="14872"/>
                  </a:cubicBezTo>
                  <a:cubicBezTo>
                    <a:pt x="29314" y="15979"/>
                    <a:pt x="30588" y="16634"/>
                    <a:pt x="31969" y="16634"/>
                  </a:cubicBezTo>
                  <a:cubicBezTo>
                    <a:pt x="33671" y="16634"/>
                    <a:pt x="35195" y="15645"/>
                    <a:pt x="36291" y="14074"/>
                  </a:cubicBezTo>
                  <a:cubicBezTo>
                    <a:pt x="36350" y="16205"/>
                    <a:pt x="37243" y="17991"/>
                    <a:pt x="38886" y="18813"/>
                  </a:cubicBezTo>
                  <a:cubicBezTo>
                    <a:pt x="39518" y="19133"/>
                    <a:pt x="40210" y="19285"/>
                    <a:pt x="40929" y="19285"/>
                  </a:cubicBezTo>
                  <a:cubicBezTo>
                    <a:pt x="42078" y="19285"/>
                    <a:pt x="43296" y="18897"/>
                    <a:pt x="44446" y="18193"/>
                  </a:cubicBezTo>
                  <a:lnTo>
                    <a:pt x="44446" y="18193"/>
                  </a:lnTo>
                  <a:cubicBezTo>
                    <a:pt x="43589" y="20229"/>
                    <a:pt x="43684" y="22265"/>
                    <a:pt x="44899" y="23658"/>
                  </a:cubicBezTo>
                  <a:cubicBezTo>
                    <a:pt x="45637" y="24504"/>
                    <a:pt x="46685" y="24992"/>
                    <a:pt x="47899" y="25159"/>
                  </a:cubicBezTo>
                  <a:cubicBezTo>
                    <a:pt x="46732" y="26123"/>
                    <a:pt x="46030" y="27349"/>
                    <a:pt x="46030" y="28671"/>
                  </a:cubicBezTo>
                  <a:cubicBezTo>
                    <a:pt x="46030" y="30290"/>
                    <a:pt x="47054" y="31743"/>
                    <a:pt x="48709" y="32779"/>
                  </a:cubicBezTo>
                  <a:cubicBezTo>
                    <a:pt x="48693" y="32778"/>
                    <a:pt x="48677" y="32778"/>
                    <a:pt x="48661" y="32778"/>
                  </a:cubicBezTo>
                  <a:cubicBezTo>
                    <a:pt x="46324" y="32778"/>
                    <a:pt x="44345" y="33635"/>
                    <a:pt x="43446" y="35255"/>
                  </a:cubicBezTo>
                  <a:cubicBezTo>
                    <a:pt x="41910" y="38041"/>
                    <a:pt x="44125" y="42030"/>
                    <a:pt x="48387" y="44173"/>
                  </a:cubicBezTo>
                  <a:cubicBezTo>
                    <a:pt x="50162" y="45058"/>
                    <a:pt x="52013" y="45487"/>
                    <a:pt x="53680" y="45487"/>
                  </a:cubicBezTo>
                  <a:cubicBezTo>
                    <a:pt x="56029" y="45487"/>
                    <a:pt x="58014" y="44635"/>
                    <a:pt x="58913" y="43006"/>
                  </a:cubicBezTo>
                  <a:cubicBezTo>
                    <a:pt x="60389" y="40339"/>
                    <a:pt x="58413" y="36553"/>
                    <a:pt x="54472" y="34362"/>
                  </a:cubicBezTo>
                  <a:lnTo>
                    <a:pt x="54769" y="34362"/>
                  </a:lnTo>
                  <a:cubicBezTo>
                    <a:pt x="59603" y="34362"/>
                    <a:pt x="63508" y="31814"/>
                    <a:pt x="63508" y="28671"/>
                  </a:cubicBezTo>
                  <a:cubicBezTo>
                    <a:pt x="63508" y="25599"/>
                    <a:pt x="59758" y="23087"/>
                    <a:pt x="55079" y="22992"/>
                  </a:cubicBezTo>
                  <a:cubicBezTo>
                    <a:pt x="55198" y="22896"/>
                    <a:pt x="55329" y="22801"/>
                    <a:pt x="55448" y="22706"/>
                  </a:cubicBezTo>
                  <a:cubicBezTo>
                    <a:pt x="59151" y="19753"/>
                    <a:pt x="60437" y="15419"/>
                    <a:pt x="58317" y="13002"/>
                  </a:cubicBezTo>
                  <a:cubicBezTo>
                    <a:pt x="57397" y="11953"/>
                    <a:pt x="55984" y="11443"/>
                    <a:pt x="54378" y="11443"/>
                  </a:cubicBezTo>
                  <a:cubicBezTo>
                    <a:pt x="52576" y="11443"/>
                    <a:pt x="50530" y="12084"/>
                    <a:pt x="48661" y="13324"/>
                  </a:cubicBezTo>
                  <a:cubicBezTo>
                    <a:pt x="50423" y="9490"/>
                    <a:pt x="49769" y="5478"/>
                    <a:pt x="47042" y="4108"/>
                  </a:cubicBezTo>
                  <a:cubicBezTo>
                    <a:pt x="46411" y="3793"/>
                    <a:pt x="45720" y="3643"/>
                    <a:pt x="45003" y="3643"/>
                  </a:cubicBezTo>
                  <a:cubicBezTo>
                    <a:pt x="42529" y="3643"/>
                    <a:pt x="39739" y="5425"/>
                    <a:pt x="37958" y="8323"/>
                  </a:cubicBezTo>
                  <a:cubicBezTo>
                    <a:pt x="37958" y="3727"/>
                    <a:pt x="35279" y="1"/>
                    <a:pt x="3196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72"/>
            <p:cNvSpPr/>
            <p:nvPr/>
          </p:nvSpPr>
          <p:spPr>
            <a:xfrm>
              <a:off x="6933325" y="242331"/>
              <a:ext cx="1238002" cy="1209350"/>
            </a:xfrm>
            <a:custGeom>
              <a:avLst/>
              <a:gdLst/>
              <a:ahLst/>
              <a:cxnLst/>
              <a:rect l="l" t="t" r="r" b="b"/>
              <a:pathLst>
                <a:path w="46983" h="45900" extrusionOk="0">
                  <a:moveTo>
                    <a:pt x="23491" y="1"/>
                  </a:moveTo>
                  <a:cubicBezTo>
                    <a:pt x="10514" y="1"/>
                    <a:pt x="0" y="10276"/>
                    <a:pt x="0" y="22956"/>
                  </a:cubicBezTo>
                  <a:cubicBezTo>
                    <a:pt x="0" y="35624"/>
                    <a:pt x="10514" y="45899"/>
                    <a:pt x="23491" y="45899"/>
                  </a:cubicBezTo>
                  <a:cubicBezTo>
                    <a:pt x="36469" y="45899"/>
                    <a:pt x="46982" y="35624"/>
                    <a:pt x="46982" y="22956"/>
                  </a:cubicBezTo>
                  <a:cubicBezTo>
                    <a:pt x="46982" y="10276"/>
                    <a:pt x="36469" y="1"/>
                    <a:pt x="2349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76" name="Google Shape;3076;p72"/>
          <p:cNvSpPr/>
          <p:nvPr/>
        </p:nvSpPr>
        <p:spPr>
          <a:xfrm rot="1644435" flipH="1">
            <a:off x="4157746" y="2075516"/>
            <a:ext cx="246286" cy="264499"/>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7" name="Google Shape;3077;p72"/>
          <p:cNvSpPr/>
          <p:nvPr/>
        </p:nvSpPr>
        <p:spPr>
          <a:xfrm rot="-478963" flipH="1">
            <a:off x="6359485" y="4775603"/>
            <a:ext cx="246282" cy="264496"/>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8" name="Google Shape;3078;p72"/>
          <p:cNvSpPr/>
          <p:nvPr/>
        </p:nvSpPr>
        <p:spPr>
          <a:xfrm rot="1644435" flipH="1">
            <a:off x="8222421" y="2558654"/>
            <a:ext cx="246286" cy="264499"/>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9" name="Google Shape;3079;p72"/>
          <p:cNvSpPr/>
          <p:nvPr/>
        </p:nvSpPr>
        <p:spPr>
          <a:xfrm rot="-1644435">
            <a:off x="6641321" y="197054"/>
            <a:ext cx="246286" cy="264499"/>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3083"/>
        <p:cNvGrpSpPr/>
        <p:nvPr/>
      </p:nvGrpSpPr>
      <p:grpSpPr>
        <a:xfrm>
          <a:off x="0" y="0"/>
          <a:ext cx="0" cy="0"/>
          <a:chOff x="0" y="0"/>
          <a:chExt cx="0" cy="0"/>
        </a:xfrm>
      </p:grpSpPr>
      <p:sp>
        <p:nvSpPr>
          <p:cNvPr id="3084" name="Google Shape;3084;p73"/>
          <p:cNvSpPr/>
          <p:nvPr/>
        </p:nvSpPr>
        <p:spPr>
          <a:xfrm>
            <a:off x="3569700" y="2187825"/>
            <a:ext cx="1975500" cy="19755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5" name="Google Shape;3085;p73"/>
          <p:cNvSpPr txBox="1">
            <a:spLocks noGrp="1"/>
          </p:cNvSpPr>
          <p:nvPr>
            <p:ph type="title"/>
          </p:nvPr>
        </p:nvSpPr>
        <p:spPr>
          <a:xfrm>
            <a:off x="720000" y="445025"/>
            <a:ext cx="7704000" cy="73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Alternative resources</a:t>
            </a:r>
            <a:endParaRPr/>
          </a:p>
        </p:txBody>
      </p:sp>
      <p:sp>
        <p:nvSpPr>
          <p:cNvPr id="3086" name="Google Shape;3086;p73"/>
          <p:cNvSpPr txBox="1"/>
          <p:nvPr/>
        </p:nvSpPr>
        <p:spPr>
          <a:xfrm>
            <a:off x="720000" y="1215750"/>
            <a:ext cx="7704000" cy="86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latin typeface="Quicksand SemiBold"/>
                <a:ea typeface="Quicksand SemiBold"/>
                <a:cs typeface="Quicksand SemiBold"/>
                <a:sym typeface="Quicksand SemiBold"/>
              </a:rPr>
              <a:t>Here’s an assortment of alternative resources whose style fits that of this template:</a:t>
            </a:r>
            <a:endParaRPr sz="1100">
              <a:solidFill>
                <a:schemeClr val="dk1"/>
              </a:solidFill>
              <a:latin typeface="Quicksand SemiBold"/>
              <a:ea typeface="Quicksand SemiBold"/>
              <a:cs typeface="Quicksand SemiBold"/>
              <a:sym typeface="Quicksand SemiBold"/>
            </a:endParaRPr>
          </a:p>
          <a:p>
            <a:pPr marL="457200" lvl="0" indent="-298450" algn="l" rtl="0">
              <a:spcBef>
                <a:spcPts val="0"/>
              </a:spcBef>
              <a:spcAft>
                <a:spcPts val="0"/>
              </a:spcAft>
              <a:buSzPts val="1100"/>
              <a:buFont typeface="Quicksand SemiBold"/>
              <a:buChar char="●"/>
            </a:pPr>
            <a:r>
              <a:rPr lang="en" sz="1100">
                <a:solidFill>
                  <a:schemeClr val="hlink"/>
                </a:solidFill>
                <a:uFill>
                  <a:noFill/>
                </a:uFill>
                <a:latin typeface="Quicksand SemiBold"/>
                <a:ea typeface="Quicksand SemiBold"/>
                <a:cs typeface="Quicksand SemiBold"/>
                <a:sym typeface="Quicksand SemiBold"/>
                <a:hlinkClick r:id="rId3"/>
              </a:rPr>
              <a:t>Cartoon dia de los abuelos illustration</a:t>
            </a:r>
            <a:endParaRPr sz="1100">
              <a:solidFill>
                <a:schemeClr val="dk1"/>
              </a:solidFill>
              <a:latin typeface="Quicksand SemiBold"/>
              <a:ea typeface="Quicksand SemiBold"/>
              <a:cs typeface="Quicksand SemiBold"/>
              <a:sym typeface="Quicksand SemiBold"/>
            </a:endParaRPr>
          </a:p>
          <a:p>
            <a:pPr marL="457200" lvl="0" indent="-298450" algn="l" rtl="0">
              <a:spcBef>
                <a:spcPts val="0"/>
              </a:spcBef>
              <a:spcAft>
                <a:spcPts val="0"/>
              </a:spcAft>
              <a:buSzPts val="1100"/>
              <a:buFont typeface="Quicksand SemiBold"/>
              <a:buChar char="●"/>
            </a:pPr>
            <a:r>
              <a:rPr lang="en" sz="1100">
                <a:solidFill>
                  <a:schemeClr val="hlink"/>
                </a:solidFill>
                <a:uFill>
                  <a:noFill/>
                </a:uFill>
                <a:latin typeface="Quicksand SemiBold"/>
                <a:ea typeface="Quicksand SemiBold"/>
                <a:cs typeface="Quicksand SemiBold"/>
                <a:sym typeface="Quicksand SemiBold"/>
                <a:hlinkClick r:id="rId4"/>
              </a:rPr>
              <a:t>Dia dos avos concept in flat design</a:t>
            </a:r>
            <a:endParaRPr sz="1100">
              <a:solidFill>
                <a:schemeClr val="dk1"/>
              </a:solidFill>
              <a:latin typeface="Quicksand SemiBold"/>
              <a:ea typeface="Quicksand SemiBold"/>
              <a:cs typeface="Quicksand SemiBold"/>
              <a:sym typeface="Quicksand SemiBold"/>
            </a:endParaRPr>
          </a:p>
          <a:p>
            <a:pPr marL="457200" lvl="0" indent="-298450" algn="l" rtl="0">
              <a:spcBef>
                <a:spcPts val="0"/>
              </a:spcBef>
              <a:spcAft>
                <a:spcPts val="0"/>
              </a:spcAft>
              <a:buSzPts val="1100"/>
              <a:buFont typeface="Quicksand SemiBold"/>
              <a:buChar char="●"/>
            </a:pPr>
            <a:r>
              <a:rPr lang="en" sz="1100">
                <a:solidFill>
                  <a:schemeClr val="hlink"/>
                </a:solidFill>
                <a:uFill>
                  <a:noFill/>
                </a:uFill>
                <a:latin typeface="Quicksand SemiBold"/>
                <a:ea typeface="Quicksand SemiBold"/>
                <a:cs typeface="Quicksand SemiBold"/>
                <a:sym typeface="Quicksand SemiBold"/>
                <a:hlinkClick r:id="rId5"/>
              </a:rPr>
              <a:t>Older people enjoying a beautiful day</a:t>
            </a:r>
            <a:endParaRPr sz="1100">
              <a:solidFill>
                <a:schemeClr val="dk1"/>
              </a:solidFill>
              <a:latin typeface="Quicksand SemiBold"/>
              <a:ea typeface="Quicksand SemiBold"/>
              <a:cs typeface="Quicksand SemiBold"/>
              <a:sym typeface="Quicksand SemiBold"/>
            </a:endParaRPr>
          </a:p>
        </p:txBody>
      </p:sp>
      <p:sp>
        <p:nvSpPr>
          <p:cNvPr id="3087" name="Google Shape;3087;p73"/>
          <p:cNvSpPr/>
          <p:nvPr/>
        </p:nvSpPr>
        <p:spPr>
          <a:xfrm>
            <a:off x="4808104" y="2351768"/>
            <a:ext cx="182468" cy="75854"/>
          </a:xfrm>
          <a:custGeom>
            <a:avLst/>
            <a:gdLst/>
            <a:ahLst/>
            <a:cxnLst/>
            <a:rect l="l" t="t" r="r" b="b"/>
            <a:pathLst>
              <a:path w="4787" h="1990" extrusionOk="0">
                <a:moveTo>
                  <a:pt x="0" y="1"/>
                </a:moveTo>
                <a:cubicBezTo>
                  <a:pt x="0" y="1"/>
                  <a:pt x="60" y="60"/>
                  <a:pt x="179" y="144"/>
                </a:cubicBezTo>
                <a:cubicBezTo>
                  <a:pt x="286" y="239"/>
                  <a:pt x="453" y="370"/>
                  <a:pt x="643" y="513"/>
                </a:cubicBezTo>
                <a:cubicBezTo>
                  <a:pt x="846" y="656"/>
                  <a:pt x="1084" y="834"/>
                  <a:pt x="1346" y="1001"/>
                </a:cubicBezTo>
                <a:cubicBezTo>
                  <a:pt x="1608" y="1168"/>
                  <a:pt x="1905" y="1322"/>
                  <a:pt x="2203" y="1477"/>
                </a:cubicBezTo>
                <a:cubicBezTo>
                  <a:pt x="2501" y="1608"/>
                  <a:pt x="2822" y="1739"/>
                  <a:pt x="3120" y="1822"/>
                </a:cubicBezTo>
                <a:cubicBezTo>
                  <a:pt x="3417" y="1906"/>
                  <a:pt x="3715" y="1953"/>
                  <a:pt x="3965" y="1977"/>
                </a:cubicBezTo>
                <a:cubicBezTo>
                  <a:pt x="4084" y="1989"/>
                  <a:pt x="4203" y="1989"/>
                  <a:pt x="4298" y="1989"/>
                </a:cubicBezTo>
                <a:cubicBezTo>
                  <a:pt x="4406" y="1989"/>
                  <a:pt x="4489" y="1977"/>
                  <a:pt x="4560" y="1977"/>
                </a:cubicBezTo>
                <a:cubicBezTo>
                  <a:pt x="4632" y="1977"/>
                  <a:pt x="4691" y="1965"/>
                  <a:pt x="4727" y="1953"/>
                </a:cubicBezTo>
                <a:lnTo>
                  <a:pt x="4787" y="1953"/>
                </a:lnTo>
                <a:cubicBezTo>
                  <a:pt x="4787" y="1953"/>
                  <a:pt x="4703" y="1953"/>
                  <a:pt x="4560" y="1941"/>
                </a:cubicBezTo>
                <a:cubicBezTo>
                  <a:pt x="4417" y="1941"/>
                  <a:pt x="4215" y="1918"/>
                  <a:pt x="3977" y="1882"/>
                </a:cubicBezTo>
                <a:cubicBezTo>
                  <a:pt x="3727" y="1846"/>
                  <a:pt x="3453" y="1775"/>
                  <a:pt x="3167" y="1679"/>
                </a:cubicBezTo>
                <a:cubicBezTo>
                  <a:pt x="2870" y="1584"/>
                  <a:pt x="2572" y="1465"/>
                  <a:pt x="2274" y="1322"/>
                </a:cubicBezTo>
                <a:cubicBezTo>
                  <a:pt x="1977" y="1179"/>
                  <a:pt x="1691" y="1025"/>
                  <a:pt x="1429" y="870"/>
                </a:cubicBezTo>
                <a:cubicBezTo>
                  <a:pt x="1155" y="715"/>
                  <a:pt x="905" y="560"/>
                  <a:pt x="703" y="429"/>
                </a:cubicBezTo>
                <a:cubicBezTo>
                  <a:pt x="488" y="298"/>
                  <a:pt x="322" y="191"/>
                  <a:pt x="191" y="120"/>
                </a:cubicBezTo>
                <a:cubicBezTo>
                  <a:pt x="72" y="48"/>
                  <a:pt x="0" y="1"/>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88" name="Google Shape;3088;p73"/>
          <p:cNvGrpSpPr/>
          <p:nvPr/>
        </p:nvGrpSpPr>
        <p:grpSpPr>
          <a:xfrm>
            <a:off x="928750" y="2652216"/>
            <a:ext cx="1943493" cy="1660470"/>
            <a:chOff x="928750" y="2652216"/>
            <a:chExt cx="1943493" cy="1660470"/>
          </a:xfrm>
        </p:grpSpPr>
        <p:sp>
          <p:nvSpPr>
            <p:cNvPr id="3089" name="Google Shape;3089;p73"/>
            <p:cNvSpPr/>
            <p:nvPr/>
          </p:nvSpPr>
          <p:spPr>
            <a:xfrm>
              <a:off x="1820220" y="3547912"/>
              <a:ext cx="1052023" cy="764773"/>
            </a:xfrm>
            <a:custGeom>
              <a:avLst/>
              <a:gdLst/>
              <a:ahLst/>
              <a:cxnLst/>
              <a:rect l="l" t="t" r="r" b="b"/>
              <a:pathLst>
                <a:path w="24897" h="18099" extrusionOk="0">
                  <a:moveTo>
                    <a:pt x="8013" y="0"/>
                  </a:moveTo>
                  <a:cubicBezTo>
                    <a:pt x="357" y="1643"/>
                    <a:pt x="0" y="17645"/>
                    <a:pt x="0" y="17645"/>
                  </a:cubicBezTo>
                  <a:cubicBezTo>
                    <a:pt x="1821" y="17961"/>
                    <a:pt x="3579" y="18098"/>
                    <a:pt x="5261" y="18098"/>
                  </a:cubicBezTo>
                  <a:cubicBezTo>
                    <a:pt x="16905" y="18098"/>
                    <a:pt x="24896" y="11490"/>
                    <a:pt x="24896" y="11490"/>
                  </a:cubicBezTo>
                  <a:cubicBezTo>
                    <a:pt x="24670" y="548"/>
                    <a:pt x="19348" y="464"/>
                    <a:pt x="19348" y="464"/>
                  </a:cubicBezTo>
                  <a:lnTo>
                    <a:pt x="801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0" name="Google Shape;3090;p73"/>
            <p:cNvSpPr/>
            <p:nvPr/>
          </p:nvSpPr>
          <p:spPr>
            <a:xfrm>
              <a:off x="2276519" y="3618814"/>
              <a:ext cx="193697" cy="187147"/>
            </a:xfrm>
            <a:custGeom>
              <a:avLst/>
              <a:gdLst/>
              <a:ahLst/>
              <a:cxnLst/>
              <a:rect l="l" t="t" r="r" b="b"/>
              <a:pathLst>
                <a:path w="4584" h="4429" extrusionOk="0">
                  <a:moveTo>
                    <a:pt x="0" y="1"/>
                  </a:moveTo>
                  <a:lnTo>
                    <a:pt x="1072" y="4287"/>
                  </a:lnTo>
                  <a:cubicBezTo>
                    <a:pt x="1072" y="4287"/>
                    <a:pt x="2422" y="4429"/>
                    <a:pt x="2985" y="4429"/>
                  </a:cubicBezTo>
                  <a:cubicBezTo>
                    <a:pt x="3133" y="4429"/>
                    <a:pt x="3227" y="4419"/>
                    <a:pt x="3227" y="4394"/>
                  </a:cubicBezTo>
                  <a:cubicBezTo>
                    <a:pt x="3227" y="4287"/>
                    <a:pt x="4584" y="298"/>
                    <a:pt x="4584" y="298"/>
                  </a:cubicBezTo>
                  <a:lnTo>
                    <a:pt x="0" y="1"/>
                  </a:lnTo>
                  <a:close/>
                </a:path>
              </a:pathLst>
            </a:custGeom>
            <a:solidFill>
              <a:srgbClr val="FF65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1" name="Google Shape;3091;p73"/>
            <p:cNvSpPr/>
            <p:nvPr/>
          </p:nvSpPr>
          <p:spPr>
            <a:xfrm>
              <a:off x="2234223" y="3799956"/>
              <a:ext cx="241530" cy="184950"/>
            </a:xfrm>
            <a:custGeom>
              <a:avLst/>
              <a:gdLst/>
              <a:ahLst/>
              <a:cxnLst/>
              <a:rect l="l" t="t" r="r" b="b"/>
              <a:pathLst>
                <a:path w="5716" h="4377" extrusionOk="0">
                  <a:moveTo>
                    <a:pt x="2073" y="0"/>
                  </a:moveTo>
                  <a:cubicBezTo>
                    <a:pt x="2073" y="0"/>
                    <a:pt x="1" y="2750"/>
                    <a:pt x="84" y="2810"/>
                  </a:cubicBezTo>
                  <a:cubicBezTo>
                    <a:pt x="191" y="2965"/>
                    <a:pt x="1096" y="4251"/>
                    <a:pt x="2787" y="4370"/>
                  </a:cubicBezTo>
                  <a:cubicBezTo>
                    <a:pt x="2861" y="4374"/>
                    <a:pt x="2934" y="4376"/>
                    <a:pt x="3006" y="4376"/>
                  </a:cubicBezTo>
                  <a:cubicBezTo>
                    <a:pt x="4605" y="4376"/>
                    <a:pt x="5602" y="3280"/>
                    <a:pt x="5716" y="3143"/>
                  </a:cubicBezTo>
                  <a:lnTo>
                    <a:pt x="4228" y="107"/>
                  </a:lnTo>
                  <a:lnTo>
                    <a:pt x="2073" y="0"/>
                  </a:lnTo>
                  <a:close/>
                </a:path>
              </a:pathLst>
            </a:custGeom>
            <a:solidFill>
              <a:srgbClr val="FF65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73"/>
            <p:cNvSpPr/>
            <p:nvPr/>
          </p:nvSpPr>
          <p:spPr>
            <a:xfrm>
              <a:off x="2234730" y="3797928"/>
              <a:ext cx="243558" cy="188711"/>
            </a:xfrm>
            <a:custGeom>
              <a:avLst/>
              <a:gdLst/>
              <a:ahLst/>
              <a:cxnLst/>
              <a:rect l="l" t="t" r="r" b="b"/>
              <a:pathLst>
                <a:path w="5764" h="4466" extrusionOk="0">
                  <a:moveTo>
                    <a:pt x="2084" y="96"/>
                  </a:moveTo>
                  <a:lnTo>
                    <a:pt x="4180" y="203"/>
                  </a:lnTo>
                  <a:lnTo>
                    <a:pt x="5644" y="3191"/>
                  </a:lnTo>
                  <a:cubicBezTo>
                    <a:pt x="5463" y="3384"/>
                    <a:pt x="4492" y="4377"/>
                    <a:pt x="3009" y="4377"/>
                  </a:cubicBezTo>
                  <a:cubicBezTo>
                    <a:pt x="2936" y="4377"/>
                    <a:pt x="2862" y="4375"/>
                    <a:pt x="2787" y="4370"/>
                  </a:cubicBezTo>
                  <a:cubicBezTo>
                    <a:pt x="1180" y="4263"/>
                    <a:pt x="298" y="3108"/>
                    <a:pt x="120" y="2846"/>
                  </a:cubicBezTo>
                  <a:cubicBezTo>
                    <a:pt x="203" y="2644"/>
                    <a:pt x="1322" y="1108"/>
                    <a:pt x="2084" y="96"/>
                  </a:cubicBezTo>
                  <a:close/>
                  <a:moveTo>
                    <a:pt x="2037" y="0"/>
                  </a:moveTo>
                  <a:lnTo>
                    <a:pt x="2025" y="24"/>
                  </a:lnTo>
                  <a:cubicBezTo>
                    <a:pt x="1263" y="1024"/>
                    <a:pt x="1" y="2739"/>
                    <a:pt x="25" y="2858"/>
                  </a:cubicBezTo>
                  <a:lnTo>
                    <a:pt x="25" y="2882"/>
                  </a:lnTo>
                  <a:lnTo>
                    <a:pt x="37" y="2894"/>
                  </a:lnTo>
                  <a:cubicBezTo>
                    <a:pt x="215" y="3144"/>
                    <a:pt x="1120" y="4346"/>
                    <a:pt x="2775" y="4465"/>
                  </a:cubicBezTo>
                  <a:lnTo>
                    <a:pt x="3013" y="4465"/>
                  </a:lnTo>
                  <a:cubicBezTo>
                    <a:pt x="4573" y="4465"/>
                    <a:pt x="5549" y="3441"/>
                    <a:pt x="5740" y="3227"/>
                  </a:cubicBezTo>
                  <a:lnTo>
                    <a:pt x="5763" y="3203"/>
                  </a:lnTo>
                  <a:lnTo>
                    <a:pt x="4251" y="119"/>
                  </a:lnTo>
                  <a:lnTo>
                    <a:pt x="2037" y="0"/>
                  </a:lnTo>
                  <a:close/>
                </a:path>
              </a:pathLst>
            </a:custGeom>
            <a:solidFill>
              <a:srgbClr val="FFC0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3" name="Google Shape;3093;p73"/>
            <p:cNvSpPr/>
            <p:nvPr/>
          </p:nvSpPr>
          <p:spPr>
            <a:xfrm>
              <a:off x="1820220" y="3567518"/>
              <a:ext cx="1052023" cy="744702"/>
            </a:xfrm>
            <a:custGeom>
              <a:avLst/>
              <a:gdLst/>
              <a:ahLst/>
              <a:cxnLst/>
              <a:rect l="l" t="t" r="r" b="b"/>
              <a:pathLst>
                <a:path w="24897" h="17624" extrusionOk="0">
                  <a:moveTo>
                    <a:pt x="6656" y="0"/>
                  </a:moveTo>
                  <a:cubicBezTo>
                    <a:pt x="322" y="3025"/>
                    <a:pt x="0" y="17169"/>
                    <a:pt x="0" y="17169"/>
                  </a:cubicBezTo>
                  <a:cubicBezTo>
                    <a:pt x="1903" y="17485"/>
                    <a:pt x="3723" y="17623"/>
                    <a:pt x="5450" y="17623"/>
                  </a:cubicBezTo>
                  <a:cubicBezTo>
                    <a:pt x="17390" y="17623"/>
                    <a:pt x="24896" y="11026"/>
                    <a:pt x="24896" y="11026"/>
                  </a:cubicBezTo>
                  <a:cubicBezTo>
                    <a:pt x="24753" y="4025"/>
                    <a:pt x="22527" y="1477"/>
                    <a:pt x="20931" y="536"/>
                  </a:cubicBezTo>
                  <a:cubicBezTo>
                    <a:pt x="20919" y="596"/>
                    <a:pt x="20907" y="655"/>
                    <a:pt x="20896" y="715"/>
                  </a:cubicBezTo>
                  <a:cubicBezTo>
                    <a:pt x="20765" y="1298"/>
                    <a:pt x="20610" y="1870"/>
                    <a:pt x="20419" y="2441"/>
                  </a:cubicBezTo>
                  <a:cubicBezTo>
                    <a:pt x="20062" y="3584"/>
                    <a:pt x="19574" y="4680"/>
                    <a:pt x="18919" y="5668"/>
                  </a:cubicBezTo>
                  <a:cubicBezTo>
                    <a:pt x="18371" y="6489"/>
                    <a:pt x="17669" y="7216"/>
                    <a:pt x="16847" y="7763"/>
                  </a:cubicBezTo>
                  <a:cubicBezTo>
                    <a:pt x="16050" y="8299"/>
                    <a:pt x="15133" y="8656"/>
                    <a:pt x="14180" y="8811"/>
                  </a:cubicBezTo>
                  <a:cubicBezTo>
                    <a:pt x="13779" y="8876"/>
                    <a:pt x="13369" y="8910"/>
                    <a:pt x="12960" y="8910"/>
                  </a:cubicBezTo>
                  <a:cubicBezTo>
                    <a:pt x="12398" y="8910"/>
                    <a:pt x="11836" y="8847"/>
                    <a:pt x="11299" y="8716"/>
                  </a:cubicBezTo>
                  <a:cubicBezTo>
                    <a:pt x="10549" y="8525"/>
                    <a:pt x="9847" y="8168"/>
                    <a:pt x="9251" y="7668"/>
                  </a:cubicBezTo>
                  <a:cubicBezTo>
                    <a:pt x="8692" y="7180"/>
                    <a:pt x="8251" y="6585"/>
                    <a:pt x="7918" y="5930"/>
                  </a:cubicBezTo>
                  <a:cubicBezTo>
                    <a:pt x="7561" y="5239"/>
                    <a:pt x="7311" y="4489"/>
                    <a:pt x="7120" y="3739"/>
                  </a:cubicBezTo>
                  <a:cubicBezTo>
                    <a:pt x="6941" y="2953"/>
                    <a:pt x="6822" y="2167"/>
                    <a:pt x="6739" y="1358"/>
                  </a:cubicBezTo>
                  <a:cubicBezTo>
                    <a:pt x="6703" y="905"/>
                    <a:pt x="6668" y="453"/>
                    <a:pt x="665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73"/>
            <p:cNvSpPr/>
            <p:nvPr/>
          </p:nvSpPr>
          <p:spPr>
            <a:xfrm>
              <a:off x="2045095" y="3567518"/>
              <a:ext cx="691799" cy="428804"/>
            </a:xfrm>
            <a:custGeom>
              <a:avLst/>
              <a:gdLst/>
              <a:ahLst/>
              <a:cxnLst/>
              <a:rect l="l" t="t" r="r" b="b"/>
              <a:pathLst>
                <a:path w="16372" h="10148" extrusionOk="0">
                  <a:moveTo>
                    <a:pt x="1334" y="0"/>
                  </a:moveTo>
                  <a:cubicBezTo>
                    <a:pt x="846" y="227"/>
                    <a:pt x="405" y="512"/>
                    <a:pt x="0" y="846"/>
                  </a:cubicBezTo>
                  <a:cubicBezTo>
                    <a:pt x="36" y="1655"/>
                    <a:pt x="107" y="2453"/>
                    <a:pt x="250" y="3239"/>
                  </a:cubicBezTo>
                  <a:cubicBezTo>
                    <a:pt x="405" y="4120"/>
                    <a:pt x="643" y="4989"/>
                    <a:pt x="1000" y="5811"/>
                  </a:cubicBezTo>
                  <a:cubicBezTo>
                    <a:pt x="1346" y="6585"/>
                    <a:pt x="1810" y="7323"/>
                    <a:pt x="2405" y="7942"/>
                  </a:cubicBezTo>
                  <a:cubicBezTo>
                    <a:pt x="3036" y="8597"/>
                    <a:pt x="3798" y="9097"/>
                    <a:pt x="4632" y="9442"/>
                  </a:cubicBezTo>
                  <a:cubicBezTo>
                    <a:pt x="5108" y="9644"/>
                    <a:pt x="5608" y="9787"/>
                    <a:pt x="6108" y="9894"/>
                  </a:cubicBezTo>
                  <a:cubicBezTo>
                    <a:pt x="6656" y="10014"/>
                    <a:pt x="7215" y="10097"/>
                    <a:pt x="7775" y="10133"/>
                  </a:cubicBezTo>
                  <a:cubicBezTo>
                    <a:pt x="7957" y="10143"/>
                    <a:pt x="8141" y="10148"/>
                    <a:pt x="8324" y="10148"/>
                  </a:cubicBezTo>
                  <a:cubicBezTo>
                    <a:pt x="9229" y="10148"/>
                    <a:pt x="10138" y="10019"/>
                    <a:pt x="10990" y="9692"/>
                  </a:cubicBezTo>
                  <a:cubicBezTo>
                    <a:pt x="12037" y="9287"/>
                    <a:pt x="12907" y="8585"/>
                    <a:pt x="13633" y="7739"/>
                  </a:cubicBezTo>
                  <a:cubicBezTo>
                    <a:pt x="14335" y="6918"/>
                    <a:pt x="14871" y="5977"/>
                    <a:pt x="15288" y="4977"/>
                  </a:cubicBezTo>
                  <a:cubicBezTo>
                    <a:pt x="15705" y="3965"/>
                    <a:pt x="16002" y="2905"/>
                    <a:pt x="16228" y="1834"/>
                  </a:cubicBezTo>
                  <a:cubicBezTo>
                    <a:pt x="16276" y="1584"/>
                    <a:pt x="16324" y="1334"/>
                    <a:pt x="16371" y="1084"/>
                  </a:cubicBezTo>
                  <a:cubicBezTo>
                    <a:pt x="16109" y="858"/>
                    <a:pt x="15859" y="679"/>
                    <a:pt x="15609" y="536"/>
                  </a:cubicBezTo>
                  <a:cubicBezTo>
                    <a:pt x="15597" y="596"/>
                    <a:pt x="15585" y="655"/>
                    <a:pt x="15574" y="715"/>
                  </a:cubicBezTo>
                  <a:cubicBezTo>
                    <a:pt x="15443" y="1298"/>
                    <a:pt x="15276" y="1870"/>
                    <a:pt x="15097" y="2441"/>
                  </a:cubicBezTo>
                  <a:cubicBezTo>
                    <a:pt x="14728" y="3572"/>
                    <a:pt x="14252" y="4680"/>
                    <a:pt x="13585" y="5668"/>
                  </a:cubicBezTo>
                  <a:cubicBezTo>
                    <a:pt x="13049" y="6489"/>
                    <a:pt x="12347" y="7216"/>
                    <a:pt x="11525" y="7763"/>
                  </a:cubicBezTo>
                  <a:cubicBezTo>
                    <a:pt x="10728" y="8299"/>
                    <a:pt x="9811" y="8656"/>
                    <a:pt x="8858" y="8811"/>
                  </a:cubicBezTo>
                  <a:cubicBezTo>
                    <a:pt x="8457" y="8876"/>
                    <a:pt x="8047" y="8910"/>
                    <a:pt x="7638" y="8910"/>
                  </a:cubicBezTo>
                  <a:cubicBezTo>
                    <a:pt x="7076" y="8910"/>
                    <a:pt x="6514" y="8847"/>
                    <a:pt x="5977" y="8716"/>
                  </a:cubicBezTo>
                  <a:cubicBezTo>
                    <a:pt x="5227" y="8525"/>
                    <a:pt x="4525" y="8168"/>
                    <a:pt x="3929" y="7668"/>
                  </a:cubicBezTo>
                  <a:cubicBezTo>
                    <a:pt x="3370" y="7180"/>
                    <a:pt x="2929" y="6585"/>
                    <a:pt x="2584" y="5930"/>
                  </a:cubicBezTo>
                  <a:cubicBezTo>
                    <a:pt x="2227" y="5239"/>
                    <a:pt x="1977" y="4489"/>
                    <a:pt x="1798" y="3739"/>
                  </a:cubicBezTo>
                  <a:cubicBezTo>
                    <a:pt x="1608" y="2953"/>
                    <a:pt x="1500" y="2167"/>
                    <a:pt x="1417" y="1358"/>
                  </a:cubicBezTo>
                  <a:cubicBezTo>
                    <a:pt x="1381" y="905"/>
                    <a:pt x="1346" y="453"/>
                    <a:pt x="133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73"/>
            <p:cNvSpPr/>
            <p:nvPr/>
          </p:nvSpPr>
          <p:spPr>
            <a:xfrm>
              <a:off x="989089" y="3659293"/>
              <a:ext cx="1074671" cy="642910"/>
            </a:xfrm>
            <a:custGeom>
              <a:avLst/>
              <a:gdLst/>
              <a:ahLst/>
              <a:cxnLst/>
              <a:rect l="l" t="t" r="r" b="b"/>
              <a:pathLst>
                <a:path w="25433" h="15215" extrusionOk="0">
                  <a:moveTo>
                    <a:pt x="16928" y="0"/>
                  </a:moveTo>
                  <a:cubicBezTo>
                    <a:pt x="16845" y="0"/>
                    <a:pt x="16801" y="7"/>
                    <a:pt x="16801" y="7"/>
                  </a:cubicBezTo>
                  <a:lnTo>
                    <a:pt x="6740" y="638"/>
                  </a:lnTo>
                  <a:cubicBezTo>
                    <a:pt x="6673" y="633"/>
                    <a:pt x="6606" y="631"/>
                    <a:pt x="6540" y="631"/>
                  </a:cubicBezTo>
                  <a:cubicBezTo>
                    <a:pt x="2491" y="631"/>
                    <a:pt x="1" y="9806"/>
                    <a:pt x="1" y="9806"/>
                  </a:cubicBezTo>
                  <a:cubicBezTo>
                    <a:pt x="8690" y="14256"/>
                    <a:pt x="15723" y="15215"/>
                    <a:pt x="20172" y="15215"/>
                  </a:cubicBezTo>
                  <a:cubicBezTo>
                    <a:pt x="23545" y="15215"/>
                    <a:pt x="25433" y="14664"/>
                    <a:pt x="25433" y="14664"/>
                  </a:cubicBezTo>
                  <a:cubicBezTo>
                    <a:pt x="22184" y="656"/>
                    <a:pt x="17733" y="0"/>
                    <a:pt x="1692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73"/>
            <p:cNvSpPr/>
            <p:nvPr/>
          </p:nvSpPr>
          <p:spPr>
            <a:xfrm>
              <a:off x="1529430" y="3746125"/>
              <a:ext cx="65453" cy="534314"/>
            </a:xfrm>
            <a:custGeom>
              <a:avLst/>
              <a:gdLst/>
              <a:ahLst/>
              <a:cxnLst/>
              <a:rect l="l" t="t" r="r" b="b"/>
              <a:pathLst>
                <a:path w="1549" h="12645" extrusionOk="0">
                  <a:moveTo>
                    <a:pt x="143" y="0"/>
                  </a:moveTo>
                  <a:lnTo>
                    <a:pt x="0" y="12"/>
                  </a:lnTo>
                  <a:lnTo>
                    <a:pt x="1405" y="12644"/>
                  </a:lnTo>
                  <a:lnTo>
                    <a:pt x="1548" y="12633"/>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73"/>
            <p:cNvSpPr/>
            <p:nvPr/>
          </p:nvSpPr>
          <p:spPr>
            <a:xfrm>
              <a:off x="1784981" y="3837182"/>
              <a:ext cx="88609" cy="465397"/>
            </a:xfrm>
            <a:custGeom>
              <a:avLst/>
              <a:gdLst/>
              <a:ahLst/>
              <a:cxnLst/>
              <a:rect l="l" t="t" r="r" b="b"/>
              <a:pathLst>
                <a:path w="2097" h="11014" extrusionOk="0">
                  <a:moveTo>
                    <a:pt x="144" y="0"/>
                  </a:moveTo>
                  <a:lnTo>
                    <a:pt x="1" y="12"/>
                  </a:lnTo>
                  <a:cubicBezTo>
                    <a:pt x="24" y="322"/>
                    <a:pt x="298" y="3048"/>
                    <a:pt x="620" y="3358"/>
                  </a:cubicBezTo>
                  <a:cubicBezTo>
                    <a:pt x="644" y="3381"/>
                    <a:pt x="679" y="3417"/>
                    <a:pt x="739" y="3465"/>
                  </a:cubicBezTo>
                  <a:cubicBezTo>
                    <a:pt x="1096" y="3774"/>
                    <a:pt x="1953" y="4524"/>
                    <a:pt x="1918" y="5370"/>
                  </a:cubicBezTo>
                  <a:cubicBezTo>
                    <a:pt x="1906" y="5834"/>
                    <a:pt x="1620" y="6251"/>
                    <a:pt x="1096" y="6644"/>
                  </a:cubicBezTo>
                  <a:lnTo>
                    <a:pt x="1060" y="6668"/>
                  </a:lnTo>
                  <a:lnTo>
                    <a:pt x="1775" y="11013"/>
                  </a:lnTo>
                  <a:lnTo>
                    <a:pt x="1906" y="10990"/>
                  </a:lnTo>
                  <a:lnTo>
                    <a:pt x="1215" y="6727"/>
                  </a:lnTo>
                  <a:cubicBezTo>
                    <a:pt x="1763" y="6322"/>
                    <a:pt x="2037" y="5870"/>
                    <a:pt x="2060" y="5382"/>
                  </a:cubicBezTo>
                  <a:cubicBezTo>
                    <a:pt x="2096" y="4465"/>
                    <a:pt x="1203" y="3691"/>
                    <a:pt x="822" y="3358"/>
                  </a:cubicBezTo>
                  <a:cubicBezTo>
                    <a:pt x="775" y="3310"/>
                    <a:pt x="739" y="3286"/>
                    <a:pt x="715" y="3262"/>
                  </a:cubicBezTo>
                  <a:cubicBezTo>
                    <a:pt x="501" y="3048"/>
                    <a:pt x="251" y="1191"/>
                    <a:pt x="1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73"/>
            <p:cNvSpPr/>
            <p:nvPr/>
          </p:nvSpPr>
          <p:spPr>
            <a:xfrm>
              <a:off x="1176738" y="3837689"/>
              <a:ext cx="71495" cy="339096"/>
            </a:xfrm>
            <a:custGeom>
              <a:avLst/>
              <a:gdLst/>
              <a:ahLst/>
              <a:cxnLst/>
              <a:rect l="l" t="t" r="r" b="b"/>
              <a:pathLst>
                <a:path w="1692" h="8025" extrusionOk="0">
                  <a:moveTo>
                    <a:pt x="1561" y="0"/>
                  </a:moveTo>
                  <a:cubicBezTo>
                    <a:pt x="1549" y="1203"/>
                    <a:pt x="1477" y="3072"/>
                    <a:pt x="1275" y="3298"/>
                  </a:cubicBezTo>
                  <a:cubicBezTo>
                    <a:pt x="1251" y="3322"/>
                    <a:pt x="1215" y="3369"/>
                    <a:pt x="1168" y="3405"/>
                  </a:cubicBezTo>
                  <a:cubicBezTo>
                    <a:pt x="823" y="3774"/>
                    <a:pt x="1" y="4632"/>
                    <a:pt x="120" y="5536"/>
                  </a:cubicBezTo>
                  <a:cubicBezTo>
                    <a:pt x="191" y="6025"/>
                    <a:pt x="513" y="6441"/>
                    <a:pt x="1084" y="6798"/>
                  </a:cubicBezTo>
                  <a:lnTo>
                    <a:pt x="1001" y="8013"/>
                  </a:lnTo>
                  <a:lnTo>
                    <a:pt x="1132" y="8025"/>
                  </a:lnTo>
                  <a:lnTo>
                    <a:pt x="1227" y="6727"/>
                  </a:lnTo>
                  <a:lnTo>
                    <a:pt x="1192" y="6703"/>
                  </a:lnTo>
                  <a:cubicBezTo>
                    <a:pt x="632" y="6370"/>
                    <a:pt x="322" y="5965"/>
                    <a:pt x="263" y="5513"/>
                  </a:cubicBezTo>
                  <a:cubicBezTo>
                    <a:pt x="144" y="4667"/>
                    <a:pt x="930" y="3858"/>
                    <a:pt x="1275" y="3500"/>
                  </a:cubicBezTo>
                  <a:cubicBezTo>
                    <a:pt x="1323" y="3453"/>
                    <a:pt x="1358" y="3417"/>
                    <a:pt x="1382" y="3393"/>
                  </a:cubicBezTo>
                  <a:cubicBezTo>
                    <a:pt x="1668" y="3048"/>
                    <a:pt x="1692" y="310"/>
                    <a:pt x="16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73"/>
            <p:cNvSpPr/>
            <p:nvPr/>
          </p:nvSpPr>
          <p:spPr>
            <a:xfrm>
              <a:off x="1259259" y="3659589"/>
              <a:ext cx="531821" cy="236713"/>
            </a:xfrm>
            <a:custGeom>
              <a:avLst/>
              <a:gdLst/>
              <a:ahLst/>
              <a:cxnLst/>
              <a:rect l="l" t="t" r="r" b="b"/>
              <a:pathLst>
                <a:path w="12586" h="5602" extrusionOk="0">
                  <a:moveTo>
                    <a:pt x="10407" y="0"/>
                  </a:moveTo>
                  <a:lnTo>
                    <a:pt x="6347" y="250"/>
                  </a:lnTo>
                  <a:lnTo>
                    <a:pt x="870" y="596"/>
                  </a:lnTo>
                  <a:lnTo>
                    <a:pt x="655" y="1179"/>
                  </a:lnTo>
                  <a:cubicBezTo>
                    <a:pt x="1" y="3096"/>
                    <a:pt x="1036" y="5001"/>
                    <a:pt x="2465" y="5489"/>
                  </a:cubicBezTo>
                  <a:cubicBezTo>
                    <a:pt x="2690" y="5565"/>
                    <a:pt x="2921" y="5602"/>
                    <a:pt x="3153" y="5602"/>
                  </a:cubicBezTo>
                  <a:cubicBezTo>
                    <a:pt x="4409" y="5602"/>
                    <a:pt x="5701" y="4535"/>
                    <a:pt x="6263" y="2917"/>
                  </a:cubicBezTo>
                  <a:cubicBezTo>
                    <a:pt x="6359" y="2631"/>
                    <a:pt x="6430" y="2334"/>
                    <a:pt x="6466" y="2048"/>
                  </a:cubicBezTo>
                  <a:cubicBezTo>
                    <a:pt x="6620" y="2429"/>
                    <a:pt x="6823" y="2798"/>
                    <a:pt x="7085" y="3155"/>
                  </a:cubicBezTo>
                  <a:cubicBezTo>
                    <a:pt x="7919" y="4267"/>
                    <a:pt x="9095" y="4896"/>
                    <a:pt x="10135" y="4896"/>
                  </a:cubicBezTo>
                  <a:cubicBezTo>
                    <a:pt x="10611" y="4896"/>
                    <a:pt x="11057" y="4765"/>
                    <a:pt x="11431" y="4489"/>
                  </a:cubicBezTo>
                  <a:cubicBezTo>
                    <a:pt x="12395" y="3763"/>
                    <a:pt x="12586" y="1810"/>
                    <a:pt x="11466" y="131"/>
                  </a:cubicBezTo>
                  <a:lnTo>
                    <a:pt x="10931" y="36"/>
                  </a:lnTo>
                  <a:cubicBezTo>
                    <a:pt x="10728" y="0"/>
                    <a:pt x="10550" y="0"/>
                    <a:pt x="104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73"/>
            <p:cNvSpPr/>
            <p:nvPr/>
          </p:nvSpPr>
          <p:spPr>
            <a:xfrm>
              <a:off x="1584740" y="3886957"/>
              <a:ext cx="19691" cy="25733"/>
            </a:xfrm>
            <a:custGeom>
              <a:avLst/>
              <a:gdLst/>
              <a:ahLst/>
              <a:cxnLst/>
              <a:rect l="l" t="t" r="r" b="b"/>
              <a:pathLst>
                <a:path w="466" h="609" extrusionOk="0">
                  <a:moveTo>
                    <a:pt x="242" y="0"/>
                  </a:moveTo>
                  <a:cubicBezTo>
                    <a:pt x="237" y="0"/>
                    <a:pt x="232" y="0"/>
                    <a:pt x="227" y="1"/>
                  </a:cubicBezTo>
                  <a:cubicBezTo>
                    <a:pt x="108" y="1"/>
                    <a:pt x="1" y="144"/>
                    <a:pt x="13" y="310"/>
                  </a:cubicBezTo>
                  <a:cubicBezTo>
                    <a:pt x="13" y="477"/>
                    <a:pt x="120" y="608"/>
                    <a:pt x="251" y="608"/>
                  </a:cubicBezTo>
                  <a:cubicBezTo>
                    <a:pt x="370" y="608"/>
                    <a:pt x="465" y="465"/>
                    <a:pt x="465" y="298"/>
                  </a:cubicBezTo>
                  <a:cubicBezTo>
                    <a:pt x="465" y="138"/>
                    <a:pt x="366" y="0"/>
                    <a:pt x="2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73"/>
            <p:cNvSpPr/>
            <p:nvPr/>
          </p:nvSpPr>
          <p:spPr>
            <a:xfrm>
              <a:off x="1614951" y="4074099"/>
              <a:ext cx="19649" cy="25733"/>
            </a:xfrm>
            <a:custGeom>
              <a:avLst/>
              <a:gdLst/>
              <a:ahLst/>
              <a:cxnLst/>
              <a:rect l="l" t="t" r="r" b="b"/>
              <a:pathLst>
                <a:path w="465" h="609" extrusionOk="0">
                  <a:moveTo>
                    <a:pt x="227" y="1"/>
                  </a:moveTo>
                  <a:cubicBezTo>
                    <a:pt x="107" y="1"/>
                    <a:pt x="0" y="144"/>
                    <a:pt x="12" y="311"/>
                  </a:cubicBezTo>
                  <a:cubicBezTo>
                    <a:pt x="12" y="477"/>
                    <a:pt x="119" y="608"/>
                    <a:pt x="238" y="608"/>
                  </a:cubicBezTo>
                  <a:cubicBezTo>
                    <a:pt x="369" y="608"/>
                    <a:pt x="465" y="465"/>
                    <a:pt x="465" y="299"/>
                  </a:cubicBezTo>
                  <a:cubicBezTo>
                    <a:pt x="453" y="132"/>
                    <a:pt x="358" y="1"/>
                    <a:pt x="2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73"/>
            <p:cNvSpPr/>
            <p:nvPr/>
          </p:nvSpPr>
          <p:spPr>
            <a:xfrm>
              <a:off x="1632571" y="4234622"/>
              <a:ext cx="19649" cy="25691"/>
            </a:xfrm>
            <a:custGeom>
              <a:avLst/>
              <a:gdLst/>
              <a:ahLst/>
              <a:cxnLst/>
              <a:rect l="l" t="t" r="r" b="b"/>
              <a:pathLst>
                <a:path w="465" h="608" extrusionOk="0">
                  <a:moveTo>
                    <a:pt x="226" y="0"/>
                  </a:moveTo>
                  <a:cubicBezTo>
                    <a:pt x="107" y="0"/>
                    <a:pt x="0" y="143"/>
                    <a:pt x="12" y="310"/>
                  </a:cubicBezTo>
                  <a:cubicBezTo>
                    <a:pt x="12" y="476"/>
                    <a:pt x="119" y="607"/>
                    <a:pt x="250" y="607"/>
                  </a:cubicBezTo>
                  <a:cubicBezTo>
                    <a:pt x="369" y="607"/>
                    <a:pt x="464" y="464"/>
                    <a:pt x="464" y="298"/>
                  </a:cubicBezTo>
                  <a:cubicBezTo>
                    <a:pt x="464" y="131"/>
                    <a:pt x="357" y="0"/>
                    <a:pt x="2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73"/>
            <p:cNvSpPr/>
            <p:nvPr/>
          </p:nvSpPr>
          <p:spPr>
            <a:xfrm>
              <a:off x="1965573" y="2652216"/>
              <a:ext cx="898595" cy="914398"/>
            </a:xfrm>
            <a:custGeom>
              <a:avLst/>
              <a:gdLst/>
              <a:ahLst/>
              <a:cxnLst/>
              <a:rect l="l" t="t" r="r" b="b"/>
              <a:pathLst>
                <a:path w="21266" h="21640" extrusionOk="0">
                  <a:moveTo>
                    <a:pt x="9849" y="0"/>
                  </a:moveTo>
                  <a:cubicBezTo>
                    <a:pt x="5981" y="0"/>
                    <a:pt x="2887" y="1892"/>
                    <a:pt x="1644" y="4482"/>
                  </a:cubicBezTo>
                  <a:cubicBezTo>
                    <a:pt x="751" y="6351"/>
                    <a:pt x="322" y="7470"/>
                    <a:pt x="156" y="11971"/>
                  </a:cubicBezTo>
                  <a:cubicBezTo>
                    <a:pt x="1" y="16138"/>
                    <a:pt x="2573" y="20531"/>
                    <a:pt x="7585" y="21412"/>
                  </a:cubicBezTo>
                  <a:cubicBezTo>
                    <a:pt x="8413" y="21558"/>
                    <a:pt x="9263" y="21640"/>
                    <a:pt x="10114" y="21640"/>
                  </a:cubicBezTo>
                  <a:cubicBezTo>
                    <a:pt x="14120" y="21640"/>
                    <a:pt x="18120" y="19827"/>
                    <a:pt x="19682" y="14376"/>
                  </a:cubicBezTo>
                  <a:cubicBezTo>
                    <a:pt x="21266" y="8804"/>
                    <a:pt x="20301" y="2982"/>
                    <a:pt x="14408" y="838"/>
                  </a:cubicBezTo>
                  <a:cubicBezTo>
                    <a:pt x="12819" y="259"/>
                    <a:pt x="11281" y="0"/>
                    <a:pt x="9849" y="0"/>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73"/>
            <p:cNvSpPr/>
            <p:nvPr/>
          </p:nvSpPr>
          <p:spPr>
            <a:xfrm>
              <a:off x="2666901" y="2973598"/>
              <a:ext cx="188711" cy="334871"/>
            </a:xfrm>
            <a:custGeom>
              <a:avLst/>
              <a:gdLst/>
              <a:ahLst/>
              <a:cxnLst/>
              <a:rect l="l" t="t" r="r" b="b"/>
              <a:pathLst>
                <a:path w="4466" h="7925" extrusionOk="0">
                  <a:moveTo>
                    <a:pt x="2024" y="0"/>
                  </a:moveTo>
                  <a:cubicBezTo>
                    <a:pt x="1715" y="0"/>
                    <a:pt x="1423" y="30"/>
                    <a:pt x="1203" y="78"/>
                  </a:cubicBezTo>
                  <a:cubicBezTo>
                    <a:pt x="810" y="162"/>
                    <a:pt x="512" y="483"/>
                    <a:pt x="346" y="852"/>
                  </a:cubicBezTo>
                  <a:cubicBezTo>
                    <a:pt x="179" y="1221"/>
                    <a:pt x="131" y="1626"/>
                    <a:pt x="96" y="2019"/>
                  </a:cubicBezTo>
                  <a:cubicBezTo>
                    <a:pt x="48" y="2448"/>
                    <a:pt x="0" y="2888"/>
                    <a:pt x="96" y="3305"/>
                  </a:cubicBezTo>
                  <a:cubicBezTo>
                    <a:pt x="179" y="3722"/>
                    <a:pt x="417" y="4138"/>
                    <a:pt x="798" y="4329"/>
                  </a:cubicBezTo>
                  <a:cubicBezTo>
                    <a:pt x="922" y="4391"/>
                    <a:pt x="1063" y="4422"/>
                    <a:pt x="1204" y="4422"/>
                  </a:cubicBezTo>
                  <a:cubicBezTo>
                    <a:pt x="1495" y="4422"/>
                    <a:pt x="1785" y="4292"/>
                    <a:pt x="1929" y="4043"/>
                  </a:cubicBezTo>
                  <a:lnTo>
                    <a:pt x="1929" y="4043"/>
                  </a:lnTo>
                  <a:cubicBezTo>
                    <a:pt x="1405" y="5115"/>
                    <a:pt x="1715" y="6520"/>
                    <a:pt x="2632" y="7282"/>
                  </a:cubicBezTo>
                  <a:lnTo>
                    <a:pt x="2012" y="7925"/>
                  </a:lnTo>
                  <a:cubicBezTo>
                    <a:pt x="3298" y="7579"/>
                    <a:pt x="4120" y="6210"/>
                    <a:pt x="4167" y="4877"/>
                  </a:cubicBezTo>
                  <a:cubicBezTo>
                    <a:pt x="4215" y="3531"/>
                    <a:pt x="4465" y="1662"/>
                    <a:pt x="3727" y="543"/>
                  </a:cubicBezTo>
                  <a:cubicBezTo>
                    <a:pt x="3457" y="143"/>
                    <a:pt x="2700" y="0"/>
                    <a:pt x="20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73"/>
            <p:cNvSpPr/>
            <p:nvPr/>
          </p:nvSpPr>
          <p:spPr>
            <a:xfrm>
              <a:off x="1933883" y="2904091"/>
              <a:ext cx="188711" cy="320377"/>
            </a:xfrm>
            <a:custGeom>
              <a:avLst/>
              <a:gdLst/>
              <a:ahLst/>
              <a:cxnLst/>
              <a:rect l="l" t="t" r="r" b="b"/>
              <a:pathLst>
                <a:path w="4466" h="7582" extrusionOk="0">
                  <a:moveTo>
                    <a:pt x="3293" y="0"/>
                  </a:moveTo>
                  <a:cubicBezTo>
                    <a:pt x="2771" y="0"/>
                    <a:pt x="2237" y="378"/>
                    <a:pt x="1834" y="771"/>
                  </a:cubicBezTo>
                  <a:cubicBezTo>
                    <a:pt x="870" y="1688"/>
                    <a:pt x="477" y="3081"/>
                    <a:pt x="239" y="4402"/>
                  </a:cubicBezTo>
                  <a:cubicBezTo>
                    <a:pt x="1" y="5712"/>
                    <a:pt x="49" y="6962"/>
                    <a:pt x="1227" y="7581"/>
                  </a:cubicBezTo>
                  <a:lnTo>
                    <a:pt x="763" y="6807"/>
                  </a:lnTo>
                  <a:cubicBezTo>
                    <a:pt x="1823" y="6272"/>
                    <a:pt x="2442" y="4962"/>
                    <a:pt x="2156" y="3807"/>
                  </a:cubicBezTo>
                  <a:lnTo>
                    <a:pt x="2156" y="3807"/>
                  </a:lnTo>
                  <a:cubicBezTo>
                    <a:pt x="2255" y="4144"/>
                    <a:pt x="2618" y="4357"/>
                    <a:pt x="2978" y="4357"/>
                  </a:cubicBezTo>
                  <a:cubicBezTo>
                    <a:pt x="3050" y="4357"/>
                    <a:pt x="3122" y="4349"/>
                    <a:pt x="3192" y="4331"/>
                  </a:cubicBezTo>
                  <a:cubicBezTo>
                    <a:pt x="3608" y="4236"/>
                    <a:pt x="3930" y="3878"/>
                    <a:pt x="4109" y="3486"/>
                  </a:cubicBezTo>
                  <a:cubicBezTo>
                    <a:pt x="4275" y="3093"/>
                    <a:pt x="4335" y="2664"/>
                    <a:pt x="4382" y="2235"/>
                  </a:cubicBezTo>
                  <a:cubicBezTo>
                    <a:pt x="4430" y="1843"/>
                    <a:pt x="4466" y="1426"/>
                    <a:pt x="4394" y="1033"/>
                  </a:cubicBezTo>
                  <a:cubicBezTo>
                    <a:pt x="4311" y="640"/>
                    <a:pt x="4085" y="259"/>
                    <a:pt x="3716" y="92"/>
                  </a:cubicBezTo>
                  <a:cubicBezTo>
                    <a:pt x="3578" y="28"/>
                    <a:pt x="3436" y="0"/>
                    <a:pt x="32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6" name="Google Shape;3106;p73"/>
            <p:cNvSpPr/>
            <p:nvPr/>
          </p:nvSpPr>
          <p:spPr>
            <a:xfrm>
              <a:off x="1895981" y="3113289"/>
              <a:ext cx="223106" cy="246938"/>
            </a:xfrm>
            <a:custGeom>
              <a:avLst/>
              <a:gdLst/>
              <a:ahLst/>
              <a:cxnLst/>
              <a:rect l="l" t="t" r="r" b="b"/>
              <a:pathLst>
                <a:path w="5280" h="5844" extrusionOk="0">
                  <a:moveTo>
                    <a:pt x="2695" y="0"/>
                  </a:moveTo>
                  <a:cubicBezTo>
                    <a:pt x="1739" y="0"/>
                    <a:pt x="671" y="455"/>
                    <a:pt x="362" y="2345"/>
                  </a:cubicBezTo>
                  <a:cubicBezTo>
                    <a:pt x="0" y="4605"/>
                    <a:pt x="1687" y="5844"/>
                    <a:pt x="3151" y="5844"/>
                  </a:cubicBezTo>
                  <a:cubicBezTo>
                    <a:pt x="4046" y="5844"/>
                    <a:pt x="4857" y="5380"/>
                    <a:pt x="5065" y="4404"/>
                  </a:cubicBezTo>
                  <a:cubicBezTo>
                    <a:pt x="5279" y="3416"/>
                    <a:pt x="4375" y="392"/>
                    <a:pt x="4375" y="392"/>
                  </a:cubicBezTo>
                  <a:cubicBezTo>
                    <a:pt x="4375" y="392"/>
                    <a:pt x="3583" y="0"/>
                    <a:pt x="2695" y="0"/>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7" name="Google Shape;3107;p73"/>
            <p:cNvSpPr/>
            <p:nvPr/>
          </p:nvSpPr>
          <p:spPr>
            <a:xfrm>
              <a:off x="1839826" y="3101163"/>
              <a:ext cx="927244" cy="573400"/>
            </a:xfrm>
            <a:custGeom>
              <a:avLst/>
              <a:gdLst/>
              <a:ahLst/>
              <a:cxnLst/>
              <a:rect l="l" t="t" r="r" b="b"/>
              <a:pathLst>
                <a:path w="21944" h="13570" extrusionOk="0">
                  <a:moveTo>
                    <a:pt x="4287" y="0"/>
                  </a:moveTo>
                  <a:cubicBezTo>
                    <a:pt x="4286" y="1"/>
                    <a:pt x="1" y="12276"/>
                    <a:pt x="11038" y="13490"/>
                  </a:cubicBezTo>
                  <a:cubicBezTo>
                    <a:pt x="11525" y="13544"/>
                    <a:pt x="11990" y="13569"/>
                    <a:pt x="12435" y="13569"/>
                  </a:cubicBezTo>
                  <a:cubicBezTo>
                    <a:pt x="21683" y="13569"/>
                    <a:pt x="21944" y="2524"/>
                    <a:pt x="21944" y="2524"/>
                  </a:cubicBezTo>
                  <a:cubicBezTo>
                    <a:pt x="21805" y="2506"/>
                    <a:pt x="21671" y="2498"/>
                    <a:pt x="21542" y="2498"/>
                  </a:cubicBezTo>
                  <a:cubicBezTo>
                    <a:pt x="19125" y="2498"/>
                    <a:pt x="18159" y="5480"/>
                    <a:pt x="16409" y="5480"/>
                  </a:cubicBezTo>
                  <a:cubicBezTo>
                    <a:pt x="16338" y="5480"/>
                    <a:pt x="16266" y="5475"/>
                    <a:pt x="16193" y="5465"/>
                  </a:cubicBezTo>
                  <a:cubicBezTo>
                    <a:pt x="14205" y="5203"/>
                    <a:pt x="13454" y="4763"/>
                    <a:pt x="11657" y="4465"/>
                  </a:cubicBezTo>
                  <a:cubicBezTo>
                    <a:pt x="11497" y="4439"/>
                    <a:pt x="11325" y="4427"/>
                    <a:pt x="11142" y="4427"/>
                  </a:cubicBezTo>
                  <a:cubicBezTo>
                    <a:pt x="10054" y="4427"/>
                    <a:pt x="8611" y="4831"/>
                    <a:pt x="7426" y="4831"/>
                  </a:cubicBezTo>
                  <a:cubicBezTo>
                    <a:pt x="6584" y="4831"/>
                    <a:pt x="5873" y="4627"/>
                    <a:pt x="5513" y="3929"/>
                  </a:cubicBezTo>
                  <a:cubicBezTo>
                    <a:pt x="4334" y="1667"/>
                    <a:pt x="4287" y="1"/>
                    <a:pt x="42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8" name="Google Shape;3108;p73"/>
            <p:cNvSpPr/>
            <p:nvPr/>
          </p:nvSpPr>
          <p:spPr>
            <a:xfrm>
              <a:off x="2276519" y="3352615"/>
              <a:ext cx="69467" cy="38410"/>
            </a:xfrm>
            <a:custGeom>
              <a:avLst/>
              <a:gdLst/>
              <a:ahLst/>
              <a:cxnLst/>
              <a:rect l="l" t="t" r="r" b="b"/>
              <a:pathLst>
                <a:path w="1644" h="909" extrusionOk="0">
                  <a:moveTo>
                    <a:pt x="1569" y="0"/>
                  </a:moveTo>
                  <a:cubicBezTo>
                    <a:pt x="1536" y="0"/>
                    <a:pt x="1500" y="31"/>
                    <a:pt x="1500" y="62"/>
                  </a:cubicBezTo>
                  <a:cubicBezTo>
                    <a:pt x="1490" y="93"/>
                    <a:pt x="1315" y="762"/>
                    <a:pt x="491" y="762"/>
                  </a:cubicBezTo>
                  <a:cubicBezTo>
                    <a:pt x="373" y="762"/>
                    <a:pt x="242" y="748"/>
                    <a:pt x="95" y="717"/>
                  </a:cubicBezTo>
                  <a:cubicBezTo>
                    <a:pt x="60" y="717"/>
                    <a:pt x="24" y="741"/>
                    <a:pt x="12" y="776"/>
                  </a:cubicBezTo>
                  <a:cubicBezTo>
                    <a:pt x="0" y="812"/>
                    <a:pt x="24" y="860"/>
                    <a:pt x="71" y="860"/>
                  </a:cubicBezTo>
                  <a:cubicBezTo>
                    <a:pt x="143" y="883"/>
                    <a:pt x="214" y="895"/>
                    <a:pt x="286" y="895"/>
                  </a:cubicBezTo>
                  <a:cubicBezTo>
                    <a:pt x="360" y="904"/>
                    <a:pt x="431" y="908"/>
                    <a:pt x="498" y="908"/>
                  </a:cubicBezTo>
                  <a:cubicBezTo>
                    <a:pt x="1436" y="908"/>
                    <a:pt x="1643" y="109"/>
                    <a:pt x="1643" y="98"/>
                  </a:cubicBezTo>
                  <a:cubicBezTo>
                    <a:pt x="1643" y="50"/>
                    <a:pt x="1619" y="14"/>
                    <a:pt x="1584" y="2"/>
                  </a:cubicBezTo>
                  <a:cubicBezTo>
                    <a:pt x="1579" y="1"/>
                    <a:pt x="1574" y="0"/>
                    <a:pt x="1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9" name="Google Shape;3109;p73"/>
            <p:cNvSpPr/>
            <p:nvPr/>
          </p:nvSpPr>
          <p:spPr>
            <a:xfrm>
              <a:off x="2466661" y="3040063"/>
              <a:ext cx="170583" cy="103863"/>
            </a:xfrm>
            <a:custGeom>
              <a:avLst/>
              <a:gdLst/>
              <a:ahLst/>
              <a:cxnLst/>
              <a:rect l="l" t="t" r="r" b="b"/>
              <a:pathLst>
                <a:path w="4037" h="2458" extrusionOk="0">
                  <a:moveTo>
                    <a:pt x="853" y="1"/>
                  </a:moveTo>
                  <a:cubicBezTo>
                    <a:pt x="578" y="1"/>
                    <a:pt x="402" y="116"/>
                    <a:pt x="274" y="279"/>
                  </a:cubicBezTo>
                  <a:cubicBezTo>
                    <a:pt x="1" y="625"/>
                    <a:pt x="298" y="1220"/>
                    <a:pt x="1120" y="1756"/>
                  </a:cubicBezTo>
                  <a:cubicBezTo>
                    <a:pt x="1820" y="2206"/>
                    <a:pt x="2363" y="2458"/>
                    <a:pt x="2777" y="2458"/>
                  </a:cubicBezTo>
                  <a:cubicBezTo>
                    <a:pt x="2954" y="2458"/>
                    <a:pt x="3107" y="2412"/>
                    <a:pt x="3239" y="2315"/>
                  </a:cubicBezTo>
                  <a:cubicBezTo>
                    <a:pt x="3239" y="2315"/>
                    <a:pt x="4037" y="1744"/>
                    <a:pt x="2584" y="768"/>
                  </a:cubicBezTo>
                  <a:cubicBezTo>
                    <a:pt x="1756" y="204"/>
                    <a:pt x="1218" y="1"/>
                    <a:pt x="8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0" name="Google Shape;3110;p73"/>
            <p:cNvSpPr/>
            <p:nvPr/>
          </p:nvSpPr>
          <p:spPr>
            <a:xfrm>
              <a:off x="2443506" y="3185501"/>
              <a:ext cx="67481" cy="76862"/>
            </a:xfrm>
            <a:custGeom>
              <a:avLst/>
              <a:gdLst/>
              <a:ahLst/>
              <a:cxnLst/>
              <a:rect l="l" t="t" r="r" b="b"/>
              <a:pathLst>
                <a:path w="1597" h="1819" extrusionOk="0">
                  <a:moveTo>
                    <a:pt x="823" y="0"/>
                  </a:moveTo>
                  <a:cubicBezTo>
                    <a:pt x="446" y="0"/>
                    <a:pt x="105" y="355"/>
                    <a:pt x="60" y="826"/>
                  </a:cubicBezTo>
                  <a:cubicBezTo>
                    <a:pt x="1" y="1326"/>
                    <a:pt x="287" y="1767"/>
                    <a:pt x="691" y="1814"/>
                  </a:cubicBezTo>
                  <a:cubicBezTo>
                    <a:pt x="716" y="1817"/>
                    <a:pt x="740" y="1818"/>
                    <a:pt x="764" y="1818"/>
                  </a:cubicBezTo>
                  <a:cubicBezTo>
                    <a:pt x="1150" y="1818"/>
                    <a:pt x="1481" y="1464"/>
                    <a:pt x="1537" y="993"/>
                  </a:cubicBezTo>
                  <a:cubicBezTo>
                    <a:pt x="1596" y="493"/>
                    <a:pt x="1311" y="52"/>
                    <a:pt x="894" y="5"/>
                  </a:cubicBezTo>
                  <a:cubicBezTo>
                    <a:pt x="870" y="2"/>
                    <a:pt x="847" y="0"/>
                    <a:pt x="8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1" name="Google Shape;3111;p73"/>
            <p:cNvSpPr/>
            <p:nvPr/>
          </p:nvSpPr>
          <p:spPr>
            <a:xfrm>
              <a:off x="2043067" y="3004866"/>
              <a:ext cx="176626" cy="85778"/>
            </a:xfrm>
            <a:custGeom>
              <a:avLst/>
              <a:gdLst/>
              <a:ahLst/>
              <a:cxnLst/>
              <a:rect l="l" t="t" r="r" b="b"/>
              <a:pathLst>
                <a:path w="4180" h="2030" extrusionOk="0">
                  <a:moveTo>
                    <a:pt x="3203" y="0"/>
                  </a:moveTo>
                  <a:cubicBezTo>
                    <a:pt x="2848" y="0"/>
                    <a:pt x="2346" y="110"/>
                    <a:pt x="1632" y="386"/>
                  </a:cubicBezTo>
                  <a:cubicBezTo>
                    <a:pt x="1" y="1029"/>
                    <a:pt x="667" y="1755"/>
                    <a:pt x="667" y="1755"/>
                  </a:cubicBezTo>
                  <a:cubicBezTo>
                    <a:pt x="823" y="1943"/>
                    <a:pt x="1056" y="2029"/>
                    <a:pt x="1366" y="2029"/>
                  </a:cubicBezTo>
                  <a:cubicBezTo>
                    <a:pt x="1744" y="2029"/>
                    <a:pt x="2238" y="1901"/>
                    <a:pt x="2846" y="1672"/>
                  </a:cubicBezTo>
                  <a:cubicBezTo>
                    <a:pt x="3763" y="1327"/>
                    <a:pt x="4180" y="815"/>
                    <a:pt x="3989" y="422"/>
                  </a:cubicBezTo>
                  <a:cubicBezTo>
                    <a:pt x="3875" y="181"/>
                    <a:pt x="3660" y="0"/>
                    <a:pt x="32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2" name="Google Shape;3112;p73"/>
            <p:cNvSpPr/>
            <p:nvPr/>
          </p:nvSpPr>
          <p:spPr>
            <a:xfrm>
              <a:off x="2133616" y="3162431"/>
              <a:ext cx="67481" cy="76777"/>
            </a:xfrm>
            <a:custGeom>
              <a:avLst/>
              <a:gdLst/>
              <a:ahLst/>
              <a:cxnLst/>
              <a:rect l="l" t="t" r="r" b="b"/>
              <a:pathLst>
                <a:path w="1597" h="1817" extrusionOk="0">
                  <a:moveTo>
                    <a:pt x="848" y="0"/>
                  </a:moveTo>
                  <a:cubicBezTo>
                    <a:pt x="455" y="0"/>
                    <a:pt x="117" y="347"/>
                    <a:pt x="60" y="824"/>
                  </a:cubicBezTo>
                  <a:cubicBezTo>
                    <a:pt x="1" y="1324"/>
                    <a:pt x="286" y="1765"/>
                    <a:pt x="703" y="1813"/>
                  </a:cubicBezTo>
                  <a:cubicBezTo>
                    <a:pt x="727" y="1815"/>
                    <a:pt x="750" y="1817"/>
                    <a:pt x="774" y="1817"/>
                  </a:cubicBezTo>
                  <a:cubicBezTo>
                    <a:pt x="1151" y="1817"/>
                    <a:pt x="1492" y="1462"/>
                    <a:pt x="1537" y="991"/>
                  </a:cubicBezTo>
                  <a:cubicBezTo>
                    <a:pt x="1596" y="491"/>
                    <a:pt x="1310" y="50"/>
                    <a:pt x="906" y="3"/>
                  </a:cubicBezTo>
                  <a:cubicBezTo>
                    <a:pt x="886" y="1"/>
                    <a:pt x="867" y="0"/>
                    <a:pt x="8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3" name="Google Shape;3113;p73"/>
            <p:cNvSpPr/>
            <p:nvPr/>
          </p:nvSpPr>
          <p:spPr>
            <a:xfrm>
              <a:off x="2632718" y="3226783"/>
              <a:ext cx="218881" cy="242924"/>
            </a:xfrm>
            <a:custGeom>
              <a:avLst/>
              <a:gdLst/>
              <a:ahLst/>
              <a:cxnLst/>
              <a:rect l="l" t="t" r="r" b="b"/>
              <a:pathLst>
                <a:path w="5180" h="5749" extrusionOk="0">
                  <a:moveTo>
                    <a:pt x="2482" y="1"/>
                  </a:moveTo>
                  <a:cubicBezTo>
                    <a:pt x="1950" y="1"/>
                    <a:pt x="1547" y="99"/>
                    <a:pt x="1547" y="99"/>
                  </a:cubicBezTo>
                  <a:cubicBezTo>
                    <a:pt x="1547" y="99"/>
                    <a:pt x="12" y="2849"/>
                    <a:pt x="12" y="3873"/>
                  </a:cubicBezTo>
                  <a:cubicBezTo>
                    <a:pt x="1" y="5085"/>
                    <a:pt x="1028" y="5748"/>
                    <a:pt x="2157" y="5748"/>
                  </a:cubicBezTo>
                  <a:cubicBezTo>
                    <a:pt x="3470" y="5748"/>
                    <a:pt x="4921" y="4851"/>
                    <a:pt x="5036" y="2873"/>
                  </a:cubicBezTo>
                  <a:cubicBezTo>
                    <a:pt x="5180" y="407"/>
                    <a:pt x="3563" y="1"/>
                    <a:pt x="2482" y="1"/>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4" name="Google Shape;3114;p73"/>
            <p:cNvSpPr/>
            <p:nvPr/>
          </p:nvSpPr>
          <p:spPr>
            <a:xfrm>
              <a:off x="2655324" y="3277403"/>
              <a:ext cx="168597" cy="127652"/>
            </a:xfrm>
            <a:custGeom>
              <a:avLst/>
              <a:gdLst/>
              <a:ahLst/>
              <a:cxnLst/>
              <a:rect l="l" t="t" r="r" b="b"/>
              <a:pathLst>
                <a:path w="3990" h="3021" extrusionOk="0">
                  <a:moveTo>
                    <a:pt x="2348" y="1"/>
                  </a:moveTo>
                  <a:cubicBezTo>
                    <a:pt x="2053" y="1"/>
                    <a:pt x="1746" y="81"/>
                    <a:pt x="1429" y="247"/>
                  </a:cubicBezTo>
                  <a:cubicBezTo>
                    <a:pt x="0" y="997"/>
                    <a:pt x="631" y="2949"/>
                    <a:pt x="643" y="2973"/>
                  </a:cubicBezTo>
                  <a:cubicBezTo>
                    <a:pt x="643" y="2997"/>
                    <a:pt x="667" y="3021"/>
                    <a:pt x="703" y="3021"/>
                  </a:cubicBezTo>
                  <a:lnTo>
                    <a:pt x="727" y="3021"/>
                  </a:lnTo>
                  <a:cubicBezTo>
                    <a:pt x="774" y="3009"/>
                    <a:pt x="786" y="2961"/>
                    <a:pt x="774" y="2925"/>
                  </a:cubicBezTo>
                  <a:cubicBezTo>
                    <a:pt x="774" y="2914"/>
                    <a:pt x="179" y="1068"/>
                    <a:pt x="1501" y="377"/>
                  </a:cubicBezTo>
                  <a:cubicBezTo>
                    <a:pt x="1797" y="226"/>
                    <a:pt x="2078" y="151"/>
                    <a:pt x="2348" y="151"/>
                  </a:cubicBezTo>
                  <a:cubicBezTo>
                    <a:pt x="2502" y="151"/>
                    <a:pt x="2652" y="175"/>
                    <a:pt x="2798" y="223"/>
                  </a:cubicBezTo>
                  <a:cubicBezTo>
                    <a:pt x="3489" y="449"/>
                    <a:pt x="3834" y="1175"/>
                    <a:pt x="3834" y="1175"/>
                  </a:cubicBezTo>
                  <a:cubicBezTo>
                    <a:pt x="3851" y="1201"/>
                    <a:pt x="3881" y="1221"/>
                    <a:pt x="3909" y="1221"/>
                  </a:cubicBezTo>
                  <a:cubicBezTo>
                    <a:pt x="3921" y="1221"/>
                    <a:pt x="3931" y="1218"/>
                    <a:pt x="3941" y="1211"/>
                  </a:cubicBezTo>
                  <a:cubicBezTo>
                    <a:pt x="3977" y="1199"/>
                    <a:pt x="3989" y="1151"/>
                    <a:pt x="3977" y="1116"/>
                  </a:cubicBezTo>
                  <a:cubicBezTo>
                    <a:pt x="3953" y="1080"/>
                    <a:pt x="3596" y="330"/>
                    <a:pt x="2846" y="80"/>
                  </a:cubicBezTo>
                  <a:cubicBezTo>
                    <a:pt x="2685" y="27"/>
                    <a:pt x="2518" y="1"/>
                    <a:pt x="2348"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5" name="Google Shape;3115;p73"/>
            <p:cNvSpPr/>
            <p:nvPr/>
          </p:nvSpPr>
          <p:spPr>
            <a:xfrm>
              <a:off x="2677970" y="3324181"/>
              <a:ext cx="84888" cy="25462"/>
            </a:xfrm>
            <a:custGeom>
              <a:avLst/>
              <a:gdLst/>
              <a:ahLst/>
              <a:cxnLst/>
              <a:rect l="l" t="t" r="r" b="b"/>
              <a:pathLst>
                <a:path w="2227" h="668" extrusionOk="0">
                  <a:moveTo>
                    <a:pt x="902" y="1"/>
                  </a:moveTo>
                  <a:cubicBezTo>
                    <a:pt x="624" y="1"/>
                    <a:pt x="326" y="84"/>
                    <a:pt x="36" y="317"/>
                  </a:cubicBezTo>
                  <a:cubicBezTo>
                    <a:pt x="12" y="341"/>
                    <a:pt x="0" y="389"/>
                    <a:pt x="24" y="412"/>
                  </a:cubicBezTo>
                  <a:cubicBezTo>
                    <a:pt x="37" y="432"/>
                    <a:pt x="58" y="441"/>
                    <a:pt x="79" y="441"/>
                  </a:cubicBezTo>
                  <a:cubicBezTo>
                    <a:pt x="97" y="441"/>
                    <a:pt x="115" y="435"/>
                    <a:pt x="131" y="424"/>
                  </a:cubicBezTo>
                  <a:cubicBezTo>
                    <a:pt x="386" y="222"/>
                    <a:pt x="650" y="149"/>
                    <a:pt x="899" y="149"/>
                  </a:cubicBezTo>
                  <a:cubicBezTo>
                    <a:pt x="1545" y="149"/>
                    <a:pt x="2087" y="642"/>
                    <a:pt x="2096" y="651"/>
                  </a:cubicBezTo>
                  <a:cubicBezTo>
                    <a:pt x="2108" y="662"/>
                    <a:pt x="2120" y="662"/>
                    <a:pt x="2143" y="662"/>
                  </a:cubicBezTo>
                  <a:cubicBezTo>
                    <a:pt x="2147" y="666"/>
                    <a:pt x="2151" y="667"/>
                    <a:pt x="2157" y="667"/>
                  </a:cubicBezTo>
                  <a:cubicBezTo>
                    <a:pt x="2169" y="667"/>
                    <a:pt x="2186" y="659"/>
                    <a:pt x="2203" y="651"/>
                  </a:cubicBezTo>
                  <a:cubicBezTo>
                    <a:pt x="2227" y="615"/>
                    <a:pt x="2227" y="567"/>
                    <a:pt x="2191" y="543"/>
                  </a:cubicBezTo>
                  <a:cubicBezTo>
                    <a:pt x="2183" y="535"/>
                    <a:pt x="1606" y="1"/>
                    <a:pt x="902"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6" name="Google Shape;3116;p73"/>
            <p:cNvSpPr/>
            <p:nvPr/>
          </p:nvSpPr>
          <p:spPr>
            <a:xfrm>
              <a:off x="2245293" y="2974359"/>
              <a:ext cx="141935" cy="312095"/>
            </a:xfrm>
            <a:custGeom>
              <a:avLst/>
              <a:gdLst/>
              <a:ahLst/>
              <a:cxnLst/>
              <a:rect l="l" t="t" r="r" b="b"/>
              <a:pathLst>
                <a:path w="3359" h="7386" extrusionOk="0">
                  <a:moveTo>
                    <a:pt x="3287" y="1"/>
                  </a:moveTo>
                  <a:cubicBezTo>
                    <a:pt x="3251" y="1"/>
                    <a:pt x="3216" y="37"/>
                    <a:pt x="3216" y="72"/>
                  </a:cubicBezTo>
                  <a:cubicBezTo>
                    <a:pt x="3168" y="1370"/>
                    <a:pt x="2966" y="4811"/>
                    <a:pt x="2668" y="5204"/>
                  </a:cubicBezTo>
                  <a:cubicBezTo>
                    <a:pt x="2559" y="5333"/>
                    <a:pt x="2421" y="5398"/>
                    <a:pt x="2253" y="5398"/>
                  </a:cubicBezTo>
                  <a:cubicBezTo>
                    <a:pt x="2018" y="5398"/>
                    <a:pt x="1724" y="5270"/>
                    <a:pt x="1370" y="5013"/>
                  </a:cubicBezTo>
                  <a:cubicBezTo>
                    <a:pt x="1358" y="5002"/>
                    <a:pt x="1346" y="4990"/>
                    <a:pt x="1334" y="4978"/>
                  </a:cubicBezTo>
                  <a:cubicBezTo>
                    <a:pt x="1178" y="4878"/>
                    <a:pt x="1022" y="4827"/>
                    <a:pt x="877" y="4827"/>
                  </a:cubicBezTo>
                  <a:cubicBezTo>
                    <a:pt x="744" y="4827"/>
                    <a:pt x="620" y="4869"/>
                    <a:pt x="513" y="4954"/>
                  </a:cubicBezTo>
                  <a:cubicBezTo>
                    <a:pt x="156" y="5228"/>
                    <a:pt x="1" y="5906"/>
                    <a:pt x="191" y="6406"/>
                  </a:cubicBezTo>
                  <a:cubicBezTo>
                    <a:pt x="406" y="7014"/>
                    <a:pt x="989" y="7359"/>
                    <a:pt x="1013" y="7371"/>
                  </a:cubicBezTo>
                  <a:cubicBezTo>
                    <a:pt x="1025" y="7383"/>
                    <a:pt x="1037" y="7383"/>
                    <a:pt x="1049" y="7383"/>
                  </a:cubicBezTo>
                  <a:cubicBezTo>
                    <a:pt x="1053" y="7385"/>
                    <a:pt x="1057" y="7386"/>
                    <a:pt x="1062" y="7386"/>
                  </a:cubicBezTo>
                  <a:cubicBezTo>
                    <a:pt x="1081" y="7386"/>
                    <a:pt x="1101" y="7367"/>
                    <a:pt x="1120" y="7347"/>
                  </a:cubicBezTo>
                  <a:cubicBezTo>
                    <a:pt x="1132" y="7311"/>
                    <a:pt x="1120" y="7276"/>
                    <a:pt x="1084" y="7252"/>
                  </a:cubicBezTo>
                  <a:cubicBezTo>
                    <a:pt x="1084" y="7252"/>
                    <a:pt x="525" y="6907"/>
                    <a:pt x="322" y="6359"/>
                  </a:cubicBezTo>
                  <a:cubicBezTo>
                    <a:pt x="168" y="5918"/>
                    <a:pt x="299" y="5311"/>
                    <a:pt x="596" y="5073"/>
                  </a:cubicBezTo>
                  <a:cubicBezTo>
                    <a:pt x="684" y="5007"/>
                    <a:pt x="777" y="4974"/>
                    <a:pt x="876" y="4974"/>
                  </a:cubicBezTo>
                  <a:cubicBezTo>
                    <a:pt x="992" y="4974"/>
                    <a:pt x="1116" y="5019"/>
                    <a:pt x="1251" y="5109"/>
                  </a:cubicBezTo>
                  <a:cubicBezTo>
                    <a:pt x="1263" y="5109"/>
                    <a:pt x="1275" y="5121"/>
                    <a:pt x="1287" y="5133"/>
                  </a:cubicBezTo>
                  <a:cubicBezTo>
                    <a:pt x="1701" y="5436"/>
                    <a:pt x="2015" y="5545"/>
                    <a:pt x="2253" y="5545"/>
                  </a:cubicBezTo>
                  <a:cubicBezTo>
                    <a:pt x="2501" y="5545"/>
                    <a:pt x="2666" y="5427"/>
                    <a:pt x="2775" y="5287"/>
                  </a:cubicBezTo>
                  <a:cubicBezTo>
                    <a:pt x="3168" y="4799"/>
                    <a:pt x="3347" y="561"/>
                    <a:pt x="3358" y="84"/>
                  </a:cubicBezTo>
                  <a:cubicBezTo>
                    <a:pt x="3358" y="37"/>
                    <a:pt x="3335" y="1"/>
                    <a:pt x="3287" y="1"/>
                  </a:cubicBezTo>
                  <a:close/>
                </a:path>
              </a:pathLst>
            </a:custGeom>
            <a:solidFill>
              <a:srgbClr val="763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7" name="Google Shape;3117;p73"/>
            <p:cNvSpPr/>
            <p:nvPr/>
          </p:nvSpPr>
          <p:spPr>
            <a:xfrm>
              <a:off x="1956024" y="3039303"/>
              <a:ext cx="905144" cy="324518"/>
            </a:xfrm>
            <a:custGeom>
              <a:avLst/>
              <a:gdLst/>
              <a:ahLst/>
              <a:cxnLst/>
              <a:rect l="l" t="t" r="r" b="b"/>
              <a:pathLst>
                <a:path w="21421" h="7680" extrusionOk="0">
                  <a:moveTo>
                    <a:pt x="3596" y="180"/>
                  </a:moveTo>
                  <a:cubicBezTo>
                    <a:pt x="3683" y="180"/>
                    <a:pt x="3770" y="183"/>
                    <a:pt x="3858" y="190"/>
                  </a:cubicBezTo>
                  <a:cubicBezTo>
                    <a:pt x="5656" y="345"/>
                    <a:pt x="6990" y="1917"/>
                    <a:pt x="6835" y="3715"/>
                  </a:cubicBezTo>
                  <a:cubicBezTo>
                    <a:pt x="6700" y="5417"/>
                    <a:pt x="5272" y="6703"/>
                    <a:pt x="3604" y="6703"/>
                  </a:cubicBezTo>
                  <a:cubicBezTo>
                    <a:pt x="3511" y="6703"/>
                    <a:pt x="3417" y="6699"/>
                    <a:pt x="3323" y="6691"/>
                  </a:cubicBezTo>
                  <a:cubicBezTo>
                    <a:pt x="1525" y="6548"/>
                    <a:pt x="191" y="4965"/>
                    <a:pt x="334" y="3167"/>
                  </a:cubicBezTo>
                  <a:cubicBezTo>
                    <a:pt x="481" y="1469"/>
                    <a:pt x="1920" y="180"/>
                    <a:pt x="3596" y="180"/>
                  </a:cubicBezTo>
                  <a:close/>
                  <a:moveTo>
                    <a:pt x="12978" y="966"/>
                  </a:moveTo>
                  <a:cubicBezTo>
                    <a:pt x="13065" y="966"/>
                    <a:pt x="13153" y="969"/>
                    <a:pt x="13241" y="976"/>
                  </a:cubicBezTo>
                  <a:cubicBezTo>
                    <a:pt x="15038" y="1131"/>
                    <a:pt x="16372" y="2703"/>
                    <a:pt x="16229" y="4500"/>
                  </a:cubicBezTo>
                  <a:cubicBezTo>
                    <a:pt x="16082" y="6203"/>
                    <a:pt x="14654" y="7489"/>
                    <a:pt x="12987" y="7489"/>
                  </a:cubicBezTo>
                  <a:cubicBezTo>
                    <a:pt x="12893" y="7489"/>
                    <a:pt x="12799" y="7485"/>
                    <a:pt x="12705" y="7477"/>
                  </a:cubicBezTo>
                  <a:cubicBezTo>
                    <a:pt x="10907" y="7322"/>
                    <a:pt x="9573" y="5751"/>
                    <a:pt x="9728" y="3953"/>
                  </a:cubicBezTo>
                  <a:cubicBezTo>
                    <a:pt x="9864" y="2255"/>
                    <a:pt x="11302" y="966"/>
                    <a:pt x="12978" y="966"/>
                  </a:cubicBezTo>
                  <a:close/>
                  <a:moveTo>
                    <a:pt x="3587" y="0"/>
                  </a:moveTo>
                  <a:cubicBezTo>
                    <a:pt x="1823" y="0"/>
                    <a:pt x="303" y="1357"/>
                    <a:pt x="156" y="3155"/>
                  </a:cubicBezTo>
                  <a:cubicBezTo>
                    <a:pt x="1" y="5048"/>
                    <a:pt x="1406" y="6715"/>
                    <a:pt x="3299" y="6882"/>
                  </a:cubicBezTo>
                  <a:cubicBezTo>
                    <a:pt x="3394" y="6889"/>
                    <a:pt x="3488" y="6893"/>
                    <a:pt x="3582" y="6893"/>
                  </a:cubicBezTo>
                  <a:cubicBezTo>
                    <a:pt x="5355" y="6893"/>
                    <a:pt x="6867" y="5525"/>
                    <a:pt x="7025" y="3726"/>
                  </a:cubicBezTo>
                  <a:cubicBezTo>
                    <a:pt x="7037" y="3596"/>
                    <a:pt x="7037" y="3453"/>
                    <a:pt x="7025" y="3322"/>
                  </a:cubicBezTo>
                  <a:cubicBezTo>
                    <a:pt x="7400" y="3147"/>
                    <a:pt x="7764" y="3084"/>
                    <a:pt x="8096" y="3084"/>
                  </a:cubicBezTo>
                  <a:cubicBezTo>
                    <a:pt x="8853" y="3084"/>
                    <a:pt x="9444" y="3413"/>
                    <a:pt x="9609" y="3512"/>
                  </a:cubicBezTo>
                  <a:cubicBezTo>
                    <a:pt x="9573" y="3655"/>
                    <a:pt x="9550" y="3798"/>
                    <a:pt x="9538" y="3941"/>
                  </a:cubicBezTo>
                  <a:cubicBezTo>
                    <a:pt x="9383" y="5834"/>
                    <a:pt x="10788" y="7501"/>
                    <a:pt x="12681" y="7667"/>
                  </a:cubicBezTo>
                  <a:cubicBezTo>
                    <a:pt x="12778" y="7675"/>
                    <a:pt x="12874" y="7679"/>
                    <a:pt x="12969" y="7679"/>
                  </a:cubicBezTo>
                  <a:cubicBezTo>
                    <a:pt x="14716" y="7679"/>
                    <a:pt x="16204" y="6358"/>
                    <a:pt x="16396" y="4608"/>
                  </a:cubicBezTo>
                  <a:lnTo>
                    <a:pt x="20491" y="4965"/>
                  </a:lnTo>
                  <a:cubicBezTo>
                    <a:pt x="20599" y="5024"/>
                    <a:pt x="21230" y="5393"/>
                    <a:pt x="21206" y="6036"/>
                  </a:cubicBezTo>
                  <a:cubicBezTo>
                    <a:pt x="21206" y="6084"/>
                    <a:pt x="21242" y="6120"/>
                    <a:pt x="21289" y="6120"/>
                  </a:cubicBezTo>
                  <a:cubicBezTo>
                    <a:pt x="21294" y="6121"/>
                    <a:pt x="21299" y="6121"/>
                    <a:pt x="21304" y="6121"/>
                  </a:cubicBezTo>
                  <a:cubicBezTo>
                    <a:pt x="21346" y="6121"/>
                    <a:pt x="21384" y="6079"/>
                    <a:pt x="21384" y="6036"/>
                  </a:cubicBezTo>
                  <a:cubicBezTo>
                    <a:pt x="21420" y="5227"/>
                    <a:pt x="20587" y="4810"/>
                    <a:pt x="20551" y="4798"/>
                  </a:cubicBezTo>
                  <a:cubicBezTo>
                    <a:pt x="20539" y="4786"/>
                    <a:pt x="20539" y="4786"/>
                    <a:pt x="20527" y="4786"/>
                  </a:cubicBezTo>
                  <a:lnTo>
                    <a:pt x="16408" y="4429"/>
                  </a:lnTo>
                  <a:cubicBezTo>
                    <a:pt x="16515" y="2572"/>
                    <a:pt x="15122" y="952"/>
                    <a:pt x="13252" y="798"/>
                  </a:cubicBezTo>
                  <a:cubicBezTo>
                    <a:pt x="13154" y="789"/>
                    <a:pt x="13056" y="785"/>
                    <a:pt x="12959" y="785"/>
                  </a:cubicBezTo>
                  <a:cubicBezTo>
                    <a:pt x="11401" y="785"/>
                    <a:pt x="10048" y="1843"/>
                    <a:pt x="9645" y="3334"/>
                  </a:cubicBezTo>
                  <a:cubicBezTo>
                    <a:pt x="9416" y="3195"/>
                    <a:pt x="8824" y="2905"/>
                    <a:pt x="8091" y="2905"/>
                  </a:cubicBezTo>
                  <a:cubicBezTo>
                    <a:pt x="7755" y="2905"/>
                    <a:pt x="7388" y="2966"/>
                    <a:pt x="7014" y="3131"/>
                  </a:cubicBezTo>
                  <a:cubicBezTo>
                    <a:pt x="6859" y="1500"/>
                    <a:pt x="5561" y="155"/>
                    <a:pt x="3870" y="12"/>
                  </a:cubicBezTo>
                  <a:cubicBezTo>
                    <a:pt x="3775" y="4"/>
                    <a:pt x="3681" y="0"/>
                    <a:pt x="3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8" name="Google Shape;3118;p73"/>
            <p:cNvSpPr/>
            <p:nvPr/>
          </p:nvSpPr>
          <p:spPr>
            <a:xfrm>
              <a:off x="2154236" y="2865597"/>
              <a:ext cx="413085" cy="52650"/>
            </a:xfrm>
            <a:custGeom>
              <a:avLst/>
              <a:gdLst/>
              <a:ahLst/>
              <a:cxnLst/>
              <a:rect l="l" t="t" r="r" b="b"/>
              <a:pathLst>
                <a:path w="9776" h="1246" extrusionOk="0">
                  <a:moveTo>
                    <a:pt x="2809" y="0"/>
                  </a:moveTo>
                  <a:cubicBezTo>
                    <a:pt x="1882" y="0"/>
                    <a:pt x="955" y="61"/>
                    <a:pt x="37" y="182"/>
                  </a:cubicBezTo>
                  <a:cubicBezTo>
                    <a:pt x="13" y="194"/>
                    <a:pt x="1" y="218"/>
                    <a:pt x="1" y="241"/>
                  </a:cubicBezTo>
                  <a:cubicBezTo>
                    <a:pt x="1" y="265"/>
                    <a:pt x="25" y="277"/>
                    <a:pt x="37" y="277"/>
                  </a:cubicBezTo>
                  <a:lnTo>
                    <a:pt x="48" y="277"/>
                  </a:lnTo>
                  <a:cubicBezTo>
                    <a:pt x="974" y="155"/>
                    <a:pt x="1907" y="93"/>
                    <a:pt x="2840" y="93"/>
                  </a:cubicBezTo>
                  <a:cubicBezTo>
                    <a:pt x="5172" y="93"/>
                    <a:pt x="7502" y="476"/>
                    <a:pt x="9704" y="1241"/>
                  </a:cubicBezTo>
                  <a:cubicBezTo>
                    <a:pt x="9710" y="1244"/>
                    <a:pt x="9717" y="1246"/>
                    <a:pt x="9724" y="1246"/>
                  </a:cubicBezTo>
                  <a:cubicBezTo>
                    <a:pt x="9744" y="1246"/>
                    <a:pt x="9764" y="1233"/>
                    <a:pt x="9764" y="1206"/>
                  </a:cubicBezTo>
                  <a:cubicBezTo>
                    <a:pt x="9776" y="1182"/>
                    <a:pt x="9764" y="1158"/>
                    <a:pt x="9740" y="1158"/>
                  </a:cubicBezTo>
                  <a:cubicBezTo>
                    <a:pt x="7519" y="389"/>
                    <a:pt x="5163" y="0"/>
                    <a:pt x="2809" y="0"/>
                  </a:cubicBezTo>
                  <a:close/>
                </a:path>
              </a:pathLst>
            </a:custGeom>
            <a:solidFill>
              <a:srgbClr val="EAA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9" name="Google Shape;3119;p73"/>
            <p:cNvSpPr/>
            <p:nvPr/>
          </p:nvSpPr>
          <p:spPr>
            <a:xfrm>
              <a:off x="2200039" y="2770062"/>
              <a:ext cx="342139" cy="38325"/>
            </a:xfrm>
            <a:custGeom>
              <a:avLst/>
              <a:gdLst/>
              <a:ahLst/>
              <a:cxnLst/>
              <a:rect l="l" t="t" r="r" b="b"/>
              <a:pathLst>
                <a:path w="8097" h="907" extrusionOk="0">
                  <a:moveTo>
                    <a:pt x="3590" y="0"/>
                  </a:moveTo>
                  <a:cubicBezTo>
                    <a:pt x="2395" y="0"/>
                    <a:pt x="1200" y="167"/>
                    <a:pt x="48" y="502"/>
                  </a:cubicBezTo>
                  <a:cubicBezTo>
                    <a:pt x="24" y="502"/>
                    <a:pt x="0" y="526"/>
                    <a:pt x="12" y="562"/>
                  </a:cubicBezTo>
                  <a:cubicBezTo>
                    <a:pt x="24" y="574"/>
                    <a:pt x="36" y="585"/>
                    <a:pt x="48" y="585"/>
                  </a:cubicBezTo>
                  <a:lnTo>
                    <a:pt x="72" y="585"/>
                  </a:lnTo>
                  <a:cubicBezTo>
                    <a:pt x="1207" y="257"/>
                    <a:pt x="2388" y="93"/>
                    <a:pt x="3569" y="93"/>
                  </a:cubicBezTo>
                  <a:cubicBezTo>
                    <a:pt x="5088" y="93"/>
                    <a:pt x="6605" y="364"/>
                    <a:pt x="8025" y="907"/>
                  </a:cubicBezTo>
                  <a:cubicBezTo>
                    <a:pt x="8049" y="907"/>
                    <a:pt x="8085" y="895"/>
                    <a:pt x="8085" y="871"/>
                  </a:cubicBezTo>
                  <a:cubicBezTo>
                    <a:pt x="8097" y="847"/>
                    <a:pt x="8085" y="824"/>
                    <a:pt x="8061" y="812"/>
                  </a:cubicBezTo>
                  <a:cubicBezTo>
                    <a:pt x="6633" y="271"/>
                    <a:pt x="5112" y="0"/>
                    <a:pt x="3590" y="0"/>
                  </a:cubicBezTo>
                  <a:close/>
                </a:path>
              </a:pathLst>
            </a:custGeom>
            <a:solidFill>
              <a:srgbClr val="EAA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0" name="Google Shape;3120;p73"/>
            <p:cNvSpPr/>
            <p:nvPr/>
          </p:nvSpPr>
          <p:spPr>
            <a:xfrm>
              <a:off x="1385049" y="3565490"/>
              <a:ext cx="232445" cy="176119"/>
            </a:xfrm>
            <a:custGeom>
              <a:avLst/>
              <a:gdLst/>
              <a:ahLst/>
              <a:cxnLst/>
              <a:rect l="l" t="t" r="r" b="b"/>
              <a:pathLst>
                <a:path w="5501" h="4168" extrusionOk="0">
                  <a:moveTo>
                    <a:pt x="2751" y="1"/>
                  </a:moveTo>
                  <a:cubicBezTo>
                    <a:pt x="1227" y="1"/>
                    <a:pt x="0" y="929"/>
                    <a:pt x="0" y="2084"/>
                  </a:cubicBezTo>
                  <a:cubicBezTo>
                    <a:pt x="0" y="3239"/>
                    <a:pt x="1227" y="4168"/>
                    <a:pt x="2751" y="4168"/>
                  </a:cubicBezTo>
                  <a:cubicBezTo>
                    <a:pt x="4263" y="4168"/>
                    <a:pt x="5501" y="3239"/>
                    <a:pt x="5501" y="2084"/>
                  </a:cubicBezTo>
                  <a:cubicBezTo>
                    <a:pt x="5501" y="929"/>
                    <a:pt x="4263" y="1"/>
                    <a:pt x="2751" y="1"/>
                  </a:cubicBez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1" name="Google Shape;3121;p73"/>
            <p:cNvSpPr/>
            <p:nvPr/>
          </p:nvSpPr>
          <p:spPr>
            <a:xfrm>
              <a:off x="973962" y="3417052"/>
              <a:ext cx="498144" cy="380126"/>
            </a:xfrm>
            <a:custGeom>
              <a:avLst/>
              <a:gdLst/>
              <a:ahLst/>
              <a:cxnLst/>
              <a:rect l="l" t="t" r="r" b="b"/>
              <a:pathLst>
                <a:path w="11789" h="8996" extrusionOk="0">
                  <a:moveTo>
                    <a:pt x="2222" y="1"/>
                  </a:moveTo>
                  <a:cubicBezTo>
                    <a:pt x="688" y="1"/>
                    <a:pt x="1" y="3060"/>
                    <a:pt x="621" y="5621"/>
                  </a:cubicBezTo>
                  <a:cubicBezTo>
                    <a:pt x="1109" y="7609"/>
                    <a:pt x="3707" y="8995"/>
                    <a:pt x="6251" y="8995"/>
                  </a:cubicBezTo>
                  <a:cubicBezTo>
                    <a:pt x="7120" y="8995"/>
                    <a:pt x="7983" y="8833"/>
                    <a:pt x="8753" y="8479"/>
                  </a:cubicBezTo>
                  <a:cubicBezTo>
                    <a:pt x="11789" y="7098"/>
                    <a:pt x="9872" y="3883"/>
                    <a:pt x="9872" y="3883"/>
                  </a:cubicBezTo>
                  <a:cubicBezTo>
                    <a:pt x="10015" y="2668"/>
                    <a:pt x="4050" y="251"/>
                    <a:pt x="2395" y="13"/>
                  </a:cubicBezTo>
                  <a:cubicBezTo>
                    <a:pt x="2336" y="5"/>
                    <a:pt x="2279" y="1"/>
                    <a:pt x="2222"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2" name="Google Shape;3122;p73"/>
            <p:cNvSpPr/>
            <p:nvPr/>
          </p:nvSpPr>
          <p:spPr>
            <a:xfrm>
              <a:off x="928750" y="2912119"/>
              <a:ext cx="1023332" cy="737772"/>
            </a:xfrm>
            <a:custGeom>
              <a:avLst/>
              <a:gdLst/>
              <a:ahLst/>
              <a:cxnLst/>
              <a:rect l="l" t="t" r="r" b="b"/>
              <a:pathLst>
                <a:path w="24218" h="17460" extrusionOk="0">
                  <a:moveTo>
                    <a:pt x="13502" y="1"/>
                  </a:moveTo>
                  <a:cubicBezTo>
                    <a:pt x="7639" y="1"/>
                    <a:pt x="1183" y="1201"/>
                    <a:pt x="703" y="2950"/>
                  </a:cubicBezTo>
                  <a:cubicBezTo>
                    <a:pt x="0" y="5546"/>
                    <a:pt x="334" y="6820"/>
                    <a:pt x="726" y="9142"/>
                  </a:cubicBezTo>
                  <a:cubicBezTo>
                    <a:pt x="1843" y="15642"/>
                    <a:pt x="5954" y="17460"/>
                    <a:pt x="10082" y="17460"/>
                  </a:cubicBezTo>
                  <a:cubicBezTo>
                    <a:pt x="14452" y="17460"/>
                    <a:pt x="18841" y="15423"/>
                    <a:pt x="19717" y="14749"/>
                  </a:cubicBezTo>
                  <a:cubicBezTo>
                    <a:pt x="20884" y="13856"/>
                    <a:pt x="24218" y="9046"/>
                    <a:pt x="23586" y="6808"/>
                  </a:cubicBezTo>
                  <a:cubicBezTo>
                    <a:pt x="22967" y="4581"/>
                    <a:pt x="21872" y="1367"/>
                    <a:pt x="21872" y="1367"/>
                  </a:cubicBezTo>
                  <a:cubicBezTo>
                    <a:pt x="20166" y="412"/>
                    <a:pt x="16935" y="1"/>
                    <a:pt x="13502"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3" name="Google Shape;3123;p73"/>
            <p:cNvSpPr/>
            <p:nvPr/>
          </p:nvSpPr>
          <p:spPr>
            <a:xfrm>
              <a:off x="1017018" y="3334657"/>
              <a:ext cx="187950" cy="212458"/>
            </a:xfrm>
            <a:custGeom>
              <a:avLst/>
              <a:gdLst/>
              <a:ahLst/>
              <a:cxnLst/>
              <a:rect l="l" t="t" r="r" b="b"/>
              <a:pathLst>
                <a:path w="4448" h="5028" extrusionOk="0">
                  <a:moveTo>
                    <a:pt x="2240" y="1"/>
                  </a:moveTo>
                  <a:cubicBezTo>
                    <a:pt x="1288" y="1"/>
                    <a:pt x="0" y="382"/>
                    <a:pt x="31" y="2451"/>
                  </a:cubicBezTo>
                  <a:cubicBezTo>
                    <a:pt x="63" y="4237"/>
                    <a:pt x="1105" y="5028"/>
                    <a:pt x="2195" y="5028"/>
                  </a:cubicBezTo>
                  <a:cubicBezTo>
                    <a:pt x="3095" y="5028"/>
                    <a:pt x="4027" y="4488"/>
                    <a:pt x="4448" y="3523"/>
                  </a:cubicBezTo>
                  <a:lnTo>
                    <a:pt x="3233" y="130"/>
                  </a:lnTo>
                  <a:cubicBezTo>
                    <a:pt x="3233" y="130"/>
                    <a:pt x="2794" y="1"/>
                    <a:pt x="2240"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4" name="Google Shape;3124;p73"/>
            <p:cNvSpPr/>
            <p:nvPr/>
          </p:nvSpPr>
          <p:spPr>
            <a:xfrm>
              <a:off x="1044441" y="2810836"/>
              <a:ext cx="817592" cy="861157"/>
            </a:xfrm>
            <a:custGeom>
              <a:avLst/>
              <a:gdLst/>
              <a:ahLst/>
              <a:cxnLst/>
              <a:rect l="l" t="t" r="r" b="b"/>
              <a:pathLst>
                <a:path w="19349" h="20380" extrusionOk="0">
                  <a:moveTo>
                    <a:pt x="11934" y="1"/>
                  </a:moveTo>
                  <a:cubicBezTo>
                    <a:pt x="10060" y="1"/>
                    <a:pt x="7977" y="418"/>
                    <a:pt x="5906" y="1073"/>
                  </a:cubicBezTo>
                  <a:cubicBezTo>
                    <a:pt x="608" y="2752"/>
                    <a:pt x="1" y="7669"/>
                    <a:pt x="1715" y="13515"/>
                  </a:cubicBezTo>
                  <a:cubicBezTo>
                    <a:pt x="3174" y="18533"/>
                    <a:pt x="5654" y="20379"/>
                    <a:pt x="9875" y="20379"/>
                  </a:cubicBezTo>
                  <a:cubicBezTo>
                    <a:pt x="10582" y="20379"/>
                    <a:pt x="11337" y="20327"/>
                    <a:pt x="12145" y="20230"/>
                  </a:cubicBezTo>
                  <a:cubicBezTo>
                    <a:pt x="17658" y="19563"/>
                    <a:pt x="19348" y="15837"/>
                    <a:pt x="19098" y="12146"/>
                  </a:cubicBezTo>
                  <a:cubicBezTo>
                    <a:pt x="18789" y="7586"/>
                    <a:pt x="18360" y="3752"/>
                    <a:pt x="18360" y="3752"/>
                  </a:cubicBezTo>
                  <a:cubicBezTo>
                    <a:pt x="17285" y="1021"/>
                    <a:pt x="14864" y="1"/>
                    <a:pt x="11934"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5" name="Google Shape;3125;p73"/>
            <p:cNvSpPr/>
            <p:nvPr/>
          </p:nvSpPr>
          <p:spPr>
            <a:xfrm>
              <a:off x="1477120" y="3404334"/>
              <a:ext cx="88566" cy="39973"/>
            </a:xfrm>
            <a:custGeom>
              <a:avLst/>
              <a:gdLst/>
              <a:ahLst/>
              <a:cxnLst/>
              <a:rect l="l" t="t" r="r" b="b"/>
              <a:pathLst>
                <a:path w="2096" h="946" extrusionOk="0">
                  <a:moveTo>
                    <a:pt x="74" y="0"/>
                  </a:moveTo>
                  <a:cubicBezTo>
                    <a:pt x="65" y="0"/>
                    <a:pt x="57" y="2"/>
                    <a:pt x="48" y="5"/>
                  </a:cubicBezTo>
                  <a:cubicBezTo>
                    <a:pt x="12" y="29"/>
                    <a:pt x="0" y="64"/>
                    <a:pt x="12" y="100"/>
                  </a:cubicBezTo>
                  <a:cubicBezTo>
                    <a:pt x="381" y="779"/>
                    <a:pt x="917" y="945"/>
                    <a:pt x="1345" y="945"/>
                  </a:cubicBezTo>
                  <a:cubicBezTo>
                    <a:pt x="1738" y="945"/>
                    <a:pt x="2048" y="802"/>
                    <a:pt x="2048" y="802"/>
                  </a:cubicBezTo>
                  <a:cubicBezTo>
                    <a:pt x="2084" y="779"/>
                    <a:pt x="2096" y="743"/>
                    <a:pt x="2084" y="707"/>
                  </a:cubicBezTo>
                  <a:cubicBezTo>
                    <a:pt x="2075" y="681"/>
                    <a:pt x="2048" y="662"/>
                    <a:pt x="2020" y="662"/>
                  </a:cubicBezTo>
                  <a:cubicBezTo>
                    <a:pt x="2009" y="662"/>
                    <a:pt x="1998" y="665"/>
                    <a:pt x="1988" y="672"/>
                  </a:cubicBezTo>
                  <a:cubicBezTo>
                    <a:pt x="1966" y="683"/>
                    <a:pt x="1691" y="808"/>
                    <a:pt x="1341" y="808"/>
                  </a:cubicBezTo>
                  <a:cubicBezTo>
                    <a:pt x="956" y="808"/>
                    <a:pt x="479" y="657"/>
                    <a:pt x="143" y="40"/>
                  </a:cubicBezTo>
                  <a:cubicBezTo>
                    <a:pt x="125" y="14"/>
                    <a:pt x="100" y="0"/>
                    <a:pt x="7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6" name="Google Shape;3126;p73"/>
            <p:cNvSpPr/>
            <p:nvPr/>
          </p:nvSpPr>
          <p:spPr>
            <a:xfrm>
              <a:off x="1551064" y="2931598"/>
              <a:ext cx="1521" cy="2070"/>
            </a:xfrm>
            <a:custGeom>
              <a:avLst/>
              <a:gdLst/>
              <a:ahLst/>
              <a:cxnLst/>
              <a:rect l="l" t="t" r="r" b="b"/>
              <a:pathLst>
                <a:path w="36" h="49" extrusionOk="0">
                  <a:moveTo>
                    <a:pt x="36" y="49"/>
                  </a:moveTo>
                  <a:cubicBezTo>
                    <a:pt x="12" y="25"/>
                    <a:pt x="0" y="1"/>
                    <a:pt x="0" y="1"/>
                  </a:cubicBezTo>
                  <a:cubicBezTo>
                    <a:pt x="0" y="1"/>
                    <a:pt x="12" y="25"/>
                    <a:pt x="36" y="49"/>
                  </a:cubicBezTo>
                  <a:close/>
                </a:path>
              </a:pathLst>
            </a:custGeom>
            <a:solidFill>
              <a:srgbClr val="563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7" name="Google Shape;3127;p73"/>
            <p:cNvSpPr/>
            <p:nvPr/>
          </p:nvSpPr>
          <p:spPr>
            <a:xfrm>
              <a:off x="1206442" y="3128247"/>
              <a:ext cx="169062" cy="125159"/>
            </a:xfrm>
            <a:custGeom>
              <a:avLst/>
              <a:gdLst/>
              <a:ahLst/>
              <a:cxnLst/>
              <a:rect l="l" t="t" r="r" b="b"/>
              <a:pathLst>
                <a:path w="4001" h="2962" extrusionOk="0">
                  <a:moveTo>
                    <a:pt x="3119" y="0"/>
                  </a:moveTo>
                  <a:cubicBezTo>
                    <a:pt x="2760" y="0"/>
                    <a:pt x="2236" y="226"/>
                    <a:pt x="1453" y="836"/>
                  </a:cubicBezTo>
                  <a:cubicBezTo>
                    <a:pt x="0" y="1967"/>
                    <a:pt x="774" y="2741"/>
                    <a:pt x="774" y="2741"/>
                  </a:cubicBezTo>
                  <a:cubicBezTo>
                    <a:pt x="913" y="2891"/>
                    <a:pt x="1080" y="2961"/>
                    <a:pt x="1279" y="2961"/>
                  </a:cubicBezTo>
                  <a:cubicBezTo>
                    <a:pt x="1678" y="2961"/>
                    <a:pt x="2202" y="2678"/>
                    <a:pt x="2870" y="2193"/>
                  </a:cubicBezTo>
                  <a:cubicBezTo>
                    <a:pt x="3691" y="1574"/>
                    <a:pt x="4001" y="848"/>
                    <a:pt x="3739" y="395"/>
                  </a:cubicBezTo>
                  <a:cubicBezTo>
                    <a:pt x="3613" y="165"/>
                    <a:pt x="3426" y="0"/>
                    <a:pt x="3119"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8" name="Google Shape;3128;p73"/>
            <p:cNvSpPr/>
            <p:nvPr/>
          </p:nvSpPr>
          <p:spPr>
            <a:xfrm>
              <a:off x="1611402" y="3087134"/>
              <a:ext cx="175654" cy="98454"/>
            </a:xfrm>
            <a:custGeom>
              <a:avLst/>
              <a:gdLst/>
              <a:ahLst/>
              <a:cxnLst/>
              <a:rect l="l" t="t" r="r" b="b"/>
              <a:pathLst>
                <a:path w="4157" h="2330" extrusionOk="0">
                  <a:moveTo>
                    <a:pt x="967" y="1"/>
                  </a:moveTo>
                  <a:cubicBezTo>
                    <a:pt x="376" y="1"/>
                    <a:pt x="164" y="275"/>
                    <a:pt x="96" y="630"/>
                  </a:cubicBezTo>
                  <a:cubicBezTo>
                    <a:pt x="1" y="1142"/>
                    <a:pt x="525" y="1737"/>
                    <a:pt x="1501" y="2047"/>
                  </a:cubicBezTo>
                  <a:cubicBezTo>
                    <a:pt x="2057" y="2226"/>
                    <a:pt x="2512" y="2329"/>
                    <a:pt x="2865" y="2329"/>
                  </a:cubicBezTo>
                  <a:cubicBezTo>
                    <a:pt x="3261" y="2329"/>
                    <a:pt x="3530" y="2200"/>
                    <a:pt x="3668" y="1904"/>
                  </a:cubicBezTo>
                  <a:cubicBezTo>
                    <a:pt x="3668" y="1904"/>
                    <a:pt x="4156" y="916"/>
                    <a:pt x="2406" y="308"/>
                  </a:cubicBezTo>
                  <a:cubicBezTo>
                    <a:pt x="1772" y="91"/>
                    <a:pt x="1307" y="1"/>
                    <a:pt x="967" y="1"/>
                  </a:cubicBezTo>
                  <a:close/>
                </a:path>
              </a:pathLst>
            </a:custGeom>
            <a:solidFill>
              <a:srgbClr val="EED9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9" name="Google Shape;3129;p73"/>
            <p:cNvSpPr/>
            <p:nvPr/>
          </p:nvSpPr>
          <p:spPr>
            <a:xfrm>
              <a:off x="1038399" y="3374714"/>
              <a:ext cx="149456" cy="115863"/>
            </a:xfrm>
            <a:custGeom>
              <a:avLst/>
              <a:gdLst/>
              <a:ahLst/>
              <a:cxnLst/>
              <a:rect l="l" t="t" r="r" b="b"/>
              <a:pathLst>
                <a:path w="3537" h="2742" extrusionOk="0">
                  <a:moveTo>
                    <a:pt x="1429" y="0"/>
                  </a:moveTo>
                  <a:cubicBezTo>
                    <a:pt x="1299" y="0"/>
                    <a:pt x="1172" y="17"/>
                    <a:pt x="1049" y="51"/>
                  </a:cubicBezTo>
                  <a:cubicBezTo>
                    <a:pt x="382" y="241"/>
                    <a:pt x="25" y="896"/>
                    <a:pt x="13" y="920"/>
                  </a:cubicBezTo>
                  <a:cubicBezTo>
                    <a:pt x="1" y="956"/>
                    <a:pt x="13" y="992"/>
                    <a:pt x="36" y="1015"/>
                  </a:cubicBezTo>
                  <a:cubicBezTo>
                    <a:pt x="45" y="1018"/>
                    <a:pt x="54" y="1020"/>
                    <a:pt x="63" y="1020"/>
                  </a:cubicBezTo>
                  <a:cubicBezTo>
                    <a:pt x="89" y="1020"/>
                    <a:pt x="114" y="1006"/>
                    <a:pt x="132" y="980"/>
                  </a:cubicBezTo>
                  <a:cubicBezTo>
                    <a:pt x="132" y="980"/>
                    <a:pt x="465" y="349"/>
                    <a:pt x="1084" y="182"/>
                  </a:cubicBezTo>
                  <a:cubicBezTo>
                    <a:pt x="1198" y="148"/>
                    <a:pt x="1315" y="131"/>
                    <a:pt x="1434" y="131"/>
                  </a:cubicBezTo>
                  <a:cubicBezTo>
                    <a:pt x="1691" y="131"/>
                    <a:pt x="1959" y="210"/>
                    <a:pt x="2227" y="372"/>
                  </a:cubicBezTo>
                  <a:cubicBezTo>
                    <a:pt x="3370" y="1027"/>
                    <a:pt x="2775" y="2635"/>
                    <a:pt x="2775" y="2658"/>
                  </a:cubicBezTo>
                  <a:cubicBezTo>
                    <a:pt x="2763" y="2682"/>
                    <a:pt x="2775" y="2730"/>
                    <a:pt x="2811" y="2742"/>
                  </a:cubicBezTo>
                  <a:lnTo>
                    <a:pt x="2834" y="2742"/>
                  </a:lnTo>
                  <a:cubicBezTo>
                    <a:pt x="2858" y="2742"/>
                    <a:pt x="2882" y="2730"/>
                    <a:pt x="2894" y="2694"/>
                  </a:cubicBezTo>
                  <a:cubicBezTo>
                    <a:pt x="2906" y="2682"/>
                    <a:pt x="3537" y="968"/>
                    <a:pt x="2299" y="253"/>
                  </a:cubicBezTo>
                  <a:cubicBezTo>
                    <a:pt x="2005" y="82"/>
                    <a:pt x="1711" y="0"/>
                    <a:pt x="142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0" name="Google Shape;3130;p73"/>
            <p:cNvSpPr/>
            <p:nvPr/>
          </p:nvSpPr>
          <p:spPr>
            <a:xfrm>
              <a:off x="1083695" y="3417982"/>
              <a:ext cx="83538" cy="23283"/>
            </a:xfrm>
            <a:custGeom>
              <a:avLst/>
              <a:gdLst/>
              <a:ahLst/>
              <a:cxnLst/>
              <a:rect l="l" t="t" r="r" b="b"/>
              <a:pathLst>
                <a:path w="1977" h="551" extrusionOk="0">
                  <a:moveTo>
                    <a:pt x="1145" y="0"/>
                  </a:moveTo>
                  <a:cubicBezTo>
                    <a:pt x="542" y="0"/>
                    <a:pt x="32" y="424"/>
                    <a:pt x="24" y="432"/>
                  </a:cubicBezTo>
                  <a:cubicBezTo>
                    <a:pt x="0" y="456"/>
                    <a:pt x="0" y="503"/>
                    <a:pt x="24" y="527"/>
                  </a:cubicBezTo>
                  <a:cubicBezTo>
                    <a:pt x="36" y="539"/>
                    <a:pt x="60" y="551"/>
                    <a:pt x="72" y="551"/>
                  </a:cubicBezTo>
                  <a:cubicBezTo>
                    <a:pt x="84" y="551"/>
                    <a:pt x="96" y="539"/>
                    <a:pt x="107" y="539"/>
                  </a:cubicBezTo>
                  <a:cubicBezTo>
                    <a:pt x="116" y="531"/>
                    <a:pt x="594" y="135"/>
                    <a:pt x="1146" y="135"/>
                  </a:cubicBezTo>
                  <a:cubicBezTo>
                    <a:pt x="1380" y="135"/>
                    <a:pt x="1627" y="206"/>
                    <a:pt x="1858" y="408"/>
                  </a:cubicBezTo>
                  <a:cubicBezTo>
                    <a:pt x="1876" y="420"/>
                    <a:pt x="1893" y="426"/>
                    <a:pt x="1910" y="426"/>
                  </a:cubicBezTo>
                  <a:cubicBezTo>
                    <a:pt x="1926" y="426"/>
                    <a:pt x="1941" y="420"/>
                    <a:pt x="1953" y="408"/>
                  </a:cubicBezTo>
                  <a:cubicBezTo>
                    <a:pt x="1977" y="384"/>
                    <a:pt x="1977" y="337"/>
                    <a:pt x="1953" y="313"/>
                  </a:cubicBezTo>
                  <a:cubicBezTo>
                    <a:pt x="1689" y="81"/>
                    <a:pt x="1408" y="0"/>
                    <a:pt x="114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1" name="Google Shape;3131;p73"/>
            <p:cNvSpPr/>
            <p:nvPr/>
          </p:nvSpPr>
          <p:spPr>
            <a:xfrm>
              <a:off x="1473570" y="3094613"/>
              <a:ext cx="117258" cy="279982"/>
            </a:xfrm>
            <a:custGeom>
              <a:avLst/>
              <a:gdLst/>
              <a:ahLst/>
              <a:cxnLst/>
              <a:rect l="l" t="t" r="r" b="b"/>
              <a:pathLst>
                <a:path w="2775" h="6626" extrusionOk="0">
                  <a:moveTo>
                    <a:pt x="84" y="1"/>
                  </a:moveTo>
                  <a:cubicBezTo>
                    <a:pt x="48" y="1"/>
                    <a:pt x="24" y="24"/>
                    <a:pt x="24" y="60"/>
                  </a:cubicBezTo>
                  <a:cubicBezTo>
                    <a:pt x="13" y="489"/>
                    <a:pt x="1" y="4251"/>
                    <a:pt x="334" y="4703"/>
                  </a:cubicBezTo>
                  <a:cubicBezTo>
                    <a:pt x="429" y="4836"/>
                    <a:pt x="580" y="4949"/>
                    <a:pt x="818" y="4949"/>
                  </a:cubicBezTo>
                  <a:cubicBezTo>
                    <a:pt x="1027" y="4949"/>
                    <a:pt x="1304" y="4861"/>
                    <a:pt x="1668" y="4620"/>
                  </a:cubicBezTo>
                  <a:cubicBezTo>
                    <a:pt x="1679" y="4608"/>
                    <a:pt x="1691" y="4596"/>
                    <a:pt x="1703" y="4596"/>
                  </a:cubicBezTo>
                  <a:cubicBezTo>
                    <a:pt x="1813" y="4529"/>
                    <a:pt x="1919" y="4494"/>
                    <a:pt x="2018" y="4494"/>
                  </a:cubicBezTo>
                  <a:cubicBezTo>
                    <a:pt x="2112" y="4494"/>
                    <a:pt x="2199" y="4526"/>
                    <a:pt x="2275" y="4596"/>
                  </a:cubicBezTo>
                  <a:cubicBezTo>
                    <a:pt x="2537" y="4811"/>
                    <a:pt x="2632" y="5358"/>
                    <a:pt x="2477" y="5739"/>
                  </a:cubicBezTo>
                  <a:cubicBezTo>
                    <a:pt x="2275" y="6227"/>
                    <a:pt x="1763" y="6501"/>
                    <a:pt x="1763" y="6501"/>
                  </a:cubicBezTo>
                  <a:cubicBezTo>
                    <a:pt x="1727" y="6513"/>
                    <a:pt x="1715" y="6561"/>
                    <a:pt x="1739" y="6597"/>
                  </a:cubicBezTo>
                  <a:cubicBezTo>
                    <a:pt x="1748" y="6614"/>
                    <a:pt x="1763" y="6625"/>
                    <a:pt x="1780" y="6625"/>
                  </a:cubicBezTo>
                  <a:cubicBezTo>
                    <a:pt x="1786" y="6625"/>
                    <a:pt x="1792" y="6624"/>
                    <a:pt x="1799" y="6620"/>
                  </a:cubicBezTo>
                  <a:lnTo>
                    <a:pt x="1822" y="6620"/>
                  </a:lnTo>
                  <a:cubicBezTo>
                    <a:pt x="1846" y="6608"/>
                    <a:pt x="2370" y="6311"/>
                    <a:pt x="2596" y="5787"/>
                  </a:cubicBezTo>
                  <a:cubicBezTo>
                    <a:pt x="2775" y="5358"/>
                    <a:pt x="2656" y="4751"/>
                    <a:pt x="2358" y="4489"/>
                  </a:cubicBezTo>
                  <a:cubicBezTo>
                    <a:pt x="2255" y="4404"/>
                    <a:pt x="2137" y="4363"/>
                    <a:pt x="2010" y="4363"/>
                  </a:cubicBezTo>
                  <a:cubicBezTo>
                    <a:pt x="1889" y="4363"/>
                    <a:pt x="1760" y="4401"/>
                    <a:pt x="1632" y="4477"/>
                  </a:cubicBezTo>
                  <a:cubicBezTo>
                    <a:pt x="1620" y="4489"/>
                    <a:pt x="1608" y="4501"/>
                    <a:pt x="1596" y="4513"/>
                  </a:cubicBezTo>
                  <a:cubicBezTo>
                    <a:pt x="1286" y="4717"/>
                    <a:pt x="1031" y="4819"/>
                    <a:pt x="829" y="4819"/>
                  </a:cubicBezTo>
                  <a:cubicBezTo>
                    <a:pt x="666" y="4819"/>
                    <a:pt x="537" y="4753"/>
                    <a:pt x="441" y="4620"/>
                  </a:cubicBezTo>
                  <a:cubicBezTo>
                    <a:pt x="179" y="4275"/>
                    <a:pt x="144" y="1215"/>
                    <a:pt x="155" y="60"/>
                  </a:cubicBezTo>
                  <a:cubicBezTo>
                    <a:pt x="155" y="24"/>
                    <a:pt x="120" y="1"/>
                    <a:pt x="8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2" name="Google Shape;3132;p73"/>
            <p:cNvSpPr/>
            <p:nvPr/>
          </p:nvSpPr>
          <p:spPr>
            <a:xfrm>
              <a:off x="1221527" y="3398545"/>
              <a:ext cx="186683" cy="99046"/>
            </a:xfrm>
            <a:custGeom>
              <a:avLst/>
              <a:gdLst/>
              <a:ahLst/>
              <a:cxnLst/>
              <a:rect l="l" t="t" r="r" b="b"/>
              <a:pathLst>
                <a:path w="4418" h="2344" extrusionOk="0">
                  <a:moveTo>
                    <a:pt x="1849" y="1"/>
                  </a:moveTo>
                  <a:cubicBezTo>
                    <a:pt x="901" y="1"/>
                    <a:pt x="155" y="364"/>
                    <a:pt x="84" y="892"/>
                  </a:cubicBezTo>
                  <a:cubicBezTo>
                    <a:pt x="1" y="1523"/>
                    <a:pt x="882" y="2154"/>
                    <a:pt x="2060" y="2309"/>
                  </a:cubicBezTo>
                  <a:cubicBezTo>
                    <a:pt x="2238" y="2332"/>
                    <a:pt x="2412" y="2343"/>
                    <a:pt x="2579" y="2343"/>
                  </a:cubicBezTo>
                  <a:cubicBezTo>
                    <a:pt x="3526" y="2343"/>
                    <a:pt x="4276" y="1988"/>
                    <a:pt x="4346" y="1451"/>
                  </a:cubicBezTo>
                  <a:cubicBezTo>
                    <a:pt x="4418" y="820"/>
                    <a:pt x="3537" y="189"/>
                    <a:pt x="2358" y="35"/>
                  </a:cubicBezTo>
                  <a:cubicBezTo>
                    <a:pt x="2184" y="12"/>
                    <a:pt x="2013" y="1"/>
                    <a:pt x="1849" y="1"/>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3" name="Google Shape;3133;p73"/>
            <p:cNvSpPr/>
            <p:nvPr/>
          </p:nvSpPr>
          <p:spPr>
            <a:xfrm>
              <a:off x="1622008" y="3358826"/>
              <a:ext cx="189176" cy="107539"/>
            </a:xfrm>
            <a:custGeom>
              <a:avLst/>
              <a:gdLst/>
              <a:ahLst/>
              <a:cxnLst/>
              <a:rect l="l" t="t" r="r" b="b"/>
              <a:pathLst>
                <a:path w="4477" h="2545" extrusionOk="0">
                  <a:moveTo>
                    <a:pt x="2978" y="0"/>
                  </a:moveTo>
                  <a:cubicBezTo>
                    <a:pt x="2643" y="0"/>
                    <a:pt x="2272" y="57"/>
                    <a:pt x="1893" y="177"/>
                  </a:cubicBezTo>
                  <a:cubicBezTo>
                    <a:pt x="762" y="534"/>
                    <a:pt x="0" y="1320"/>
                    <a:pt x="191" y="1915"/>
                  </a:cubicBezTo>
                  <a:cubicBezTo>
                    <a:pt x="317" y="2319"/>
                    <a:pt x="834" y="2544"/>
                    <a:pt x="1499" y="2544"/>
                  </a:cubicBezTo>
                  <a:cubicBezTo>
                    <a:pt x="1833" y="2544"/>
                    <a:pt x="2205" y="2487"/>
                    <a:pt x="2584" y="2368"/>
                  </a:cubicBezTo>
                  <a:cubicBezTo>
                    <a:pt x="3715" y="2010"/>
                    <a:pt x="4477" y="1225"/>
                    <a:pt x="4286" y="629"/>
                  </a:cubicBezTo>
                  <a:cubicBezTo>
                    <a:pt x="4160" y="225"/>
                    <a:pt x="3643" y="0"/>
                    <a:pt x="2978" y="0"/>
                  </a:cubicBezTo>
                  <a:close/>
                </a:path>
              </a:pathLst>
            </a:custGeom>
            <a:solidFill>
              <a:srgbClr val="BD6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4" name="Google Shape;3134;p73"/>
            <p:cNvSpPr/>
            <p:nvPr/>
          </p:nvSpPr>
          <p:spPr>
            <a:xfrm>
              <a:off x="948356" y="2766090"/>
              <a:ext cx="979091" cy="572386"/>
            </a:xfrm>
            <a:custGeom>
              <a:avLst/>
              <a:gdLst/>
              <a:ahLst/>
              <a:cxnLst/>
              <a:rect l="l" t="t" r="r" b="b"/>
              <a:pathLst>
                <a:path w="23171" h="13546" extrusionOk="0">
                  <a:moveTo>
                    <a:pt x="12428" y="0"/>
                  </a:moveTo>
                  <a:cubicBezTo>
                    <a:pt x="10702" y="0"/>
                    <a:pt x="8863" y="352"/>
                    <a:pt x="7061" y="1227"/>
                  </a:cubicBezTo>
                  <a:cubicBezTo>
                    <a:pt x="6990" y="1263"/>
                    <a:pt x="6906" y="1287"/>
                    <a:pt x="6823" y="1310"/>
                  </a:cubicBezTo>
                  <a:cubicBezTo>
                    <a:pt x="5954" y="1513"/>
                    <a:pt x="786" y="2882"/>
                    <a:pt x="334" y="6240"/>
                  </a:cubicBezTo>
                  <a:cubicBezTo>
                    <a:pt x="1" y="8621"/>
                    <a:pt x="977" y="11240"/>
                    <a:pt x="1691" y="12800"/>
                  </a:cubicBezTo>
                  <a:cubicBezTo>
                    <a:pt x="1919" y="13277"/>
                    <a:pt x="2390" y="13545"/>
                    <a:pt x="2868" y="13545"/>
                  </a:cubicBezTo>
                  <a:cubicBezTo>
                    <a:pt x="3167" y="13545"/>
                    <a:pt x="3468" y="13441"/>
                    <a:pt x="3715" y="13217"/>
                  </a:cubicBezTo>
                  <a:cubicBezTo>
                    <a:pt x="4799" y="12228"/>
                    <a:pt x="6323" y="10323"/>
                    <a:pt x="7382" y="6942"/>
                  </a:cubicBezTo>
                  <a:cubicBezTo>
                    <a:pt x="7559" y="6385"/>
                    <a:pt x="8065" y="6038"/>
                    <a:pt x="8606" y="6038"/>
                  </a:cubicBezTo>
                  <a:cubicBezTo>
                    <a:pt x="8793" y="6038"/>
                    <a:pt x="8985" y="6079"/>
                    <a:pt x="9168" y="6168"/>
                  </a:cubicBezTo>
                  <a:cubicBezTo>
                    <a:pt x="12616" y="7824"/>
                    <a:pt x="20590" y="12418"/>
                    <a:pt x="22019" y="12418"/>
                  </a:cubicBezTo>
                  <a:cubicBezTo>
                    <a:pt x="22090" y="12418"/>
                    <a:pt x="22145" y="12407"/>
                    <a:pt x="22182" y="12383"/>
                  </a:cubicBezTo>
                  <a:cubicBezTo>
                    <a:pt x="23170" y="11776"/>
                    <a:pt x="22360" y="4978"/>
                    <a:pt x="20253" y="2823"/>
                  </a:cubicBezTo>
                  <a:cubicBezTo>
                    <a:pt x="18866" y="1396"/>
                    <a:pt x="15869" y="0"/>
                    <a:pt x="12428"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5" name="Google Shape;3135;p73"/>
            <p:cNvSpPr/>
            <p:nvPr/>
          </p:nvSpPr>
          <p:spPr>
            <a:xfrm>
              <a:off x="1107315" y="2722991"/>
              <a:ext cx="164583" cy="154358"/>
            </a:xfrm>
            <a:custGeom>
              <a:avLst/>
              <a:gdLst/>
              <a:ahLst/>
              <a:cxnLst/>
              <a:rect l="l" t="t" r="r" b="b"/>
              <a:pathLst>
                <a:path w="3895" h="3653" extrusionOk="0">
                  <a:moveTo>
                    <a:pt x="2579" y="0"/>
                  </a:moveTo>
                  <a:cubicBezTo>
                    <a:pt x="1703" y="0"/>
                    <a:pt x="2382" y="2961"/>
                    <a:pt x="2382" y="2961"/>
                  </a:cubicBezTo>
                  <a:cubicBezTo>
                    <a:pt x="2382" y="2961"/>
                    <a:pt x="1707" y="1453"/>
                    <a:pt x="992" y="1453"/>
                  </a:cubicBezTo>
                  <a:cubicBezTo>
                    <a:pt x="924" y="1453"/>
                    <a:pt x="855" y="1467"/>
                    <a:pt x="787" y="1497"/>
                  </a:cubicBezTo>
                  <a:cubicBezTo>
                    <a:pt x="1" y="1842"/>
                    <a:pt x="2025" y="3652"/>
                    <a:pt x="2025" y="3652"/>
                  </a:cubicBezTo>
                  <a:lnTo>
                    <a:pt x="3001" y="3473"/>
                  </a:lnTo>
                  <a:cubicBezTo>
                    <a:pt x="3811" y="2914"/>
                    <a:pt x="3894" y="414"/>
                    <a:pt x="2751" y="33"/>
                  </a:cubicBezTo>
                  <a:cubicBezTo>
                    <a:pt x="2688" y="11"/>
                    <a:pt x="2631" y="0"/>
                    <a:pt x="2579"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3136;p73"/>
            <p:cNvSpPr/>
            <p:nvPr/>
          </p:nvSpPr>
          <p:spPr>
            <a:xfrm>
              <a:off x="1650656" y="3285262"/>
              <a:ext cx="50875" cy="59960"/>
            </a:xfrm>
            <a:custGeom>
              <a:avLst/>
              <a:gdLst/>
              <a:ahLst/>
              <a:cxnLst/>
              <a:rect l="l" t="t" r="r" b="b"/>
              <a:pathLst>
                <a:path w="1204" h="1419" extrusionOk="0">
                  <a:moveTo>
                    <a:pt x="602" y="1"/>
                  </a:moveTo>
                  <a:cubicBezTo>
                    <a:pt x="596" y="1"/>
                    <a:pt x="590" y="1"/>
                    <a:pt x="584" y="1"/>
                  </a:cubicBezTo>
                  <a:cubicBezTo>
                    <a:pt x="251" y="13"/>
                    <a:pt x="1" y="334"/>
                    <a:pt x="24" y="727"/>
                  </a:cubicBezTo>
                  <a:cubicBezTo>
                    <a:pt x="36" y="1113"/>
                    <a:pt x="300" y="1418"/>
                    <a:pt x="614" y="1418"/>
                  </a:cubicBezTo>
                  <a:cubicBezTo>
                    <a:pt x="620" y="1418"/>
                    <a:pt x="626" y="1418"/>
                    <a:pt x="632" y="1418"/>
                  </a:cubicBezTo>
                  <a:cubicBezTo>
                    <a:pt x="953" y="1406"/>
                    <a:pt x="1203" y="1084"/>
                    <a:pt x="1191" y="692"/>
                  </a:cubicBezTo>
                  <a:cubicBezTo>
                    <a:pt x="1180" y="306"/>
                    <a:pt x="916" y="1"/>
                    <a:pt x="6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3137;p73"/>
            <p:cNvSpPr/>
            <p:nvPr/>
          </p:nvSpPr>
          <p:spPr>
            <a:xfrm>
              <a:off x="1347316" y="3313404"/>
              <a:ext cx="50833" cy="59960"/>
            </a:xfrm>
            <a:custGeom>
              <a:avLst/>
              <a:gdLst/>
              <a:ahLst/>
              <a:cxnLst/>
              <a:rect l="l" t="t" r="r" b="b"/>
              <a:pathLst>
                <a:path w="1203" h="1419" extrusionOk="0">
                  <a:moveTo>
                    <a:pt x="605" y="0"/>
                  </a:moveTo>
                  <a:cubicBezTo>
                    <a:pt x="594" y="0"/>
                    <a:pt x="583" y="1"/>
                    <a:pt x="572" y="2"/>
                  </a:cubicBezTo>
                  <a:cubicBezTo>
                    <a:pt x="250" y="14"/>
                    <a:pt x="0" y="335"/>
                    <a:pt x="12" y="728"/>
                  </a:cubicBezTo>
                  <a:cubicBezTo>
                    <a:pt x="35" y="1114"/>
                    <a:pt x="288" y="1419"/>
                    <a:pt x="613" y="1419"/>
                  </a:cubicBezTo>
                  <a:cubicBezTo>
                    <a:pt x="619" y="1419"/>
                    <a:pt x="625" y="1419"/>
                    <a:pt x="631" y="1419"/>
                  </a:cubicBezTo>
                  <a:cubicBezTo>
                    <a:pt x="953" y="1407"/>
                    <a:pt x="1203" y="1085"/>
                    <a:pt x="1191" y="692"/>
                  </a:cubicBezTo>
                  <a:cubicBezTo>
                    <a:pt x="1168" y="313"/>
                    <a:pt x="912" y="0"/>
                    <a:pt x="6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8" name="Google Shape;3138;p73"/>
            <p:cNvSpPr/>
            <p:nvPr/>
          </p:nvSpPr>
          <p:spPr>
            <a:xfrm>
              <a:off x="986089" y="3153980"/>
              <a:ext cx="914187" cy="327054"/>
            </a:xfrm>
            <a:custGeom>
              <a:avLst/>
              <a:gdLst/>
              <a:ahLst/>
              <a:cxnLst/>
              <a:rect l="l" t="t" r="r" b="b"/>
              <a:pathLst>
                <a:path w="21635" h="7740" extrusionOk="0">
                  <a:moveTo>
                    <a:pt x="18004" y="181"/>
                  </a:moveTo>
                  <a:cubicBezTo>
                    <a:pt x="19703" y="181"/>
                    <a:pt x="21153" y="1482"/>
                    <a:pt x="21289" y="3203"/>
                  </a:cubicBezTo>
                  <a:cubicBezTo>
                    <a:pt x="21444" y="5013"/>
                    <a:pt x="20098" y="6608"/>
                    <a:pt x="18289" y="6763"/>
                  </a:cubicBezTo>
                  <a:cubicBezTo>
                    <a:pt x="18200" y="6770"/>
                    <a:pt x="18112" y="6774"/>
                    <a:pt x="18025" y="6774"/>
                  </a:cubicBezTo>
                  <a:cubicBezTo>
                    <a:pt x="16326" y="6774"/>
                    <a:pt x="14876" y="5472"/>
                    <a:pt x="14729" y="3751"/>
                  </a:cubicBezTo>
                  <a:cubicBezTo>
                    <a:pt x="14574" y="1941"/>
                    <a:pt x="15931" y="346"/>
                    <a:pt x="17741" y="191"/>
                  </a:cubicBezTo>
                  <a:cubicBezTo>
                    <a:pt x="17829" y="184"/>
                    <a:pt x="17917" y="181"/>
                    <a:pt x="18004" y="181"/>
                  </a:cubicBezTo>
                  <a:close/>
                  <a:moveTo>
                    <a:pt x="8527" y="966"/>
                  </a:moveTo>
                  <a:cubicBezTo>
                    <a:pt x="10226" y="966"/>
                    <a:pt x="11676" y="2268"/>
                    <a:pt x="11823" y="3989"/>
                  </a:cubicBezTo>
                  <a:cubicBezTo>
                    <a:pt x="11966" y="5799"/>
                    <a:pt x="10621" y="7394"/>
                    <a:pt x="8811" y="7549"/>
                  </a:cubicBezTo>
                  <a:cubicBezTo>
                    <a:pt x="8723" y="7556"/>
                    <a:pt x="8635" y="7559"/>
                    <a:pt x="8548" y="7559"/>
                  </a:cubicBezTo>
                  <a:cubicBezTo>
                    <a:pt x="6849" y="7559"/>
                    <a:pt x="5398" y="6258"/>
                    <a:pt x="5251" y="4537"/>
                  </a:cubicBezTo>
                  <a:cubicBezTo>
                    <a:pt x="5108" y="2727"/>
                    <a:pt x="6454" y="1132"/>
                    <a:pt x="8263" y="977"/>
                  </a:cubicBezTo>
                  <a:cubicBezTo>
                    <a:pt x="8352" y="970"/>
                    <a:pt x="8440" y="966"/>
                    <a:pt x="8527" y="966"/>
                  </a:cubicBezTo>
                  <a:close/>
                  <a:moveTo>
                    <a:pt x="18003" y="1"/>
                  </a:moveTo>
                  <a:cubicBezTo>
                    <a:pt x="17909" y="1"/>
                    <a:pt x="17813" y="5"/>
                    <a:pt x="17717" y="12"/>
                  </a:cubicBezTo>
                  <a:cubicBezTo>
                    <a:pt x="16014" y="155"/>
                    <a:pt x="14705" y="1513"/>
                    <a:pt x="14550" y="3156"/>
                  </a:cubicBezTo>
                  <a:cubicBezTo>
                    <a:pt x="14172" y="2992"/>
                    <a:pt x="13804" y="2932"/>
                    <a:pt x="13466" y="2932"/>
                  </a:cubicBezTo>
                  <a:cubicBezTo>
                    <a:pt x="12721" y="2932"/>
                    <a:pt x="12124" y="3227"/>
                    <a:pt x="11895" y="3358"/>
                  </a:cubicBezTo>
                  <a:cubicBezTo>
                    <a:pt x="11491" y="1866"/>
                    <a:pt x="10114" y="786"/>
                    <a:pt x="8542" y="786"/>
                  </a:cubicBezTo>
                  <a:cubicBezTo>
                    <a:pt x="8446" y="786"/>
                    <a:pt x="8349" y="790"/>
                    <a:pt x="8252" y="798"/>
                  </a:cubicBezTo>
                  <a:cubicBezTo>
                    <a:pt x="6370" y="953"/>
                    <a:pt x="4954" y="2584"/>
                    <a:pt x="5061" y="4453"/>
                  </a:cubicBezTo>
                  <a:lnTo>
                    <a:pt x="905" y="4811"/>
                  </a:lnTo>
                  <a:cubicBezTo>
                    <a:pt x="893" y="4822"/>
                    <a:pt x="882" y="4822"/>
                    <a:pt x="882" y="4822"/>
                  </a:cubicBezTo>
                  <a:cubicBezTo>
                    <a:pt x="846" y="4846"/>
                    <a:pt x="1" y="5263"/>
                    <a:pt x="36" y="6085"/>
                  </a:cubicBezTo>
                  <a:cubicBezTo>
                    <a:pt x="36" y="6132"/>
                    <a:pt x="84" y="6168"/>
                    <a:pt x="131" y="6168"/>
                  </a:cubicBezTo>
                  <a:lnTo>
                    <a:pt x="143" y="6168"/>
                  </a:lnTo>
                  <a:cubicBezTo>
                    <a:pt x="191" y="6168"/>
                    <a:pt x="227" y="6120"/>
                    <a:pt x="227" y="6073"/>
                  </a:cubicBezTo>
                  <a:cubicBezTo>
                    <a:pt x="191" y="5430"/>
                    <a:pt x="834" y="5049"/>
                    <a:pt x="941" y="5001"/>
                  </a:cubicBezTo>
                  <a:lnTo>
                    <a:pt x="5084" y="4644"/>
                  </a:lnTo>
                  <a:cubicBezTo>
                    <a:pt x="5276" y="6406"/>
                    <a:pt x="6776" y="7739"/>
                    <a:pt x="8535" y="7739"/>
                  </a:cubicBezTo>
                  <a:cubicBezTo>
                    <a:pt x="8631" y="7739"/>
                    <a:pt x="8727" y="7736"/>
                    <a:pt x="8823" y="7728"/>
                  </a:cubicBezTo>
                  <a:cubicBezTo>
                    <a:pt x="10728" y="7573"/>
                    <a:pt x="12157" y="5882"/>
                    <a:pt x="12002" y="3977"/>
                  </a:cubicBezTo>
                  <a:cubicBezTo>
                    <a:pt x="11990" y="3834"/>
                    <a:pt x="11966" y="3691"/>
                    <a:pt x="11931" y="3549"/>
                  </a:cubicBezTo>
                  <a:cubicBezTo>
                    <a:pt x="12097" y="3449"/>
                    <a:pt x="12705" y="3111"/>
                    <a:pt x="13474" y="3111"/>
                  </a:cubicBezTo>
                  <a:cubicBezTo>
                    <a:pt x="13806" y="3111"/>
                    <a:pt x="14168" y="3174"/>
                    <a:pt x="14538" y="3346"/>
                  </a:cubicBezTo>
                  <a:cubicBezTo>
                    <a:pt x="14538" y="3489"/>
                    <a:pt x="14538" y="3620"/>
                    <a:pt x="14550" y="3763"/>
                  </a:cubicBezTo>
                  <a:cubicBezTo>
                    <a:pt x="14696" y="5578"/>
                    <a:pt x="16209" y="6955"/>
                    <a:pt x="17997" y="6955"/>
                  </a:cubicBezTo>
                  <a:cubicBezTo>
                    <a:pt x="18097" y="6955"/>
                    <a:pt x="18198" y="6951"/>
                    <a:pt x="18300" y="6942"/>
                  </a:cubicBezTo>
                  <a:cubicBezTo>
                    <a:pt x="20205" y="6787"/>
                    <a:pt x="21634" y="5096"/>
                    <a:pt x="21479" y="3191"/>
                  </a:cubicBezTo>
                  <a:cubicBezTo>
                    <a:pt x="21332" y="1370"/>
                    <a:pt x="19799" y="1"/>
                    <a:pt x="180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9" name="Google Shape;3139;p73"/>
            <p:cNvSpPr/>
            <p:nvPr/>
          </p:nvSpPr>
          <p:spPr>
            <a:xfrm>
              <a:off x="1111878" y="3500081"/>
              <a:ext cx="55861" cy="77538"/>
            </a:xfrm>
            <a:custGeom>
              <a:avLst/>
              <a:gdLst/>
              <a:ahLst/>
              <a:cxnLst/>
              <a:rect l="l" t="t" r="r" b="b"/>
              <a:pathLst>
                <a:path w="1322" h="1835" extrusionOk="0">
                  <a:moveTo>
                    <a:pt x="667" y="1"/>
                  </a:moveTo>
                  <a:cubicBezTo>
                    <a:pt x="298" y="1"/>
                    <a:pt x="0" y="406"/>
                    <a:pt x="0" y="918"/>
                  </a:cubicBezTo>
                  <a:cubicBezTo>
                    <a:pt x="0" y="1418"/>
                    <a:pt x="298" y="1834"/>
                    <a:pt x="667" y="1834"/>
                  </a:cubicBezTo>
                  <a:cubicBezTo>
                    <a:pt x="1024" y="1834"/>
                    <a:pt x="1322" y="1418"/>
                    <a:pt x="1322" y="918"/>
                  </a:cubicBezTo>
                  <a:cubicBezTo>
                    <a:pt x="1322" y="406"/>
                    <a:pt x="1024" y="1"/>
                    <a:pt x="66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40" name="Google Shape;3140;p73"/>
          <p:cNvGrpSpPr/>
          <p:nvPr/>
        </p:nvGrpSpPr>
        <p:grpSpPr>
          <a:xfrm>
            <a:off x="3487846" y="2315175"/>
            <a:ext cx="1975605" cy="2096632"/>
            <a:chOff x="3487846" y="2315175"/>
            <a:chExt cx="1975605" cy="2096632"/>
          </a:xfrm>
        </p:grpSpPr>
        <p:sp>
          <p:nvSpPr>
            <p:cNvPr id="3141" name="Google Shape;3141;p73"/>
            <p:cNvSpPr/>
            <p:nvPr/>
          </p:nvSpPr>
          <p:spPr>
            <a:xfrm>
              <a:off x="4452272" y="3352179"/>
              <a:ext cx="658556" cy="995629"/>
            </a:xfrm>
            <a:custGeom>
              <a:avLst/>
              <a:gdLst/>
              <a:ahLst/>
              <a:cxnLst/>
              <a:rect l="l" t="t" r="r" b="b"/>
              <a:pathLst>
                <a:path w="17277" h="26120" extrusionOk="0">
                  <a:moveTo>
                    <a:pt x="9913" y="1"/>
                  </a:moveTo>
                  <a:cubicBezTo>
                    <a:pt x="7492" y="1"/>
                    <a:pt x="5109" y="457"/>
                    <a:pt x="2727" y="985"/>
                  </a:cubicBezTo>
                  <a:cubicBezTo>
                    <a:pt x="1310" y="1307"/>
                    <a:pt x="1" y="1509"/>
                    <a:pt x="346" y="3414"/>
                  </a:cubicBezTo>
                  <a:cubicBezTo>
                    <a:pt x="703" y="5414"/>
                    <a:pt x="1072" y="7438"/>
                    <a:pt x="2001" y="9224"/>
                  </a:cubicBezTo>
                  <a:cubicBezTo>
                    <a:pt x="2037" y="9284"/>
                    <a:pt x="2060" y="9331"/>
                    <a:pt x="2096" y="9391"/>
                  </a:cubicBezTo>
                  <a:cubicBezTo>
                    <a:pt x="2894" y="10867"/>
                    <a:pt x="4049" y="12118"/>
                    <a:pt x="4882" y="13582"/>
                  </a:cubicBezTo>
                  <a:cubicBezTo>
                    <a:pt x="6121" y="15725"/>
                    <a:pt x="6632" y="18225"/>
                    <a:pt x="6763" y="20690"/>
                  </a:cubicBezTo>
                  <a:cubicBezTo>
                    <a:pt x="6811" y="21619"/>
                    <a:pt x="6966" y="22738"/>
                    <a:pt x="6502" y="23583"/>
                  </a:cubicBezTo>
                  <a:cubicBezTo>
                    <a:pt x="6013" y="24452"/>
                    <a:pt x="5537" y="25345"/>
                    <a:pt x="4894" y="26119"/>
                  </a:cubicBezTo>
                  <a:cubicBezTo>
                    <a:pt x="6978" y="25857"/>
                    <a:pt x="9049" y="25464"/>
                    <a:pt x="11085" y="24941"/>
                  </a:cubicBezTo>
                  <a:cubicBezTo>
                    <a:pt x="11609" y="24810"/>
                    <a:pt x="12133" y="24667"/>
                    <a:pt x="12645" y="24488"/>
                  </a:cubicBezTo>
                  <a:cubicBezTo>
                    <a:pt x="14217" y="23952"/>
                    <a:pt x="15788" y="23357"/>
                    <a:pt x="17277" y="22571"/>
                  </a:cubicBezTo>
                  <a:cubicBezTo>
                    <a:pt x="16812" y="22035"/>
                    <a:pt x="16693" y="20904"/>
                    <a:pt x="16550" y="20202"/>
                  </a:cubicBezTo>
                  <a:cubicBezTo>
                    <a:pt x="16360" y="19297"/>
                    <a:pt x="16229" y="18392"/>
                    <a:pt x="16146" y="17463"/>
                  </a:cubicBezTo>
                  <a:cubicBezTo>
                    <a:pt x="15967" y="15678"/>
                    <a:pt x="15919" y="13868"/>
                    <a:pt x="15896" y="12058"/>
                  </a:cubicBezTo>
                  <a:cubicBezTo>
                    <a:pt x="15872" y="11142"/>
                    <a:pt x="16181" y="1104"/>
                    <a:pt x="16300" y="1104"/>
                  </a:cubicBezTo>
                  <a:cubicBezTo>
                    <a:pt x="16300" y="1104"/>
                    <a:pt x="16300" y="1104"/>
                    <a:pt x="16300" y="1104"/>
                  </a:cubicBezTo>
                  <a:cubicBezTo>
                    <a:pt x="15491" y="997"/>
                    <a:pt x="14669" y="557"/>
                    <a:pt x="13836" y="390"/>
                  </a:cubicBezTo>
                  <a:cubicBezTo>
                    <a:pt x="12907" y="199"/>
                    <a:pt x="11955" y="80"/>
                    <a:pt x="11002" y="33"/>
                  </a:cubicBezTo>
                  <a:cubicBezTo>
                    <a:pt x="10638" y="11"/>
                    <a:pt x="10275" y="1"/>
                    <a:pt x="99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2" name="Google Shape;3142;p73"/>
            <p:cNvSpPr/>
            <p:nvPr/>
          </p:nvSpPr>
          <p:spPr>
            <a:xfrm>
              <a:off x="4330637" y="3351302"/>
              <a:ext cx="1132814" cy="1060505"/>
            </a:xfrm>
            <a:custGeom>
              <a:avLst/>
              <a:gdLst/>
              <a:ahLst/>
              <a:cxnLst/>
              <a:rect l="l" t="t" r="r" b="b"/>
              <a:pathLst>
                <a:path w="29719" h="27822" extrusionOk="0">
                  <a:moveTo>
                    <a:pt x="9916" y="233"/>
                  </a:moveTo>
                  <a:lnTo>
                    <a:pt x="9916" y="233"/>
                  </a:lnTo>
                  <a:cubicBezTo>
                    <a:pt x="9025" y="333"/>
                    <a:pt x="8140" y="487"/>
                    <a:pt x="7266" y="695"/>
                  </a:cubicBezTo>
                  <a:lnTo>
                    <a:pt x="7266" y="695"/>
                  </a:lnTo>
                  <a:cubicBezTo>
                    <a:pt x="8146" y="514"/>
                    <a:pt x="9029" y="354"/>
                    <a:pt x="9916" y="233"/>
                  </a:cubicBezTo>
                  <a:close/>
                  <a:moveTo>
                    <a:pt x="7266" y="695"/>
                  </a:moveTo>
                  <a:lnTo>
                    <a:pt x="7266" y="695"/>
                  </a:lnTo>
                  <a:cubicBezTo>
                    <a:pt x="6816" y="787"/>
                    <a:pt x="6367" y="884"/>
                    <a:pt x="5918" y="984"/>
                  </a:cubicBezTo>
                  <a:cubicBezTo>
                    <a:pt x="4811" y="1234"/>
                    <a:pt x="3692" y="1484"/>
                    <a:pt x="2644" y="1937"/>
                  </a:cubicBezTo>
                  <a:cubicBezTo>
                    <a:pt x="1751" y="2342"/>
                    <a:pt x="715" y="2663"/>
                    <a:pt x="298" y="3675"/>
                  </a:cubicBezTo>
                  <a:cubicBezTo>
                    <a:pt x="25" y="4318"/>
                    <a:pt x="1" y="5044"/>
                    <a:pt x="25" y="5735"/>
                  </a:cubicBezTo>
                  <a:cubicBezTo>
                    <a:pt x="132" y="8247"/>
                    <a:pt x="941" y="10652"/>
                    <a:pt x="1739" y="13022"/>
                  </a:cubicBezTo>
                  <a:cubicBezTo>
                    <a:pt x="1703" y="12879"/>
                    <a:pt x="3704" y="11379"/>
                    <a:pt x="3906" y="11212"/>
                  </a:cubicBezTo>
                  <a:cubicBezTo>
                    <a:pt x="4692" y="10557"/>
                    <a:pt x="5168" y="10128"/>
                    <a:pt x="5621" y="9176"/>
                  </a:cubicBezTo>
                  <a:cubicBezTo>
                    <a:pt x="5680" y="9057"/>
                    <a:pt x="5740" y="8938"/>
                    <a:pt x="5859" y="8902"/>
                  </a:cubicBezTo>
                  <a:cubicBezTo>
                    <a:pt x="5882" y="8894"/>
                    <a:pt x="5904" y="8891"/>
                    <a:pt x="5926" y="8891"/>
                  </a:cubicBezTo>
                  <a:cubicBezTo>
                    <a:pt x="6076" y="8891"/>
                    <a:pt x="6204" y="9053"/>
                    <a:pt x="6287" y="9188"/>
                  </a:cubicBezTo>
                  <a:cubicBezTo>
                    <a:pt x="6506" y="9549"/>
                    <a:pt x="6716" y="9916"/>
                    <a:pt x="6919" y="10288"/>
                  </a:cubicBezTo>
                  <a:lnTo>
                    <a:pt x="6919" y="10288"/>
                  </a:lnTo>
                  <a:cubicBezTo>
                    <a:pt x="6417" y="9079"/>
                    <a:pt x="5963" y="7852"/>
                    <a:pt x="5632" y="6580"/>
                  </a:cubicBezTo>
                  <a:cubicBezTo>
                    <a:pt x="5192" y="4902"/>
                    <a:pt x="4978" y="3175"/>
                    <a:pt x="4763" y="1449"/>
                  </a:cubicBezTo>
                  <a:cubicBezTo>
                    <a:pt x="5583" y="1147"/>
                    <a:pt x="6419" y="896"/>
                    <a:pt x="7266" y="695"/>
                  </a:cubicBezTo>
                  <a:close/>
                  <a:moveTo>
                    <a:pt x="6919" y="10288"/>
                  </a:moveTo>
                  <a:cubicBezTo>
                    <a:pt x="7574" y="11868"/>
                    <a:pt x="8310" y="13418"/>
                    <a:pt x="8960" y="15002"/>
                  </a:cubicBezTo>
                  <a:lnTo>
                    <a:pt x="8960" y="15002"/>
                  </a:lnTo>
                  <a:cubicBezTo>
                    <a:pt x="8419" y="13369"/>
                    <a:pt x="7735" y="11788"/>
                    <a:pt x="6919" y="10288"/>
                  </a:cubicBezTo>
                  <a:close/>
                  <a:moveTo>
                    <a:pt x="8960" y="15002"/>
                  </a:moveTo>
                  <a:cubicBezTo>
                    <a:pt x="9367" y="16233"/>
                    <a:pt x="9693" y="17494"/>
                    <a:pt x="9931" y="18772"/>
                  </a:cubicBezTo>
                  <a:cubicBezTo>
                    <a:pt x="10157" y="19951"/>
                    <a:pt x="10312" y="21154"/>
                    <a:pt x="10145" y="22344"/>
                  </a:cubicBezTo>
                  <a:cubicBezTo>
                    <a:pt x="9933" y="23781"/>
                    <a:pt x="8497" y="25288"/>
                    <a:pt x="7464" y="26162"/>
                  </a:cubicBezTo>
                  <a:lnTo>
                    <a:pt x="7464" y="26162"/>
                  </a:lnTo>
                  <a:cubicBezTo>
                    <a:pt x="7817" y="25907"/>
                    <a:pt x="9230" y="25950"/>
                    <a:pt x="9633" y="25892"/>
                  </a:cubicBezTo>
                  <a:cubicBezTo>
                    <a:pt x="10121" y="25797"/>
                    <a:pt x="10633" y="25702"/>
                    <a:pt x="11121" y="25678"/>
                  </a:cubicBezTo>
                  <a:cubicBezTo>
                    <a:pt x="10955" y="23297"/>
                    <a:pt x="10776" y="20904"/>
                    <a:pt x="10193" y="18606"/>
                  </a:cubicBezTo>
                  <a:cubicBezTo>
                    <a:pt x="9876" y="17369"/>
                    <a:pt x="9442" y="16176"/>
                    <a:pt x="8960" y="15002"/>
                  </a:cubicBezTo>
                  <a:close/>
                  <a:moveTo>
                    <a:pt x="7464" y="26162"/>
                  </a:moveTo>
                  <a:cubicBezTo>
                    <a:pt x="7451" y="26171"/>
                    <a:pt x="7440" y="26180"/>
                    <a:pt x="7430" y="26190"/>
                  </a:cubicBezTo>
                  <a:cubicBezTo>
                    <a:pt x="7441" y="26181"/>
                    <a:pt x="7452" y="26171"/>
                    <a:pt x="7464" y="26162"/>
                  </a:cubicBezTo>
                  <a:close/>
                  <a:moveTo>
                    <a:pt x="13100" y="0"/>
                  </a:moveTo>
                  <a:cubicBezTo>
                    <a:pt x="12031" y="0"/>
                    <a:pt x="10970" y="88"/>
                    <a:pt x="9916" y="233"/>
                  </a:cubicBezTo>
                  <a:lnTo>
                    <a:pt x="9916" y="233"/>
                  </a:lnTo>
                  <a:cubicBezTo>
                    <a:pt x="10756" y="138"/>
                    <a:pt x="11600" y="90"/>
                    <a:pt x="12444" y="90"/>
                  </a:cubicBezTo>
                  <a:cubicBezTo>
                    <a:pt x="14603" y="90"/>
                    <a:pt x="16761" y="400"/>
                    <a:pt x="18837" y="1020"/>
                  </a:cubicBezTo>
                  <a:cubicBezTo>
                    <a:pt x="18432" y="3247"/>
                    <a:pt x="17896" y="5425"/>
                    <a:pt x="17586" y="7688"/>
                  </a:cubicBezTo>
                  <a:cubicBezTo>
                    <a:pt x="17193" y="10438"/>
                    <a:pt x="16896" y="13212"/>
                    <a:pt x="16681" y="15986"/>
                  </a:cubicBezTo>
                  <a:cubicBezTo>
                    <a:pt x="16467" y="18772"/>
                    <a:pt x="16408" y="21570"/>
                    <a:pt x="16205" y="24344"/>
                  </a:cubicBezTo>
                  <a:cubicBezTo>
                    <a:pt x="16551" y="24213"/>
                    <a:pt x="16920" y="24094"/>
                    <a:pt x="17277" y="24011"/>
                  </a:cubicBezTo>
                  <a:cubicBezTo>
                    <a:pt x="17301" y="23999"/>
                    <a:pt x="17336" y="23999"/>
                    <a:pt x="17360" y="23999"/>
                  </a:cubicBezTo>
                  <a:cubicBezTo>
                    <a:pt x="17396" y="24011"/>
                    <a:pt x="17420" y="24035"/>
                    <a:pt x="17443" y="24059"/>
                  </a:cubicBezTo>
                  <a:cubicBezTo>
                    <a:pt x="17991" y="24583"/>
                    <a:pt x="18682" y="24702"/>
                    <a:pt x="19348" y="24975"/>
                  </a:cubicBezTo>
                  <a:cubicBezTo>
                    <a:pt x="20063" y="25261"/>
                    <a:pt x="20801" y="25535"/>
                    <a:pt x="21480" y="25892"/>
                  </a:cubicBezTo>
                  <a:cubicBezTo>
                    <a:pt x="23099" y="26726"/>
                    <a:pt x="24933" y="27785"/>
                    <a:pt x="26766" y="27821"/>
                  </a:cubicBezTo>
                  <a:cubicBezTo>
                    <a:pt x="26786" y="27822"/>
                    <a:pt x="26805" y="27822"/>
                    <a:pt x="26825" y="27822"/>
                  </a:cubicBezTo>
                  <a:cubicBezTo>
                    <a:pt x="27796" y="27822"/>
                    <a:pt x="28835" y="27242"/>
                    <a:pt x="29290" y="26297"/>
                  </a:cubicBezTo>
                  <a:cubicBezTo>
                    <a:pt x="29719" y="25368"/>
                    <a:pt x="29552" y="24261"/>
                    <a:pt x="29374" y="23249"/>
                  </a:cubicBezTo>
                  <a:cubicBezTo>
                    <a:pt x="28873" y="20475"/>
                    <a:pt x="28385" y="17689"/>
                    <a:pt x="27873" y="14915"/>
                  </a:cubicBezTo>
                  <a:cubicBezTo>
                    <a:pt x="27230" y="11367"/>
                    <a:pt x="26564" y="7795"/>
                    <a:pt x="25194" y="4485"/>
                  </a:cubicBezTo>
                  <a:cubicBezTo>
                    <a:pt x="24706" y="3318"/>
                    <a:pt x="23170" y="2580"/>
                    <a:pt x="22146" y="2092"/>
                  </a:cubicBezTo>
                  <a:cubicBezTo>
                    <a:pt x="19646" y="889"/>
                    <a:pt x="16932" y="187"/>
                    <a:pt x="14193" y="32"/>
                  </a:cubicBezTo>
                  <a:cubicBezTo>
                    <a:pt x="13828" y="10"/>
                    <a:pt x="13463" y="0"/>
                    <a:pt x="1310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3" name="Google Shape;3143;p73"/>
            <p:cNvSpPr/>
            <p:nvPr/>
          </p:nvSpPr>
          <p:spPr>
            <a:xfrm>
              <a:off x="4986916" y="3391059"/>
              <a:ext cx="107148" cy="880514"/>
            </a:xfrm>
            <a:custGeom>
              <a:avLst/>
              <a:gdLst/>
              <a:ahLst/>
              <a:cxnLst/>
              <a:rect l="l" t="t" r="r" b="b"/>
              <a:pathLst>
                <a:path w="2811" h="23100" extrusionOk="0">
                  <a:moveTo>
                    <a:pt x="2131" y="1"/>
                  </a:moveTo>
                  <a:cubicBezTo>
                    <a:pt x="655" y="8038"/>
                    <a:pt x="0" y="15372"/>
                    <a:pt x="36" y="23099"/>
                  </a:cubicBezTo>
                  <a:lnTo>
                    <a:pt x="727" y="23087"/>
                  </a:lnTo>
                  <a:cubicBezTo>
                    <a:pt x="691" y="15420"/>
                    <a:pt x="1346" y="8121"/>
                    <a:pt x="2810" y="120"/>
                  </a:cubicBezTo>
                  <a:lnTo>
                    <a:pt x="213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4" name="Google Shape;3144;p73"/>
            <p:cNvSpPr/>
            <p:nvPr/>
          </p:nvSpPr>
          <p:spPr>
            <a:xfrm>
              <a:off x="4460467" y="3410576"/>
              <a:ext cx="254625" cy="929038"/>
            </a:xfrm>
            <a:custGeom>
              <a:avLst/>
              <a:gdLst/>
              <a:ahLst/>
              <a:cxnLst/>
              <a:rect l="l" t="t" r="r" b="b"/>
              <a:pathLst>
                <a:path w="6680" h="24373" extrusionOk="0">
                  <a:moveTo>
                    <a:pt x="691" y="1"/>
                  </a:moveTo>
                  <a:lnTo>
                    <a:pt x="0" y="96"/>
                  </a:lnTo>
                  <a:cubicBezTo>
                    <a:pt x="429" y="2954"/>
                    <a:pt x="1155" y="5918"/>
                    <a:pt x="2238" y="9157"/>
                  </a:cubicBezTo>
                  <a:cubicBezTo>
                    <a:pt x="2715" y="10574"/>
                    <a:pt x="3262" y="12050"/>
                    <a:pt x="3881" y="13562"/>
                  </a:cubicBezTo>
                  <a:cubicBezTo>
                    <a:pt x="4048" y="13991"/>
                    <a:pt x="4239" y="14384"/>
                    <a:pt x="4417" y="14777"/>
                  </a:cubicBezTo>
                  <a:cubicBezTo>
                    <a:pt x="4822" y="15634"/>
                    <a:pt x="5191" y="16432"/>
                    <a:pt x="5370" y="17372"/>
                  </a:cubicBezTo>
                  <a:cubicBezTo>
                    <a:pt x="5715" y="19158"/>
                    <a:pt x="5822" y="21087"/>
                    <a:pt x="5917" y="22944"/>
                  </a:cubicBezTo>
                  <a:cubicBezTo>
                    <a:pt x="5941" y="23432"/>
                    <a:pt x="5965" y="23909"/>
                    <a:pt x="5989" y="24373"/>
                  </a:cubicBezTo>
                  <a:lnTo>
                    <a:pt x="6679" y="24337"/>
                  </a:lnTo>
                  <a:cubicBezTo>
                    <a:pt x="6656" y="23861"/>
                    <a:pt x="6632" y="23385"/>
                    <a:pt x="6608" y="22908"/>
                  </a:cubicBezTo>
                  <a:cubicBezTo>
                    <a:pt x="6513" y="21015"/>
                    <a:pt x="6406" y="19075"/>
                    <a:pt x="6048" y="17229"/>
                  </a:cubicBezTo>
                  <a:cubicBezTo>
                    <a:pt x="5858" y="16217"/>
                    <a:pt x="5441" y="15336"/>
                    <a:pt x="5048" y="14479"/>
                  </a:cubicBezTo>
                  <a:cubicBezTo>
                    <a:pt x="4870" y="14098"/>
                    <a:pt x="4679" y="13705"/>
                    <a:pt x="4524" y="13300"/>
                  </a:cubicBezTo>
                  <a:cubicBezTo>
                    <a:pt x="3917" y="11812"/>
                    <a:pt x="3369" y="10336"/>
                    <a:pt x="2893" y="8942"/>
                  </a:cubicBezTo>
                  <a:cubicBezTo>
                    <a:pt x="1822" y="5740"/>
                    <a:pt x="1107" y="2811"/>
                    <a:pt x="6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5" name="Google Shape;3145;p73"/>
            <p:cNvSpPr/>
            <p:nvPr/>
          </p:nvSpPr>
          <p:spPr>
            <a:xfrm>
              <a:off x="4822169" y="3988180"/>
              <a:ext cx="631759" cy="421770"/>
            </a:xfrm>
            <a:custGeom>
              <a:avLst/>
              <a:gdLst/>
              <a:ahLst/>
              <a:cxnLst/>
              <a:rect l="l" t="t" r="r" b="b"/>
              <a:pathLst>
                <a:path w="16574" h="11065" extrusionOk="0">
                  <a:moveTo>
                    <a:pt x="1610" y="1"/>
                  </a:moveTo>
                  <a:cubicBezTo>
                    <a:pt x="1520" y="1"/>
                    <a:pt x="1431" y="6"/>
                    <a:pt x="1346" y="16"/>
                  </a:cubicBezTo>
                  <a:cubicBezTo>
                    <a:pt x="822" y="76"/>
                    <a:pt x="500" y="624"/>
                    <a:pt x="322" y="1136"/>
                  </a:cubicBezTo>
                  <a:cubicBezTo>
                    <a:pt x="84" y="1850"/>
                    <a:pt x="0" y="2612"/>
                    <a:pt x="60" y="3362"/>
                  </a:cubicBezTo>
                  <a:cubicBezTo>
                    <a:pt x="72" y="3600"/>
                    <a:pt x="107" y="3826"/>
                    <a:pt x="203" y="4041"/>
                  </a:cubicBezTo>
                  <a:cubicBezTo>
                    <a:pt x="262" y="4184"/>
                    <a:pt x="357" y="4315"/>
                    <a:pt x="465" y="4446"/>
                  </a:cubicBezTo>
                  <a:cubicBezTo>
                    <a:pt x="596" y="4600"/>
                    <a:pt x="750" y="4731"/>
                    <a:pt x="905" y="4862"/>
                  </a:cubicBezTo>
                  <a:cubicBezTo>
                    <a:pt x="4263" y="7577"/>
                    <a:pt x="7894" y="10053"/>
                    <a:pt x="12121" y="10887"/>
                  </a:cubicBezTo>
                  <a:cubicBezTo>
                    <a:pt x="12613" y="10988"/>
                    <a:pt x="13109" y="11064"/>
                    <a:pt x="13605" y="11064"/>
                  </a:cubicBezTo>
                  <a:cubicBezTo>
                    <a:pt x="13865" y="11064"/>
                    <a:pt x="14125" y="11043"/>
                    <a:pt x="14383" y="10994"/>
                  </a:cubicBezTo>
                  <a:cubicBezTo>
                    <a:pt x="15133" y="10851"/>
                    <a:pt x="15871" y="10422"/>
                    <a:pt x="16240" y="9720"/>
                  </a:cubicBezTo>
                  <a:cubicBezTo>
                    <a:pt x="16514" y="9220"/>
                    <a:pt x="16574" y="8625"/>
                    <a:pt x="16526" y="8053"/>
                  </a:cubicBezTo>
                  <a:cubicBezTo>
                    <a:pt x="16336" y="5708"/>
                    <a:pt x="14502" y="4553"/>
                    <a:pt x="12633" y="3815"/>
                  </a:cubicBezTo>
                  <a:cubicBezTo>
                    <a:pt x="11049" y="3195"/>
                    <a:pt x="9466" y="2588"/>
                    <a:pt x="7882" y="1981"/>
                  </a:cubicBezTo>
                  <a:cubicBezTo>
                    <a:pt x="6763" y="1564"/>
                    <a:pt x="5656" y="1136"/>
                    <a:pt x="4525" y="790"/>
                  </a:cubicBezTo>
                  <a:cubicBezTo>
                    <a:pt x="3689" y="519"/>
                    <a:pt x="2538" y="1"/>
                    <a:pt x="16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3146;p73"/>
            <p:cNvSpPr/>
            <p:nvPr/>
          </p:nvSpPr>
          <p:spPr>
            <a:xfrm>
              <a:off x="5172970" y="3505452"/>
              <a:ext cx="46351" cy="599550"/>
            </a:xfrm>
            <a:custGeom>
              <a:avLst/>
              <a:gdLst/>
              <a:ahLst/>
              <a:cxnLst/>
              <a:rect l="l" t="t" r="r" b="b"/>
              <a:pathLst>
                <a:path w="1216" h="15729" extrusionOk="0">
                  <a:moveTo>
                    <a:pt x="310" y="0"/>
                  </a:moveTo>
                  <a:lnTo>
                    <a:pt x="310" y="0"/>
                  </a:lnTo>
                  <a:cubicBezTo>
                    <a:pt x="287" y="119"/>
                    <a:pt x="239" y="286"/>
                    <a:pt x="215" y="500"/>
                  </a:cubicBezTo>
                  <a:cubicBezTo>
                    <a:pt x="168" y="715"/>
                    <a:pt x="144" y="977"/>
                    <a:pt x="108" y="1286"/>
                  </a:cubicBezTo>
                  <a:cubicBezTo>
                    <a:pt x="84" y="1441"/>
                    <a:pt x="72" y="1596"/>
                    <a:pt x="60" y="1774"/>
                  </a:cubicBezTo>
                  <a:cubicBezTo>
                    <a:pt x="48" y="1941"/>
                    <a:pt x="37" y="2120"/>
                    <a:pt x="25" y="2310"/>
                  </a:cubicBezTo>
                  <a:cubicBezTo>
                    <a:pt x="13" y="2679"/>
                    <a:pt x="1" y="3084"/>
                    <a:pt x="13" y="3513"/>
                  </a:cubicBezTo>
                  <a:cubicBezTo>
                    <a:pt x="13" y="3953"/>
                    <a:pt x="37" y="4406"/>
                    <a:pt x="60" y="4870"/>
                  </a:cubicBezTo>
                  <a:cubicBezTo>
                    <a:pt x="108" y="5811"/>
                    <a:pt x="191" y="6799"/>
                    <a:pt x="251" y="7799"/>
                  </a:cubicBezTo>
                  <a:cubicBezTo>
                    <a:pt x="322" y="8799"/>
                    <a:pt x="406" y="9787"/>
                    <a:pt x="501" y="10728"/>
                  </a:cubicBezTo>
                  <a:cubicBezTo>
                    <a:pt x="596" y="11657"/>
                    <a:pt x="715" y="12526"/>
                    <a:pt x="822" y="13264"/>
                  </a:cubicBezTo>
                  <a:cubicBezTo>
                    <a:pt x="918" y="14014"/>
                    <a:pt x="1025" y="14621"/>
                    <a:pt x="1096" y="15062"/>
                  </a:cubicBezTo>
                  <a:cubicBezTo>
                    <a:pt x="1168" y="15490"/>
                    <a:pt x="1215" y="15728"/>
                    <a:pt x="1215" y="15728"/>
                  </a:cubicBezTo>
                  <a:cubicBezTo>
                    <a:pt x="1215" y="15728"/>
                    <a:pt x="1180" y="15490"/>
                    <a:pt x="1132" y="15050"/>
                  </a:cubicBezTo>
                  <a:cubicBezTo>
                    <a:pt x="1072" y="14621"/>
                    <a:pt x="1001" y="14002"/>
                    <a:pt x="918" y="13252"/>
                  </a:cubicBezTo>
                  <a:cubicBezTo>
                    <a:pt x="822" y="12514"/>
                    <a:pt x="739" y="11645"/>
                    <a:pt x="656" y="10704"/>
                  </a:cubicBezTo>
                  <a:cubicBezTo>
                    <a:pt x="572" y="9775"/>
                    <a:pt x="489" y="8787"/>
                    <a:pt x="429" y="7787"/>
                  </a:cubicBezTo>
                  <a:cubicBezTo>
                    <a:pt x="358" y="6787"/>
                    <a:pt x="263" y="5799"/>
                    <a:pt x="215" y="4858"/>
                  </a:cubicBezTo>
                  <a:cubicBezTo>
                    <a:pt x="179" y="4394"/>
                    <a:pt x="156" y="3941"/>
                    <a:pt x="144" y="3513"/>
                  </a:cubicBezTo>
                  <a:cubicBezTo>
                    <a:pt x="120" y="3084"/>
                    <a:pt x="120" y="2679"/>
                    <a:pt x="120" y="2310"/>
                  </a:cubicBezTo>
                  <a:cubicBezTo>
                    <a:pt x="132" y="1929"/>
                    <a:pt x="144" y="1596"/>
                    <a:pt x="168" y="1286"/>
                  </a:cubicBezTo>
                  <a:cubicBezTo>
                    <a:pt x="191" y="989"/>
                    <a:pt x="215" y="727"/>
                    <a:pt x="239" y="500"/>
                  </a:cubicBezTo>
                  <a:cubicBezTo>
                    <a:pt x="263" y="286"/>
                    <a:pt x="298" y="119"/>
                    <a:pt x="3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3147;p73"/>
            <p:cNvSpPr/>
            <p:nvPr/>
          </p:nvSpPr>
          <p:spPr>
            <a:xfrm>
              <a:off x="4980550" y="4013757"/>
              <a:ext cx="418035" cy="206978"/>
            </a:xfrm>
            <a:custGeom>
              <a:avLst/>
              <a:gdLst/>
              <a:ahLst/>
              <a:cxnLst/>
              <a:rect l="l" t="t" r="r" b="b"/>
              <a:pathLst>
                <a:path w="10967" h="5430" extrusionOk="0">
                  <a:moveTo>
                    <a:pt x="1" y="0"/>
                  </a:moveTo>
                  <a:cubicBezTo>
                    <a:pt x="1" y="0"/>
                    <a:pt x="191" y="60"/>
                    <a:pt x="513" y="155"/>
                  </a:cubicBezTo>
                  <a:cubicBezTo>
                    <a:pt x="834" y="250"/>
                    <a:pt x="1298" y="405"/>
                    <a:pt x="1846" y="596"/>
                  </a:cubicBezTo>
                  <a:cubicBezTo>
                    <a:pt x="2394" y="798"/>
                    <a:pt x="3025" y="1048"/>
                    <a:pt x="3692" y="1322"/>
                  </a:cubicBezTo>
                  <a:cubicBezTo>
                    <a:pt x="4370" y="1596"/>
                    <a:pt x="5085" y="1893"/>
                    <a:pt x="5799" y="2203"/>
                  </a:cubicBezTo>
                  <a:cubicBezTo>
                    <a:pt x="6525" y="2489"/>
                    <a:pt x="7251" y="2763"/>
                    <a:pt x="7906" y="3072"/>
                  </a:cubicBezTo>
                  <a:cubicBezTo>
                    <a:pt x="8228" y="3215"/>
                    <a:pt x="8537" y="3382"/>
                    <a:pt x="8835" y="3548"/>
                  </a:cubicBezTo>
                  <a:cubicBezTo>
                    <a:pt x="9121" y="3715"/>
                    <a:pt x="9383" y="3882"/>
                    <a:pt x="9609" y="4060"/>
                  </a:cubicBezTo>
                  <a:cubicBezTo>
                    <a:pt x="9728" y="4144"/>
                    <a:pt x="9835" y="4227"/>
                    <a:pt x="9930" y="4310"/>
                  </a:cubicBezTo>
                  <a:cubicBezTo>
                    <a:pt x="10038" y="4406"/>
                    <a:pt x="10133" y="4477"/>
                    <a:pt x="10216" y="4560"/>
                  </a:cubicBezTo>
                  <a:cubicBezTo>
                    <a:pt x="10299" y="4644"/>
                    <a:pt x="10383" y="4727"/>
                    <a:pt x="10454" y="4798"/>
                  </a:cubicBezTo>
                  <a:cubicBezTo>
                    <a:pt x="10514" y="4870"/>
                    <a:pt x="10573" y="4941"/>
                    <a:pt x="10633" y="5013"/>
                  </a:cubicBezTo>
                  <a:cubicBezTo>
                    <a:pt x="10752" y="5132"/>
                    <a:pt x="10823" y="5239"/>
                    <a:pt x="10883" y="5310"/>
                  </a:cubicBezTo>
                  <a:cubicBezTo>
                    <a:pt x="10835" y="5239"/>
                    <a:pt x="10764" y="5120"/>
                    <a:pt x="10657" y="4989"/>
                  </a:cubicBezTo>
                  <a:cubicBezTo>
                    <a:pt x="10609" y="4918"/>
                    <a:pt x="10550" y="4846"/>
                    <a:pt x="10478" y="4763"/>
                  </a:cubicBezTo>
                  <a:cubicBezTo>
                    <a:pt x="10419" y="4691"/>
                    <a:pt x="10335" y="4608"/>
                    <a:pt x="10264" y="4525"/>
                  </a:cubicBezTo>
                  <a:cubicBezTo>
                    <a:pt x="10097" y="4346"/>
                    <a:pt x="9895" y="4156"/>
                    <a:pt x="9668" y="3977"/>
                  </a:cubicBezTo>
                  <a:cubicBezTo>
                    <a:pt x="9442" y="3798"/>
                    <a:pt x="9180" y="3608"/>
                    <a:pt x="8895" y="3429"/>
                  </a:cubicBezTo>
                  <a:cubicBezTo>
                    <a:pt x="8609" y="3263"/>
                    <a:pt x="8299" y="3084"/>
                    <a:pt x="7966" y="2929"/>
                  </a:cubicBezTo>
                  <a:cubicBezTo>
                    <a:pt x="7311" y="2620"/>
                    <a:pt x="6585" y="2334"/>
                    <a:pt x="5870" y="2036"/>
                  </a:cubicBezTo>
                  <a:cubicBezTo>
                    <a:pt x="5144" y="1751"/>
                    <a:pt x="4430" y="1453"/>
                    <a:pt x="3751" y="1179"/>
                  </a:cubicBezTo>
                  <a:cubicBezTo>
                    <a:pt x="3072" y="917"/>
                    <a:pt x="2429" y="691"/>
                    <a:pt x="1882" y="500"/>
                  </a:cubicBezTo>
                  <a:cubicBezTo>
                    <a:pt x="1322" y="322"/>
                    <a:pt x="858" y="203"/>
                    <a:pt x="524" y="119"/>
                  </a:cubicBezTo>
                  <a:cubicBezTo>
                    <a:pt x="358" y="72"/>
                    <a:pt x="227" y="48"/>
                    <a:pt x="143" y="36"/>
                  </a:cubicBezTo>
                  <a:cubicBezTo>
                    <a:pt x="48" y="12"/>
                    <a:pt x="1" y="0"/>
                    <a:pt x="1" y="0"/>
                  </a:cubicBezTo>
                  <a:close/>
                  <a:moveTo>
                    <a:pt x="10883" y="5310"/>
                  </a:moveTo>
                  <a:lnTo>
                    <a:pt x="10883" y="5310"/>
                  </a:lnTo>
                  <a:cubicBezTo>
                    <a:pt x="10931" y="5382"/>
                    <a:pt x="10966" y="5430"/>
                    <a:pt x="10966" y="5430"/>
                  </a:cubicBezTo>
                  <a:lnTo>
                    <a:pt x="10883" y="531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8" name="Google Shape;3148;p73"/>
            <p:cNvSpPr/>
            <p:nvPr/>
          </p:nvSpPr>
          <p:spPr>
            <a:xfrm>
              <a:off x="4871647" y="4015549"/>
              <a:ext cx="71737" cy="163905"/>
            </a:xfrm>
            <a:custGeom>
              <a:avLst/>
              <a:gdLst/>
              <a:ahLst/>
              <a:cxnLst/>
              <a:rect l="l" t="t" r="r" b="b"/>
              <a:pathLst>
                <a:path w="1882" h="4300" extrusionOk="0">
                  <a:moveTo>
                    <a:pt x="1226" y="1"/>
                  </a:moveTo>
                  <a:lnTo>
                    <a:pt x="1262" y="251"/>
                  </a:lnTo>
                  <a:cubicBezTo>
                    <a:pt x="1274" y="334"/>
                    <a:pt x="1286" y="418"/>
                    <a:pt x="1286" y="489"/>
                  </a:cubicBezTo>
                  <a:cubicBezTo>
                    <a:pt x="1286" y="572"/>
                    <a:pt x="1298" y="656"/>
                    <a:pt x="1298" y="739"/>
                  </a:cubicBezTo>
                  <a:cubicBezTo>
                    <a:pt x="1298" y="822"/>
                    <a:pt x="1298" y="906"/>
                    <a:pt x="1286" y="989"/>
                  </a:cubicBezTo>
                  <a:lnTo>
                    <a:pt x="1274" y="1239"/>
                  </a:lnTo>
                  <a:lnTo>
                    <a:pt x="1250" y="1477"/>
                  </a:lnTo>
                  <a:lnTo>
                    <a:pt x="1203" y="1715"/>
                  </a:lnTo>
                  <a:lnTo>
                    <a:pt x="1155" y="1965"/>
                  </a:lnTo>
                  <a:cubicBezTo>
                    <a:pt x="1119" y="2120"/>
                    <a:pt x="1072" y="2275"/>
                    <a:pt x="1024" y="2430"/>
                  </a:cubicBezTo>
                  <a:cubicBezTo>
                    <a:pt x="976" y="2585"/>
                    <a:pt x="917" y="2739"/>
                    <a:pt x="845" y="2894"/>
                  </a:cubicBezTo>
                  <a:cubicBezTo>
                    <a:pt x="786" y="3037"/>
                    <a:pt x="714" y="3192"/>
                    <a:pt x="631" y="3335"/>
                  </a:cubicBezTo>
                  <a:cubicBezTo>
                    <a:pt x="595" y="3406"/>
                    <a:pt x="548" y="3466"/>
                    <a:pt x="512" y="3537"/>
                  </a:cubicBezTo>
                  <a:lnTo>
                    <a:pt x="381" y="3739"/>
                  </a:lnTo>
                  <a:lnTo>
                    <a:pt x="0" y="4299"/>
                  </a:lnTo>
                  <a:lnTo>
                    <a:pt x="500" y="3859"/>
                  </a:lnTo>
                  <a:lnTo>
                    <a:pt x="691" y="3692"/>
                  </a:lnTo>
                  <a:lnTo>
                    <a:pt x="869" y="3501"/>
                  </a:lnTo>
                  <a:lnTo>
                    <a:pt x="1036" y="3311"/>
                  </a:lnTo>
                  <a:cubicBezTo>
                    <a:pt x="1084" y="3251"/>
                    <a:pt x="1143" y="3180"/>
                    <a:pt x="1191" y="3108"/>
                  </a:cubicBezTo>
                  <a:cubicBezTo>
                    <a:pt x="1238" y="3037"/>
                    <a:pt x="1286" y="2966"/>
                    <a:pt x="1322" y="2894"/>
                  </a:cubicBezTo>
                  <a:cubicBezTo>
                    <a:pt x="1369" y="2823"/>
                    <a:pt x="1417" y="2751"/>
                    <a:pt x="1453" y="2668"/>
                  </a:cubicBezTo>
                  <a:cubicBezTo>
                    <a:pt x="1488" y="2596"/>
                    <a:pt x="1524" y="2525"/>
                    <a:pt x="1560" y="2442"/>
                  </a:cubicBezTo>
                  <a:cubicBezTo>
                    <a:pt x="1596" y="2370"/>
                    <a:pt x="1619" y="2287"/>
                    <a:pt x="1655" y="2204"/>
                  </a:cubicBezTo>
                  <a:lnTo>
                    <a:pt x="1726" y="1965"/>
                  </a:lnTo>
                  <a:lnTo>
                    <a:pt x="1786" y="1715"/>
                  </a:lnTo>
                  <a:lnTo>
                    <a:pt x="1834" y="1477"/>
                  </a:lnTo>
                  <a:lnTo>
                    <a:pt x="1869" y="1227"/>
                  </a:lnTo>
                  <a:lnTo>
                    <a:pt x="1881" y="965"/>
                  </a:lnTo>
                  <a:lnTo>
                    <a:pt x="1881" y="715"/>
                  </a:lnTo>
                  <a:lnTo>
                    <a:pt x="1869" y="465"/>
                  </a:lnTo>
                  <a:lnTo>
                    <a:pt x="1834" y="227"/>
                  </a:lnTo>
                  <a:lnTo>
                    <a:pt x="1834" y="465"/>
                  </a:lnTo>
                  <a:lnTo>
                    <a:pt x="1834" y="715"/>
                  </a:lnTo>
                  <a:lnTo>
                    <a:pt x="1822" y="965"/>
                  </a:lnTo>
                  <a:lnTo>
                    <a:pt x="1786" y="1203"/>
                  </a:lnTo>
                  <a:lnTo>
                    <a:pt x="1738" y="1453"/>
                  </a:lnTo>
                  <a:lnTo>
                    <a:pt x="1679" y="1692"/>
                  </a:lnTo>
                  <a:lnTo>
                    <a:pt x="1607" y="1930"/>
                  </a:lnTo>
                  <a:lnTo>
                    <a:pt x="1524" y="2156"/>
                  </a:lnTo>
                  <a:cubicBezTo>
                    <a:pt x="1465" y="2311"/>
                    <a:pt x="1393" y="2454"/>
                    <a:pt x="1310" y="2596"/>
                  </a:cubicBezTo>
                  <a:cubicBezTo>
                    <a:pt x="1274" y="2668"/>
                    <a:pt x="1226" y="2739"/>
                    <a:pt x="1191" y="2811"/>
                  </a:cubicBezTo>
                  <a:cubicBezTo>
                    <a:pt x="1143" y="2882"/>
                    <a:pt x="1095" y="2942"/>
                    <a:pt x="1048" y="3013"/>
                  </a:cubicBezTo>
                  <a:lnTo>
                    <a:pt x="905" y="3204"/>
                  </a:lnTo>
                  <a:lnTo>
                    <a:pt x="861" y="3258"/>
                  </a:lnTo>
                  <a:lnTo>
                    <a:pt x="861" y="3258"/>
                  </a:lnTo>
                  <a:cubicBezTo>
                    <a:pt x="911" y="3159"/>
                    <a:pt x="961" y="3056"/>
                    <a:pt x="1000" y="2954"/>
                  </a:cubicBezTo>
                  <a:cubicBezTo>
                    <a:pt x="1060" y="2799"/>
                    <a:pt x="1119" y="2632"/>
                    <a:pt x="1167" y="2477"/>
                  </a:cubicBezTo>
                  <a:lnTo>
                    <a:pt x="1238" y="2239"/>
                  </a:lnTo>
                  <a:lnTo>
                    <a:pt x="1286" y="1989"/>
                  </a:lnTo>
                  <a:lnTo>
                    <a:pt x="1322" y="1739"/>
                  </a:lnTo>
                  <a:lnTo>
                    <a:pt x="1357" y="1489"/>
                  </a:lnTo>
                  <a:cubicBezTo>
                    <a:pt x="1369" y="1323"/>
                    <a:pt x="1381" y="1156"/>
                    <a:pt x="1381" y="989"/>
                  </a:cubicBezTo>
                  <a:cubicBezTo>
                    <a:pt x="1369" y="906"/>
                    <a:pt x="1369" y="822"/>
                    <a:pt x="1369" y="739"/>
                  </a:cubicBezTo>
                  <a:cubicBezTo>
                    <a:pt x="1357" y="656"/>
                    <a:pt x="1345" y="572"/>
                    <a:pt x="1334" y="489"/>
                  </a:cubicBezTo>
                  <a:cubicBezTo>
                    <a:pt x="1322" y="406"/>
                    <a:pt x="1310" y="322"/>
                    <a:pt x="1286" y="239"/>
                  </a:cubicBezTo>
                  <a:lnTo>
                    <a:pt x="12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9" name="Google Shape;3149;p73"/>
            <p:cNvSpPr/>
            <p:nvPr/>
          </p:nvSpPr>
          <p:spPr>
            <a:xfrm>
              <a:off x="4597959" y="3347986"/>
              <a:ext cx="393525" cy="346297"/>
            </a:xfrm>
            <a:custGeom>
              <a:avLst/>
              <a:gdLst/>
              <a:ahLst/>
              <a:cxnLst/>
              <a:rect l="l" t="t" r="r" b="b"/>
              <a:pathLst>
                <a:path w="10324" h="9085" extrusionOk="0">
                  <a:moveTo>
                    <a:pt x="5987" y="1"/>
                  </a:moveTo>
                  <a:cubicBezTo>
                    <a:pt x="5516" y="1"/>
                    <a:pt x="5038" y="42"/>
                    <a:pt x="4585" y="83"/>
                  </a:cubicBezTo>
                  <a:cubicBezTo>
                    <a:pt x="3739" y="167"/>
                    <a:pt x="2906" y="345"/>
                    <a:pt x="2096" y="619"/>
                  </a:cubicBezTo>
                  <a:cubicBezTo>
                    <a:pt x="1644" y="774"/>
                    <a:pt x="1227" y="988"/>
                    <a:pt x="798" y="1202"/>
                  </a:cubicBezTo>
                  <a:cubicBezTo>
                    <a:pt x="731" y="1236"/>
                    <a:pt x="124" y="1587"/>
                    <a:pt x="15" y="1587"/>
                  </a:cubicBezTo>
                  <a:cubicBezTo>
                    <a:pt x="8" y="1587"/>
                    <a:pt x="3" y="1586"/>
                    <a:pt x="1" y="1583"/>
                  </a:cubicBezTo>
                  <a:lnTo>
                    <a:pt x="1" y="1583"/>
                  </a:lnTo>
                  <a:cubicBezTo>
                    <a:pt x="1906" y="4084"/>
                    <a:pt x="3823" y="6584"/>
                    <a:pt x="5728" y="9084"/>
                  </a:cubicBezTo>
                  <a:cubicBezTo>
                    <a:pt x="7252" y="6441"/>
                    <a:pt x="8787" y="3786"/>
                    <a:pt x="10323" y="1143"/>
                  </a:cubicBezTo>
                  <a:cubicBezTo>
                    <a:pt x="9264" y="726"/>
                    <a:pt x="8144" y="309"/>
                    <a:pt x="7037" y="95"/>
                  </a:cubicBezTo>
                  <a:cubicBezTo>
                    <a:pt x="7025" y="95"/>
                    <a:pt x="7013" y="83"/>
                    <a:pt x="7001" y="83"/>
                  </a:cubicBezTo>
                  <a:cubicBezTo>
                    <a:pt x="6674" y="23"/>
                    <a:pt x="6332" y="1"/>
                    <a:pt x="59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0" name="Google Shape;3150;p73"/>
            <p:cNvSpPr/>
            <p:nvPr/>
          </p:nvSpPr>
          <p:spPr>
            <a:xfrm>
              <a:off x="4523972" y="3365673"/>
              <a:ext cx="529681" cy="442506"/>
            </a:xfrm>
            <a:custGeom>
              <a:avLst/>
              <a:gdLst/>
              <a:ahLst/>
              <a:cxnLst/>
              <a:rect l="l" t="t" r="r" b="b"/>
              <a:pathLst>
                <a:path w="13896" h="11609" extrusionOk="0">
                  <a:moveTo>
                    <a:pt x="12110" y="0"/>
                  </a:moveTo>
                  <a:cubicBezTo>
                    <a:pt x="12589" y="207"/>
                    <a:pt x="13079" y="404"/>
                    <a:pt x="13560" y="601"/>
                  </a:cubicBezTo>
                  <a:lnTo>
                    <a:pt x="13560" y="601"/>
                  </a:lnTo>
                  <a:cubicBezTo>
                    <a:pt x="13313" y="980"/>
                    <a:pt x="13073" y="1359"/>
                    <a:pt x="12824" y="1739"/>
                  </a:cubicBezTo>
                  <a:cubicBezTo>
                    <a:pt x="12562" y="2155"/>
                    <a:pt x="12300" y="2584"/>
                    <a:pt x="12038" y="3001"/>
                  </a:cubicBezTo>
                  <a:cubicBezTo>
                    <a:pt x="11776" y="3417"/>
                    <a:pt x="11514" y="3834"/>
                    <a:pt x="11252" y="4263"/>
                  </a:cubicBezTo>
                  <a:lnTo>
                    <a:pt x="10478" y="5525"/>
                  </a:lnTo>
                  <a:cubicBezTo>
                    <a:pt x="10347" y="5739"/>
                    <a:pt x="10228" y="5953"/>
                    <a:pt x="10097" y="6168"/>
                  </a:cubicBezTo>
                  <a:lnTo>
                    <a:pt x="9740" y="6822"/>
                  </a:lnTo>
                  <a:lnTo>
                    <a:pt x="9014" y="8120"/>
                  </a:lnTo>
                  <a:cubicBezTo>
                    <a:pt x="8776" y="8549"/>
                    <a:pt x="8538" y="8977"/>
                    <a:pt x="8288" y="9394"/>
                  </a:cubicBezTo>
                  <a:cubicBezTo>
                    <a:pt x="8169" y="9609"/>
                    <a:pt x="8038" y="9823"/>
                    <a:pt x="7907" y="10025"/>
                  </a:cubicBezTo>
                  <a:cubicBezTo>
                    <a:pt x="7885" y="10058"/>
                    <a:pt x="7864" y="10091"/>
                    <a:pt x="7843" y="10124"/>
                  </a:cubicBezTo>
                  <a:lnTo>
                    <a:pt x="7843" y="10124"/>
                  </a:lnTo>
                  <a:lnTo>
                    <a:pt x="7299" y="9394"/>
                  </a:lnTo>
                  <a:lnTo>
                    <a:pt x="6395" y="8168"/>
                  </a:lnTo>
                  <a:cubicBezTo>
                    <a:pt x="6097" y="7751"/>
                    <a:pt x="5787" y="7334"/>
                    <a:pt x="5490" y="6930"/>
                  </a:cubicBezTo>
                  <a:cubicBezTo>
                    <a:pt x="5180" y="6525"/>
                    <a:pt x="4871" y="6108"/>
                    <a:pt x="4561" y="5703"/>
                  </a:cubicBezTo>
                  <a:cubicBezTo>
                    <a:pt x="4406" y="5501"/>
                    <a:pt x="4251" y="5298"/>
                    <a:pt x="4085" y="5096"/>
                  </a:cubicBezTo>
                  <a:lnTo>
                    <a:pt x="3597" y="4501"/>
                  </a:lnTo>
                  <a:lnTo>
                    <a:pt x="3108" y="3905"/>
                  </a:lnTo>
                  <a:lnTo>
                    <a:pt x="2596" y="3334"/>
                  </a:lnTo>
                  <a:lnTo>
                    <a:pt x="2073" y="2762"/>
                  </a:lnTo>
                  <a:lnTo>
                    <a:pt x="1525" y="2215"/>
                  </a:lnTo>
                  <a:lnTo>
                    <a:pt x="977" y="1679"/>
                  </a:lnTo>
                  <a:lnTo>
                    <a:pt x="577" y="1328"/>
                  </a:lnTo>
                  <a:lnTo>
                    <a:pt x="577" y="1328"/>
                  </a:lnTo>
                  <a:cubicBezTo>
                    <a:pt x="890" y="1175"/>
                    <a:pt x="1198" y="1022"/>
                    <a:pt x="1513" y="869"/>
                  </a:cubicBezTo>
                  <a:cubicBezTo>
                    <a:pt x="1906" y="679"/>
                    <a:pt x="2287" y="488"/>
                    <a:pt x="2668" y="286"/>
                  </a:cubicBezTo>
                  <a:lnTo>
                    <a:pt x="2668" y="286"/>
                  </a:lnTo>
                  <a:cubicBezTo>
                    <a:pt x="2263" y="429"/>
                    <a:pt x="1846" y="560"/>
                    <a:pt x="1442" y="703"/>
                  </a:cubicBezTo>
                  <a:cubicBezTo>
                    <a:pt x="1037" y="846"/>
                    <a:pt x="632" y="988"/>
                    <a:pt x="227" y="1131"/>
                  </a:cubicBezTo>
                  <a:lnTo>
                    <a:pt x="1" y="1215"/>
                  </a:lnTo>
                  <a:lnTo>
                    <a:pt x="179" y="1405"/>
                  </a:lnTo>
                  <a:lnTo>
                    <a:pt x="691" y="1965"/>
                  </a:lnTo>
                  <a:lnTo>
                    <a:pt x="1192" y="2536"/>
                  </a:lnTo>
                  <a:lnTo>
                    <a:pt x="1680" y="3120"/>
                  </a:lnTo>
                  <a:lnTo>
                    <a:pt x="2144" y="3715"/>
                  </a:lnTo>
                  <a:lnTo>
                    <a:pt x="2620" y="4310"/>
                  </a:lnTo>
                  <a:lnTo>
                    <a:pt x="3073" y="4917"/>
                  </a:lnTo>
                  <a:lnTo>
                    <a:pt x="3954" y="6156"/>
                  </a:lnTo>
                  <a:cubicBezTo>
                    <a:pt x="4251" y="6561"/>
                    <a:pt x="4549" y="6977"/>
                    <a:pt x="4835" y="7394"/>
                  </a:cubicBezTo>
                  <a:cubicBezTo>
                    <a:pt x="5121" y="7811"/>
                    <a:pt x="5418" y="8239"/>
                    <a:pt x="5716" y="8656"/>
                  </a:cubicBezTo>
                  <a:lnTo>
                    <a:pt x="6609" y="9894"/>
                  </a:lnTo>
                  <a:lnTo>
                    <a:pt x="7061" y="10513"/>
                  </a:lnTo>
                  <a:cubicBezTo>
                    <a:pt x="7216" y="10728"/>
                    <a:pt x="7371" y="10930"/>
                    <a:pt x="7526" y="11133"/>
                  </a:cubicBezTo>
                  <a:lnTo>
                    <a:pt x="7895" y="11609"/>
                  </a:lnTo>
                  <a:lnTo>
                    <a:pt x="8228" y="11109"/>
                  </a:lnTo>
                  <a:cubicBezTo>
                    <a:pt x="8359" y="10894"/>
                    <a:pt x="8502" y="10680"/>
                    <a:pt x="8633" y="10466"/>
                  </a:cubicBezTo>
                  <a:cubicBezTo>
                    <a:pt x="8764" y="10251"/>
                    <a:pt x="8895" y="10037"/>
                    <a:pt x="9014" y="9823"/>
                  </a:cubicBezTo>
                  <a:cubicBezTo>
                    <a:pt x="9264" y="9382"/>
                    <a:pt x="9502" y="8954"/>
                    <a:pt x="9728" y="8513"/>
                  </a:cubicBezTo>
                  <a:lnTo>
                    <a:pt x="10407" y="7180"/>
                  </a:lnTo>
                  <a:lnTo>
                    <a:pt x="10752" y="6525"/>
                  </a:lnTo>
                  <a:lnTo>
                    <a:pt x="11086" y="5882"/>
                  </a:lnTo>
                  <a:lnTo>
                    <a:pt x="11788" y="4572"/>
                  </a:lnTo>
                  <a:cubicBezTo>
                    <a:pt x="12026" y="4132"/>
                    <a:pt x="12252" y="3691"/>
                    <a:pt x="12479" y="3251"/>
                  </a:cubicBezTo>
                  <a:cubicBezTo>
                    <a:pt x="12705" y="2822"/>
                    <a:pt x="12943" y="2381"/>
                    <a:pt x="13157" y="1941"/>
                  </a:cubicBezTo>
                  <a:cubicBezTo>
                    <a:pt x="13384" y="1488"/>
                    <a:pt x="13610" y="1048"/>
                    <a:pt x="13836" y="607"/>
                  </a:cubicBezTo>
                  <a:lnTo>
                    <a:pt x="13895" y="476"/>
                  </a:lnTo>
                  <a:lnTo>
                    <a:pt x="13765" y="441"/>
                  </a:lnTo>
                  <a:cubicBezTo>
                    <a:pt x="13217" y="286"/>
                    <a:pt x="12669" y="143"/>
                    <a:pt x="121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1" name="Google Shape;3151;p73"/>
            <p:cNvSpPr/>
            <p:nvPr/>
          </p:nvSpPr>
          <p:spPr>
            <a:xfrm>
              <a:off x="4688718" y="3218613"/>
              <a:ext cx="229696" cy="219747"/>
            </a:xfrm>
            <a:custGeom>
              <a:avLst/>
              <a:gdLst/>
              <a:ahLst/>
              <a:cxnLst/>
              <a:rect l="l" t="t" r="r" b="b"/>
              <a:pathLst>
                <a:path w="6026" h="5765" extrusionOk="0">
                  <a:moveTo>
                    <a:pt x="6025" y="4073"/>
                  </a:moveTo>
                  <a:lnTo>
                    <a:pt x="6025" y="4073"/>
                  </a:lnTo>
                  <a:cubicBezTo>
                    <a:pt x="6025" y="4074"/>
                    <a:pt x="6024" y="4075"/>
                    <a:pt x="6023" y="4076"/>
                  </a:cubicBezTo>
                  <a:lnTo>
                    <a:pt x="6023" y="4076"/>
                  </a:lnTo>
                  <a:cubicBezTo>
                    <a:pt x="6024" y="4075"/>
                    <a:pt x="6025" y="4074"/>
                    <a:pt x="6025" y="4073"/>
                  </a:cubicBezTo>
                  <a:close/>
                  <a:moveTo>
                    <a:pt x="1311" y="1"/>
                  </a:moveTo>
                  <a:cubicBezTo>
                    <a:pt x="1311" y="36"/>
                    <a:pt x="1322" y="72"/>
                    <a:pt x="1322" y="108"/>
                  </a:cubicBezTo>
                  <a:cubicBezTo>
                    <a:pt x="1442" y="1203"/>
                    <a:pt x="1442" y="2251"/>
                    <a:pt x="1418" y="3346"/>
                  </a:cubicBezTo>
                  <a:cubicBezTo>
                    <a:pt x="1406" y="3644"/>
                    <a:pt x="1203" y="3822"/>
                    <a:pt x="977" y="3930"/>
                  </a:cubicBezTo>
                  <a:cubicBezTo>
                    <a:pt x="656" y="4084"/>
                    <a:pt x="334" y="4215"/>
                    <a:pt x="1" y="4323"/>
                  </a:cubicBezTo>
                  <a:cubicBezTo>
                    <a:pt x="489" y="5276"/>
                    <a:pt x="1955" y="5764"/>
                    <a:pt x="2943" y="5764"/>
                  </a:cubicBezTo>
                  <a:cubicBezTo>
                    <a:pt x="2967" y="5764"/>
                    <a:pt x="2990" y="5764"/>
                    <a:pt x="3013" y="5763"/>
                  </a:cubicBezTo>
                  <a:cubicBezTo>
                    <a:pt x="4190" y="5728"/>
                    <a:pt x="5427" y="5205"/>
                    <a:pt x="6023" y="4076"/>
                  </a:cubicBezTo>
                  <a:lnTo>
                    <a:pt x="6023" y="4076"/>
                  </a:lnTo>
                  <a:cubicBezTo>
                    <a:pt x="5998" y="4121"/>
                    <a:pt x="5943" y="4141"/>
                    <a:pt x="5868" y="4141"/>
                  </a:cubicBezTo>
                  <a:cubicBezTo>
                    <a:pt x="5483" y="4141"/>
                    <a:pt x="4569" y="3630"/>
                    <a:pt x="4490" y="3441"/>
                  </a:cubicBezTo>
                  <a:cubicBezTo>
                    <a:pt x="4406" y="3275"/>
                    <a:pt x="4406" y="3060"/>
                    <a:pt x="4406" y="2870"/>
                  </a:cubicBezTo>
                  <a:cubicBezTo>
                    <a:pt x="4406" y="2656"/>
                    <a:pt x="4501" y="132"/>
                    <a:pt x="4394" y="132"/>
                  </a:cubicBezTo>
                  <a:cubicBezTo>
                    <a:pt x="3632" y="120"/>
                    <a:pt x="2882" y="108"/>
                    <a:pt x="2132" y="96"/>
                  </a:cubicBezTo>
                  <a:cubicBezTo>
                    <a:pt x="1846" y="96"/>
                    <a:pt x="1572" y="96"/>
                    <a:pt x="1311" y="1"/>
                  </a:cubicBezTo>
                  <a:close/>
                </a:path>
              </a:pathLst>
            </a:custGeom>
            <a:solidFill>
              <a:srgbClr val="7F47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2" name="Google Shape;3152;p73"/>
            <p:cNvSpPr/>
            <p:nvPr/>
          </p:nvSpPr>
          <p:spPr>
            <a:xfrm>
              <a:off x="5052250" y="3695890"/>
              <a:ext cx="77836" cy="69259"/>
            </a:xfrm>
            <a:custGeom>
              <a:avLst/>
              <a:gdLst/>
              <a:ahLst/>
              <a:cxnLst/>
              <a:rect l="l" t="t" r="r" b="b"/>
              <a:pathLst>
                <a:path w="2042" h="1817" extrusionOk="0">
                  <a:moveTo>
                    <a:pt x="825" y="0"/>
                  </a:moveTo>
                  <a:cubicBezTo>
                    <a:pt x="442" y="0"/>
                    <a:pt x="68" y="267"/>
                    <a:pt x="13" y="922"/>
                  </a:cubicBezTo>
                  <a:cubicBezTo>
                    <a:pt x="1" y="993"/>
                    <a:pt x="1" y="1053"/>
                    <a:pt x="13" y="1112"/>
                  </a:cubicBezTo>
                  <a:cubicBezTo>
                    <a:pt x="60" y="1362"/>
                    <a:pt x="215" y="1577"/>
                    <a:pt x="417" y="1696"/>
                  </a:cubicBezTo>
                  <a:cubicBezTo>
                    <a:pt x="553" y="1779"/>
                    <a:pt x="707" y="1817"/>
                    <a:pt x="864" y="1817"/>
                  </a:cubicBezTo>
                  <a:cubicBezTo>
                    <a:pt x="885" y="1817"/>
                    <a:pt x="907" y="1816"/>
                    <a:pt x="929" y="1815"/>
                  </a:cubicBezTo>
                  <a:cubicBezTo>
                    <a:pt x="1084" y="1803"/>
                    <a:pt x="1239" y="1743"/>
                    <a:pt x="1370" y="1636"/>
                  </a:cubicBezTo>
                  <a:cubicBezTo>
                    <a:pt x="1418" y="1600"/>
                    <a:pt x="1453" y="1553"/>
                    <a:pt x="1489" y="1505"/>
                  </a:cubicBezTo>
                  <a:cubicBezTo>
                    <a:pt x="2041" y="655"/>
                    <a:pt x="1423" y="0"/>
                    <a:pt x="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3" name="Google Shape;3153;p73"/>
            <p:cNvSpPr/>
            <p:nvPr/>
          </p:nvSpPr>
          <p:spPr>
            <a:xfrm>
              <a:off x="5036812" y="3883165"/>
              <a:ext cx="77760" cy="69145"/>
            </a:xfrm>
            <a:custGeom>
              <a:avLst/>
              <a:gdLst/>
              <a:ahLst/>
              <a:cxnLst/>
              <a:rect l="l" t="t" r="r" b="b"/>
              <a:pathLst>
                <a:path w="2040" h="1814" extrusionOk="0">
                  <a:moveTo>
                    <a:pt x="830" y="0"/>
                  </a:moveTo>
                  <a:cubicBezTo>
                    <a:pt x="446" y="0"/>
                    <a:pt x="69" y="269"/>
                    <a:pt x="13" y="926"/>
                  </a:cubicBezTo>
                  <a:cubicBezTo>
                    <a:pt x="1" y="986"/>
                    <a:pt x="1" y="1045"/>
                    <a:pt x="13" y="1116"/>
                  </a:cubicBezTo>
                  <a:cubicBezTo>
                    <a:pt x="72" y="1355"/>
                    <a:pt x="215" y="1569"/>
                    <a:pt x="418" y="1688"/>
                  </a:cubicBezTo>
                  <a:cubicBezTo>
                    <a:pt x="546" y="1767"/>
                    <a:pt x="699" y="1813"/>
                    <a:pt x="842" y="1813"/>
                  </a:cubicBezTo>
                  <a:cubicBezTo>
                    <a:pt x="872" y="1813"/>
                    <a:pt x="901" y="1811"/>
                    <a:pt x="930" y="1807"/>
                  </a:cubicBezTo>
                  <a:cubicBezTo>
                    <a:pt x="1096" y="1795"/>
                    <a:pt x="1239" y="1736"/>
                    <a:pt x="1370" y="1640"/>
                  </a:cubicBezTo>
                  <a:cubicBezTo>
                    <a:pt x="1418" y="1593"/>
                    <a:pt x="1454" y="1557"/>
                    <a:pt x="1489" y="1497"/>
                  </a:cubicBezTo>
                  <a:cubicBezTo>
                    <a:pt x="2040" y="650"/>
                    <a:pt x="1426" y="0"/>
                    <a:pt x="8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4" name="Google Shape;3154;p73"/>
            <p:cNvSpPr/>
            <p:nvPr/>
          </p:nvSpPr>
          <p:spPr>
            <a:xfrm>
              <a:off x="4228976" y="2587262"/>
              <a:ext cx="1209506" cy="320644"/>
            </a:xfrm>
            <a:custGeom>
              <a:avLst/>
              <a:gdLst/>
              <a:ahLst/>
              <a:cxnLst/>
              <a:rect l="l" t="t" r="r" b="b"/>
              <a:pathLst>
                <a:path w="31731" h="8412" extrusionOk="0">
                  <a:moveTo>
                    <a:pt x="11123" y="0"/>
                  </a:moveTo>
                  <a:cubicBezTo>
                    <a:pt x="9442" y="0"/>
                    <a:pt x="7763" y="93"/>
                    <a:pt x="6097" y="276"/>
                  </a:cubicBezTo>
                  <a:cubicBezTo>
                    <a:pt x="3966" y="514"/>
                    <a:pt x="2203" y="1085"/>
                    <a:pt x="310" y="2086"/>
                  </a:cubicBezTo>
                  <a:cubicBezTo>
                    <a:pt x="168" y="2157"/>
                    <a:pt x="13" y="2252"/>
                    <a:pt x="1" y="2419"/>
                  </a:cubicBezTo>
                  <a:cubicBezTo>
                    <a:pt x="1" y="2443"/>
                    <a:pt x="1" y="2467"/>
                    <a:pt x="13" y="2479"/>
                  </a:cubicBezTo>
                  <a:cubicBezTo>
                    <a:pt x="25" y="2574"/>
                    <a:pt x="84" y="2657"/>
                    <a:pt x="156" y="2729"/>
                  </a:cubicBezTo>
                  <a:cubicBezTo>
                    <a:pt x="1858" y="4753"/>
                    <a:pt x="4156" y="5729"/>
                    <a:pt x="6585" y="6419"/>
                  </a:cubicBezTo>
                  <a:cubicBezTo>
                    <a:pt x="11289" y="7744"/>
                    <a:pt x="16153" y="8412"/>
                    <a:pt x="21017" y="8412"/>
                  </a:cubicBezTo>
                  <a:cubicBezTo>
                    <a:pt x="22666" y="8412"/>
                    <a:pt x="24314" y="8335"/>
                    <a:pt x="25956" y="8182"/>
                  </a:cubicBezTo>
                  <a:cubicBezTo>
                    <a:pt x="27945" y="8003"/>
                    <a:pt x="29957" y="7693"/>
                    <a:pt x="31731" y="6729"/>
                  </a:cubicBezTo>
                  <a:cubicBezTo>
                    <a:pt x="29862" y="4574"/>
                    <a:pt x="27219" y="3491"/>
                    <a:pt x="24671" y="2479"/>
                  </a:cubicBezTo>
                  <a:cubicBezTo>
                    <a:pt x="21861" y="1347"/>
                    <a:pt x="18908" y="562"/>
                    <a:pt x="15908" y="252"/>
                  </a:cubicBezTo>
                  <a:cubicBezTo>
                    <a:pt x="14318" y="84"/>
                    <a:pt x="12720" y="0"/>
                    <a:pt x="1112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5" name="Google Shape;3155;p73"/>
            <p:cNvSpPr/>
            <p:nvPr/>
          </p:nvSpPr>
          <p:spPr>
            <a:xfrm>
              <a:off x="4494926" y="2508281"/>
              <a:ext cx="695339" cy="744587"/>
            </a:xfrm>
            <a:custGeom>
              <a:avLst/>
              <a:gdLst/>
              <a:ahLst/>
              <a:cxnLst/>
              <a:rect l="l" t="t" r="r" b="b"/>
              <a:pathLst>
                <a:path w="18242" h="19534" extrusionOk="0">
                  <a:moveTo>
                    <a:pt x="7432" y="0"/>
                  </a:moveTo>
                  <a:cubicBezTo>
                    <a:pt x="6690" y="0"/>
                    <a:pt x="5948" y="60"/>
                    <a:pt x="5216" y="169"/>
                  </a:cubicBezTo>
                  <a:cubicBezTo>
                    <a:pt x="4120" y="324"/>
                    <a:pt x="3001" y="598"/>
                    <a:pt x="2061" y="1217"/>
                  </a:cubicBezTo>
                  <a:cubicBezTo>
                    <a:pt x="25" y="2538"/>
                    <a:pt x="1" y="5074"/>
                    <a:pt x="60" y="7337"/>
                  </a:cubicBezTo>
                  <a:cubicBezTo>
                    <a:pt x="108" y="9492"/>
                    <a:pt x="227" y="11623"/>
                    <a:pt x="406" y="13766"/>
                  </a:cubicBezTo>
                  <a:cubicBezTo>
                    <a:pt x="430" y="14087"/>
                    <a:pt x="453" y="14421"/>
                    <a:pt x="489" y="14742"/>
                  </a:cubicBezTo>
                  <a:cubicBezTo>
                    <a:pt x="596" y="15897"/>
                    <a:pt x="763" y="17147"/>
                    <a:pt x="1549" y="17957"/>
                  </a:cubicBezTo>
                  <a:cubicBezTo>
                    <a:pt x="2037" y="18457"/>
                    <a:pt x="2716" y="18707"/>
                    <a:pt x="3370" y="18909"/>
                  </a:cubicBezTo>
                  <a:cubicBezTo>
                    <a:pt x="4791" y="19322"/>
                    <a:pt x="6265" y="19534"/>
                    <a:pt x="7735" y="19534"/>
                  </a:cubicBezTo>
                  <a:cubicBezTo>
                    <a:pt x="8470" y="19534"/>
                    <a:pt x="9204" y="19481"/>
                    <a:pt x="9931" y="19374"/>
                  </a:cubicBezTo>
                  <a:cubicBezTo>
                    <a:pt x="11086" y="19207"/>
                    <a:pt x="12241" y="18886"/>
                    <a:pt x="13181" y="18183"/>
                  </a:cubicBezTo>
                  <a:cubicBezTo>
                    <a:pt x="13860" y="17683"/>
                    <a:pt x="14407" y="16957"/>
                    <a:pt x="14657" y="16111"/>
                  </a:cubicBezTo>
                  <a:cubicBezTo>
                    <a:pt x="14919" y="15183"/>
                    <a:pt x="15015" y="14206"/>
                    <a:pt x="15050" y="13242"/>
                  </a:cubicBezTo>
                  <a:cubicBezTo>
                    <a:pt x="15130" y="13858"/>
                    <a:pt x="15532" y="14130"/>
                    <a:pt x="15985" y="14130"/>
                  </a:cubicBezTo>
                  <a:cubicBezTo>
                    <a:pt x="16276" y="14130"/>
                    <a:pt x="16588" y="14018"/>
                    <a:pt x="16848" y="13814"/>
                  </a:cubicBezTo>
                  <a:cubicBezTo>
                    <a:pt x="17432" y="13349"/>
                    <a:pt x="17646" y="12504"/>
                    <a:pt x="17872" y="11801"/>
                  </a:cubicBezTo>
                  <a:cubicBezTo>
                    <a:pt x="18122" y="10980"/>
                    <a:pt x="18241" y="10087"/>
                    <a:pt x="17979" y="9253"/>
                  </a:cubicBezTo>
                  <a:cubicBezTo>
                    <a:pt x="17860" y="8896"/>
                    <a:pt x="17670" y="8563"/>
                    <a:pt x="17372" y="8372"/>
                  </a:cubicBezTo>
                  <a:cubicBezTo>
                    <a:pt x="17171" y="8242"/>
                    <a:pt x="16963" y="8185"/>
                    <a:pt x="16757" y="8185"/>
                  </a:cubicBezTo>
                  <a:cubicBezTo>
                    <a:pt x="15929" y="8185"/>
                    <a:pt x="15142" y="9111"/>
                    <a:pt x="15051" y="9958"/>
                  </a:cubicBezTo>
                  <a:lnTo>
                    <a:pt x="15051" y="9958"/>
                  </a:lnTo>
                  <a:cubicBezTo>
                    <a:pt x="15207" y="8472"/>
                    <a:pt x="15550" y="6845"/>
                    <a:pt x="15443" y="5360"/>
                  </a:cubicBezTo>
                  <a:cubicBezTo>
                    <a:pt x="15360" y="4146"/>
                    <a:pt x="15289" y="2884"/>
                    <a:pt x="14265" y="2110"/>
                  </a:cubicBezTo>
                  <a:cubicBezTo>
                    <a:pt x="13205" y="1300"/>
                    <a:pt x="12026" y="812"/>
                    <a:pt x="10776" y="455"/>
                  </a:cubicBezTo>
                  <a:cubicBezTo>
                    <a:pt x="9685" y="139"/>
                    <a:pt x="8558" y="0"/>
                    <a:pt x="7432" y="0"/>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6" name="Google Shape;3156;p73"/>
            <p:cNvSpPr/>
            <p:nvPr/>
          </p:nvSpPr>
          <p:spPr>
            <a:xfrm>
              <a:off x="4590259" y="2819211"/>
              <a:ext cx="47685" cy="42234"/>
            </a:xfrm>
            <a:custGeom>
              <a:avLst/>
              <a:gdLst/>
              <a:ahLst/>
              <a:cxnLst/>
              <a:rect l="l" t="t" r="r" b="b"/>
              <a:pathLst>
                <a:path w="1251" h="1108" extrusionOk="0">
                  <a:moveTo>
                    <a:pt x="575" y="1"/>
                  </a:moveTo>
                  <a:cubicBezTo>
                    <a:pt x="453" y="1"/>
                    <a:pt x="333" y="46"/>
                    <a:pt x="238" y="132"/>
                  </a:cubicBezTo>
                  <a:cubicBezTo>
                    <a:pt x="60" y="299"/>
                    <a:pt x="0" y="596"/>
                    <a:pt x="107" y="823"/>
                  </a:cubicBezTo>
                  <a:cubicBezTo>
                    <a:pt x="200" y="1007"/>
                    <a:pt x="381" y="1107"/>
                    <a:pt x="568" y="1107"/>
                  </a:cubicBezTo>
                  <a:cubicBezTo>
                    <a:pt x="694" y="1107"/>
                    <a:pt x="823" y="1062"/>
                    <a:pt x="929" y="966"/>
                  </a:cubicBezTo>
                  <a:cubicBezTo>
                    <a:pt x="1250" y="668"/>
                    <a:pt x="1119" y="204"/>
                    <a:pt x="762" y="37"/>
                  </a:cubicBezTo>
                  <a:cubicBezTo>
                    <a:pt x="702" y="13"/>
                    <a:pt x="638" y="1"/>
                    <a:pt x="5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7" name="Google Shape;3157;p73"/>
            <p:cNvSpPr/>
            <p:nvPr/>
          </p:nvSpPr>
          <p:spPr>
            <a:xfrm>
              <a:off x="4893869" y="2826949"/>
              <a:ext cx="48142" cy="42196"/>
            </a:xfrm>
            <a:custGeom>
              <a:avLst/>
              <a:gdLst/>
              <a:ahLst/>
              <a:cxnLst/>
              <a:rect l="l" t="t" r="r" b="b"/>
              <a:pathLst>
                <a:path w="1263" h="1107" extrusionOk="0">
                  <a:moveTo>
                    <a:pt x="581" y="0"/>
                  </a:moveTo>
                  <a:cubicBezTo>
                    <a:pt x="460" y="0"/>
                    <a:pt x="337" y="45"/>
                    <a:pt x="251" y="131"/>
                  </a:cubicBezTo>
                  <a:cubicBezTo>
                    <a:pt x="60" y="298"/>
                    <a:pt x="0" y="596"/>
                    <a:pt x="120" y="822"/>
                  </a:cubicBezTo>
                  <a:cubicBezTo>
                    <a:pt x="212" y="1007"/>
                    <a:pt x="393" y="1107"/>
                    <a:pt x="580" y="1107"/>
                  </a:cubicBezTo>
                  <a:cubicBezTo>
                    <a:pt x="706" y="1107"/>
                    <a:pt x="835" y="1061"/>
                    <a:pt x="941" y="965"/>
                  </a:cubicBezTo>
                  <a:cubicBezTo>
                    <a:pt x="1263" y="667"/>
                    <a:pt x="1132" y="203"/>
                    <a:pt x="762" y="36"/>
                  </a:cubicBezTo>
                  <a:cubicBezTo>
                    <a:pt x="706" y="12"/>
                    <a:pt x="644" y="0"/>
                    <a:pt x="5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8" name="Google Shape;3158;p73"/>
            <p:cNvSpPr/>
            <p:nvPr/>
          </p:nvSpPr>
          <p:spPr>
            <a:xfrm>
              <a:off x="4534416" y="2679889"/>
              <a:ext cx="102612" cy="67239"/>
            </a:xfrm>
            <a:custGeom>
              <a:avLst/>
              <a:gdLst/>
              <a:ahLst/>
              <a:cxnLst/>
              <a:rect l="l" t="t" r="r" b="b"/>
              <a:pathLst>
                <a:path w="2692" h="1764" extrusionOk="0">
                  <a:moveTo>
                    <a:pt x="1501" y="1"/>
                  </a:moveTo>
                  <a:cubicBezTo>
                    <a:pt x="1358" y="1"/>
                    <a:pt x="1215" y="25"/>
                    <a:pt x="1072" y="60"/>
                  </a:cubicBezTo>
                  <a:cubicBezTo>
                    <a:pt x="929" y="96"/>
                    <a:pt x="798" y="156"/>
                    <a:pt x="679" y="239"/>
                  </a:cubicBezTo>
                  <a:cubicBezTo>
                    <a:pt x="644" y="251"/>
                    <a:pt x="560" y="310"/>
                    <a:pt x="513" y="358"/>
                  </a:cubicBezTo>
                  <a:cubicBezTo>
                    <a:pt x="453" y="406"/>
                    <a:pt x="406" y="441"/>
                    <a:pt x="358" y="489"/>
                  </a:cubicBezTo>
                  <a:cubicBezTo>
                    <a:pt x="275" y="596"/>
                    <a:pt x="203" y="703"/>
                    <a:pt x="144" y="799"/>
                  </a:cubicBezTo>
                  <a:cubicBezTo>
                    <a:pt x="96" y="906"/>
                    <a:pt x="60" y="1013"/>
                    <a:pt x="36" y="1108"/>
                  </a:cubicBezTo>
                  <a:cubicBezTo>
                    <a:pt x="13" y="1203"/>
                    <a:pt x="1" y="1299"/>
                    <a:pt x="1" y="1370"/>
                  </a:cubicBezTo>
                  <a:cubicBezTo>
                    <a:pt x="1" y="1453"/>
                    <a:pt x="13" y="1525"/>
                    <a:pt x="25" y="1584"/>
                  </a:cubicBezTo>
                  <a:cubicBezTo>
                    <a:pt x="25" y="1644"/>
                    <a:pt x="48" y="1680"/>
                    <a:pt x="60" y="1715"/>
                  </a:cubicBezTo>
                  <a:cubicBezTo>
                    <a:pt x="60" y="1739"/>
                    <a:pt x="72" y="1763"/>
                    <a:pt x="72" y="1763"/>
                  </a:cubicBezTo>
                  <a:cubicBezTo>
                    <a:pt x="72" y="1763"/>
                    <a:pt x="84" y="1751"/>
                    <a:pt x="108" y="1727"/>
                  </a:cubicBezTo>
                  <a:cubicBezTo>
                    <a:pt x="132" y="1715"/>
                    <a:pt x="167" y="1692"/>
                    <a:pt x="215" y="1656"/>
                  </a:cubicBezTo>
                  <a:cubicBezTo>
                    <a:pt x="251" y="1620"/>
                    <a:pt x="310" y="1584"/>
                    <a:pt x="370" y="1549"/>
                  </a:cubicBezTo>
                  <a:cubicBezTo>
                    <a:pt x="417" y="1501"/>
                    <a:pt x="477" y="1465"/>
                    <a:pt x="548" y="1430"/>
                  </a:cubicBezTo>
                  <a:cubicBezTo>
                    <a:pt x="667" y="1346"/>
                    <a:pt x="810" y="1275"/>
                    <a:pt x="941" y="1203"/>
                  </a:cubicBezTo>
                  <a:cubicBezTo>
                    <a:pt x="977" y="1192"/>
                    <a:pt x="1013" y="1180"/>
                    <a:pt x="1048" y="1168"/>
                  </a:cubicBezTo>
                  <a:cubicBezTo>
                    <a:pt x="1084" y="1144"/>
                    <a:pt x="1096" y="1144"/>
                    <a:pt x="1156" y="1120"/>
                  </a:cubicBezTo>
                  <a:cubicBezTo>
                    <a:pt x="1215" y="1096"/>
                    <a:pt x="1287" y="1072"/>
                    <a:pt x="1358" y="1061"/>
                  </a:cubicBezTo>
                  <a:cubicBezTo>
                    <a:pt x="1429" y="1037"/>
                    <a:pt x="1501" y="1025"/>
                    <a:pt x="1572" y="1001"/>
                  </a:cubicBezTo>
                  <a:cubicBezTo>
                    <a:pt x="1644" y="989"/>
                    <a:pt x="1703" y="977"/>
                    <a:pt x="1775" y="965"/>
                  </a:cubicBezTo>
                  <a:cubicBezTo>
                    <a:pt x="1846" y="953"/>
                    <a:pt x="1906" y="953"/>
                    <a:pt x="1977" y="953"/>
                  </a:cubicBezTo>
                  <a:cubicBezTo>
                    <a:pt x="2037" y="953"/>
                    <a:pt x="2096" y="953"/>
                    <a:pt x="2168" y="965"/>
                  </a:cubicBezTo>
                  <a:cubicBezTo>
                    <a:pt x="2227" y="977"/>
                    <a:pt x="2287" y="989"/>
                    <a:pt x="2346" y="1013"/>
                  </a:cubicBezTo>
                  <a:cubicBezTo>
                    <a:pt x="2418" y="1037"/>
                    <a:pt x="2453" y="1049"/>
                    <a:pt x="2513" y="1072"/>
                  </a:cubicBezTo>
                  <a:cubicBezTo>
                    <a:pt x="2596" y="1132"/>
                    <a:pt x="2668" y="1168"/>
                    <a:pt x="2668" y="1168"/>
                  </a:cubicBezTo>
                  <a:cubicBezTo>
                    <a:pt x="2668" y="1168"/>
                    <a:pt x="2668" y="1156"/>
                    <a:pt x="2668" y="1120"/>
                  </a:cubicBezTo>
                  <a:cubicBezTo>
                    <a:pt x="2680" y="1084"/>
                    <a:pt x="2692" y="1037"/>
                    <a:pt x="2692" y="989"/>
                  </a:cubicBezTo>
                  <a:cubicBezTo>
                    <a:pt x="2692" y="930"/>
                    <a:pt x="2692" y="846"/>
                    <a:pt x="2656" y="763"/>
                  </a:cubicBezTo>
                  <a:cubicBezTo>
                    <a:pt x="2644" y="680"/>
                    <a:pt x="2596" y="584"/>
                    <a:pt x="2537" y="501"/>
                  </a:cubicBezTo>
                  <a:cubicBezTo>
                    <a:pt x="2465" y="406"/>
                    <a:pt x="2382" y="310"/>
                    <a:pt x="2275" y="239"/>
                  </a:cubicBezTo>
                  <a:cubicBezTo>
                    <a:pt x="2227" y="203"/>
                    <a:pt x="2168" y="168"/>
                    <a:pt x="2108" y="144"/>
                  </a:cubicBezTo>
                  <a:cubicBezTo>
                    <a:pt x="2049" y="108"/>
                    <a:pt x="1977" y="84"/>
                    <a:pt x="1918" y="60"/>
                  </a:cubicBezTo>
                  <a:cubicBezTo>
                    <a:pt x="1787" y="25"/>
                    <a:pt x="1644" y="1"/>
                    <a:pt x="15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3159;p73"/>
            <p:cNvSpPr/>
            <p:nvPr/>
          </p:nvSpPr>
          <p:spPr>
            <a:xfrm>
              <a:off x="4884340" y="2691858"/>
              <a:ext cx="95789" cy="72042"/>
            </a:xfrm>
            <a:custGeom>
              <a:avLst/>
              <a:gdLst/>
              <a:ahLst/>
              <a:cxnLst/>
              <a:rect l="l" t="t" r="r" b="b"/>
              <a:pathLst>
                <a:path w="2513" h="1890" extrusionOk="0">
                  <a:moveTo>
                    <a:pt x="1049" y="1"/>
                  </a:moveTo>
                  <a:cubicBezTo>
                    <a:pt x="992" y="1"/>
                    <a:pt x="936" y="3"/>
                    <a:pt x="882" y="8"/>
                  </a:cubicBezTo>
                  <a:cubicBezTo>
                    <a:pt x="751" y="32"/>
                    <a:pt x="631" y="68"/>
                    <a:pt x="512" y="116"/>
                  </a:cubicBezTo>
                  <a:cubicBezTo>
                    <a:pt x="405" y="175"/>
                    <a:pt x="310" y="246"/>
                    <a:pt x="239" y="318"/>
                  </a:cubicBezTo>
                  <a:cubicBezTo>
                    <a:pt x="203" y="366"/>
                    <a:pt x="167" y="401"/>
                    <a:pt x="143" y="437"/>
                  </a:cubicBezTo>
                  <a:cubicBezTo>
                    <a:pt x="108" y="485"/>
                    <a:pt x="84" y="520"/>
                    <a:pt x="72" y="556"/>
                  </a:cubicBezTo>
                  <a:cubicBezTo>
                    <a:pt x="36" y="627"/>
                    <a:pt x="12" y="711"/>
                    <a:pt x="0" y="758"/>
                  </a:cubicBezTo>
                  <a:cubicBezTo>
                    <a:pt x="0" y="818"/>
                    <a:pt x="0" y="854"/>
                    <a:pt x="0" y="889"/>
                  </a:cubicBezTo>
                  <a:cubicBezTo>
                    <a:pt x="0" y="913"/>
                    <a:pt x="0" y="937"/>
                    <a:pt x="0" y="937"/>
                  </a:cubicBezTo>
                  <a:cubicBezTo>
                    <a:pt x="0" y="937"/>
                    <a:pt x="24" y="937"/>
                    <a:pt x="60" y="913"/>
                  </a:cubicBezTo>
                  <a:cubicBezTo>
                    <a:pt x="84" y="901"/>
                    <a:pt x="131" y="889"/>
                    <a:pt x="179" y="878"/>
                  </a:cubicBezTo>
                  <a:cubicBezTo>
                    <a:pt x="227" y="866"/>
                    <a:pt x="274" y="854"/>
                    <a:pt x="334" y="854"/>
                  </a:cubicBezTo>
                  <a:cubicBezTo>
                    <a:pt x="358" y="842"/>
                    <a:pt x="393" y="842"/>
                    <a:pt x="429" y="842"/>
                  </a:cubicBezTo>
                  <a:lnTo>
                    <a:pt x="512" y="842"/>
                  </a:lnTo>
                  <a:cubicBezTo>
                    <a:pt x="572" y="854"/>
                    <a:pt x="643" y="854"/>
                    <a:pt x="703" y="866"/>
                  </a:cubicBezTo>
                  <a:cubicBezTo>
                    <a:pt x="762" y="878"/>
                    <a:pt x="822" y="901"/>
                    <a:pt x="882" y="925"/>
                  </a:cubicBezTo>
                  <a:cubicBezTo>
                    <a:pt x="941" y="949"/>
                    <a:pt x="1001" y="961"/>
                    <a:pt x="1060" y="985"/>
                  </a:cubicBezTo>
                  <a:cubicBezTo>
                    <a:pt x="1120" y="1020"/>
                    <a:pt x="1191" y="1044"/>
                    <a:pt x="1251" y="1068"/>
                  </a:cubicBezTo>
                  <a:cubicBezTo>
                    <a:pt x="1310" y="1092"/>
                    <a:pt x="1370" y="1128"/>
                    <a:pt x="1429" y="1163"/>
                  </a:cubicBezTo>
                  <a:cubicBezTo>
                    <a:pt x="1453" y="1175"/>
                    <a:pt x="1489" y="1199"/>
                    <a:pt x="1513" y="1199"/>
                  </a:cubicBezTo>
                  <a:cubicBezTo>
                    <a:pt x="1524" y="1211"/>
                    <a:pt x="1560" y="1235"/>
                    <a:pt x="1560" y="1247"/>
                  </a:cubicBezTo>
                  <a:cubicBezTo>
                    <a:pt x="1572" y="1247"/>
                    <a:pt x="1584" y="1259"/>
                    <a:pt x="1608" y="1259"/>
                  </a:cubicBezTo>
                  <a:cubicBezTo>
                    <a:pt x="1727" y="1342"/>
                    <a:pt x="1846" y="1425"/>
                    <a:pt x="1953" y="1520"/>
                  </a:cubicBezTo>
                  <a:cubicBezTo>
                    <a:pt x="2072" y="1604"/>
                    <a:pt x="2167" y="1699"/>
                    <a:pt x="2251" y="1770"/>
                  </a:cubicBezTo>
                  <a:cubicBezTo>
                    <a:pt x="2275" y="1806"/>
                    <a:pt x="2310" y="1830"/>
                    <a:pt x="2334" y="1854"/>
                  </a:cubicBezTo>
                  <a:cubicBezTo>
                    <a:pt x="2358" y="1878"/>
                    <a:pt x="2370" y="1890"/>
                    <a:pt x="2370" y="1890"/>
                  </a:cubicBezTo>
                  <a:cubicBezTo>
                    <a:pt x="2370" y="1890"/>
                    <a:pt x="2382" y="1878"/>
                    <a:pt x="2394" y="1854"/>
                  </a:cubicBezTo>
                  <a:cubicBezTo>
                    <a:pt x="2406" y="1818"/>
                    <a:pt x="2429" y="1782"/>
                    <a:pt x="2453" y="1735"/>
                  </a:cubicBezTo>
                  <a:cubicBezTo>
                    <a:pt x="2465" y="1675"/>
                    <a:pt x="2489" y="1616"/>
                    <a:pt x="2501" y="1532"/>
                  </a:cubicBezTo>
                  <a:cubicBezTo>
                    <a:pt x="2501" y="1461"/>
                    <a:pt x="2513" y="1366"/>
                    <a:pt x="2501" y="1270"/>
                  </a:cubicBezTo>
                  <a:cubicBezTo>
                    <a:pt x="2489" y="1080"/>
                    <a:pt x="2429" y="866"/>
                    <a:pt x="2286" y="651"/>
                  </a:cubicBezTo>
                  <a:cubicBezTo>
                    <a:pt x="2275" y="627"/>
                    <a:pt x="2251" y="592"/>
                    <a:pt x="2227" y="568"/>
                  </a:cubicBezTo>
                  <a:lnTo>
                    <a:pt x="2179" y="508"/>
                  </a:lnTo>
                  <a:cubicBezTo>
                    <a:pt x="2120" y="449"/>
                    <a:pt x="2084" y="401"/>
                    <a:pt x="2025" y="354"/>
                  </a:cubicBezTo>
                  <a:cubicBezTo>
                    <a:pt x="1917" y="270"/>
                    <a:pt x="1810" y="187"/>
                    <a:pt x="1679" y="139"/>
                  </a:cubicBezTo>
                  <a:cubicBezTo>
                    <a:pt x="1560" y="80"/>
                    <a:pt x="1429" y="32"/>
                    <a:pt x="1286" y="20"/>
                  </a:cubicBezTo>
                  <a:cubicBezTo>
                    <a:pt x="1210" y="6"/>
                    <a:pt x="1129" y="1"/>
                    <a:pt x="10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0" name="Google Shape;3160;p73"/>
            <p:cNvSpPr/>
            <p:nvPr/>
          </p:nvSpPr>
          <p:spPr>
            <a:xfrm>
              <a:off x="5037727" y="2652216"/>
              <a:ext cx="167984" cy="233775"/>
            </a:xfrm>
            <a:custGeom>
              <a:avLst/>
              <a:gdLst/>
              <a:ahLst/>
              <a:cxnLst/>
              <a:rect l="l" t="t" r="r" b="b"/>
              <a:pathLst>
                <a:path w="4407" h="6133" extrusionOk="0">
                  <a:moveTo>
                    <a:pt x="1" y="1"/>
                  </a:moveTo>
                  <a:cubicBezTo>
                    <a:pt x="322" y="36"/>
                    <a:pt x="358" y="989"/>
                    <a:pt x="334" y="1203"/>
                  </a:cubicBezTo>
                  <a:cubicBezTo>
                    <a:pt x="287" y="1501"/>
                    <a:pt x="191" y="1787"/>
                    <a:pt x="179" y="2096"/>
                  </a:cubicBezTo>
                  <a:cubicBezTo>
                    <a:pt x="167" y="2334"/>
                    <a:pt x="215" y="2584"/>
                    <a:pt x="310" y="2810"/>
                  </a:cubicBezTo>
                  <a:cubicBezTo>
                    <a:pt x="370" y="2941"/>
                    <a:pt x="453" y="3084"/>
                    <a:pt x="465" y="3227"/>
                  </a:cubicBezTo>
                  <a:cubicBezTo>
                    <a:pt x="477" y="3346"/>
                    <a:pt x="441" y="3465"/>
                    <a:pt x="406" y="3584"/>
                  </a:cubicBezTo>
                  <a:cubicBezTo>
                    <a:pt x="215" y="4370"/>
                    <a:pt x="453" y="5382"/>
                    <a:pt x="727" y="6132"/>
                  </a:cubicBezTo>
                  <a:cubicBezTo>
                    <a:pt x="918" y="5561"/>
                    <a:pt x="1215" y="5001"/>
                    <a:pt x="1691" y="4668"/>
                  </a:cubicBezTo>
                  <a:cubicBezTo>
                    <a:pt x="1911" y="4523"/>
                    <a:pt x="2173" y="4450"/>
                    <a:pt x="2435" y="4450"/>
                  </a:cubicBezTo>
                  <a:cubicBezTo>
                    <a:pt x="2842" y="4450"/>
                    <a:pt x="3246" y="4627"/>
                    <a:pt x="3477" y="4989"/>
                  </a:cubicBezTo>
                  <a:cubicBezTo>
                    <a:pt x="3846" y="4704"/>
                    <a:pt x="4180" y="4311"/>
                    <a:pt x="4239" y="3834"/>
                  </a:cubicBezTo>
                  <a:cubicBezTo>
                    <a:pt x="4311" y="3358"/>
                    <a:pt x="4001" y="2810"/>
                    <a:pt x="3549" y="2787"/>
                  </a:cubicBezTo>
                  <a:cubicBezTo>
                    <a:pt x="3930" y="2322"/>
                    <a:pt x="4227" y="1775"/>
                    <a:pt x="4406" y="1191"/>
                  </a:cubicBezTo>
                  <a:cubicBezTo>
                    <a:pt x="3013" y="560"/>
                    <a:pt x="1513" y="155"/>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1" name="Google Shape;3161;p73"/>
            <p:cNvSpPr/>
            <p:nvPr/>
          </p:nvSpPr>
          <p:spPr>
            <a:xfrm>
              <a:off x="4391473" y="2594581"/>
              <a:ext cx="144808" cy="251919"/>
            </a:xfrm>
            <a:custGeom>
              <a:avLst/>
              <a:gdLst/>
              <a:ahLst/>
              <a:cxnLst/>
              <a:rect l="l" t="t" r="r" b="b"/>
              <a:pathLst>
                <a:path w="3799" h="6609" extrusionOk="0">
                  <a:moveTo>
                    <a:pt x="3798" y="1"/>
                  </a:moveTo>
                  <a:cubicBezTo>
                    <a:pt x="3584" y="262"/>
                    <a:pt x="3072" y="215"/>
                    <a:pt x="2786" y="239"/>
                  </a:cubicBezTo>
                  <a:cubicBezTo>
                    <a:pt x="2262" y="274"/>
                    <a:pt x="1750" y="358"/>
                    <a:pt x="1250" y="489"/>
                  </a:cubicBezTo>
                  <a:cubicBezTo>
                    <a:pt x="941" y="572"/>
                    <a:pt x="619" y="679"/>
                    <a:pt x="381" y="893"/>
                  </a:cubicBezTo>
                  <a:cubicBezTo>
                    <a:pt x="143" y="1120"/>
                    <a:pt x="0" y="1489"/>
                    <a:pt x="107" y="1798"/>
                  </a:cubicBezTo>
                  <a:cubicBezTo>
                    <a:pt x="226" y="2156"/>
                    <a:pt x="607" y="2322"/>
                    <a:pt x="941" y="2453"/>
                  </a:cubicBezTo>
                  <a:cubicBezTo>
                    <a:pt x="655" y="2513"/>
                    <a:pt x="465" y="2787"/>
                    <a:pt x="405" y="3096"/>
                  </a:cubicBezTo>
                  <a:cubicBezTo>
                    <a:pt x="381" y="3191"/>
                    <a:pt x="369" y="3299"/>
                    <a:pt x="381" y="3406"/>
                  </a:cubicBezTo>
                  <a:cubicBezTo>
                    <a:pt x="417" y="3822"/>
                    <a:pt x="631" y="4180"/>
                    <a:pt x="869" y="4513"/>
                  </a:cubicBezTo>
                  <a:cubicBezTo>
                    <a:pt x="1143" y="4906"/>
                    <a:pt x="1453" y="5358"/>
                    <a:pt x="1810" y="5692"/>
                  </a:cubicBezTo>
                  <a:cubicBezTo>
                    <a:pt x="2131" y="6001"/>
                    <a:pt x="2477" y="6216"/>
                    <a:pt x="2727" y="6608"/>
                  </a:cubicBezTo>
                  <a:cubicBezTo>
                    <a:pt x="2751" y="5787"/>
                    <a:pt x="2774" y="4965"/>
                    <a:pt x="2798" y="4144"/>
                  </a:cubicBezTo>
                  <a:cubicBezTo>
                    <a:pt x="2834" y="2691"/>
                    <a:pt x="2917" y="1108"/>
                    <a:pt x="37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2" name="Google Shape;3162;p73"/>
            <p:cNvSpPr/>
            <p:nvPr/>
          </p:nvSpPr>
          <p:spPr>
            <a:xfrm>
              <a:off x="4504913" y="2315175"/>
              <a:ext cx="617732" cy="359334"/>
            </a:xfrm>
            <a:custGeom>
              <a:avLst/>
              <a:gdLst/>
              <a:ahLst/>
              <a:cxnLst/>
              <a:rect l="l" t="t" r="r" b="b"/>
              <a:pathLst>
                <a:path w="16206" h="9427" extrusionOk="0">
                  <a:moveTo>
                    <a:pt x="4996" y="1"/>
                  </a:moveTo>
                  <a:cubicBezTo>
                    <a:pt x="3339" y="1"/>
                    <a:pt x="1684" y="990"/>
                    <a:pt x="906" y="2556"/>
                  </a:cubicBezTo>
                  <a:cubicBezTo>
                    <a:pt x="549" y="3294"/>
                    <a:pt x="370" y="4116"/>
                    <a:pt x="275" y="4961"/>
                  </a:cubicBezTo>
                  <a:cubicBezTo>
                    <a:pt x="179" y="5807"/>
                    <a:pt x="1" y="6652"/>
                    <a:pt x="108" y="7497"/>
                  </a:cubicBezTo>
                  <a:cubicBezTo>
                    <a:pt x="5454" y="7557"/>
                    <a:pt x="10907" y="7640"/>
                    <a:pt x="15991" y="9426"/>
                  </a:cubicBezTo>
                  <a:cubicBezTo>
                    <a:pt x="15991" y="9426"/>
                    <a:pt x="15991" y="9426"/>
                    <a:pt x="15992" y="9426"/>
                  </a:cubicBezTo>
                  <a:cubicBezTo>
                    <a:pt x="16052" y="9426"/>
                    <a:pt x="16205" y="7032"/>
                    <a:pt x="16193" y="6819"/>
                  </a:cubicBezTo>
                  <a:cubicBezTo>
                    <a:pt x="16170" y="5807"/>
                    <a:pt x="15967" y="4806"/>
                    <a:pt x="15467" y="3949"/>
                  </a:cubicBezTo>
                  <a:cubicBezTo>
                    <a:pt x="14788" y="2759"/>
                    <a:pt x="13645" y="2068"/>
                    <a:pt x="12348" y="1937"/>
                  </a:cubicBezTo>
                  <a:cubicBezTo>
                    <a:pt x="12105" y="1912"/>
                    <a:pt x="11856" y="1905"/>
                    <a:pt x="11604" y="1905"/>
                  </a:cubicBezTo>
                  <a:cubicBezTo>
                    <a:pt x="11341" y="1905"/>
                    <a:pt x="11074" y="1912"/>
                    <a:pt x="10809" y="1912"/>
                  </a:cubicBezTo>
                  <a:cubicBezTo>
                    <a:pt x="10138" y="1912"/>
                    <a:pt x="9474" y="1867"/>
                    <a:pt x="8883" y="1544"/>
                  </a:cubicBezTo>
                  <a:cubicBezTo>
                    <a:pt x="7930" y="1020"/>
                    <a:pt x="7014" y="377"/>
                    <a:pt x="5954" y="115"/>
                  </a:cubicBezTo>
                  <a:cubicBezTo>
                    <a:pt x="5639" y="38"/>
                    <a:pt x="5318" y="1"/>
                    <a:pt x="499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3163;p73"/>
            <p:cNvSpPr/>
            <p:nvPr/>
          </p:nvSpPr>
          <p:spPr>
            <a:xfrm>
              <a:off x="4499500" y="2489527"/>
              <a:ext cx="633132" cy="189749"/>
            </a:xfrm>
            <a:custGeom>
              <a:avLst/>
              <a:gdLst/>
              <a:ahLst/>
              <a:cxnLst/>
              <a:rect l="l" t="t" r="r" b="b"/>
              <a:pathLst>
                <a:path w="16610" h="4978" extrusionOk="0">
                  <a:moveTo>
                    <a:pt x="4501" y="0"/>
                  </a:moveTo>
                  <a:cubicBezTo>
                    <a:pt x="3056" y="0"/>
                    <a:pt x="1613" y="123"/>
                    <a:pt x="167" y="459"/>
                  </a:cubicBezTo>
                  <a:cubicBezTo>
                    <a:pt x="167" y="482"/>
                    <a:pt x="155" y="566"/>
                    <a:pt x="155" y="673"/>
                  </a:cubicBezTo>
                  <a:cubicBezTo>
                    <a:pt x="95" y="1314"/>
                    <a:pt x="1" y="3090"/>
                    <a:pt x="71" y="3090"/>
                  </a:cubicBezTo>
                  <a:cubicBezTo>
                    <a:pt x="71" y="3090"/>
                    <a:pt x="71" y="3090"/>
                    <a:pt x="71" y="3090"/>
                  </a:cubicBezTo>
                  <a:cubicBezTo>
                    <a:pt x="1060" y="3012"/>
                    <a:pt x="2059" y="2978"/>
                    <a:pt x="3060" y="2978"/>
                  </a:cubicBezTo>
                  <a:cubicBezTo>
                    <a:pt x="4664" y="2978"/>
                    <a:pt x="6275" y="3065"/>
                    <a:pt x="7858" y="3197"/>
                  </a:cubicBezTo>
                  <a:cubicBezTo>
                    <a:pt x="9358" y="3328"/>
                    <a:pt x="10847" y="3519"/>
                    <a:pt x="12311" y="3816"/>
                  </a:cubicBezTo>
                  <a:cubicBezTo>
                    <a:pt x="12930" y="3947"/>
                    <a:pt x="13537" y="4090"/>
                    <a:pt x="14156" y="4245"/>
                  </a:cubicBezTo>
                  <a:cubicBezTo>
                    <a:pt x="14585" y="4352"/>
                    <a:pt x="15026" y="4435"/>
                    <a:pt x="15454" y="4578"/>
                  </a:cubicBezTo>
                  <a:cubicBezTo>
                    <a:pt x="15726" y="4672"/>
                    <a:pt x="16035" y="4978"/>
                    <a:pt x="16332" y="4978"/>
                  </a:cubicBezTo>
                  <a:cubicBezTo>
                    <a:pt x="16373" y="4978"/>
                    <a:pt x="16414" y="4972"/>
                    <a:pt x="16454" y="4959"/>
                  </a:cubicBezTo>
                  <a:cubicBezTo>
                    <a:pt x="16573" y="4138"/>
                    <a:pt x="16562" y="3268"/>
                    <a:pt x="16609" y="2423"/>
                  </a:cubicBezTo>
                  <a:cubicBezTo>
                    <a:pt x="14121" y="1137"/>
                    <a:pt x="11370" y="542"/>
                    <a:pt x="8632" y="256"/>
                  </a:cubicBezTo>
                  <a:cubicBezTo>
                    <a:pt x="7251" y="111"/>
                    <a:pt x="5875" y="0"/>
                    <a:pt x="45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3164;p73"/>
            <p:cNvSpPr/>
            <p:nvPr/>
          </p:nvSpPr>
          <p:spPr>
            <a:xfrm>
              <a:off x="4230806" y="2571138"/>
              <a:ext cx="1214042" cy="278525"/>
            </a:xfrm>
            <a:custGeom>
              <a:avLst/>
              <a:gdLst/>
              <a:ahLst/>
              <a:cxnLst/>
              <a:rect l="l" t="t" r="r" b="b"/>
              <a:pathLst>
                <a:path w="31850" h="7307" extrusionOk="0">
                  <a:moveTo>
                    <a:pt x="10247" y="1"/>
                  </a:moveTo>
                  <a:cubicBezTo>
                    <a:pt x="8232" y="1"/>
                    <a:pt x="6215" y="164"/>
                    <a:pt x="4263" y="663"/>
                  </a:cubicBezTo>
                  <a:cubicBezTo>
                    <a:pt x="2775" y="1032"/>
                    <a:pt x="977" y="1485"/>
                    <a:pt x="0" y="2830"/>
                  </a:cubicBezTo>
                  <a:cubicBezTo>
                    <a:pt x="203" y="2556"/>
                    <a:pt x="1048" y="2390"/>
                    <a:pt x="1370" y="2282"/>
                  </a:cubicBezTo>
                  <a:cubicBezTo>
                    <a:pt x="1894" y="2092"/>
                    <a:pt x="2429" y="1949"/>
                    <a:pt x="2977" y="1830"/>
                  </a:cubicBezTo>
                  <a:cubicBezTo>
                    <a:pt x="4001" y="1604"/>
                    <a:pt x="5013" y="1485"/>
                    <a:pt x="6061" y="1389"/>
                  </a:cubicBezTo>
                  <a:cubicBezTo>
                    <a:pt x="7458" y="1262"/>
                    <a:pt x="8865" y="1199"/>
                    <a:pt x="10269" y="1199"/>
                  </a:cubicBezTo>
                  <a:cubicBezTo>
                    <a:pt x="10971" y="1199"/>
                    <a:pt x="11673" y="1215"/>
                    <a:pt x="12371" y="1247"/>
                  </a:cubicBezTo>
                  <a:cubicBezTo>
                    <a:pt x="12883" y="1270"/>
                    <a:pt x="13383" y="1294"/>
                    <a:pt x="13895" y="1330"/>
                  </a:cubicBezTo>
                  <a:cubicBezTo>
                    <a:pt x="15371" y="1437"/>
                    <a:pt x="16776" y="1485"/>
                    <a:pt x="18229" y="1782"/>
                  </a:cubicBezTo>
                  <a:cubicBezTo>
                    <a:pt x="19729" y="2080"/>
                    <a:pt x="21217" y="2425"/>
                    <a:pt x="22694" y="2842"/>
                  </a:cubicBezTo>
                  <a:cubicBezTo>
                    <a:pt x="24253" y="3294"/>
                    <a:pt x="25801" y="3842"/>
                    <a:pt x="27290" y="4521"/>
                  </a:cubicBezTo>
                  <a:cubicBezTo>
                    <a:pt x="28099" y="4890"/>
                    <a:pt x="28909" y="5283"/>
                    <a:pt x="29671" y="5759"/>
                  </a:cubicBezTo>
                  <a:cubicBezTo>
                    <a:pt x="30028" y="5973"/>
                    <a:pt x="30409" y="6211"/>
                    <a:pt x="30742" y="6485"/>
                  </a:cubicBezTo>
                  <a:cubicBezTo>
                    <a:pt x="31052" y="6747"/>
                    <a:pt x="31373" y="6973"/>
                    <a:pt x="31635" y="7307"/>
                  </a:cubicBezTo>
                  <a:cubicBezTo>
                    <a:pt x="31707" y="7259"/>
                    <a:pt x="31778" y="7223"/>
                    <a:pt x="31850" y="7176"/>
                  </a:cubicBezTo>
                  <a:cubicBezTo>
                    <a:pt x="31314" y="6438"/>
                    <a:pt x="30719" y="5795"/>
                    <a:pt x="30076" y="5223"/>
                  </a:cubicBezTo>
                  <a:cubicBezTo>
                    <a:pt x="29480" y="4699"/>
                    <a:pt x="28825" y="4247"/>
                    <a:pt x="28099" y="3842"/>
                  </a:cubicBezTo>
                  <a:cubicBezTo>
                    <a:pt x="26063" y="2699"/>
                    <a:pt x="23956" y="1925"/>
                    <a:pt x="21717" y="1366"/>
                  </a:cubicBezTo>
                  <a:cubicBezTo>
                    <a:pt x="19122" y="711"/>
                    <a:pt x="16514" y="330"/>
                    <a:pt x="13847" y="139"/>
                  </a:cubicBezTo>
                  <a:cubicBezTo>
                    <a:pt x="12657" y="59"/>
                    <a:pt x="11452" y="1"/>
                    <a:pt x="1024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3165;p73"/>
            <p:cNvSpPr/>
            <p:nvPr/>
          </p:nvSpPr>
          <p:spPr>
            <a:xfrm>
              <a:off x="3487846" y="2979574"/>
              <a:ext cx="977180" cy="714665"/>
            </a:xfrm>
            <a:custGeom>
              <a:avLst/>
              <a:gdLst/>
              <a:ahLst/>
              <a:cxnLst/>
              <a:rect l="l" t="t" r="r" b="b"/>
              <a:pathLst>
                <a:path w="25636" h="18749" extrusionOk="0">
                  <a:moveTo>
                    <a:pt x="9267" y="1"/>
                  </a:moveTo>
                  <a:cubicBezTo>
                    <a:pt x="8339" y="1"/>
                    <a:pt x="7432" y="325"/>
                    <a:pt x="6740" y="1069"/>
                  </a:cubicBezTo>
                  <a:cubicBezTo>
                    <a:pt x="5633" y="2259"/>
                    <a:pt x="5418" y="4259"/>
                    <a:pt x="6240" y="5688"/>
                  </a:cubicBezTo>
                  <a:cubicBezTo>
                    <a:pt x="5497" y="4988"/>
                    <a:pt x="4559" y="4600"/>
                    <a:pt x="3636" y="4600"/>
                  </a:cubicBezTo>
                  <a:cubicBezTo>
                    <a:pt x="2723" y="4600"/>
                    <a:pt x="1825" y="4979"/>
                    <a:pt x="1144" y="5807"/>
                  </a:cubicBezTo>
                  <a:cubicBezTo>
                    <a:pt x="203" y="6938"/>
                    <a:pt x="1" y="8653"/>
                    <a:pt x="561" y="10034"/>
                  </a:cubicBezTo>
                  <a:cubicBezTo>
                    <a:pt x="1120" y="11415"/>
                    <a:pt x="2382" y="12415"/>
                    <a:pt x="3775" y="12701"/>
                  </a:cubicBezTo>
                  <a:cubicBezTo>
                    <a:pt x="3394" y="12832"/>
                    <a:pt x="3192" y="13261"/>
                    <a:pt x="3097" y="13665"/>
                  </a:cubicBezTo>
                  <a:cubicBezTo>
                    <a:pt x="2739" y="15249"/>
                    <a:pt x="3513" y="16987"/>
                    <a:pt x="4787" y="17892"/>
                  </a:cubicBezTo>
                  <a:cubicBezTo>
                    <a:pt x="5655" y="18510"/>
                    <a:pt x="6615" y="18748"/>
                    <a:pt x="7599" y="18748"/>
                  </a:cubicBezTo>
                  <a:cubicBezTo>
                    <a:pt x="9249" y="18748"/>
                    <a:pt x="10965" y="18080"/>
                    <a:pt x="12419" y="17416"/>
                  </a:cubicBezTo>
                  <a:cubicBezTo>
                    <a:pt x="13991" y="16701"/>
                    <a:pt x="15539" y="15892"/>
                    <a:pt x="17205" y="15487"/>
                  </a:cubicBezTo>
                  <a:cubicBezTo>
                    <a:pt x="17682" y="15368"/>
                    <a:pt x="18170" y="15285"/>
                    <a:pt x="18658" y="15237"/>
                  </a:cubicBezTo>
                  <a:cubicBezTo>
                    <a:pt x="18703" y="15233"/>
                    <a:pt x="18752" y="15231"/>
                    <a:pt x="18803" y="15231"/>
                  </a:cubicBezTo>
                  <a:cubicBezTo>
                    <a:pt x="19035" y="15231"/>
                    <a:pt x="19322" y="15266"/>
                    <a:pt x="19581" y="15266"/>
                  </a:cubicBezTo>
                  <a:cubicBezTo>
                    <a:pt x="19750" y="15266"/>
                    <a:pt x="19907" y="15251"/>
                    <a:pt x="20027" y="15201"/>
                  </a:cubicBezTo>
                  <a:cubicBezTo>
                    <a:pt x="20313" y="15094"/>
                    <a:pt x="20408" y="14713"/>
                    <a:pt x="20670" y="14463"/>
                  </a:cubicBezTo>
                  <a:cubicBezTo>
                    <a:pt x="20920" y="14225"/>
                    <a:pt x="21218" y="14046"/>
                    <a:pt x="21539" y="13915"/>
                  </a:cubicBezTo>
                  <a:cubicBezTo>
                    <a:pt x="22135" y="13665"/>
                    <a:pt x="22778" y="13558"/>
                    <a:pt x="23373" y="13296"/>
                  </a:cubicBezTo>
                  <a:cubicBezTo>
                    <a:pt x="24206" y="12927"/>
                    <a:pt x="24921" y="12225"/>
                    <a:pt x="25278" y="11344"/>
                  </a:cubicBezTo>
                  <a:cubicBezTo>
                    <a:pt x="25635" y="10463"/>
                    <a:pt x="25623" y="9391"/>
                    <a:pt x="25171" y="8558"/>
                  </a:cubicBezTo>
                  <a:cubicBezTo>
                    <a:pt x="25016" y="8260"/>
                    <a:pt x="24814" y="7998"/>
                    <a:pt x="24540" y="7807"/>
                  </a:cubicBezTo>
                  <a:cubicBezTo>
                    <a:pt x="23992" y="7415"/>
                    <a:pt x="23278" y="7415"/>
                    <a:pt x="22611" y="7379"/>
                  </a:cubicBezTo>
                  <a:cubicBezTo>
                    <a:pt x="21182" y="7296"/>
                    <a:pt x="19730" y="6962"/>
                    <a:pt x="18420" y="6355"/>
                  </a:cubicBezTo>
                  <a:cubicBezTo>
                    <a:pt x="17205" y="5783"/>
                    <a:pt x="16027" y="4783"/>
                    <a:pt x="14955" y="3950"/>
                  </a:cubicBezTo>
                  <a:cubicBezTo>
                    <a:pt x="14205" y="3366"/>
                    <a:pt x="13491" y="2735"/>
                    <a:pt x="12812" y="2069"/>
                  </a:cubicBezTo>
                  <a:cubicBezTo>
                    <a:pt x="12276" y="1533"/>
                    <a:pt x="11788" y="771"/>
                    <a:pt x="11121" y="426"/>
                  </a:cubicBezTo>
                  <a:cubicBezTo>
                    <a:pt x="11086" y="402"/>
                    <a:pt x="11038" y="390"/>
                    <a:pt x="11002" y="366"/>
                  </a:cubicBezTo>
                  <a:cubicBezTo>
                    <a:pt x="10448" y="131"/>
                    <a:pt x="9853" y="1"/>
                    <a:pt x="92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3166;p73"/>
            <p:cNvSpPr/>
            <p:nvPr/>
          </p:nvSpPr>
          <p:spPr>
            <a:xfrm>
              <a:off x="3488761" y="2978926"/>
              <a:ext cx="653563" cy="695263"/>
            </a:xfrm>
            <a:custGeom>
              <a:avLst/>
              <a:gdLst/>
              <a:ahLst/>
              <a:cxnLst/>
              <a:rect l="l" t="t" r="r" b="b"/>
              <a:pathLst>
                <a:path w="17146" h="18240" extrusionOk="0">
                  <a:moveTo>
                    <a:pt x="9258" y="1"/>
                  </a:moveTo>
                  <a:cubicBezTo>
                    <a:pt x="8329" y="1"/>
                    <a:pt x="7421" y="329"/>
                    <a:pt x="6728" y="1074"/>
                  </a:cubicBezTo>
                  <a:cubicBezTo>
                    <a:pt x="5620" y="2252"/>
                    <a:pt x="5406" y="4265"/>
                    <a:pt x="6228" y="5681"/>
                  </a:cubicBezTo>
                  <a:cubicBezTo>
                    <a:pt x="5485" y="4981"/>
                    <a:pt x="4547" y="4593"/>
                    <a:pt x="3624" y="4593"/>
                  </a:cubicBezTo>
                  <a:cubicBezTo>
                    <a:pt x="2711" y="4593"/>
                    <a:pt x="1812" y="4972"/>
                    <a:pt x="1132" y="5800"/>
                  </a:cubicBezTo>
                  <a:cubicBezTo>
                    <a:pt x="203" y="6932"/>
                    <a:pt x="1" y="8646"/>
                    <a:pt x="548" y="10027"/>
                  </a:cubicBezTo>
                  <a:cubicBezTo>
                    <a:pt x="1108" y="11408"/>
                    <a:pt x="2370" y="12420"/>
                    <a:pt x="3763" y="12694"/>
                  </a:cubicBezTo>
                  <a:cubicBezTo>
                    <a:pt x="3394" y="12837"/>
                    <a:pt x="3192" y="13266"/>
                    <a:pt x="3096" y="13670"/>
                  </a:cubicBezTo>
                  <a:cubicBezTo>
                    <a:pt x="2748" y="15138"/>
                    <a:pt x="3910" y="18240"/>
                    <a:pt x="5617" y="18240"/>
                  </a:cubicBezTo>
                  <a:cubicBezTo>
                    <a:pt x="5892" y="18240"/>
                    <a:pt x="6180" y="18160"/>
                    <a:pt x="6478" y="17980"/>
                  </a:cubicBezTo>
                  <a:cubicBezTo>
                    <a:pt x="5180" y="17183"/>
                    <a:pt x="4692" y="15206"/>
                    <a:pt x="5454" y="13837"/>
                  </a:cubicBezTo>
                  <a:lnTo>
                    <a:pt x="5454" y="13837"/>
                  </a:lnTo>
                  <a:cubicBezTo>
                    <a:pt x="5789" y="14033"/>
                    <a:pt x="6168" y="14128"/>
                    <a:pt x="6547" y="14128"/>
                  </a:cubicBezTo>
                  <a:cubicBezTo>
                    <a:pt x="7043" y="14128"/>
                    <a:pt x="7538" y="13964"/>
                    <a:pt x="7930" y="13647"/>
                  </a:cubicBezTo>
                  <a:cubicBezTo>
                    <a:pt x="7073" y="13099"/>
                    <a:pt x="6192" y="12527"/>
                    <a:pt x="5632" y="11658"/>
                  </a:cubicBezTo>
                  <a:cubicBezTo>
                    <a:pt x="5085" y="10777"/>
                    <a:pt x="4966" y="9491"/>
                    <a:pt x="5632" y="8717"/>
                  </a:cubicBezTo>
                  <a:cubicBezTo>
                    <a:pt x="5820" y="8499"/>
                    <a:pt x="6080" y="8325"/>
                    <a:pt x="6358" y="8325"/>
                  </a:cubicBezTo>
                  <a:cubicBezTo>
                    <a:pt x="6398" y="8325"/>
                    <a:pt x="6438" y="8329"/>
                    <a:pt x="6478" y="8336"/>
                  </a:cubicBezTo>
                  <a:cubicBezTo>
                    <a:pt x="6716" y="8396"/>
                    <a:pt x="6906" y="8575"/>
                    <a:pt x="7097" y="8741"/>
                  </a:cubicBezTo>
                  <a:cubicBezTo>
                    <a:pt x="7787" y="9348"/>
                    <a:pt x="8657" y="9741"/>
                    <a:pt x="9550" y="9837"/>
                  </a:cubicBezTo>
                  <a:cubicBezTo>
                    <a:pt x="9180" y="9229"/>
                    <a:pt x="8811" y="8598"/>
                    <a:pt x="8728" y="7884"/>
                  </a:cubicBezTo>
                  <a:cubicBezTo>
                    <a:pt x="8645" y="7170"/>
                    <a:pt x="8919" y="6348"/>
                    <a:pt x="9550" y="6074"/>
                  </a:cubicBezTo>
                  <a:cubicBezTo>
                    <a:pt x="9700" y="6010"/>
                    <a:pt x="9856" y="5981"/>
                    <a:pt x="10013" y="5981"/>
                  </a:cubicBezTo>
                  <a:cubicBezTo>
                    <a:pt x="10529" y="5981"/>
                    <a:pt x="11057" y="6292"/>
                    <a:pt x="11431" y="6693"/>
                  </a:cubicBezTo>
                  <a:cubicBezTo>
                    <a:pt x="11931" y="7205"/>
                    <a:pt x="12288" y="7872"/>
                    <a:pt x="12812" y="8360"/>
                  </a:cubicBezTo>
                  <a:cubicBezTo>
                    <a:pt x="13161" y="8678"/>
                    <a:pt x="13637" y="8911"/>
                    <a:pt x="14089" y="8911"/>
                  </a:cubicBezTo>
                  <a:cubicBezTo>
                    <a:pt x="14315" y="8911"/>
                    <a:pt x="14534" y="8852"/>
                    <a:pt x="14729" y="8717"/>
                  </a:cubicBezTo>
                  <a:cubicBezTo>
                    <a:pt x="15312" y="8325"/>
                    <a:pt x="15396" y="7491"/>
                    <a:pt x="15622" y="6801"/>
                  </a:cubicBezTo>
                  <a:cubicBezTo>
                    <a:pt x="15805" y="6242"/>
                    <a:pt x="16300" y="5675"/>
                    <a:pt x="16798" y="5675"/>
                  </a:cubicBezTo>
                  <a:cubicBezTo>
                    <a:pt x="16915" y="5675"/>
                    <a:pt x="17032" y="5706"/>
                    <a:pt x="17146" y="5777"/>
                  </a:cubicBezTo>
                  <a:cubicBezTo>
                    <a:pt x="16396" y="5300"/>
                    <a:pt x="15669" y="4515"/>
                    <a:pt x="14943" y="3943"/>
                  </a:cubicBezTo>
                  <a:cubicBezTo>
                    <a:pt x="14193" y="3360"/>
                    <a:pt x="13479" y="2729"/>
                    <a:pt x="12800" y="2062"/>
                  </a:cubicBezTo>
                  <a:cubicBezTo>
                    <a:pt x="12264" y="1538"/>
                    <a:pt x="11776" y="764"/>
                    <a:pt x="11109" y="431"/>
                  </a:cubicBezTo>
                  <a:cubicBezTo>
                    <a:pt x="11074" y="407"/>
                    <a:pt x="11038" y="383"/>
                    <a:pt x="10990" y="371"/>
                  </a:cubicBezTo>
                  <a:cubicBezTo>
                    <a:pt x="10437" y="132"/>
                    <a:pt x="9843" y="1"/>
                    <a:pt x="925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3167;p73"/>
            <p:cNvSpPr/>
            <p:nvPr/>
          </p:nvSpPr>
          <p:spPr>
            <a:xfrm>
              <a:off x="3732030" y="3469811"/>
              <a:ext cx="1111926" cy="893284"/>
            </a:xfrm>
            <a:custGeom>
              <a:avLst/>
              <a:gdLst/>
              <a:ahLst/>
              <a:cxnLst/>
              <a:rect l="l" t="t" r="r" b="b"/>
              <a:pathLst>
                <a:path w="29171" h="23435" extrusionOk="0">
                  <a:moveTo>
                    <a:pt x="15190" y="1"/>
                  </a:moveTo>
                  <a:cubicBezTo>
                    <a:pt x="12457" y="1"/>
                    <a:pt x="9731" y="571"/>
                    <a:pt x="7144" y="1471"/>
                  </a:cubicBezTo>
                  <a:cubicBezTo>
                    <a:pt x="6823" y="1590"/>
                    <a:pt x="6489" y="1709"/>
                    <a:pt x="6204" y="1912"/>
                  </a:cubicBezTo>
                  <a:cubicBezTo>
                    <a:pt x="5858" y="2162"/>
                    <a:pt x="5585" y="2519"/>
                    <a:pt x="5334" y="2888"/>
                  </a:cubicBezTo>
                  <a:cubicBezTo>
                    <a:pt x="2203" y="7377"/>
                    <a:pt x="274" y="13092"/>
                    <a:pt x="24" y="18664"/>
                  </a:cubicBezTo>
                  <a:cubicBezTo>
                    <a:pt x="0" y="19199"/>
                    <a:pt x="0" y="19795"/>
                    <a:pt x="322" y="20200"/>
                  </a:cubicBezTo>
                  <a:cubicBezTo>
                    <a:pt x="667" y="20652"/>
                    <a:pt x="1286" y="20747"/>
                    <a:pt x="1834" y="20807"/>
                  </a:cubicBezTo>
                  <a:cubicBezTo>
                    <a:pt x="2695" y="20893"/>
                    <a:pt x="3549" y="20933"/>
                    <a:pt x="4407" y="20933"/>
                  </a:cubicBezTo>
                  <a:cubicBezTo>
                    <a:pt x="4617" y="20933"/>
                    <a:pt x="4827" y="20931"/>
                    <a:pt x="5037" y="20926"/>
                  </a:cubicBezTo>
                  <a:cubicBezTo>
                    <a:pt x="7073" y="20866"/>
                    <a:pt x="9097" y="20569"/>
                    <a:pt x="11097" y="20021"/>
                  </a:cubicBezTo>
                  <a:lnTo>
                    <a:pt x="11097" y="20021"/>
                  </a:lnTo>
                  <a:cubicBezTo>
                    <a:pt x="11085" y="20283"/>
                    <a:pt x="11073" y="20557"/>
                    <a:pt x="11061" y="20819"/>
                  </a:cubicBezTo>
                  <a:cubicBezTo>
                    <a:pt x="11049" y="20914"/>
                    <a:pt x="11049" y="21033"/>
                    <a:pt x="11133" y="21093"/>
                  </a:cubicBezTo>
                  <a:cubicBezTo>
                    <a:pt x="11171" y="21115"/>
                    <a:pt x="11213" y="21123"/>
                    <a:pt x="11257" y="21123"/>
                  </a:cubicBezTo>
                  <a:cubicBezTo>
                    <a:pt x="11283" y="21123"/>
                    <a:pt x="11309" y="21121"/>
                    <a:pt x="11335" y="21116"/>
                  </a:cubicBezTo>
                  <a:cubicBezTo>
                    <a:pt x="11573" y="21069"/>
                    <a:pt x="11811" y="21021"/>
                    <a:pt x="12050" y="20985"/>
                  </a:cubicBezTo>
                  <a:lnTo>
                    <a:pt x="12050" y="20985"/>
                  </a:lnTo>
                  <a:cubicBezTo>
                    <a:pt x="11954" y="21331"/>
                    <a:pt x="11847" y="21676"/>
                    <a:pt x="11752" y="22021"/>
                  </a:cubicBezTo>
                  <a:cubicBezTo>
                    <a:pt x="12312" y="21676"/>
                    <a:pt x="12943" y="21438"/>
                    <a:pt x="13586" y="21331"/>
                  </a:cubicBezTo>
                  <a:cubicBezTo>
                    <a:pt x="13621" y="21712"/>
                    <a:pt x="13728" y="22081"/>
                    <a:pt x="13895" y="22402"/>
                  </a:cubicBezTo>
                  <a:cubicBezTo>
                    <a:pt x="14705" y="22164"/>
                    <a:pt x="15526" y="21938"/>
                    <a:pt x="16348" y="21747"/>
                  </a:cubicBezTo>
                  <a:cubicBezTo>
                    <a:pt x="16509" y="21709"/>
                    <a:pt x="16676" y="21671"/>
                    <a:pt x="16840" y="21671"/>
                  </a:cubicBezTo>
                  <a:cubicBezTo>
                    <a:pt x="16931" y="21671"/>
                    <a:pt x="17021" y="21682"/>
                    <a:pt x="17110" y="21712"/>
                  </a:cubicBezTo>
                  <a:cubicBezTo>
                    <a:pt x="17300" y="21783"/>
                    <a:pt x="17455" y="21914"/>
                    <a:pt x="17610" y="22057"/>
                  </a:cubicBezTo>
                  <a:cubicBezTo>
                    <a:pt x="18003" y="22426"/>
                    <a:pt x="18693" y="23402"/>
                    <a:pt x="19241" y="23402"/>
                  </a:cubicBezTo>
                  <a:cubicBezTo>
                    <a:pt x="19551" y="23424"/>
                    <a:pt x="19858" y="23434"/>
                    <a:pt x="20164" y="23434"/>
                  </a:cubicBezTo>
                  <a:cubicBezTo>
                    <a:pt x="21351" y="23434"/>
                    <a:pt x="22513" y="23285"/>
                    <a:pt x="23706" y="23105"/>
                  </a:cubicBezTo>
                  <a:cubicBezTo>
                    <a:pt x="25039" y="22902"/>
                    <a:pt x="26278" y="22581"/>
                    <a:pt x="27421" y="21735"/>
                  </a:cubicBezTo>
                  <a:cubicBezTo>
                    <a:pt x="28445" y="20962"/>
                    <a:pt x="29171" y="20045"/>
                    <a:pt x="28826" y="18676"/>
                  </a:cubicBezTo>
                  <a:cubicBezTo>
                    <a:pt x="28647" y="17949"/>
                    <a:pt x="28409" y="17247"/>
                    <a:pt x="28159" y="16544"/>
                  </a:cubicBezTo>
                  <a:cubicBezTo>
                    <a:pt x="26980" y="13151"/>
                    <a:pt x="25647" y="9770"/>
                    <a:pt x="24646" y="6317"/>
                  </a:cubicBezTo>
                  <a:cubicBezTo>
                    <a:pt x="24265" y="5019"/>
                    <a:pt x="23980" y="3483"/>
                    <a:pt x="23182" y="2400"/>
                  </a:cubicBezTo>
                  <a:cubicBezTo>
                    <a:pt x="22408" y="1352"/>
                    <a:pt x="21122" y="1031"/>
                    <a:pt x="19979" y="673"/>
                  </a:cubicBezTo>
                  <a:cubicBezTo>
                    <a:pt x="18586" y="233"/>
                    <a:pt x="17122" y="42"/>
                    <a:pt x="15669" y="7"/>
                  </a:cubicBezTo>
                  <a:cubicBezTo>
                    <a:pt x="15509" y="3"/>
                    <a:pt x="15350" y="1"/>
                    <a:pt x="1519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3168;p73"/>
            <p:cNvSpPr/>
            <p:nvPr/>
          </p:nvSpPr>
          <p:spPr>
            <a:xfrm>
              <a:off x="4120530" y="3467982"/>
              <a:ext cx="349919" cy="716457"/>
            </a:xfrm>
            <a:custGeom>
              <a:avLst/>
              <a:gdLst/>
              <a:ahLst/>
              <a:cxnLst/>
              <a:rect l="l" t="t" r="r" b="b"/>
              <a:pathLst>
                <a:path w="9180" h="18796" extrusionOk="0">
                  <a:moveTo>
                    <a:pt x="5156" y="1"/>
                  </a:moveTo>
                  <a:cubicBezTo>
                    <a:pt x="3543" y="1"/>
                    <a:pt x="1928" y="252"/>
                    <a:pt x="381" y="757"/>
                  </a:cubicBezTo>
                  <a:cubicBezTo>
                    <a:pt x="262" y="793"/>
                    <a:pt x="143" y="840"/>
                    <a:pt x="72" y="936"/>
                  </a:cubicBezTo>
                  <a:cubicBezTo>
                    <a:pt x="0" y="1043"/>
                    <a:pt x="0" y="1174"/>
                    <a:pt x="0" y="1293"/>
                  </a:cubicBezTo>
                  <a:cubicBezTo>
                    <a:pt x="12" y="3579"/>
                    <a:pt x="512" y="5972"/>
                    <a:pt x="941" y="8198"/>
                  </a:cubicBezTo>
                  <a:cubicBezTo>
                    <a:pt x="1298" y="10044"/>
                    <a:pt x="1691" y="11866"/>
                    <a:pt x="2143" y="13675"/>
                  </a:cubicBezTo>
                  <a:cubicBezTo>
                    <a:pt x="2358" y="14580"/>
                    <a:pt x="2584" y="15485"/>
                    <a:pt x="2846" y="16390"/>
                  </a:cubicBezTo>
                  <a:cubicBezTo>
                    <a:pt x="2953" y="16771"/>
                    <a:pt x="3084" y="17140"/>
                    <a:pt x="3203" y="17509"/>
                  </a:cubicBezTo>
                  <a:cubicBezTo>
                    <a:pt x="3334" y="17926"/>
                    <a:pt x="3465" y="18343"/>
                    <a:pt x="3524" y="18795"/>
                  </a:cubicBezTo>
                  <a:cubicBezTo>
                    <a:pt x="4894" y="18247"/>
                    <a:pt x="6311" y="17843"/>
                    <a:pt x="7763" y="17616"/>
                  </a:cubicBezTo>
                  <a:cubicBezTo>
                    <a:pt x="7906" y="11901"/>
                    <a:pt x="9097" y="6246"/>
                    <a:pt x="9180" y="531"/>
                  </a:cubicBezTo>
                  <a:cubicBezTo>
                    <a:pt x="7865" y="178"/>
                    <a:pt x="6511" y="1"/>
                    <a:pt x="515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3169;p73"/>
            <p:cNvSpPr/>
            <p:nvPr/>
          </p:nvSpPr>
          <p:spPr>
            <a:xfrm>
              <a:off x="4061066" y="3504080"/>
              <a:ext cx="170233" cy="691680"/>
            </a:xfrm>
            <a:custGeom>
              <a:avLst/>
              <a:gdLst/>
              <a:ahLst/>
              <a:cxnLst/>
              <a:rect l="l" t="t" r="r" b="b"/>
              <a:pathLst>
                <a:path w="4466" h="18146" extrusionOk="0">
                  <a:moveTo>
                    <a:pt x="679" y="1"/>
                  </a:moveTo>
                  <a:lnTo>
                    <a:pt x="1" y="84"/>
                  </a:lnTo>
                  <a:cubicBezTo>
                    <a:pt x="405" y="3501"/>
                    <a:pt x="798" y="6359"/>
                    <a:pt x="1417" y="9192"/>
                  </a:cubicBezTo>
                  <a:cubicBezTo>
                    <a:pt x="2072" y="12264"/>
                    <a:pt x="2953" y="15252"/>
                    <a:pt x="3811" y="18146"/>
                  </a:cubicBezTo>
                  <a:lnTo>
                    <a:pt x="4465" y="17955"/>
                  </a:lnTo>
                  <a:cubicBezTo>
                    <a:pt x="3620" y="15074"/>
                    <a:pt x="2751" y="12085"/>
                    <a:pt x="2084" y="9037"/>
                  </a:cubicBezTo>
                  <a:cubicBezTo>
                    <a:pt x="1477" y="6239"/>
                    <a:pt x="1084" y="3394"/>
                    <a:pt x="6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3170;p73"/>
            <p:cNvSpPr/>
            <p:nvPr/>
          </p:nvSpPr>
          <p:spPr>
            <a:xfrm>
              <a:off x="4431840" y="3498171"/>
              <a:ext cx="87632" cy="656307"/>
            </a:xfrm>
            <a:custGeom>
              <a:avLst/>
              <a:gdLst/>
              <a:ahLst/>
              <a:cxnLst/>
              <a:rect l="l" t="t" r="r" b="b"/>
              <a:pathLst>
                <a:path w="2299" h="17218" extrusionOk="0">
                  <a:moveTo>
                    <a:pt x="1608" y="1"/>
                  </a:moveTo>
                  <a:cubicBezTo>
                    <a:pt x="1477" y="2775"/>
                    <a:pt x="1203" y="5466"/>
                    <a:pt x="894" y="8454"/>
                  </a:cubicBezTo>
                  <a:lnTo>
                    <a:pt x="1" y="17134"/>
                  </a:lnTo>
                  <a:lnTo>
                    <a:pt x="680" y="17217"/>
                  </a:lnTo>
                  <a:lnTo>
                    <a:pt x="1584" y="8526"/>
                  </a:lnTo>
                  <a:cubicBezTo>
                    <a:pt x="1894" y="5537"/>
                    <a:pt x="2156" y="2835"/>
                    <a:pt x="2299" y="37"/>
                  </a:cubicBezTo>
                  <a:lnTo>
                    <a:pt x="16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3171;p73"/>
            <p:cNvSpPr/>
            <p:nvPr/>
          </p:nvSpPr>
          <p:spPr>
            <a:xfrm>
              <a:off x="4308483" y="4103585"/>
              <a:ext cx="465224" cy="83973"/>
            </a:xfrm>
            <a:custGeom>
              <a:avLst/>
              <a:gdLst/>
              <a:ahLst/>
              <a:cxnLst/>
              <a:rect l="l" t="t" r="r" b="b"/>
              <a:pathLst>
                <a:path w="12205" h="2203" extrusionOk="0">
                  <a:moveTo>
                    <a:pt x="8835" y="0"/>
                  </a:moveTo>
                  <a:cubicBezTo>
                    <a:pt x="8430" y="0"/>
                    <a:pt x="8013" y="36"/>
                    <a:pt x="7608" y="84"/>
                  </a:cubicBezTo>
                  <a:cubicBezTo>
                    <a:pt x="7192" y="143"/>
                    <a:pt x="6775" y="215"/>
                    <a:pt x="6358" y="274"/>
                  </a:cubicBezTo>
                  <a:cubicBezTo>
                    <a:pt x="5525" y="429"/>
                    <a:pt x="4691" y="596"/>
                    <a:pt x="3917" y="750"/>
                  </a:cubicBezTo>
                  <a:cubicBezTo>
                    <a:pt x="3536" y="822"/>
                    <a:pt x="3155" y="893"/>
                    <a:pt x="2798" y="965"/>
                  </a:cubicBezTo>
                  <a:cubicBezTo>
                    <a:pt x="2441" y="1024"/>
                    <a:pt x="2108" y="1096"/>
                    <a:pt x="1798" y="1167"/>
                  </a:cubicBezTo>
                  <a:cubicBezTo>
                    <a:pt x="1179" y="1322"/>
                    <a:pt x="679" y="1536"/>
                    <a:pt x="357" y="1715"/>
                  </a:cubicBezTo>
                  <a:cubicBezTo>
                    <a:pt x="274" y="1762"/>
                    <a:pt x="203" y="1798"/>
                    <a:pt x="143" y="1834"/>
                  </a:cubicBezTo>
                  <a:cubicBezTo>
                    <a:pt x="84" y="1881"/>
                    <a:pt x="36" y="1905"/>
                    <a:pt x="0" y="1941"/>
                  </a:cubicBezTo>
                  <a:cubicBezTo>
                    <a:pt x="48" y="1917"/>
                    <a:pt x="96" y="1881"/>
                    <a:pt x="155" y="1846"/>
                  </a:cubicBezTo>
                  <a:cubicBezTo>
                    <a:pt x="215" y="1822"/>
                    <a:pt x="298" y="1774"/>
                    <a:pt x="381" y="1739"/>
                  </a:cubicBezTo>
                  <a:cubicBezTo>
                    <a:pt x="536" y="1655"/>
                    <a:pt x="750" y="1572"/>
                    <a:pt x="988" y="1489"/>
                  </a:cubicBezTo>
                  <a:cubicBezTo>
                    <a:pt x="1227" y="1405"/>
                    <a:pt x="1512" y="1334"/>
                    <a:pt x="1822" y="1262"/>
                  </a:cubicBezTo>
                  <a:cubicBezTo>
                    <a:pt x="2429" y="1131"/>
                    <a:pt x="3167" y="1036"/>
                    <a:pt x="3941" y="893"/>
                  </a:cubicBezTo>
                  <a:cubicBezTo>
                    <a:pt x="4727" y="750"/>
                    <a:pt x="5549" y="584"/>
                    <a:pt x="6382" y="453"/>
                  </a:cubicBezTo>
                  <a:cubicBezTo>
                    <a:pt x="7215" y="310"/>
                    <a:pt x="8049" y="143"/>
                    <a:pt x="8823" y="143"/>
                  </a:cubicBezTo>
                  <a:cubicBezTo>
                    <a:pt x="9216" y="155"/>
                    <a:pt x="9597" y="191"/>
                    <a:pt x="9942" y="274"/>
                  </a:cubicBezTo>
                  <a:cubicBezTo>
                    <a:pt x="10287" y="357"/>
                    <a:pt x="10609" y="488"/>
                    <a:pt x="10871" y="643"/>
                  </a:cubicBezTo>
                  <a:cubicBezTo>
                    <a:pt x="11145" y="798"/>
                    <a:pt x="11371" y="977"/>
                    <a:pt x="11549" y="1155"/>
                  </a:cubicBezTo>
                  <a:cubicBezTo>
                    <a:pt x="11728" y="1346"/>
                    <a:pt x="11871" y="1524"/>
                    <a:pt x="11954" y="1679"/>
                  </a:cubicBezTo>
                  <a:cubicBezTo>
                    <a:pt x="12014" y="1750"/>
                    <a:pt x="12037" y="1834"/>
                    <a:pt x="12073" y="1893"/>
                  </a:cubicBezTo>
                  <a:cubicBezTo>
                    <a:pt x="12109" y="1953"/>
                    <a:pt x="12133" y="2012"/>
                    <a:pt x="12157" y="2060"/>
                  </a:cubicBezTo>
                  <a:cubicBezTo>
                    <a:pt x="12145" y="2012"/>
                    <a:pt x="12121" y="1953"/>
                    <a:pt x="12097" y="1881"/>
                  </a:cubicBezTo>
                  <a:cubicBezTo>
                    <a:pt x="12061" y="1822"/>
                    <a:pt x="12037" y="1739"/>
                    <a:pt x="11990" y="1667"/>
                  </a:cubicBezTo>
                  <a:cubicBezTo>
                    <a:pt x="11895" y="1500"/>
                    <a:pt x="11764" y="1310"/>
                    <a:pt x="11597" y="1119"/>
                  </a:cubicBezTo>
                  <a:cubicBezTo>
                    <a:pt x="11430" y="917"/>
                    <a:pt x="11192" y="727"/>
                    <a:pt x="10918" y="560"/>
                  </a:cubicBezTo>
                  <a:cubicBezTo>
                    <a:pt x="10644" y="393"/>
                    <a:pt x="10335" y="250"/>
                    <a:pt x="9978" y="155"/>
                  </a:cubicBezTo>
                  <a:cubicBezTo>
                    <a:pt x="9621" y="60"/>
                    <a:pt x="9228" y="0"/>
                    <a:pt x="8835" y="0"/>
                  </a:cubicBezTo>
                  <a:close/>
                  <a:moveTo>
                    <a:pt x="12157" y="2060"/>
                  </a:moveTo>
                  <a:cubicBezTo>
                    <a:pt x="12192" y="2155"/>
                    <a:pt x="12204" y="2203"/>
                    <a:pt x="12204" y="2203"/>
                  </a:cubicBezTo>
                  <a:cubicBezTo>
                    <a:pt x="12204" y="2203"/>
                    <a:pt x="12192" y="2143"/>
                    <a:pt x="12157" y="206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2" name="Google Shape;3172;p73"/>
            <p:cNvSpPr/>
            <p:nvPr/>
          </p:nvSpPr>
          <p:spPr>
            <a:xfrm>
              <a:off x="4519893" y="3620721"/>
              <a:ext cx="92168" cy="509707"/>
            </a:xfrm>
            <a:custGeom>
              <a:avLst/>
              <a:gdLst/>
              <a:ahLst/>
              <a:cxnLst/>
              <a:rect l="l" t="t" r="r" b="b"/>
              <a:pathLst>
                <a:path w="2418" h="13372" extrusionOk="0">
                  <a:moveTo>
                    <a:pt x="227" y="1"/>
                  </a:moveTo>
                  <a:cubicBezTo>
                    <a:pt x="227" y="1"/>
                    <a:pt x="203" y="215"/>
                    <a:pt x="156" y="584"/>
                  </a:cubicBezTo>
                  <a:cubicBezTo>
                    <a:pt x="132" y="774"/>
                    <a:pt x="108" y="1001"/>
                    <a:pt x="84" y="1263"/>
                  </a:cubicBezTo>
                  <a:cubicBezTo>
                    <a:pt x="72" y="1394"/>
                    <a:pt x="60" y="1524"/>
                    <a:pt x="48" y="1679"/>
                  </a:cubicBezTo>
                  <a:cubicBezTo>
                    <a:pt x="36" y="1822"/>
                    <a:pt x="36" y="1977"/>
                    <a:pt x="25" y="2132"/>
                  </a:cubicBezTo>
                  <a:cubicBezTo>
                    <a:pt x="25" y="2298"/>
                    <a:pt x="13" y="2465"/>
                    <a:pt x="13" y="2644"/>
                  </a:cubicBezTo>
                  <a:cubicBezTo>
                    <a:pt x="13" y="2810"/>
                    <a:pt x="13" y="2989"/>
                    <a:pt x="13" y="3179"/>
                  </a:cubicBezTo>
                  <a:cubicBezTo>
                    <a:pt x="1" y="3549"/>
                    <a:pt x="25" y="3941"/>
                    <a:pt x="36" y="4346"/>
                  </a:cubicBezTo>
                  <a:cubicBezTo>
                    <a:pt x="72" y="4739"/>
                    <a:pt x="96" y="5156"/>
                    <a:pt x="144" y="5585"/>
                  </a:cubicBezTo>
                  <a:cubicBezTo>
                    <a:pt x="179" y="6001"/>
                    <a:pt x="251" y="6430"/>
                    <a:pt x="310" y="6858"/>
                  </a:cubicBezTo>
                  <a:cubicBezTo>
                    <a:pt x="394" y="7275"/>
                    <a:pt x="453" y="7704"/>
                    <a:pt x="560" y="8109"/>
                  </a:cubicBezTo>
                  <a:cubicBezTo>
                    <a:pt x="644" y="8525"/>
                    <a:pt x="751" y="8930"/>
                    <a:pt x="858" y="9323"/>
                  </a:cubicBezTo>
                  <a:cubicBezTo>
                    <a:pt x="906" y="9514"/>
                    <a:pt x="965" y="9704"/>
                    <a:pt x="1025" y="9895"/>
                  </a:cubicBezTo>
                  <a:cubicBezTo>
                    <a:pt x="1072" y="10073"/>
                    <a:pt x="1132" y="10264"/>
                    <a:pt x="1191" y="10430"/>
                  </a:cubicBezTo>
                  <a:cubicBezTo>
                    <a:pt x="1251" y="10609"/>
                    <a:pt x="1310" y="10776"/>
                    <a:pt x="1370" y="10942"/>
                  </a:cubicBezTo>
                  <a:cubicBezTo>
                    <a:pt x="1429" y="11109"/>
                    <a:pt x="1489" y="11264"/>
                    <a:pt x="1549" y="11407"/>
                  </a:cubicBezTo>
                  <a:cubicBezTo>
                    <a:pt x="1608" y="11561"/>
                    <a:pt x="1656" y="11704"/>
                    <a:pt x="1715" y="11847"/>
                  </a:cubicBezTo>
                  <a:cubicBezTo>
                    <a:pt x="1775" y="11978"/>
                    <a:pt x="1822" y="12109"/>
                    <a:pt x="1882" y="12228"/>
                  </a:cubicBezTo>
                  <a:cubicBezTo>
                    <a:pt x="1977" y="12466"/>
                    <a:pt x="2072" y="12681"/>
                    <a:pt x="2156" y="12847"/>
                  </a:cubicBezTo>
                  <a:cubicBezTo>
                    <a:pt x="2322" y="13181"/>
                    <a:pt x="2418" y="13371"/>
                    <a:pt x="2418" y="13371"/>
                  </a:cubicBezTo>
                  <a:cubicBezTo>
                    <a:pt x="2418" y="13371"/>
                    <a:pt x="2334" y="13181"/>
                    <a:pt x="2191" y="12824"/>
                  </a:cubicBezTo>
                  <a:cubicBezTo>
                    <a:pt x="2120" y="12657"/>
                    <a:pt x="2037" y="12443"/>
                    <a:pt x="1941" y="12204"/>
                  </a:cubicBezTo>
                  <a:cubicBezTo>
                    <a:pt x="1894" y="12073"/>
                    <a:pt x="1846" y="11954"/>
                    <a:pt x="1787" y="11811"/>
                  </a:cubicBezTo>
                  <a:cubicBezTo>
                    <a:pt x="1739" y="11669"/>
                    <a:pt x="1691" y="11526"/>
                    <a:pt x="1644" y="11383"/>
                  </a:cubicBezTo>
                  <a:cubicBezTo>
                    <a:pt x="1584" y="11228"/>
                    <a:pt x="1525" y="11073"/>
                    <a:pt x="1477" y="10907"/>
                  </a:cubicBezTo>
                  <a:cubicBezTo>
                    <a:pt x="1418" y="10740"/>
                    <a:pt x="1370" y="10573"/>
                    <a:pt x="1310" y="10395"/>
                  </a:cubicBezTo>
                  <a:cubicBezTo>
                    <a:pt x="1263" y="10216"/>
                    <a:pt x="1203" y="10037"/>
                    <a:pt x="1156" y="9847"/>
                  </a:cubicBezTo>
                  <a:cubicBezTo>
                    <a:pt x="1108" y="9668"/>
                    <a:pt x="1048" y="9478"/>
                    <a:pt x="1001" y="9287"/>
                  </a:cubicBezTo>
                  <a:cubicBezTo>
                    <a:pt x="906" y="8894"/>
                    <a:pt x="798" y="8490"/>
                    <a:pt x="715" y="8085"/>
                  </a:cubicBezTo>
                  <a:cubicBezTo>
                    <a:pt x="620" y="7668"/>
                    <a:pt x="560" y="7251"/>
                    <a:pt x="477" y="6823"/>
                  </a:cubicBezTo>
                  <a:cubicBezTo>
                    <a:pt x="417" y="6406"/>
                    <a:pt x="346" y="5977"/>
                    <a:pt x="310" y="5561"/>
                  </a:cubicBezTo>
                  <a:cubicBezTo>
                    <a:pt x="251" y="5144"/>
                    <a:pt x="227" y="4727"/>
                    <a:pt x="191" y="4334"/>
                  </a:cubicBezTo>
                  <a:cubicBezTo>
                    <a:pt x="179" y="4132"/>
                    <a:pt x="167" y="3930"/>
                    <a:pt x="156" y="3739"/>
                  </a:cubicBezTo>
                  <a:cubicBezTo>
                    <a:pt x="144" y="3549"/>
                    <a:pt x="144" y="3358"/>
                    <a:pt x="132" y="3179"/>
                  </a:cubicBezTo>
                  <a:cubicBezTo>
                    <a:pt x="132" y="2989"/>
                    <a:pt x="132" y="2810"/>
                    <a:pt x="120" y="2644"/>
                  </a:cubicBezTo>
                  <a:cubicBezTo>
                    <a:pt x="120" y="2465"/>
                    <a:pt x="132" y="2298"/>
                    <a:pt x="132" y="2144"/>
                  </a:cubicBezTo>
                  <a:cubicBezTo>
                    <a:pt x="132" y="1977"/>
                    <a:pt x="132" y="1822"/>
                    <a:pt x="132" y="1679"/>
                  </a:cubicBezTo>
                  <a:cubicBezTo>
                    <a:pt x="144" y="1536"/>
                    <a:pt x="144" y="1394"/>
                    <a:pt x="156" y="1263"/>
                  </a:cubicBezTo>
                  <a:cubicBezTo>
                    <a:pt x="156" y="1001"/>
                    <a:pt x="167" y="774"/>
                    <a:pt x="191" y="584"/>
                  </a:cubicBezTo>
                  <a:cubicBezTo>
                    <a:pt x="215" y="215"/>
                    <a:pt x="227" y="1"/>
                    <a:pt x="2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3" name="Google Shape;3173;p73"/>
            <p:cNvSpPr/>
            <p:nvPr/>
          </p:nvSpPr>
          <p:spPr>
            <a:xfrm>
              <a:off x="4116451" y="4165658"/>
              <a:ext cx="353121" cy="236976"/>
            </a:xfrm>
            <a:custGeom>
              <a:avLst/>
              <a:gdLst/>
              <a:ahLst/>
              <a:cxnLst/>
              <a:rect l="l" t="t" r="r" b="b"/>
              <a:pathLst>
                <a:path w="9264" h="6217" extrusionOk="0">
                  <a:moveTo>
                    <a:pt x="4318" y="1"/>
                  </a:moveTo>
                  <a:cubicBezTo>
                    <a:pt x="4268" y="1"/>
                    <a:pt x="4218" y="2"/>
                    <a:pt x="4167" y="4"/>
                  </a:cubicBezTo>
                  <a:cubicBezTo>
                    <a:pt x="3048" y="52"/>
                    <a:pt x="2048" y="528"/>
                    <a:pt x="1250" y="1278"/>
                  </a:cubicBezTo>
                  <a:cubicBezTo>
                    <a:pt x="893" y="1611"/>
                    <a:pt x="583" y="1992"/>
                    <a:pt x="322" y="2409"/>
                  </a:cubicBezTo>
                  <a:cubicBezTo>
                    <a:pt x="250" y="2528"/>
                    <a:pt x="0" y="2826"/>
                    <a:pt x="48" y="2980"/>
                  </a:cubicBezTo>
                  <a:cubicBezTo>
                    <a:pt x="88" y="3126"/>
                    <a:pt x="278" y="3167"/>
                    <a:pt x="444" y="3167"/>
                  </a:cubicBezTo>
                  <a:cubicBezTo>
                    <a:pt x="521" y="3167"/>
                    <a:pt x="594" y="3158"/>
                    <a:pt x="643" y="3147"/>
                  </a:cubicBezTo>
                  <a:cubicBezTo>
                    <a:pt x="893" y="3088"/>
                    <a:pt x="1119" y="2933"/>
                    <a:pt x="1322" y="2778"/>
                  </a:cubicBezTo>
                  <a:lnTo>
                    <a:pt x="1322" y="2778"/>
                  </a:lnTo>
                  <a:cubicBezTo>
                    <a:pt x="917" y="3397"/>
                    <a:pt x="500" y="4052"/>
                    <a:pt x="476" y="4802"/>
                  </a:cubicBezTo>
                  <a:cubicBezTo>
                    <a:pt x="464" y="4897"/>
                    <a:pt x="476" y="5004"/>
                    <a:pt x="524" y="5088"/>
                  </a:cubicBezTo>
                  <a:cubicBezTo>
                    <a:pt x="577" y="5156"/>
                    <a:pt x="660" y="5186"/>
                    <a:pt x="743" y="5186"/>
                  </a:cubicBezTo>
                  <a:cubicBezTo>
                    <a:pt x="791" y="5186"/>
                    <a:pt x="838" y="5176"/>
                    <a:pt x="881" y="5159"/>
                  </a:cubicBezTo>
                  <a:cubicBezTo>
                    <a:pt x="1274" y="5004"/>
                    <a:pt x="1596" y="4362"/>
                    <a:pt x="1905" y="4076"/>
                  </a:cubicBezTo>
                  <a:lnTo>
                    <a:pt x="1905" y="4076"/>
                  </a:lnTo>
                  <a:cubicBezTo>
                    <a:pt x="1619" y="4564"/>
                    <a:pt x="1322" y="5076"/>
                    <a:pt x="1226" y="5647"/>
                  </a:cubicBezTo>
                  <a:cubicBezTo>
                    <a:pt x="1203" y="5814"/>
                    <a:pt x="1203" y="6005"/>
                    <a:pt x="1322" y="6124"/>
                  </a:cubicBezTo>
                  <a:cubicBezTo>
                    <a:pt x="1386" y="6188"/>
                    <a:pt x="1459" y="6216"/>
                    <a:pt x="1538" y="6216"/>
                  </a:cubicBezTo>
                  <a:cubicBezTo>
                    <a:pt x="2017" y="6216"/>
                    <a:pt x="2707" y="5163"/>
                    <a:pt x="2970" y="4803"/>
                  </a:cubicBezTo>
                  <a:lnTo>
                    <a:pt x="2970" y="4803"/>
                  </a:lnTo>
                  <a:cubicBezTo>
                    <a:pt x="2731" y="5147"/>
                    <a:pt x="2242" y="6172"/>
                    <a:pt x="2820" y="6172"/>
                  </a:cubicBezTo>
                  <a:cubicBezTo>
                    <a:pt x="2856" y="6172"/>
                    <a:pt x="2896" y="6168"/>
                    <a:pt x="2941" y="6159"/>
                  </a:cubicBezTo>
                  <a:cubicBezTo>
                    <a:pt x="3274" y="6088"/>
                    <a:pt x="3524" y="5826"/>
                    <a:pt x="3751" y="5552"/>
                  </a:cubicBezTo>
                  <a:cubicBezTo>
                    <a:pt x="3965" y="5290"/>
                    <a:pt x="4167" y="5028"/>
                    <a:pt x="4334" y="4743"/>
                  </a:cubicBezTo>
                  <a:cubicBezTo>
                    <a:pt x="4489" y="4493"/>
                    <a:pt x="4679" y="4338"/>
                    <a:pt x="4870" y="4112"/>
                  </a:cubicBezTo>
                  <a:lnTo>
                    <a:pt x="4870" y="4112"/>
                  </a:lnTo>
                  <a:cubicBezTo>
                    <a:pt x="4691" y="4326"/>
                    <a:pt x="4513" y="4552"/>
                    <a:pt x="4393" y="4802"/>
                  </a:cubicBezTo>
                  <a:cubicBezTo>
                    <a:pt x="4274" y="5016"/>
                    <a:pt x="4096" y="5457"/>
                    <a:pt x="4274" y="5683"/>
                  </a:cubicBezTo>
                  <a:cubicBezTo>
                    <a:pt x="4344" y="5776"/>
                    <a:pt x="4436" y="5812"/>
                    <a:pt x="4533" y="5812"/>
                  </a:cubicBezTo>
                  <a:cubicBezTo>
                    <a:pt x="4685" y="5812"/>
                    <a:pt x="4846" y="5721"/>
                    <a:pt x="4941" y="5612"/>
                  </a:cubicBezTo>
                  <a:lnTo>
                    <a:pt x="6120" y="4326"/>
                  </a:lnTo>
                  <a:cubicBezTo>
                    <a:pt x="6179" y="4266"/>
                    <a:pt x="6239" y="4195"/>
                    <a:pt x="6322" y="4159"/>
                  </a:cubicBezTo>
                  <a:cubicBezTo>
                    <a:pt x="6359" y="4146"/>
                    <a:pt x="6395" y="4140"/>
                    <a:pt x="6431" y="4140"/>
                  </a:cubicBezTo>
                  <a:cubicBezTo>
                    <a:pt x="6618" y="4140"/>
                    <a:pt x="6796" y="4299"/>
                    <a:pt x="6965" y="4409"/>
                  </a:cubicBezTo>
                  <a:cubicBezTo>
                    <a:pt x="7168" y="4535"/>
                    <a:pt x="7401" y="4598"/>
                    <a:pt x="7633" y="4598"/>
                  </a:cubicBezTo>
                  <a:cubicBezTo>
                    <a:pt x="7905" y="4598"/>
                    <a:pt x="8175" y="4511"/>
                    <a:pt x="8394" y="4338"/>
                  </a:cubicBezTo>
                  <a:cubicBezTo>
                    <a:pt x="8632" y="4147"/>
                    <a:pt x="8811" y="3873"/>
                    <a:pt x="9037" y="3671"/>
                  </a:cubicBezTo>
                  <a:cubicBezTo>
                    <a:pt x="9096" y="3623"/>
                    <a:pt x="9156" y="3576"/>
                    <a:pt x="9192" y="3504"/>
                  </a:cubicBezTo>
                  <a:cubicBezTo>
                    <a:pt x="9263" y="3373"/>
                    <a:pt x="9239" y="3219"/>
                    <a:pt x="9204" y="3076"/>
                  </a:cubicBezTo>
                  <a:cubicBezTo>
                    <a:pt x="8965" y="2064"/>
                    <a:pt x="8215" y="1194"/>
                    <a:pt x="7287" y="849"/>
                  </a:cubicBezTo>
                  <a:cubicBezTo>
                    <a:pt x="6297" y="474"/>
                    <a:pt x="5384" y="1"/>
                    <a:pt x="4318" y="1"/>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3174;p73"/>
            <p:cNvSpPr/>
            <p:nvPr/>
          </p:nvSpPr>
          <p:spPr>
            <a:xfrm>
              <a:off x="4171799" y="4195276"/>
              <a:ext cx="126664" cy="158874"/>
            </a:xfrm>
            <a:custGeom>
              <a:avLst/>
              <a:gdLst/>
              <a:ahLst/>
              <a:cxnLst/>
              <a:rect l="l" t="t" r="r" b="b"/>
              <a:pathLst>
                <a:path w="3323" h="4168" extrusionOk="0">
                  <a:moveTo>
                    <a:pt x="3263" y="1"/>
                  </a:moveTo>
                  <a:cubicBezTo>
                    <a:pt x="3227" y="1"/>
                    <a:pt x="3168" y="1"/>
                    <a:pt x="3096" y="25"/>
                  </a:cubicBezTo>
                  <a:cubicBezTo>
                    <a:pt x="2941" y="60"/>
                    <a:pt x="2739" y="156"/>
                    <a:pt x="2537" y="334"/>
                  </a:cubicBezTo>
                  <a:cubicBezTo>
                    <a:pt x="2346" y="501"/>
                    <a:pt x="2144" y="727"/>
                    <a:pt x="1953" y="989"/>
                  </a:cubicBezTo>
                  <a:cubicBezTo>
                    <a:pt x="1751" y="1239"/>
                    <a:pt x="1537" y="1501"/>
                    <a:pt x="1334" y="1775"/>
                  </a:cubicBezTo>
                  <a:cubicBezTo>
                    <a:pt x="1132" y="2049"/>
                    <a:pt x="929" y="2334"/>
                    <a:pt x="763" y="2608"/>
                  </a:cubicBezTo>
                  <a:cubicBezTo>
                    <a:pt x="596" y="2882"/>
                    <a:pt x="453" y="3144"/>
                    <a:pt x="334" y="3370"/>
                  </a:cubicBezTo>
                  <a:cubicBezTo>
                    <a:pt x="215" y="3596"/>
                    <a:pt x="144" y="3799"/>
                    <a:pt x="84" y="3942"/>
                  </a:cubicBezTo>
                  <a:cubicBezTo>
                    <a:pt x="36" y="4085"/>
                    <a:pt x="1" y="4168"/>
                    <a:pt x="1" y="4168"/>
                  </a:cubicBezTo>
                  <a:cubicBezTo>
                    <a:pt x="1" y="4168"/>
                    <a:pt x="48" y="4085"/>
                    <a:pt x="108" y="3954"/>
                  </a:cubicBezTo>
                  <a:cubicBezTo>
                    <a:pt x="179" y="3823"/>
                    <a:pt x="286" y="3644"/>
                    <a:pt x="417" y="3418"/>
                  </a:cubicBezTo>
                  <a:cubicBezTo>
                    <a:pt x="477" y="3311"/>
                    <a:pt x="560" y="3192"/>
                    <a:pt x="632" y="3073"/>
                  </a:cubicBezTo>
                  <a:cubicBezTo>
                    <a:pt x="715" y="2954"/>
                    <a:pt x="798" y="2823"/>
                    <a:pt x="894" y="2692"/>
                  </a:cubicBezTo>
                  <a:cubicBezTo>
                    <a:pt x="977" y="2561"/>
                    <a:pt x="1072" y="2430"/>
                    <a:pt x="1167" y="2287"/>
                  </a:cubicBezTo>
                  <a:cubicBezTo>
                    <a:pt x="1275" y="2156"/>
                    <a:pt x="1370" y="2013"/>
                    <a:pt x="1477" y="1882"/>
                  </a:cubicBezTo>
                  <a:cubicBezTo>
                    <a:pt x="1679" y="1608"/>
                    <a:pt x="1882" y="1334"/>
                    <a:pt x="2072" y="1072"/>
                  </a:cubicBezTo>
                  <a:cubicBezTo>
                    <a:pt x="2263" y="822"/>
                    <a:pt x="2430" y="572"/>
                    <a:pt x="2608" y="406"/>
                  </a:cubicBezTo>
                  <a:cubicBezTo>
                    <a:pt x="2787" y="227"/>
                    <a:pt x="2965" y="108"/>
                    <a:pt x="3096" y="60"/>
                  </a:cubicBezTo>
                  <a:cubicBezTo>
                    <a:pt x="3168" y="36"/>
                    <a:pt x="3227" y="13"/>
                    <a:pt x="3263" y="13"/>
                  </a:cubicBezTo>
                  <a:cubicBezTo>
                    <a:pt x="3311" y="1"/>
                    <a:pt x="3322" y="1"/>
                    <a:pt x="3322" y="1"/>
                  </a:cubicBezTo>
                  <a:close/>
                </a:path>
              </a:pathLst>
            </a:custGeom>
            <a:solidFill>
              <a:srgbClr val="ECA2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3175;p73"/>
            <p:cNvSpPr/>
            <p:nvPr/>
          </p:nvSpPr>
          <p:spPr>
            <a:xfrm>
              <a:off x="4153197" y="4188033"/>
              <a:ext cx="95332" cy="108940"/>
            </a:xfrm>
            <a:custGeom>
              <a:avLst/>
              <a:gdLst/>
              <a:ahLst/>
              <a:cxnLst/>
              <a:rect l="l" t="t" r="r" b="b"/>
              <a:pathLst>
                <a:path w="2501" h="2858" extrusionOk="0">
                  <a:moveTo>
                    <a:pt x="2501" y="0"/>
                  </a:moveTo>
                  <a:lnTo>
                    <a:pt x="2501" y="0"/>
                  </a:lnTo>
                  <a:cubicBezTo>
                    <a:pt x="2501" y="0"/>
                    <a:pt x="2441" y="0"/>
                    <a:pt x="2334" y="24"/>
                  </a:cubicBezTo>
                  <a:cubicBezTo>
                    <a:pt x="2227" y="60"/>
                    <a:pt x="2084" y="107"/>
                    <a:pt x="1917" y="203"/>
                  </a:cubicBezTo>
                  <a:cubicBezTo>
                    <a:pt x="1834" y="250"/>
                    <a:pt x="1751" y="298"/>
                    <a:pt x="1667" y="369"/>
                  </a:cubicBezTo>
                  <a:cubicBezTo>
                    <a:pt x="1584" y="429"/>
                    <a:pt x="1501" y="500"/>
                    <a:pt x="1417" y="584"/>
                  </a:cubicBezTo>
                  <a:cubicBezTo>
                    <a:pt x="1334" y="667"/>
                    <a:pt x="1251" y="750"/>
                    <a:pt x="1167" y="846"/>
                  </a:cubicBezTo>
                  <a:cubicBezTo>
                    <a:pt x="1096" y="941"/>
                    <a:pt x="1013" y="1036"/>
                    <a:pt x="941" y="1131"/>
                  </a:cubicBezTo>
                  <a:cubicBezTo>
                    <a:pt x="655" y="1536"/>
                    <a:pt x="417" y="1965"/>
                    <a:pt x="262" y="2298"/>
                  </a:cubicBezTo>
                  <a:cubicBezTo>
                    <a:pt x="179" y="2465"/>
                    <a:pt x="120" y="2596"/>
                    <a:pt x="72" y="2703"/>
                  </a:cubicBezTo>
                  <a:cubicBezTo>
                    <a:pt x="24" y="2798"/>
                    <a:pt x="0" y="2858"/>
                    <a:pt x="0" y="2858"/>
                  </a:cubicBezTo>
                  <a:cubicBezTo>
                    <a:pt x="0" y="2858"/>
                    <a:pt x="36" y="2798"/>
                    <a:pt x="96" y="2715"/>
                  </a:cubicBezTo>
                  <a:cubicBezTo>
                    <a:pt x="155" y="2620"/>
                    <a:pt x="251" y="2501"/>
                    <a:pt x="346" y="2346"/>
                  </a:cubicBezTo>
                  <a:cubicBezTo>
                    <a:pt x="441" y="2191"/>
                    <a:pt x="560" y="2012"/>
                    <a:pt x="679" y="1822"/>
                  </a:cubicBezTo>
                  <a:cubicBezTo>
                    <a:pt x="798" y="1631"/>
                    <a:pt x="941" y="1429"/>
                    <a:pt x="1084" y="1239"/>
                  </a:cubicBezTo>
                  <a:cubicBezTo>
                    <a:pt x="1155" y="1143"/>
                    <a:pt x="1227" y="1048"/>
                    <a:pt x="1298" y="953"/>
                  </a:cubicBezTo>
                  <a:cubicBezTo>
                    <a:pt x="1370" y="869"/>
                    <a:pt x="1441" y="774"/>
                    <a:pt x="1524" y="691"/>
                  </a:cubicBezTo>
                  <a:cubicBezTo>
                    <a:pt x="1679" y="524"/>
                    <a:pt x="1834" y="393"/>
                    <a:pt x="1977" y="286"/>
                  </a:cubicBezTo>
                  <a:cubicBezTo>
                    <a:pt x="2120" y="179"/>
                    <a:pt x="2251" y="107"/>
                    <a:pt x="2346" y="60"/>
                  </a:cubicBezTo>
                  <a:cubicBezTo>
                    <a:pt x="2441" y="12"/>
                    <a:pt x="2501" y="0"/>
                    <a:pt x="2501" y="0"/>
                  </a:cubicBezTo>
                  <a:close/>
                </a:path>
              </a:pathLst>
            </a:custGeom>
            <a:solidFill>
              <a:srgbClr val="ECA2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3176;p73"/>
            <p:cNvSpPr/>
            <p:nvPr/>
          </p:nvSpPr>
          <p:spPr>
            <a:xfrm>
              <a:off x="4217197" y="4213001"/>
              <a:ext cx="127084" cy="153880"/>
            </a:xfrm>
            <a:custGeom>
              <a:avLst/>
              <a:gdLst/>
              <a:ahLst/>
              <a:cxnLst/>
              <a:rect l="l" t="t" r="r" b="b"/>
              <a:pathLst>
                <a:path w="3334" h="4037" extrusionOk="0">
                  <a:moveTo>
                    <a:pt x="3334" y="0"/>
                  </a:moveTo>
                  <a:lnTo>
                    <a:pt x="3334" y="0"/>
                  </a:lnTo>
                  <a:cubicBezTo>
                    <a:pt x="3334" y="0"/>
                    <a:pt x="3315" y="10"/>
                    <a:pt x="3286" y="29"/>
                  </a:cubicBezTo>
                  <a:lnTo>
                    <a:pt x="3286" y="29"/>
                  </a:lnTo>
                  <a:cubicBezTo>
                    <a:pt x="3318" y="11"/>
                    <a:pt x="3334" y="0"/>
                    <a:pt x="3334" y="0"/>
                  </a:cubicBezTo>
                  <a:close/>
                  <a:moveTo>
                    <a:pt x="3286" y="29"/>
                  </a:moveTo>
                  <a:cubicBezTo>
                    <a:pt x="3250" y="48"/>
                    <a:pt x="3195" y="76"/>
                    <a:pt x="3120" y="107"/>
                  </a:cubicBezTo>
                  <a:cubicBezTo>
                    <a:pt x="3060" y="131"/>
                    <a:pt x="2977" y="155"/>
                    <a:pt x="2882" y="191"/>
                  </a:cubicBezTo>
                  <a:cubicBezTo>
                    <a:pt x="2786" y="226"/>
                    <a:pt x="2667" y="274"/>
                    <a:pt x="2560" y="345"/>
                  </a:cubicBezTo>
                  <a:cubicBezTo>
                    <a:pt x="2334" y="476"/>
                    <a:pt x="2131" y="714"/>
                    <a:pt x="1953" y="965"/>
                  </a:cubicBezTo>
                  <a:cubicBezTo>
                    <a:pt x="1762" y="1215"/>
                    <a:pt x="1572" y="1488"/>
                    <a:pt x="1381" y="1750"/>
                  </a:cubicBezTo>
                  <a:cubicBezTo>
                    <a:pt x="1191" y="2024"/>
                    <a:pt x="988" y="2298"/>
                    <a:pt x="822" y="2560"/>
                  </a:cubicBezTo>
                  <a:cubicBezTo>
                    <a:pt x="631" y="2810"/>
                    <a:pt x="500" y="3072"/>
                    <a:pt x="381" y="3298"/>
                  </a:cubicBezTo>
                  <a:cubicBezTo>
                    <a:pt x="262" y="3512"/>
                    <a:pt x="179" y="3703"/>
                    <a:pt x="107" y="3834"/>
                  </a:cubicBezTo>
                  <a:cubicBezTo>
                    <a:pt x="36" y="3965"/>
                    <a:pt x="0" y="4036"/>
                    <a:pt x="0" y="4036"/>
                  </a:cubicBezTo>
                  <a:cubicBezTo>
                    <a:pt x="0" y="4036"/>
                    <a:pt x="48" y="3965"/>
                    <a:pt x="131" y="3846"/>
                  </a:cubicBezTo>
                  <a:cubicBezTo>
                    <a:pt x="215" y="3727"/>
                    <a:pt x="334" y="3560"/>
                    <a:pt x="465" y="3346"/>
                  </a:cubicBezTo>
                  <a:cubicBezTo>
                    <a:pt x="536" y="3239"/>
                    <a:pt x="607" y="3120"/>
                    <a:pt x="679" y="3012"/>
                  </a:cubicBezTo>
                  <a:cubicBezTo>
                    <a:pt x="762" y="2881"/>
                    <a:pt x="846" y="2762"/>
                    <a:pt x="941" y="2643"/>
                  </a:cubicBezTo>
                  <a:cubicBezTo>
                    <a:pt x="1131" y="2393"/>
                    <a:pt x="1322" y="2119"/>
                    <a:pt x="1512" y="1857"/>
                  </a:cubicBezTo>
                  <a:cubicBezTo>
                    <a:pt x="1703" y="1584"/>
                    <a:pt x="1905" y="1310"/>
                    <a:pt x="2072" y="1048"/>
                  </a:cubicBezTo>
                  <a:cubicBezTo>
                    <a:pt x="2251" y="798"/>
                    <a:pt x="2417" y="560"/>
                    <a:pt x="2620" y="429"/>
                  </a:cubicBezTo>
                  <a:cubicBezTo>
                    <a:pt x="2810" y="286"/>
                    <a:pt x="3013" y="203"/>
                    <a:pt x="3132" y="131"/>
                  </a:cubicBezTo>
                  <a:cubicBezTo>
                    <a:pt x="3203" y="95"/>
                    <a:pt x="3251" y="60"/>
                    <a:pt x="3274" y="36"/>
                  </a:cubicBezTo>
                  <a:cubicBezTo>
                    <a:pt x="3278" y="33"/>
                    <a:pt x="3282" y="31"/>
                    <a:pt x="3286" y="29"/>
                  </a:cubicBezTo>
                  <a:close/>
                </a:path>
              </a:pathLst>
            </a:custGeom>
            <a:solidFill>
              <a:srgbClr val="ECA2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3177;p73"/>
            <p:cNvSpPr/>
            <p:nvPr/>
          </p:nvSpPr>
          <p:spPr>
            <a:xfrm>
              <a:off x="4277538" y="4246812"/>
              <a:ext cx="112142" cy="108254"/>
            </a:xfrm>
            <a:custGeom>
              <a:avLst/>
              <a:gdLst/>
              <a:ahLst/>
              <a:cxnLst/>
              <a:rect l="l" t="t" r="r" b="b"/>
              <a:pathLst>
                <a:path w="2942" h="2840" extrusionOk="0">
                  <a:moveTo>
                    <a:pt x="2601" y="0"/>
                  </a:moveTo>
                  <a:cubicBezTo>
                    <a:pt x="2505" y="0"/>
                    <a:pt x="2394" y="16"/>
                    <a:pt x="2275" y="66"/>
                  </a:cubicBezTo>
                  <a:cubicBezTo>
                    <a:pt x="2084" y="149"/>
                    <a:pt x="1894" y="316"/>
                    <a:pt x="1727" y="494"/>
                  </a:cubicBezTo>
                  <a:cubicBezTo>
                    <a:pt x="1549" y="673"/>
                    <a:pt x="1370" y="875"/>
                    <a:pt x="1191" y="1078"/>
                  </a:cubicBezTo>
                  <a:cubicBezTo>
                    <a:pt x="1025" y="1280"/>
                    <a:pt x="858" y="1482"/>
                    <a:pt x="703" y="1685"/>
                  </a:cubicBezTo>
                  <a:cubicBezTo>
                    <a:pt x="560" y="1887"/>
                    <a:pt x="429" y="2078"/>
                    <a:pt x="322" y="2256"/>
                  </a:cubicBezTo>
                  <a:cubicBezTo>
                    <a:pt x="108" y="2590"/>
                    <a:pt x="1" y="2840"/>
                    <a:pt x="1" y="2840"/>
                  </a:cubicBezTo>
                  <a:cubicBezTo>
                    <a:pt x="1" y="2840"/>
                    <a:pt x="37" y="2780"/>
                    <a:pt x="108" y="2685"/>
                  </a:cubicBezTo>
                  <a:cubicBezTo>
                    <a:pt x="179" y="2602"/>
                    <a:pt x="275" y="2459"/>
                    <a:pt x="394" y="2304"/>
                  </a:cubicBezTo>
                  <a:cubicBezTo>
                    <a:pt x="644" y="1994"/>
                    <a:pt x="977" y="1590"/>
                    <a:pt x="1322" y="1185"/>
                  </a:cubicBezTo>
                  <a:cubicBezTo>
                    <a:pt x="1501" y="982"/>
                    <a:pt x="1668" y="780"/>
                    <a:pt x="1834" y="589"/>
                  </a:cubicBezTo>
                  <a:cubicBezTo>
                    <a:pt x="1989" y="411"/>
                    <a:pt x="2156" y="244"/>
                    <a:pt x="2323" y="161"/>
                  </a:cubicBezTo>
                  <a:cubicBezTo>
                    <a:pt x="2489" y="66"/>
                    <a:pt x="2656" y="42"/>
                    <a:pt x="2763" y="42"/>
                  </a:cubicBezTo>
                  <a:cubicBezTo>
                    <a:pt x="2882" y="54"/>
                    <a:pt x="2942" y="66"/>
                    <a:pt x="2942" y="66"/>
                  </a:cubicBezTo>
                  <a:cubicBezTo>
                    <a:pt x="2942" y="66"/>
                    <a:pt x="2930" y="54"/>
                    <a:pt x="2906" y="54"/>
                  </a:cubicBezTo>
                  <a:cubicBezTo>
                    <a:pt x="2870" y="42"/>
                    <a:pt x="2823" y="18"/>
                    <a:pt x="2775" y="18"/>
                  </a:cubicBezTo>
                  <a:cubicBezTo>
                    <a:pt x="2726" y="8"/>
                    <a:pt x="2667" y="0"/>
                    <a:pt x="2601" y="0"/>
                  </a:cubicBezTo>
                  <a:close/>
                </a:path>
              </a:pathLst>
            </a:custGeom>
            <a:solidFill>
              <a:srgbClr val="ECA2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3178;p73"/>
            <p:cNvSpPr/>
            <p:nvPr/>
          </p:nvSpPr>
          <p:spPr>
            <a:xfrm>
              <a:off x="4361512" y="3911944"/>
              <a:ext cx="537838" cy="236557"/>
            </a:xfrm>
            <a:custGeom>
              <a:avLst/>
              <a:gdLst/>
              <a:ahLst/>
              <a:cxnLst/>
              <a:rect l="l" t="t" r="r" b="b"/>
              <a:pathLst>
                <a:path w="14110" h="6206" extrusionOk="0">
                  <a:moveTo>
                    <a:pt x="6928" y="0"/>
                  </a:moveTo>
                  <a:cubicBezTo>
                    <a:pt x="6868" y="0"/>
                    <a:pt x="6806" y="5"/>
                    <a:pt x="6739" y="16"/>
                  </a:cubicBezTo>
                  <a:cubicBezTo>
                    <a:pt x="6358" y="76"/>
                    <a:pt x="6001" y="207"/>
                    <a:pt x="5656" y="373"/>
                  </a:cubicBezTo>
                  <a:cubicBezTo>
                    <a:pt x="4989" y="707"/>
                    <a:pt x="4394" y="1183"/>
                    <a:pt x="3787" y="1635"/>
                  </a:cubicBezTo>
                  <a:cubicBezTo>
                    <a:pt x="2656" y="2481"/>
                    <a:pt x="1536" y="3314"/>
                    <a:pt x="405" y="4148"/>
                  </a:cubicBezTo>
                  <a:cubicBezTo>
                    <a:pt x="322" y="4207"/>
                    <a:pt x="239" y="4279"/>
                    <a:pt x="191" y="4362"/>
                  </a:cubicBezTo>
                  <a:cubicBezTo>
                    <a:pt x="143" y="4457"/>
                    <a:pt x="155" y="4588"/>
                    <a:pt x="239" y="4660"/>
                  </a:cubicBezTo>
                  <a:cubicBezTo>
                    <a:pt x="489" y="4612"/>
                    <a:pt x="739" y="4529"/>
                    <a:pt x="977" y="4422"/>
                  </a:cubicBezTo>
                  <a:lnTo>
                    <a:pt x="977" y="4422"/>
                  </a:lnTo>
                  <a:cubicBezTo>
                    <a:pt x="715" y="4588"/>
                    <a:pt x="0" y="5219"/>
                    <a:pt x="667" y="5374"/>
                  </a:cubicBezTo>
                  <a:cubicBezTo>
                    <a:pt x="723" y="5388"/>
                    <a:pt x="782" y="5395"/>
                    <a:pt x="844" y="5395"/>
                  </a:cubicBezTo>
                  <a:cubicBezTo>
                    <a:pt x="1155" y="5395"/>
                    <a:pt x="1531" y="5231"/>
                    <a:pt x="1796" y="5060"/>
                  </a:cubicBezTo>
                  <a:lnTo>
                    <a:pt x="1796" y="5060"/>
                  </a:lnTo>
                  <a:cubicBezTo>
                    <a:pt x="1569" y="5217"/>
                    <a:pt x="1194" y="5496"/>
                    <a:pt x="1215" y="5731"/>
                  </a:cubicBezTo>
                  <a:cubicBezTo>
                    <a:pt x="1227" y="5862"/>
                    <a:pt x="1334" y="5969"/>
                    <a:pt x="1453" y="6005"/>
                  </a:cubicBezTo>
                  <a:cubicBezTo>
                    <a:pt x="1497" y="6018"/>
                    <a:pt x="1542" y="6023"/>
                    <a:pt x="1588" y="6023"/>
                  </a:cubicBezTo>
                  <a:cubicBezTo>
                    <a:pt x="1667" y="6023"/>
                    <a:pt x="1747" y="6008"/>
                    <a:pt x="1822" y="5993"/>
                  </a:cubicBezTo>
                  <a:cubicBezTo>
                    <a:pt x="2096" y="5922"/>
                    <a:pt x="2358" y="5815"/>
                    <a:pt x="2596" y="5672"/>
                  </a:cubicBezTo>
                  <a:lnTo>
                    <a:pt x="2596" y="5672"/>
                  </a:lnTo>
                  <a:cubicBezTo>
                    <a:pt x="2608" y="5743"/>
                    <a:pt x="2536" y="5791"/>
                    <a:pt x="2513" y="5862"/>
                  </a:cubicBezTo>
                  <a:cubicBezTo>
                    <a:pt x="2384" y="6142"/>
                    <a:pt x="2703" y="6206"/>
                    <a:pt x="2992" y="6206"/>
                  </a:cubicBezTo>
                  <a:cubicBezTo>
                    <a:pt x="3157" y="6206"/>
                    <a:pt x="3313" y="6185"/>
                    <a:pt x="3370" y="6172"/>
                  </a:cubicBezTo>
                  <a:cubicBezTo>
                    <a:pt x="4346" y="5981"/>
                    <a:pt x="5013" y="5469"/>
                    <a:pt x="5846" y="4957"/>
                  </a:cubicBezTo>
                  <a:cubicBezTo>
                    <a:pt x="6073" y="4814"/>
                    <a:pt x="6299" y="4660"/>
                    <a:pt x="6561" y="4648"/>
                  </a:cubicBezTo>
                  <a:cubicBezTo>
                    <a:pt x="6739" y="4648"/>
                    <a:pt x="6906" y="4707"/>
                    <a:pt x="7073" y="4767"/>
                  </a:cubicBezTo>
                  <a:cubicBezTo>
                    <a:pt x="7942" y="5088"/>
                    <a:pt x="8835" y="5326"/>
                    <a:pt x="9752" y="5445"/>
                  </a:cubicBezTo>
                  <a:cubicBezTo>
                    <a:pt x="10145" y="5493"/>
                    <a:pt x="10549" y="5553"/>
                    <a:pt x="10942" y="5588"/>
                  </a:cubicBezTo>
                  <a:cubicBezTo>
                    <a:pt x="10973" y="5591"/>
                    <a:pt x="11004" y="5592"/>
                    <a:pt x="11034" y="5592"/>
                  </a:cubicBezTo>
                  <a:cubicBezTo>
                    <a:pt x="11462" y="5592"/>
                    <a:pt x="11853" y="5372"/>
                    <a:pt x="12276" y="5338"/>
                  </a:cubicBezTo>
                  <a:cubicBezTo>
                    <a:pt x="12309" y="5335"/>
                    <a:pt x="12343" y="5334"/>
                    <a:pt x="12377" y="5334"/>
                  </a:cubicBezTo>
                  <a:cubicBezTo>
                    <a:pt x="12672" y="5334"/>
                    <a:pt x="12984" y="5444"/>
                    <a:pt x="13243" y="5444"/>
                  </a:cubicBezTo>
                  <a:cubicBezTo>
                    <a:pt x="13496" y="5444"/>
                    <a:pt x="13699" y="5339"/>
                    <a:pt x="13788" y="4922"/>
                  </a:cubicBezTo>
                  <a:cubicBezTo>
                    <a:pt x="13931" y="4279"/>
                    <a:pt x="14109" y="3636"/>
                    <a:pt x="14097" y="2969"/>
                  </a:cubicBezTo>
                  <a:cubicBezTo>
                    <a:pt x="14097" y="2921"/>
                    <a:pt x="14097" y="2886"/>
                    <a:pt x="14086" y="2850"/>
                  </a:cubicBezTo>
                  <a:cubicBezTo>
                    <a:pt x="14086" y="2790"/>
                    <a:pt x="14086" y="2743"/>
                    <a:pt x="14050" y="2707"/>
                  </a:cubicBezTo>
                  <a:cubicBezTo>
                    <a:pt x="14026" y="2671"/>
                    <a:pt x="13990" y="2659"/>
                    <a:pt x="13955" y="2647"/>
                  </a:cubicBezTo>
                  <a:cubicBezTo>
                    <a:pt x="12966" y="2338"/>
                    <a:pt x="11990" y="2028"/>
                    <a:pt x="11026" y="1659"/>
                  </a:cubicBezTo>
                  <a:cubicBezTo>
                    <a:pt x="9954" y="1243"/>
                    <a:pt x="8871" y="766"/>
                    <a:pt x="7835" y="302"/>
                  </a:cubicBezTo>
                  <a:cubicBezTo>
                    <a:pt x="7503" y="151"/>
                    <a:pt x="7256" y="0"/>
                    <a:pt x="6928" y="0"/>
                  </a:cubicBezTo>
                  <a:close/>
                </a:path>
              </a:pathLst>
            </a:custGeom>
            <a:solidFill>
              <a:srgbClr val="7F47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9" name="Google Shape;3179;p73"/>
            <p:cNvSpPr/>
            <p:nvPr/>
          </p:nvSpPr>
          <p:spPr>
            <a:xfrm>
              <a:off x="4440950" y="4023973"/>
              <a:ext cx="210599" cy="110083"/>
            </a:xfrm>
            <a:custGeom>
              <a:avLst/>
              <a:gdLst/>
              <a:ahLst/>
              <a:cxnLst/>
              <a:rect l="l" t="t" r="r" b="b"/>
              <a:pathLst>
                <a:path w="5525" h="2888" extrusionOk="0">
                  <a:moveTo>
                    <a:pt x="5005" y="0"/>
                  </a:moveTo>
                  <a:cubicBezTo>
                    <a:pt x="4865" y="0"/>
                    <a:pt x="4705" y="17"/>
                    <a:pt x="4536" y="66"/>
                  </a:cubicBezTo>
                  <a:cubicBezTo>
                    <a:pt x="4239" y="149"/>
                    <a:pt x="3917" y="292"/>
                    <a:pt x="3596" y="494"/>
                  </a:cubicBezTo>
                  <a:cubicBezTo>
                    <a:pt x="3286" y="697"/>
                    <a:pt x="2965" y="923"/>
                    <a:pt x="2631" y="1149"/>
                  </a:cubicBezTo>
                  <a:cubicBezTo>
                    <a:pt x="2310" y="1375"/>
                    <a:pt x="1976" y="1602"/>
                    <a:pt x="1679" y="1816"/>
                  </a:cubicBezTo>
                  <a:cubicBezTo>
                    <a:pt x="1369" y="2042"/>
                    <a:pt x="1107" y="2268"/>
                    <a:pt x="869" y="2435"/>
                  </a:cubicBezTo>
                  <a:cubicBezTo>
                    <a:pt x="750" y="2518"/>
                    <a:pt x="631" y="2590"/>
                    <a:pt x="536" y="2649"/>
                  </a:cubicBezTo>
                  <a:cubicBezTo>
                    <a:pt x="429" y="2709"/>
                    <a:pt x="333" y="2756"/>
                    <a:pt x="250" y="2792"/>
                  </a:cubicBezTo>
                  <a:cubicBezTo>
                    <a:pt x="179" y="2816"/>
                    <a:pt x="107" y="2852"/>
                    <a:pt x="71" y="2864"/>
                  </a:cubicBezTo>
                  <a:cubicBezTo>
                    <a:pt x="119" y="2864"/>
                    <a:pt x="179" y="2840"/>
                    <a:pt x="274" y="2816"/>
                  </a:cubicBezTo>
                  <a:cubicBezTo>
                    <a:pt x="429" y="2768"/>
                    <a:pt x="667" y="2673"/>
                    <a:pt x="929" y="2506"/>
                  </a:cubicBezTo>
                  <a:cubicBezTo>
                    <a:pt x="1179" y="2352"/>
                    <a:pt x="1465" y="2149"/>
                    <a:pt x="1762" y="1947"/>
                  </a:cubicBezTo>
                  <a:cubicBezTo>
                    <a:pt x="2072" y="1733"/>
                    <a:pt x="2405" y="1518"/>
                    <a:pt x="2727" y="1292"/>
                  </a:cubicBezTo>
                  <a:cubicBezTo>
                    <a:pt x="3060" y="1066"/>
                    <a:pt x="3381" y="840"/>
                    <a:pt x="3679" y="625"/>
                  </a:cubicBezTo>
                  <a:cubicBezTo>
                    <a:pt x="3977" y="411"/>
                    <a:pt x="4286" y="244"/>
                    <a:pt x="4560" y="161"/>
                  </a:cubicBezTo>
                  <a:cubicBezTo>
                    <a:pt x="4703" y="113"/>
                    <a:pt x="4834" y="78"/>
                    <a:pt x="4953" y="66"/>
                  </a:cubicBezTo>
                  <a:cubicBezTo>
                    <a:pt x="5072" y="54"/>
                    <a:pt x="5167" y="54"/>
                    <a:pt x="5263" y="54"/>
                  </a:cubicBezTo>
                  <a:cubicBezTo>
                    <a:pt x="5346" y="66"/>
                    <a:pt x="5405" y="66"/>
                    <a:pt x="5453" y="78"/>
                  </a:cubicBezTo>
                  <a:cubicBezTo>
                    <a:pt x="5501" y="89"/>
                    <a:pt x="5525" y="89"/>
                    <a:pt x="5525" y="89"/>
                  </a:cubicBezTo>
                  <a:cubicBezTo>
                    <a:pt x="5525" y="89"/>
                    <a:pt x="5501" y="78"/>
                    <a:pt x="5453" y="66"/>
                  </a:cubicBezTo>
                  <a:cubicBezTo>
                    <a:pt x="5417" y="54"/>
                    <a:pt x="5346" y="30"/>
                    <a:pt x="5263" y="18"/>
                  </a:cubicBezTo>
                  <a:cubicBezTo>
                    <a:pt x="5189" y="8"/>
                    <a:pt x="5102" y="0"/>
                    <a:pt x="5005" y="0"/>
                  </a:cubicBezTo>
                  <a:close/>
                  <a:moveTo>
                    <a:pt x="71" y="2864"/>
                  </a:moveTo>
                  <a:lnTo>
                    <a:pt x="71" y="2864"/>
                  </a:lnTo>
                  <a:cubicBezTo>
                    <a:pt x="24" y="2876"/>
                    <a:pt x="0" y="2887"/>
                    <a:pt x="0" y="2887"/>
                  </a:cubicBezTo>
                  <a:cubicBezTo>
                    <a:pt x="0" y="2887"/>
                    <a:pt x="24" y="2887"/>
                    <a:pt x="71" y="2864"/>
                  </a:cubicBezTo>
                  <a:close/>
                </a:path>
              </a:pathLst>
            </a:custGeom>
            <a:solidFill>
              <a:srgbClr val="7F47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0" name="Google Shape;3180;p73"/>
            <p:cNvSpPr/>
            <p:nvPr/>
          </p:nvSpPr>
          <p:spPr>
            <a:xfrm>
              <a:off x="4416441" y="3982424"/>
              <a:ext cx="206063" cy="128037"/>
            </a:xfrm>
            <a:custGeom>
              <a:avLst/>
              <a:gdLst/>
              <a:ahLst/>
              <a:cxnLst/>
              <a:rect l="l" t="t" r="r" b="b"/>
              <a:pathLst>
                <a:path w="5406" h="3359" extrusionOk="0">
                  <a:moveTo>
                    <a:pt x="5132" y="1"/>
                  </a:moveTo>
                  <a:cubicBezTo>
                    <a:pt x="4953" y="25"/>
                    <a:pt x="4703" y="84"/>
                    <a:pt x="4429" y="215"/>
                  </a:cubicBezTo>
                  <a:cubicBezTo>
                    <a:pt x="4155" y="358"/>
                    <a:pt x="3858" y="548"/>
                    <a:pt x="3536" y="751"/>
                  </a:cubicBezTo>
                  <a:cubicBezTo>
                    <a:pt x="3227" y="965"/>
                    <a:pt x="2893" y="1191"/>
                    <a:pt x="2572" y="1430"/>
                  </a:cubicBezTo>
                  <a:cubicBezTo>
                    <a:pt x="2238" y="1668"/>
                    <a:pt x="1917" y="1906"/>
                    <a:pt x="1631" y="2144"/>
                  </a:cubicBezTo>
                  <a:cubicBezTo>
                    <a:pt x="1334" y="2382"/>
                    <a:pt x="1072" y="2620"/>
                    <a:pt x="834" y="2799"/>
                  </a:cubicBezTo>
                  <a:cubicBezTo>
                    <a:pt x="714" y="2894"/>
                    <a:pt x="607" y="2977"/>
                    <a:pt x="500" y="3049"/>
                  </a:cubicBezTo>
                  <a:cubicBezTo>
                    <a:pt x="405" y="3120"/>
                    <a:pt x="322" y="3180"/>
                    <a:pt x="238" y="3227"/>
                  </a:cubicBezTo>
                  <a:cubicBezTo>
                    <a:pt x="95" y="3311"/>
                    <a:pt x="0" y="3358"/>
                    <a:pt x="0" y="3358"/>
                  </a:cubicBezTo>
                  <a:cubicBezTo>
                    <a:pt x="0" y="3358"/>
                    <a:pt x="24" y="3346"/>
                    <a:pt x="60" y="3335"/>
                  </a:cubicBezTo>
                  <a:cubicBezTo>
                    <a:pt x="107" y="3311"/>
                    <a:pt x="179" y="3287"/>
                    <a:pt x="250" y="3251"/>
                  </a:cubicBezTo>
                  <a:cubicBezTo>
                    <a:pt x="417" y="3180"/>
                    <a:pt x="643" y="3061"/>
                    <a:pt x="893" y="2882"/>
                  </a:cubicBezTo>
                  <a:cubicBezTo>
                    <a:pt x="1143" y="2715"/>
                    <a:pt x="1417" y="2501"/>
                    <a:pt x="1715" y="2263"/>
                  </a:cubicBezTo>
                  <a:cubicBezTo>
                    <a:pt x="2012" y="2037"/>
                    <a:pt x="2346" y="1799"/>
                    <a:pt x="2667" y="1572"/>
                  </a:cubicBezTo>
                  <a:cubicBezTo>
                    <a:pt x="2989" y="1334"/>
                    <a:pt x="3322" y="1096"/>
                    <a:pt x="3620" y="882"/>
                  </a:cubicBezTo>
                  <a:cubicBezTo>
                    <a:pt x="3929" y="668"/>
                    <a:pt x="4215" y="453"/>
                    <a:pt x="4477" y="310"/>
                  </a:cubicBezTo>
                  <a:cubicBezTo>
                    <a:pt x="4608" y="227"/>
                    <a:pt x="4727" y="167"/>
                    <a:pt x="4834" y="120"/>
                  </a:cubicBezTo>
                  <a:cubicBezTo>
                    <a:pt x="4953" y="84"/>
                    <a:pt x="5048" y="48"/>
                    <a:pt x="5132" y="36"/>
                  </a:cubicBezTo>
                  <a:cubicBezTo>
                    <a:pt x="5215" y="25"/>
                    <a:pt x="5286" y="13"/>
                    <a:pt x="5334" y="13"/>
                  </a:cubicBezTo>
                  <a:lnTo>
                    <a:pt x="5406" y="13"/>
                  </a:lnTo>
                  <a:cubicBezTo>
                    <a:pt x="5406" y="13"/>
                    <a:pt x="5382" y="13"/>
                    <a:pt x="5334" y="1"/>
                  </a:cubicBezTo>
                  <a:close/>
                </a:path>
              </a:pathLst>
            </a:custGeom>
            <a:solidFill>
              <a:srgbClr val="7F47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1" name="Google Shape;3181;p73"/>
            <p:cNvSpPr/>
            <p:nvPr/>
          </p:nvSpPr>
          <p:spPr>
            <a:xfrm>
              <a:off x="4361055" y="3811083"/>
              <a:ext cx="419369" cy="282641"/>
            </a:xfrm>
            <a:custGeom>
              <a:avLst/>
              <a:gdLst/>
              <a:ahLst/>
              <a:cxnLst/>
              <a:rect l="l" t="t" r="r" b="b"/>
              <a:pathLst>
                <a:path w="11002" h="7415" extrusionOk="0">
                  <a:moveTo>
                    <a:pt x="7160" y="1"/>
                  </a:moveTo>
                  <a:cubicBezTo>
                    <a:pt x="7040" y="1"/>
                    <a:pt x="6919" y="16"/>
                    <a:pt x="6799" y="31"/>
                  </a:cubicBezTo>
                  <a:cubicBezTo>
                    <a:pt x="6506" y="68"/>
                    <a:pt x="6211" y="86"/>
                    <a:pt x="5915" y="86"/>
                  </a:cubicBezTo>
                  <a:cubicBezTo>
                    <a:pt x="5645" y="86"/>
                    <a:pt x="5375" y="71"/>
                    <a:pt x="5108" y="43"/>
                  </a:cubicBezTo>
                  <a:cubicBezTo>
                    <a:pt x="5025" y="37"/>
                    <a:pt x="4942" y="28"/>
                    <a:pt x="4860" y="28"/>
                  </a:cubicBezTo>
                  <a:cubicBezTo>
                    <a:pt x="4778" y="28"/>
                    <a:pt x="4698" y="37"/>
                    <a:pt x="4620" y="67"/>
                  </a:cubicBezTo>
                  <a:cubicBezTo>
                    <a:pt x="4489" y="126"/>
                    <a:pt x="4382" y="245"/>
                    <a:pt x="4299" y="364"/>
                  </a:cubicBezTo>
                  <a:cubicBezTo>
                    <a:pt x="3953" y="841"/>
                    <a:pt x="3680" y="1376"/>
                    <a:pt x="3346" y="1864"/>
                  </a:cubicBezTo>
                  <a:cubicBezTo>
                    <a:pt x="2977" y="2400"/>
                    <a:pt x="2608" y="2960"/>
                    <a:pt x="2120" y="3388"/>
                  </a:cubicBezTo>
                  <a:cubicBezTo>
                    <a:pt x="1465" y="3960"/>
                    <a:pt x="763" y="4448"/>
                    <a:pt x="1" y="4841"/>
                  </a:cubicBezTo>
                  <a:cubicBezTo>
                    <a:pt x="274" y="5603"/>
                    <a:pt x="453" y="6389"/>
                    <a:pt x="548" y="7187"/>
                  </a:cubicBezTo>
                  <a:cubicBezTo>
                    <a:pt x="560" y="7258"/>
                    <a:pt x="560" y="7329"/>
                    <a:pt x="620" y="7377"/>
                  </a:cubicBezTo>
                  <a:cubicBezTo>
                    <a:pt x="655" y="7413"/>
                    <a:pt x="715" y="7413"/>
                    <a:pt x="763" y="7413"/>
                  </a:cubicBezTo>
                  <a:cubicBezTo>
                    <a:pt x="798" y="7414"/>
                    <a:pt x="834" y="7414"/>
                    <a:pt x="869" y="7414"/>
                  </a:cubicBezTo>
                  <a:cubicBezTo>
                    <a:pt x="1785" y="7414"/>
                    <a:pt x="2686" y="7120"/>
                    <a:pt x="3477" y="6639"/>
                  </a:cubicBezTo>
                  <a:cubicBezTo>
                    <a:pt x="4632" y="5960"/>
                    <a:pt x="5525" y="4889"/>
                    <a:pt x="6489" y="3960"/>
                  </a:cubicBezTo>
                  <a:cubicBezTo>
                    <a:pt x="6537" y="3912"/>
                    <a:pt x="6597" y="3865"/>
                    <a:pt x="6656" y="3853"/>
                  </a:cubicBezTo>
                  <a:cubicBezTo>
                    <a:pt x="6672" y="3850"/>
                    <a:pt x="6688" y="3848"/>
                    <a:pt x="6704" y="3848"/>
                  </a:cubicBezTo>
                  <a:cubicBezTo>
                    <a:pt x="6748" y="3848"/>
                    <a:pt x="6791" y="3859"/>
                    <a:pt x="6835" y="3877"/>
                  </a:cubicBezTo>
                  <a:cubicBezTo>
                    <a:pt x="7668" y="4150"/>
                    <a:pt x="8394" y="4793"/>
                    <a:pt x="9264" y="4924"/>
                  </a:cubicBezTo>
                  <a:cubicBezTo>
                    <a:pt x="9301" y="4927"/>
                    <a:pt x="9339" y="4929"/>
                    <a:pt x="9376" y="4929"/>
                  </a:cubicBezTo>
                  <a:cubicBezTo>
                    <a:pt x="9494" y="4929"/>
                    <a:pt x="9608" y="4908"/>
                    <a:pt x="9680" y="4817"/>
                  </a:cubicBezTo>
                  <a:cubicBezTo>
                    <a:pt x="9752" y="4722"/>
                    <a:pt x="9752" y="4579"/>
                    <a:pt x="9692" y="4472"/>
                  </a:cubicBezTo>
                  <a:cubicBezTo>
                    <a:pt x="9645" y="4365"/>
                    <a:pt x="9549" y="4281"/>
                    <a:pt x="9466" y="4210"/>
                  </a:cubicBezTo>
                  <a:lnTo>
                    <a:pt x="9466" y="4210"/>
                  </a:lnTo>
                  <a:cubicBezTo>
                    <a:pt x="9764" y="4436"/>
                    <a:pt x="10097" y="4651"/>
                    <a:pt x="10466" y="4722"/>
                  </a:cubicBezTo>
                  <a:cubicBezTo>
                    <a:pt x="10500" y="4727"/>
                    <a:pt x="10538" y="4732"/>
                    <a:pt x="10576" y="4732"/>
                  </a:cubicBezTo>
                  <a:cubicBezTo>
                    <a:pt x="10631" y="4732"/>
                    <a:pt x="10686" y="4721"/>
                    <a:pt x="10728" y="4686"/>
                  </a:cubicBezTo>
                  <a:cubicBezTo>
                    <a:pt x="10800" y="4627"/>
                    <a:pt x="10823" y="4531"/>
                    <a:pt x="10811" y="4448"/>
                  </a:cubicBezTo>
                  <a:cubicBezTo>
                    <a:pt x="10800" y="4353"/>
                    <a:pt x="10764" y="4281"/>
                    <a:pt x="10716" y="4210"/>
                  </a:cubicBezTo>
                  <a:cubicBezTo>
                    <a:pt x="10633" y="4067"/>
                    <a:pt x="10526" y="3936"/>
                    <a:pt x="10407" y="3829"/>
                  </a:cubicBezTo>
                  <a:lnTo>
                    <a:pt x="10407" y="3829"/>
                  </a:lnTo>
                  <a:cubicBezTo>
                    <a:pt x="10506" y="3872"/>
                    <a:pt x="10657" y="3932"/>
                    <a:pt x="10780" y="3932"/>
                  </a:cubicBezTo>
                  <a:cubicBezTo>
                    <a:pt x="10894" y="3932"/>
                    <a:pt x="10984" y="3882"/>
                    <a:pt x="10990" y="3722"/>
                  </a:cubicBezTo>
                  <a:cubicBezTo>
                    <a:pt x="11002" y="3543"/>
                    <a:pt x="10919" y="3305"/>
                    <a:pt x="10811" y="3162"/>
                  </a:cubicBezTo>
                  <a:cubicBezTo>
                    <a:pt x="10692" y="2984"/>
                    <a:pt x="10538" y="2841"/>
                    <a:pt x="10371" y="2710"/>
                  </a:cubicBezTo>
                  <a:lnTo>
                    <a:pt x="10371" y="2710"/>
                  </a:lnTo>
                  <a:cubicBezTo>
                    <a:pt x="10409" y="2718"/>
                    <a:pt x="10454" y="2725"/>
                    <a:pt x="10497" y="2725"/>
                  </a:cubicBezTo>
                  <a:cubicBezTo>
                    <a:pt x="10575" y="2725"/>
                    <a:pt x="10650" y="2703"/>
                    <a:pt x="10680" y="2626"/>
                  </a:cubicBezTo>
                  <a:cubicBezTo>
                    <a:pt x="10692" y="2579"/>
                    <a:pt x="10680" y="2507"/>
                    <a:pt x="10657" y="2460"/>
                  </a:cubicBezTo>
                  <a:cubicBezTo>
                    <a:pt x="10585" y="2269"/>
                    <a:pt x="10454" y="2126"/>
                    <a:pt x="10311" y="1995"/>
                  </a:cubicBezTo>
                  <a:cubicBezTo>
                    <a:pt x="10264" y="1948"/>
                    <a:pt x="10216" y="1912"/>
                    <a:pt x="10168" y="1876"/>
                  </a:cubicBezTo>
                  <a:cubicBezTo>
                    <a:pt x="9490" y="1305"/>
                    <a:pt x="8740" y="805"/>
                    <a:pt x="8002" y="317"/>
                  </a:cubicBezTo>
                  <a:cubicBezTo>
                    <a:pt x="7799" y="198"/>
                    <a:pt x="7597" y="55"/>
                    <a:pt x="7371" y="19"/>
                  </a:cubicBezTo>
                  <a:cubicBezTo>
                    <a:pt x="7300" y="6"/>
                    <a:pt x="7230" y="1"/>
                    <a:pt x="7160" y="1"/>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2" name="Google Shape;3182;p73"/>
            <p:cNvSpPr/>
            <p:nvPr/>
          </p:nvSpPr>
          <p:spPr>
            <a:xfrm>
              <a:off x="4576651" y="3910381"/>
              <a:ext cx="164325" cy="74825"/>
            </a:xfrm>
            <a:custGeom>
              <a:avLst/>
              <a:gdLst/>
              <a:ahLst/>
              <a:cxnLst/>
              <a:rect l="l" t="t" r="r" b="b"/>
              <a:pathLst>
                <a:path w="4311" h="1963" extrusionOk="0">
                  <a:moveTo>
                    <a:pt x="1208" y="0"/>
                  </a:moveTo>
                  <a:cubicBezTo>
                    <a:pt x="1170" y="0"/>
                    <a:pt x="1132" y="3"/>
                    <a:pt x="1095" y="10"/>
                  </a:cubicBezTo>
                  <a:cubicBezTo>
                    <a:pt x="964" y="33"/>
                    <a:pt x="845" y="69"/>
                    <a:pt x="726" y="105"/>
                  </a:cubicBezTo>
                  <a:cubicBezTo>
                    <a:pt x="512" y="176"/>
                    <a:pt x="333" y="236"/>
                    <a:pt x="202" y="283"/>
                  </a:cubicBezTo>
                  <a:cubicBezTo>
                    <a:pt x="71" y="319"/>
                    <a:pt x="0" y="343"/>
                    <a:pt x="0" y="343"/>
                  </a:cubicBezTo>
                  <a:cubicBezTo>
                    <a:pt x="0" y="343"/>
                    <a:pt x="83" y="331"/>
                    <a:pt x="214" y="307"/>
                  </a:cubicBezTo>
                  <a:cubicBezTo>
                    <a:pt x="345" y="283"/>
                    <a:pt x="536" y="248"/>
                    <a:pt x="762" y="200"/>
                  </a:cubicBezTo>
                  <a:cubicBezTo>
                    <a:pt x="869" y="176"/>
                    <a:pt x="988" y="152"/>
                    <a:pt x="1107" y="141"/>
                  </a:cubicBezTo>
                  <a:cubicBezTo>
                    <a:pt x="1129" y="139"/>
                    <a:pt x="1151" y="138"/>
                    <a:pt x="1172" y="138"/>
                  </a:cubicBezTo>
                  <a:cubicBezTo>
                    <a:pt x="1278" y="138"/>
                    <a:pt x="1377" y="162"/>
                    <a:pt x="1476" y="212"/>
                  </a:cubicBezTo>
                  <a:cubicBezTo>
                    <a:pt x="1595" y="260"/>
                    <a:pt x="1715" y="355"/>
                    <a:pt x="1845" y="438"/>
                  </a:cubicBezTo>
                  <a:cubicBezTo>
                    <a:pt x="1965" y="522"/>
                    <a:pt x="2096" y="605"/>
                    <a:pt x="2215" y="688"/>
                  </a:cubicBezTo>
                  <a:cubicBezTo>
                    <a:pt x="2738" y="1022"/>
                    <a:pt x="3262" y="1343"/>
                    <a:pt x="3655" y="1569"/>
                  </a:cubicBezTo>
                  <a:cubicBezTo>
                    <a:pt x="4048" y="1807"/>
                    <a:pt x="4310" y="1962"/>
                    <a:pt x="4310" y="1962"/>
                  </a:cubicBezTo>
                  <a:cubicBezTo>
                    <a:pt x="4310" y="1962"/>
                    <a:pt x="4084" y="1760"/>
                    <a:pt x="3703" y="1486"/>
                  </a:cubicBezTo>
                  <a:cubicBezTo>
                    <a:pt x="3334" y="1212"/>
                    <a:pt x="2822" y="879"/>
                    <a:pt x="2310" y="545"/>
                  </a:cubicBezTo>
                  <a:cubicBezTo>
                    <a:pt x="2191" y="462"/>
                    <a:pt x="2060" y="379"/>
                    <a:pt x="1929" y="295"/>
                  </a:cubicBezTo>
                  <a:cubicBezTo>
                    <a:pt x="1810" y="212"/>
                    <a:pt x="1679" y="129"/>
                    <a:pt x="1536" y="69"/>
                  </a:cubicBezTo>
                  <a:cubicBezTo>
                    <a:pt x="1430" y="25"/>
                    <a:pt x="1317" y="0"/>
                    <a:pt x="1208" y="0"/>
                  </a:cubicBezTo>
                  <a:close/>
                </a:path>
              </a:pathLst>
            </a:custGeom>
            <a:solidFill>
              <a:srgbClr val="ECA2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3" name="Google Shape;3183;p73"/>
            <p:cNvSpPr/>
            <p:nvPr/>
          </p:nvSpPr>
          <p:spPr>
            <a:xfrm>
              <a:off x="4559841" y="3868222"/>
              <a:ext cx="211514" cy="91558"/>
            </a:xfrm>
            <a:custGeom>
              <a:avLst/>
              <a:gdLst/>
              <a:ahLst/>
              <a:cxnLst/>
              <a:rect l="l" t="t" r="r" b="b"/>
              <a:pathLst>
                <a:path w="5549" h="2402" extrusionOk="0">
                  <a:moveTo>
                    <a:pt x="1721" y="0"/>
                  </a:moveTo>
                  <a:cubicBezTo>
                    <a:pt x="1570" y="0"/>
                    <a:pt x="1437" y="23"/>
                    <a:pt x="1310" y="32"/>
                  </a:cubicBezTo>
                  <a:cubicBezTo>
                    <a:pt x="1132" y="56"/>
                    <a:pt x="965" y="68"/>
                    <a:pt x="810" y="80"/>
                  </a:cubicBezTo>
                  <a:cubicBezTo>
                    <a:pt x="667" y="92"/>
                    <a:pt x="524" y="115"/>
                    <a:pt x="393" y="151"/>
                  </a:cubicBezTo>
                  <a:cubicBezTo>
                    <a:pt x="274" y="187"/>
                    <a:pt x="179" y="258"/>
                    <a:pt x="120" y="330"/>
                  </a:cubicBezTo>
                  <a:cubicBezTo>
                    <a:pt x="48" y="401"/>
                    <a:pt x="24" y="461"/>
                    <a:pt x="12" y="508"/>
                  </a:cubicBezTo>
                  <a:cubicBezTo>
                    <a:pt x="0" y="556"/>
                    <a:pt x="0" y="580"/>
                    <a:pt x="0" y="580"/>
                  </a:cubicBezTo>
                  <a:cubicBezTo>
                    <a:pt x="0" y="580"/>
                    <a:pt x="0" y="556"/>
                    <a:pt x="24" y="520"/>
                  </a:cubicBezTo>
                  <a:cubicBezTo>
                    <a:pt x="36" y="473"/>
                    <a:pt x="72" y="413"/>
                    <a:pt x="143" y="354"/>
                  </a:cubicBezTo>
                  <a:cubicBezTo>
                    <a:pt x="203" y="294"/>
                    <a:pt x="298" y="235"/>
                    <a:pt x="417" y="211"/>
                  </a:cubicBezTo>
                  <a:cubicBezTo>
                    <a:pt x="524" y="187"/>
                    <a:pt x="667" y="187"/>
                    <a:pt x="822" y="175"/>
                  </a:cubicBezTo>
                  <a:cubicBezTo>
                    <a:pt x="977" y="175"/>
                    <a:pt x="1143" y="163"/>
                    <a:pt x="1310" y="151"/>
                  </a:cubicBezTo>
                  <a:cubicBezTo>
                    <a:pt x="1429" y="151"/>
                    <a:pt x="1554" y="141"/>
                    <a:pt x="1673" y="141"/>
                  </a:cubicBezTo>
                  <a:cubicBezTo>
                    <a:pt x="1732" y="141"/>
                    <a:pt x="1790" y="143"/>
                    <a:pt x="1846" y="151"/>
                  </a:cubicBezTo>
                  <a:cubicBezTo>
                    <a:pt x="2025" y="175"/>
                    <a:pt x="2179" y="282"/>
                    <a:pt x="2346" y="389"/>
                  </a:cubicBezTo>
                  <a:cubicBezTo>
                    <a:pt x="2501" y="508"/>
                    <a:pt x="2667" y="627"/>
                    <a:pt x="2834" y="746"/>
                  </a:cubicBezTo>
                  <a:cubicBezTo>
                    <a:pt x="3168" y="985"/>
                    <a:pt x="3501" y="1223"/>
                    <a:pt x="3810" y="1437"/>
                  </a:cubicBezTo>
                  <a:cubicBezTo>
                    <a:pt x="3965" y="1556"/>
                    <a:pt x="4120" y="1651"/>
                    <a:pt x="4275" y="1747"/>
                  </a:cubicBezTo>
                  <a:cubicBezTo>
                    <a:pt x="4418" y="1842"/>
                    <a:pt x="4561" y="1925"/>
                    <a:pt x="4692" y="2009"/>
                  </a:cubicBezTo>
                  <a:cubicBezTo>
                    <a:pt x="4811" y="2092"/>
                    <a:pt x="4930" y="2175"/>
                    <a:pt x="5037" y="2247"/>
                  </a:cubicBezTo>
                  <a:cubicBezTo>
                    <a:pt x="5144" y="2306"/>
                    <a:pt x="5251" y="2354"/>
                    <a:pt x="5334" y="2378"/>
                  </a:cubicBezTo>
                  <a:cubicBezTo>
                    <a:pt x="5418" y="2401"/>
                    <a:pt x="5501" y="2401"/>
                    <a:pt x="5549" y="2401"/>
                  </a:cubicBezTo>
                  <a:cubicBezTo>
                    <a:pt x="5501" y="2390"/>
                    <a:pt x="5430" y="2378"/>
                    <a:pt x="5346" y="2354"/>
                  </a:cubicBezTo>
                  <a:cubicBezTo>
                    <a:pt x="5263" y="2318"/>
                    <a:pt x="5168" y="2270"/>
                    <a:pt x="5073" y="2199"/>
                  </a:cubicBezTo>
                  <a:cubicBezTo>
                    <a:pt x="4977" y="2128"/>
                    <a:pt x="4870" y="2032"/>
                    <a:pt x="4739" y="1937"/>
                  </a:cubicBezTo>
                  <a:cubicBezTo>
                    <a:pt x="4620" y="1854"/>
                    <a:pt x="4489" y="1747"/>
                    <a:pt x="4346" y="1651"/>
                  </a:cubicBezTo>
                  <a:cubicBezTo>
                    <a:pt x="4203" y="1544"/>
                    <a:pt x="4049" y="1437"/>
                    <a:pt x="3894" y="1318"/>
                  </a:cubicBezTo>
                  <a:cubicBezTo>
                    <a:pt x="3596" y="1092"/>
                    <a:pt x="3263" y="854"/>
                    <a:pt x="2941" y="616"/>
                  </a:cubicBezTo>
                  <a:cubicBezTo>
                    <a:pt x="2775" y="496"/>
                    <a:pt x="2608" y="377"/>
                    <a:pt x="2441" y="258"/>
                  </a:cubicBezTo>
                  <a:cubicBezTo>
                    <a:pt x="2275" y="139"/>
                    <a:pt x="2084" y="32"/>
                    <a:pt x="1870" y="8"/>
                  </a:cubicBezTo>
                  <a:cubicBezTo>
                    <a:pt x="1818" y="3"/>
                    <a:pt x="1769" y="0"/>
                    <a:pt x="1721" y="0"/>
                  </a:cubicBezTo>
                  <a:close/>
                </a:path>
              </a:pathLst>
            </a:custGeom>
            <a:solidFill>
              <a:srgbClr val="ECA2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4" name="Google Shape;3184;p73"/>
            <p:cNvSpPr/>
            <p:nvPr/>
          </p:nvSpPr>
          <p:spPr>
            <a:xfrm>
              <a:off x="4543488" y="3831210"/>
              <a:ext cx="226532" cy="96361"/>
            </a:xfrm>
            <a:custGeom>
              <a:avLst/>
              <a:gdLst/>
              <a:ahLst/>
              <a:cxnLst/>
              <a:rect l="l" t="t" r="r" b="b"/>
              <a:pathLst>
                <a:path w="5943" h="2528" extrusionOk="0">
                  <a:moveTo>
                    <a:pt x="2399" y="0"/>
                  </a:moveTo>
                  <a:cubicBezTo>
                    <a:pt x="2269" y="0"/>
                    <a:pt x="2145" y="20"/>
                    <a:pt x="2025" y="27"/>
                  </a:cubicBezTo>
                  <a:cubicBezTo>
                    <a:pt x="1620" y="51"/>
                    <a:pt x="1251" y="86"/>
                    <a:pt x="918" y="110"/>
                  </a:cubicBezTo>
                  <a:cubicBezTo>
                    <a:pt x="763" y="122"/>
                    <a:pt x="620" y="134"/>
                    <a:pt x="477" y="146"/>
                  </a:cubicBezTo>
                  <a:cubicBezTo>
                    <a:pt x="334" y="170"/>
                    <a:pt x="239" y="241"/>
                    <a:pt x="168" y="313"/>
                  </a:cubicBezTo>
                  <a:cubicBezTo>
                    <a:pt x="108" y="384"/>
                    <a:pt x="72" y="455"/>
                    <a:pt x="37" y="491"/>
                  </a:cubicBezTo>
                  <a:cubicBezTo>
                    <a:pt x="13" y="539"/>
                    <a:pt x="1" y="563"/>
                    <a:pt x="1" y="563"/>
                  </a:cubicBezTo>
                  <a:cubicBezTo>
                    <a:pt x="1" y="563"/>
                    <a:pt x="13" y="539"/>
                    <a:pt x="48" y="491"/>
                  </a:cubicBezTo>
                  <a:cubicBezTo>
                    <a:pt x="84" y="455"/>
                    <a:pt x="132" y="396"/>
                    <a:pt x="191" y="336"/>
                  </a:cubicBezTo>
                  <a:cubicBezTo>
                    <a:pt x="263" y="277"/>
                    <a:pt x="358" y="217"/>
                    <a:pt x="489" y="205"/>
                  </a:cubicBezTo>
                  <a:lnTo>
                    <a:pt x="930" y="205"/>
                  </a:lnTo>
                  <a:cubicBezTo>
                    <a:pt x="1251" y="193"/>
                    <a:pt x="1632" y="182"/>
                    <a:pt x="2037" y="170"/>
                  </a:cubicBezTo>
                  <a:cubicBezTo>
                    <a:pt x="2132" y="170"/>
                    <a:pt x="2233" y="164"/>
                    <a:pt x="2333" y="164"/>
                  </a:cubicBezTo>
                  <a:cubicBezTo>
                    <a:pt x="2433" y="164"/>
                    <a:pt x="2531" y="170"/>
                    <a:pt x="2620" y="193"/>
                  </a:cubicBezTo>
                  <a:cubicBezTo>
                    <a:pt x="2799" y="253"/>
                    <a:pt x="2942" y="420"/>
                    <a:pt x="3120" y="551"/>
                  </a:cubicBezTo>
                  <a:cubicBezTo>
                    <a:pt x="3477" y="813"/>
                    <a:pt x="3870" y="1003"/>
                    <a:pt x="4204" y="1217"/>
                  </a:cubicBezTo>
                  <a:cubicBezTo>
                    <a:pt x="4370" y="1325"/>
                    <a:pt x="4525" y="1444"/>
                    <a:pt x="4680" y="1551"/>
                  </a:cubicBezTo>
                  <a:cubicBezTo>
                    <a:pt x="4835" y="1658"/>
                    <a:pt x="4978" y="1753"/>
                    <a:pt x="5109" y="1848"/>
                  </a:cubicBezTo>
                  <a:cubicBezTo>
                    <a:pt x="5371" y="2039"/>
                    <a:pt x="5585" y="2194"/>
                    <a:pt x="5728" y="2325"/>
                  </a:cubicBezTo>
                  <a:cubicBezTo>
                    <a:pt x="5859" y="2444"/>
                    <a:pt x="5942" y="2527"/>
                    <a:pt x="5942" y="2527"/>
                  </a:cubicBezTo>
                  <a:cubicBezTo>
                    <a:pt x="5942" y="2527"/>
                    <a:pt x="5918" y="2503"/>
                    <a:pt x="5894" y="2468"/>
                  </a:cubicBezTo>
                  <a:cubicBezTo>
                    <a:pt x="5859" y="2432"/>
                    <a:pt x="5811" y="2372"/>
                    <a:pt x="5752" y="2301"/>
                  </a:cubicBezTo>
                  <a:cubicBezTo>
                    <a:pt x="5621" y="2170"/>
                    <a:pt x="5418" y="1979"/>
                    <a:pt x="5168" y="1777"/>
                  </a:cubicBezTo>
                  <a:cubicBezTo>
                    <a:pt x="5037" y="1670"/>
                    <a:pt x="4906" y="1563"/>
                    <a:pt x="4751" y="1456"/>
                  </a:cubicBezTo>
                  <a:cubicBezTo>
                    <a:pt x="4609" y="1336"/>
                    <a:pt x="4466" y="1206"/>
                    <a:pt x="4287" y="1086"/>
                  </a:cubicBezTo>
                  <a:cubicBezTo>
                    <a:pt x="3954" y="860"/>
                    <a:pt x="3561" y="670"/>
                    <a:pt x="3227" y="408"/>
                  </a:cubicBezTo>
                  <a:cubicBezTo>
                    <a:pt x="3144" y="348"/>
                    <a:pt x="3061" y="289"/>
                    <a:pt x="2977" y="217"/>
                  </a:cubicBezTo>
                  <a:cubicBezTo>
                    <a:pt x="2894" y="146"/>
                    <a:pt x="2787" y="74"/>
                    <a:pt x="2680" y="39"/>
                  </a:cubicBezTo>
                  <a:cubicBezTo>
                    <a:pt x="2583" y="10"/>
                    <a:pt x="2489" y="0"/>
                    <a:pt x="2399" y="0"/>
                  </a:cubicBezTo>
                  <a:close/>
                </a:path>
              </a:pathLst>
            </a:custGeom>
            <a:solidFill>
              <a:srgbClr val="ECA2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5" name="Google Shape;3185;p73"/>
            <p:cNvSpPr/>
            <p:nvPr/>
          </p:nvSpPr>
          <p:spPr>
            <a:xfrm>
              <a:off x="3719795" y="3964775"/>
              <a:ext cx="727511" cy="306388"/>
            </a:xfrm>
            <a:custGeom>
              <a:avLst/>
              <a:gdLst/>
              <a:ahLst/>
              <a:cxnLst/>
              <a:rect l="l" t="t" r="r" b="b"/>
              <a:pathLst>
                <a:path w="19086" h="8038" extrusionOk="0">
                  <a:moveTo>
                    <a:pt x="17398" y="1"/>
                  </a:moveTo>
                  <a:cubicBezTo>
                    <a:pt x="17347" y="1"/>
                    <a:pt x="17298" y="10"/>
                    <a:pt x="17252" y="23"/>
                  </a:cubicBezTo>
                  <a:cubicBezTo>
                    <a:pt x="16193" y="214"/>
                    <a:pt x="15204" y="642"/>
                    <a:pt x="14145" y="833"/>
                  </a:cubicBezTo>
                  <a:cubicBezTo>
                    <a:pt x="13097" y="1011"/>
                    <a:pt x="11954" y="1190"/>
                    <a:pt x="10894" y="1190"/>
                  </a:cubicBezTo>
                  <a:cubicBezTo>
                    <a:pt x="10216" y="1190"/>
                    <a:pt x="9549" y="1095"/>
                    <a:pt x="8882" y="1059"/>
                  </a:cubicBezTo>
                  <a:cubicBezTo>
                    <a:pt x="8641" y="1044"/>
                    <a:pt x="8398" y="1036"/>
                    <a:pt x="8156" y="1036"/>
                  </a:cubicBezTo>
                  <a:cubicBezTo>
                    <a:pt x="6664" y="1036"/>
                    <a:pt x="5165" y="1330"/>
                    <a:pt x="3834" y="2047"/>
                  </a:cubicBezTo>
                  <a:cubicBezTo>
                    <a:pt x="2834" y="2583"/>
                    <a:pt x="1953" y="3345"/>
                    <a:pt x="1298" y="4309"/>
                  </a:cubicBezTo>
                  <a:cubicBezTo>
                    <a:pt x="845" y="4964"/>
                    <a:pt x="0" y="6417"/>
                    <a:pt x="619" y="7215"/>
                  </a:cubicBezTo>
                  <a:cubicBezTo>
                    <a:pt x="964" y="7667"/>
                    <a:pt x="1584" y="7762"/>
                    <a:pt x="2131" y="7822"/>
                  </a:cubicBezTo>
                  <a:cubicBezTo>
                    <a:pt x="3227" y="7935"/>
                    <a:pt x="4334" y="8037"/>
                    <a:pt x="5430" y="8037"/>
                  </a:cubicBezTo>
                  <a:cubicBezTo>
                    <a:pt x="5490" y="8037"/>
                    <a:pt x="5549" y="8037"/>
                    <a:pt x="5608" y="8036"/>
                  </a:cubicBezTo>
                  <a:cubicBezTo>
                    <a:pt x="7430" y="8012"/>
                    <a:pt x="9227" y="7667"/>
                    <a:pt x="10966" y="7155"/>
                  </a:cubicBezTo>
                  <a:cubicBezTo>
                    <a:pt x="12418" y="6726"/>
                    <a:pt x="13847" y="6179"/>
                    <a:pt x="15240" y="5572"/>
                  </a:cubicBezTo>
                  <a:cubicBezTo>
                    <a:pt x="16514" y="5012"/>
                    <a:pt x="17788" y="4548"/>
                    <a:pt x="19026" y="3952"/>
                  </a:cubicBezTo>
                  <a:cubicBezTo>
                    <a:pt x="19086" y="2571"/>
                    <a:pt x="18598" y="1178"/>
                    <a:pt x="17705" y="166"/>
                  </a:cubicBezTo>
                  <a:cubicBezTo>
                    <a:pt x="17657" y="107"/>
                    <a:pt x="17597" y="47"/>
                    <a:pt x="17526" y="23"/>
                  </a:cubicBezTo>
                  <a:cubicBezTo>
                    <a:pt x="17483" y="7"/>
                    <a:pt x="17440" y="1"/>
                    <a:pt x="1739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6" name="Google Shape;3186;p73"/>
            <p:cNvSpPr/>
            <p:nvPr/>
          </p:nvSpPr>
          <p:spPr>
            <a:xfrm>
              <a:off x="3824619" y="3997405"/>
              <a:ext cx="417577" cy="64037"/>
            </a:xfrm>
            <a:custGeom>
              <a:avLst/>
              <a:gdLst/>
              <a:ahLst/>
              <a:cxnLst/>
              <a:rect l="l" t="t" r="r" b="b"/>
              <a:pathLst>
                <a:path w="10955" h="1680" extrusionOk="0">
                  <a:moveTo>
                    <a:pt x="10954" y="1"/>
                  </a:moveTo>
                  <a:lnTo>
                    <a:pt x="10954" y="1"/>
                  </a:lnTo>
                  <a:cubicBezTo>
                    <a:pt x="10953" y="1"/>
                    <a:pt x="10906" y="13"/>
                    <a:pt x="10823" y="36"/>
                  </a:cubicBezTo>
                  <a:cubicBezTo>
                    <a:pt x="10752" y="48"/>
                    <a:pt x="10633" y="84"/>
                    <a:pt x="10478" y="120"/>
                  </a:cubicBezTo>
                  <a:cubicBezTo>
                    <a:pt x="10335" y="144"/>
                    <a:pt x="10144" y="179"/>
                    <a:pt x="9930" y="203"/>
                  </a:cubicBezTo>
                  <a:cubicBezTo>
                    <a:pt x="9716" y="227"/>
                    <a:pt x="9478" y="251"/>
                    <a:pt x="9216" y="251"/>
                  </a:cubicBezTo>
                  <a:cubicBezTo>
                    <a:pt x="9121" y="255"/>
                    <a:pt x="9024" y="257"/>
                    <a:pt x="8924" y="257"/>
                  </a:cubicBezTo>
                  <a:cubicBezTo>
                    <a:pt x="8468" y="257"/>
                    <a:pt x="7955" y="216"/>
                    <a:pt x="7418" y="167"/>
                  </a:cubicBezTo>
                  <a:cubicBezTo>
                    <a:pt x="7085" y="132"/>
                    <a:pt x="6751" y="96"/>
                    <a:pt x="6394" y="60"/>
                  </a:cubicBezTo>
                  <a:cubicBezTo>
                    <a:pt x="6049" y="36"/>
                    <a:pt x="5692" y="24"/>
                    <a:pt x="5334" y="24"/>
                  </a:cubicBezTo>
                  <a:cubicBezTo>
                    <a:pt x="5156" y="24"/>
                    <a:pt x="4977" y="24"/>
                    <a:pt x="4810" y="36"/>
                  </a:cubicBezTo>
                  <a:cubicBezTo>
                    <a:pt x="4632" y="36"/>
                    <a:pt x="4453" y="60"/>
                    <a:pt x="4275" y="72"/>
                  </a:cubicBezTo>
                  <a:cubicBezTo>
                    <a:pt x="4108" y="84"/>
                    <a:pt x="3929" y="120"/>
                    <a:pt x="3763" y="144"/>
                  </a:cubicBezTo>
                  <a:cubicBezTo>
                    <a:pt x="3584" y="167"/>
                    <a:pt x="3417" y="203"/>
                    <a:pt x="3263" y="227"/>
                  </a:cubicBezTo>
                  <a:cubicBezTo>
                    <a:pt x="2929" y="298"/>
                    <a:pt x="2620" y="382"/>
                    <a:pt x="2334" y="477"/>
                  </a:cubicBezTo>
                  <a:cubicBezTo>
                    <a:pt x="2036" y="572"/>
                    <a:pt x="1774" y="679"/>
                    <a:pt x="1524" y="786"/>
                  </a:cubicBezTo>
                  <a:cubicBezTo>
                    <a:pt x="1405" y="846"/>
                    <a:pt x="1286" y="894"/>
                    <a:pt x="1179" y="953"/>
                  </a:cubicBezTo>
                  <a:cubicBezTo>
                    <a:pt x="1072" y="1013"/>
                    <a:pt x="977" y="1060"/>
                    <a:pt x="881" y="1108"/>
                  </a:cubicBezTo>
                  <a:cubicBezTo>
                    <a:pt x="691" y="1215"/>
                    <a:pt x="524" y="1322"/>
                    <a:pt x="393" y="1406"/>
                  </a:cubicBezTo>
                  <a:cubicBezTo>
                    <a:pt x="143" y="1572"/>
                    <a:pt x="0" y="1679"/>
                    <a:pt x="0" y="1679"/>
                  </a:cubicBezTo>
                  <a:cubicBezTo>
                    <a:pt x="0" y="1679"/>
                    <a:pt x="143" y="1584"/>
                    <a:pt x="417" y="1429"/>
                  </a:cubicBezTo>
                  <a:cubicBezTo>
                    <a:pt x="548" y="1358"/>
                    <a:pt x="715" y="1263"/>
                    <a:pt x="905" y="1167"/>
                  </a:cubicBezTo>
                  <a:cubicBezTo>
                    <a:pt x="1000" y="1120"/>
                    <a:pt x="1108" y="1072"/>
                    <a:pt x="1215" y="1025"/>
                  </a:cubicBezTo>
                  <a:cubicBezTo>
                    <a:pt x="1322" y="977"/>
                    <a:pt x="1441" y="929"/>
                    <a:pt x="1560" y="882"/>
                  </a:cubicBezTo>
                  <a:cubicBezTo>
                    <a:pt x="1810" y="775"/>
                    <a:pt x="2072" y="679"/>
                    <a:pt x="2370" y="596"/>
                  </a:cubicBezTo>
                  <a:cubicBezTo>
                    <a:pt x="2655" y="513"/>
                    <a:pt x="2965" y="441"/>
                    <a:pt x="3286" y="370"/>
                  </a:cubicBezTo>
                  <a:cubicBezTo>
                    <a:pt x="3453" y="346"/>
                    <a:pt x="3620" y="310"/>
                    <a:pt x="3787" y="286"/>
                  </a:cubicBezTo>
                  <a:cubicBezTo>
                    <a:pt x="3953" y="275"/>
                    <a:pt x="4120" y="251"/>
                    <a:pt x="4287" y="239"/>
                  </a:cubicBezTo>
                  <a:cubicBezTo>
                    <a:pt x="4465" y="227"/>
                    <a:pt x="4644" y="203"/>
                    <a:pt x="4810" y="203"/>
                  </a:cubicBezTo>
                  <a:cubicBezTo>
                    <a:pt x="4989" y="191"/>
                    <a:pt x="5168" y="191"/>
                    <a:pt x="5334" y="191"/>
                  </a:cubicBezTo>
                  <a:cubicBezTo>
                    <a:pt x="5692" y="191"/>
                    <a:pt x="6037" y="203"/>
                    <a:pt x="6382" y="227"/>
                  </a:cubicBezTo>
                  <a:cubicBezTo>
                    <a:pt x="6727" y="251"/>
                    <a:pt x="7073" y="286"/>
                    <a:pt x="7406" y="310"/>
                  </a:cubicBezTo>
                  <a:cubicBezTo>
                    <a:pt x="7854" y="351"/>
                    <a:pt x="8290" y="369"/>
                    <a:pt x="8689" y="369"/>
                  </a:cubicBezTo>
                  <a:cubicBezTo>
                    <a:pt x="8873" y="369"/>
                    <a:pt x="9050" y="365"/>
                    <a:pt x="9216" y="358"/>
                  </a:cubicBezTo>
                  <a:cubicBezTo>
                    <a:pt x="9490" y="334"/>
                    <a:pt x="9728" y="310"/>
                    <a:pt x="9942" y="275"/>
                  </a:cubicBezTo>
                  <a:cubicBezTo>
                    <a:pt x="10156" y="239"/>
                    <a:pt x="10335" y="191"/>
                    <a:pt x="10490" y="155"/>
                  </a:cubicBezTo>
                  <a:cubicBezTo>
                    <a:pt x="10633" y="108"/>
                    <a:pt x="10752" y="72"/>
                    <a:pt x="10835" y="36"/>
                  </a:cubicBezTo>
                  <a:cubicBezTo>
                    <a:pt x="10906" y="13"/>
                    <a:pt x="10953" y="1"/>
                    <a:pt x="109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3187;p73"/>
            <p:cNvSpPr/>
            <p:nvPr/>
          </p:nvSpPr>
          <p:spPr>
            <a:xfrm>
              <a:off x="3970764" y="3671533"/>
              <a:ext cx="50391" cy="333642"/>
            </a:xfrm>
            <a:custGeom>
              <a:avLst/>
              <a:gdLst/>
              <a:ahLst/>
              <a:cxnLst/>
              <a:rect l="l" t="t" r="r" b="b"/>
              <a:pathLst>
                <a:path w="1322" h="8753" extrusionOk="0">
                  <a:moveTo>
                    <a:pt x="1119" y="1"/>
                  </a:moveTo>
                  <a:lnTo>
                    <a:pt x="1119" y="1"/>
                  </a:lnTo>
                  <a:cubicBezTo>
                    <a:pt x="1119" y="1"/>
                    <a:pt x="1143" y="144"/>
                    <a:pt x="1167" y="382"/>
                  </a:cubicBezTo>
                  <a:cubicBezTo>
                    <a:pt x="1179" y="442"/>
                    <a:pt x="1191" y="501"/>
                    <a:pt x="1191" y="572"/>
                  </a:cubicBezTo>
                  <a:cubicBezTo>
                    <a:pt x="1203" y="644"/>
                    <a:pt x="1203" y="727"/>
                    <a:pt x="1203" y="811"/>
                  </a:cubicBezTo>
                  <a:cubicBezTo>
                    <a:pt x="1215" y="894"/>
                    <a:pt x="1215" y="989"/>
                    <a:pt x="1227" y="1084"/>
                  </a:cubicBezTo>
                  <a:cubicBezTo>
                    <a:pt x="1227" y="1180"/>
                    <a:pt x="1227" y="1275"/>
                    <a:pt x="1227" y="1382"/>
                  </a:cubicBezTo>
                  <a:cubicBezTo>
                    <a:pt x="1227" y="1477"/>
                    <a:pt x="1227" y="1585"/>
                    <a:pt x="1215" y="1704"/>
                  </a:cubicBezTo>
                  <a:cubicBezTo>
                    <a:pt x="1215" y="1811"/>
                    <a:pt x="1203" y="1930"/>
                    <a:pt x="1191" y="2049"/>
                  </a:cubicBezTo>
                  <a:cubicBezTo>
                    <a:pt x="1191" y="2168"/>
                    <a:pt x="1179" y="2287"/>
                    <a:pt x="1155" y="2406"/>
                  </a:cubicBezTo>
                  <a:cubicBezTo>
                    <a:pt x="1143" y="2537"/>
                    <a:pt x="1131" y="2656"/>
                    <a:pt x="1119" y="2787"/>
                  </a:cubicBezTo>
                  <a:cubicBezTo>
                    <a:pt x="1084" y="3049"/>
                    <a:pt x="1048" y="3311"/>
                    <a:pt x="988" y="3573"/>
                  </a:cubicBezTo>
                  <a:cubicBezTo>
                    <a:pt x="941" y="3847"/>
                    <a:pt x="881" y="4109"/>
                    <a:pt x="822" y="4382"/>
                  </a:cubicBezTo>
                  <a:cubicBezTo>
                    <a:pt x="703" y="4930"/>
                    <a:pt x="572" y="5466"/>
                    <a:pt x="453" y="5978"/>
                  </a:cubicBezTo>
                  <a:cubicBezTo>
                    <a:pt x="334" y="6478"/>
                    <a:pt x="238" y="6954"/>
                    <a:pt x="167" y="7371"/>
                  </a:cubicBezTo>
                  <a:cubicBezTo>
                    <a:pt x="155" y="7478"/>
                    <a:pt x="131" y="7573"/>
                    <a:pt x="119" y="7669"/>
                  </a:cubicBezTo>
                  <a:cubicBezTo>
                    <a:pt x="107" y="7764"/>
                    <a:pt x="95" y="7847"/>
                    <a:pt x="84" y="7931"/>
                  </a:cubicBezTo>
                  <a:cubicBezTo>
                    <a:pt x="60" y="8097"/>
                    <a:pt x="48" y="8252"/>
                    <a:pt x="36" y="8371"/>
                  </a:cubicBezTo>
                  <a:cubicBezTo>
                    <a:pt x="12" y="8609"/>
                    <a:pt x="0" y="8752"/>
                    <a:pt x="0" y="8752"/>
                  </a:cubicBezTo>
                  <a:cubicBezTo>
                    <a:pt x="0" y="8752"/>
                    <a:pt x="24" y="8621"/>
                    <a:pt x="72" y="8371"/>
                  </a:cubicBezTo>
                  <a:cubicBezTo>
                    <a:pt x="84" y="8252"/>
                    <a:pt x="107" y="8109"/>
                    <a:pt x="143" y="7942"/>
                  </a:cubicBezTo>
                  <a:cubicBezTo>
                    <a:pt x="179" y="7776"/>
                    <a:pt x="214" y="7597"/>
                    <a:pt x="262" y="7395"/>
                  </a:cubicBezTo>
                  <a:cubicBezTo>
                    <a:pt x="310" y="7192"/>
                    <a:pt x="357" y="6966"/>
                    <a:pt x="417" y="6740"/>
                  </a:cubicBezTo>
                  <a:cubicBezTo>
                    <a:pt x="476" y="6502"/>
                    <a:pt x="536" y="6264"/>
                    <a:pt x="595" y="6014"/>
                  </a:cubicBezTo>
                  <a:cubicBezTo>
                    <a:pt x="726" y="5502"/>
                    <a:pt x="857" y="4966"/>
                    <a:pt x="988" y="4418"/>
                  </a:cubicBezTo>
                  <a:cubicBezTo>
                    <a:pt x="1036" y="4144"/>
                    <a:pt x="1096" y="3871"/>
                    <a:pt x="1143" y="3609"/>
                  </a:cubicBezTo>
                  <a:cubicBezTo>
                    <a:pt x="1191" y="3335"/>
                    <a:pt x="1227" y="3061"/>
                    <a:pt x="1262" y="2811"/>
                  </a:cubicBezTo>
                  <a:cubicBezTo>
                    <a:pt x="1274" y="2680"/>
                    <a:pt x="1286" y="2549"/>
                    <a:pt x="1298" y="2430"/>
                  </a:cubicBezTo>
                  <a:cubicBezTo>
                    <a:pt x="1310" y="2299"/>
                    <a:pt x="1322" y="2180"/>
                    <a:pt x="1322" y="2049"/>
                  </a:cubicBezTo>
                  <a:cubicBezTo>
                    <a:pt x="1322" y="1930"/>
                    <a:pt x="1322" y="1823"/>
                    <a:pt x="1322" y="1704"/>
                  </a:cubicBezTo>
                  <a:cubicBezTo>
                    <a:pt x="1322" y="1596"/>
                    <a:pt x="1322" y="1477"/>
                    <a:pt x="1310" y="1382"/>
                  </a:cubicBezTo>
                  <a:cubicBezTo>
                    <a:pt x="1310" y="1275"/>
                    <a:pt x="1310" y="1168"/>
                    <a:pt x="1298" y="1073"/>
                  </a:cubicBezTo>
                  <a:cubicBezTo>
                    <a:pt x="1286" y="977"/>
                    <a:pt x="1274" y="894"/>
                    <a:pt x="1262" y="811"/>
                  </a:cubicBezTo>
                  <a:cubicBezTo>
                    <a:pt x="1262" y="727"/>
                    <a:pt x="1250" y="644"/>
                    <a:pt x="1238" y="572"/>
                  </a:cubicBezTo>
                  <a:cubicBezTo>
                    <a:pt x="1227" y="501"/>
                    <a:pt x="1215" y="430"/>
                    <a:pt x="1203" y="370"/>
                  </a:cubicBezTo>
                  <a:cubicBezTo>
                    <a:pt x="1143" y="132"/>
                    <a:pt x="1119" y="1"/>
                    <a:pt x="11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3188;p73"/>
            <p:cNvSpPr/>
            <p:nvPr/>
          </p:nvSpPr>
          <p:spPr>
            <a:xfrm>
              <a:off x="4318401" y="3992411"/>
              <a:ext cx="79437" cy="143894"/>
            </a:xfrm>
            <a:custGeom>
              <a:avLst/>
              <a:gdLst/>
              <a:ahLst/>
              <a:cxnLst/>
              <a:rect l="l" t="t" r="r" b="b"/>
              <a:pathLst>
                <a:path w="2084" h="3775" extrusionOk="0">
                  <a:moveTo>
                    <a:pt x="0" y="1"/>
                  </a:moveTo>
                  <a:lnTo>
                    <a:pt x="0" y="1"/>
                  </a:lnTo>
                  <a:cubicBezTo>
                    <a:pt x="0" y="1"/>
                    <a:pt x="60" y="36"/>
                    <a:pt x="155" y="120"/>
                  </a:cubicBezTo>
                  <a:cubicBezTo>
                    <a:pt x="262" y="191"/>
                    <a:pt x="393" y="310"/>
                    <a:pt x="548" y="453"/>
                  </a:cubicBezTo>
                  <a:cubicBezTo>
                    <a:pt x="703" y="596"/>
                    <a:pt x="870" y="775"/>
                    <a:pt x="1048" y="977"/>
                  </a:cubicBezTo>
                  <a:cubicBezTo>
                    <a:pt x="1203" y="1168"/>
                    <a:pt x="1370" y="1406"/>
                    <a:pt x="1512" y="1644"/>
                  </a:cubicBezTo>
                  <a:cubicBezTo>
                    <a:pt x="1643" y="1882"/>
                    <a:pt x="1751" y="2144"/>
                    <a:pt x="1834" y="2394"/>
                  </a:cubicBezTo>
                  <a:cubicBezTo>
                    <a:pt x="1917" y="2644"/>
                    <a:pt x="1953" y="2882"/>
                    <a:pt x="1977" y="3084"/>
                  </a:cubicBezTo>
                  <a:cubicBezTo>
                    <a:pt x="1989" y="3192"/>
                    <a:pt x="2001" y="3287"/>
                    <a:pt x="2001" y="3370"/>
                  </a:cubicBezTo>
                  <a:cubicBezTo>
                    <a:pt x="2001" y="3454"/>
                    <a:pt x="1989" y="3537"/>
                    <a:pt x="1977" y="3596"/>
                  </a:cubicBezTo>
                  <a:cubicBezTo>
                    <a:pt x="1953" y="3715"/>
                    <a:pt x="1905" y="3775"/>
                    <a:pt x="1905" y="3775"/>
                  </a:cubicBezTo>
                  <a:cubicBezTo>
                    <a:pt x="1905" y="3775"/>
                    <a:pt x="1917" y="3763"/>
                    <a:pt x="1941" y="3727"/>
                  </a:cubicBezTo>
                  <a:cubicBezTo>
                    <a:pt x="1965" y="3704"/>
                    <a:pt x="1989" y="3656"/>
                    <a:pt x="2013" y="3608"/>
                  </a:cubicBezTo>
                  <a:cubicBezTo>
                    <a:pt x="2036" y="3549"/>
                    <a:pt x="2048" y="3465"/>
                    <a:pt x="2060" y="3382"/>
                  </a:cubicBezTo>
                  <a:cubicBezTo>
                    <a:pt x="2072" y="3287"/>
                    <a:pt x="2084" y="3192"/>
                    <a:pt x="2084" y="3084"/>
                  </a:cubicBezTo>
                  <a:cubicBezTo>
                    <a:pt x="2084" y="2870"/>
                    <a:pt x="2048" y="2608"/>
                    <a:pt x="1977" y="2346"/>
                  </a:cubicBezTo>
                  <a:cubicBezTo>
                    <a:pt x="1905" y="2084"/>
                    <a:pt x="1798" y="1810"/>
                    <a:pt x="1655" y="1560"/>
                  </a:cubicBezTo>
                  <a:cubicBezTo>
                    <a:pt x="1512" y="1298"/>
                    <a:pt x="1346" y="1072"/>
                    <a:pt x="1155" y="870"/>
                  </a:cubicBezTo>
                  <a:cubicBezTo>
                    <a:pt x="977" y="667"/>
                    <a:pt x="786" y="501"/>
                    <a:pt x="608" y="382"/>
                  </a:cubicBezTo>
                  <a:cubicBezTo>
                    <a:pt x="441" y="251"/>
                    <a:pt x="286" y="155"/>
                    <a:pt x="179" y="84"/>
                  </a:cubicBezTo>
                  <a:cubicBezTo>
                    <a:pt x="72" y="25"/>
                    <a:pt x="0" y="1"/>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3189;p73"/>
            <p:cNvSpPr/>
            <p:nvPr/>
          </p:nvSpPr>
          <p:spPr>
            <a:xfrm>
              <a:off x="4155027" y="3310744"/>
              <a:ext cx="231488" cy="251728"/>
            </a:xfrm>
            <a:custGeom>
              <a:avLst/>
              <a:gdLst/>
              <a:ahLst/>
              <a:cxnLst/>
              <a:rect l="l" t="t" r="r" b="b"/>
              <a:pathLst>
                <a:path w="6073" h="6604" extrusionOk="0">
                  <a:moveTo>
                    <a:pt x="4882" y="1"/>
                  </a:moveTo>
                  <a:lnTo>
                    <a:pt x="4882" y="1"/>
                  </a:lnTo>
                  <a:cubicBezTo>
                    <a:pt x="4881" y="1"/>
                    <a:pt x="4880" y="1"/>
                    <a:pt x="4879" y="2"/>
                  </a:cubicBezTo>
                  <a:lnTo>
                    <a:pt x="4879" y="2"/>
                  </a:lnTo>
                  <a:cubicBezTo>
                    <a:pt x="4880" y="1"/>
                    <a:pt x="4881" y="1"/>
                    <a:pt x="4882" y="1"/>
                  </a:cubicBezTo>
                  <a:close/>
                  <a:moveTo>
                    <a:pt x="976" y="132"/>
                  </a:moveTo>
                  <a:cubicBezTo>
                    <a:pt x="976" y="132"/>
                    <a:pt x="976" y="132"/>
                    <a:pt x="976" y="132"/>
                  </a:cubicBezTo>
                  <a:lnTo>
                    <a:pt x="976" y="132"/>
                  </a:lnTo>
                  <a:cubicBezTo>
                    <a:pt x="976" y="132"/>
                    <a:pt x="976" y="132"/>
                    <a:pt x="976" y="132"/>
                  </a:cubicBezTo>
                  <a:close/>
                  <a:moveTo>
                    <a:pt x="4879" y="2"/>
                  </a:moveTo>
                  <a:lnTo>
                    <a:pt x="4879" y="2"/>
                  </a:lnTo>
                  <a:cubicBezTo>
                    <a:pt x="4621" y="92"/>
                    <a:pt x="2911" y="244"/>
                    <a:pt x="1841" y="244"/>
                  </a:cubicBezTo>
                  <a:cubicBezTo>
                    <a:pt x="1359" y="244"/>
                    <a:pt x="1006" y="213"/>
                    <a:pt x="976" y="132"/>
                  </a:cubicBezTo>
                  <a:lnTo>
                    <a:pt x="976" y="132"/>
                  </a:lnTo>
                  <a:cubicBezTo>
                    <a:pt x="1334" y="1108"/>
                    <a:pt x="1524" y="2549"/>
                    <a:pt x="1262" y="3572"/>
                  </a:cubicBezTo>
                  <a:cubicBezTo>
                    <a:pt x="1131" y="4108"/>
                    <a:pt x="762" y="4608"/>
                    <a:pt x="262" y="4727"/>
                  </a:cubicBezTo>
                  <a:cubicBezTo>
                    <a:pt x="179" y="4739"/>
                    <a:pt x="83" y="4763"/>
                    <a:pt x="48" y="4834"/>
                  </a:cubicBezTo>
                  <a:cubicBezTo>
                    <a:pt x="0" y="4906"/>
                    <a:pt x="36" y="5001"/>
                    <a:pt x="83" y="5085"/>
                  </a:cubicBezTo>
                  <a:cubicBezTo>
                    <a:pt x="381" y="5680"/>
                    <a:pt x="941" y="6120"/>
                    <a:pt x="1548" y="6347"/>
                  </a:cubicBezTo>
                  <a:cubicBezTo>
                    <a:pt x="2010" y="6517"/>
                    <a:pt x="2491" y="6604"/>
                    <a:pt x="2962" y="6604"/>
                  </a:cubicBezTo>
                  <a:cubicBezTo>
                    <a:pt x="4240" y="6604"/>
                    <a:pt x="5455" y="5965"/>
                    <a:pt x="6072" y="4608"/>
                  </a:cubicBezTo>
                  <a:lnTo>
                    <a:pt x="6072" y="4608"/>
                  </a:lnTo>
                  <a:cubicBezTo>
                    <a:pt x="6067" y="4608"/>
                    <a:pt x="6062" y="4608"/>
                    <a:pt x="6057" y="4608"/>
                  </a:cubicBezTo>
                  <a:cubicBezTo>
                    <a:pt x="5032" y="4608"/>
                    <a:pt x="4584" y="3401"/>
                    <a:pt x="4524" y="2489"/>
                  </a:cubicBezTo>
                  <a:cubicBezTo>
                    <a:pt x="4501" y="2061"/>
                    <a:pt x="4406" y="176"/>
                    <a:pt x="4879" y="2"/>
                  </a:cubicBezTo>
                  <a:close/>
                </a:path>
              </a:pathLst>
            </a:custGeom>
            <a:solidFill>
              <a:srgbClr val="ECA2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3190;p73"/>
            <p:cNvSpPr/>
            <p:nvPr/>
          </p:nvSpPr>
          <p:spPr>
            <a:xfrm>
              <a:off x="3865444" y="2719761"/>
              <a:ext cx="692595" cy="626690"/>
            </a:xfrm>
            <a:custGeom>
              <a:avLst/>
              <a:gdLst/>
              <a:ahLst/>
              <a:cxnLst/>
              <a:rect l="l" t="t" r="r" b="b"/>
              <a:pathLst>
                <a:path w="18170" h="16441" extrusionOk="0">
                  <a:moveTo>
                    <a:pt x="10497" y="1"/>
                  </a:moveTo>
                  <a:cubicBezTo>
                    <a:pt x="9681" y="1"/>
                    <a:pt x="8853" y="138"/>
                    <a:pt x="8038" y="407"/>
                  </a:cubicBezTo>
                  <a:cubicBezTo>
                    <a:pt x="6657" y="860"/>
                    <a:pt x="5347" y="1598"/>
                    <a:pt x="4371" y="2705"/>
                  </a:cubicBezTo>
                  <a:cubicBezTo>
                    <a:pt x="3049" y="4217"/>
                    <a:pt x="2454" y="6396"/>
                    <a:pt x="2799" y="8408"/>
                  </a:cubicBezTo>
                  <a:cubicBezTo>
                    <a:pt x="2573" y="7932"/>
                    <a:pt x="2132" y="7468"/>
                    <a:pt x="1596" y="7468"/>
                  </a:cubicBezTo>
                  <a:cubicBezTo>
                    <a:pt x="1587" y="7468"/>
                    <a:pt x="1578" y="7468"/>
                    <a:pt x="1569" y="7468"/>
                  </a:cubicBezTo>
                  <a:cubicBezTo>
                    <a:pt x="1080" y="7468"/>
                    <a:pt x="627" y="7786"/>
                    <a:pt x="358" y="8230"/>
                  </a:cubicBezTo>
                  <a:cubicBezTo>
                    <a:pt x="96" y="8670"/>
                    <a:pt x="1" y="9206"/>
                    <a:pt x="25" y="9730"/>
                  </a:cubicBezTo>
                  <a:cubicBezTo>
                    <a:pt x="37" y="10397"/>
                    <a:pt x="215" y="11052"/>
                    <a:pt x="525" y="11623"/>
                  </a:cubicBezTo>
                  <a:cubicBezTo>
                    <a:pt x="799" y="12135"/>
                    <a:pt x="1430" y="12647"/>
                    <a:pt x="1965" y="12790"/>
                  </a:cubicBezTo>
                  <a:cubicBezTo>
                    <a:pt x="2044" y="12812"/>
                    <a:pt x="2135" y="12822"/>
                    <a:pt x="2233" y="12822"/>
                  </a:cubicBezTo>
                  <a:cubicBezTo>
                    <a:pt x="2725" y="12822"/>
                    <a:pt x="3374" y="12543"/>
                    <a:pt x="3335" y="11957"/>
                  </a:cubicBezTo>
                  <a:lnTo>
                    <a:pt x="3335" y="11957"/>
                  </a:lnTo>
                  <a:cubicBezTo>
                    <a:pt x="3442" y="13552"/>
                    <a:pt x="4466" y="14695"/>
                    <a:pt x="5752" y="15385"/>
                  </a:cubicBezTo>
                  <a:cubicBezTo>
                    <a:pt x="6228" y="15636"/>
                    <a:pt x="6728" y="15838"/>
                    <a:pt x="7240" y="15981"/>
                  </a:cubicBezTo>
                  <a:cubicBezTo>
                    <a:pt x="8266" y="16279"/>
                    <a:pt x="9362" y="16440"/>
                    <a:pt x="10460" y="16440"/>
                  </a:cubicBezTo>
                  <a:cubicBezTo>
                    <a:pt x="12611" y="16440"/>
                    <a:pt x="14772" y="15820"/>
                    <a:pt x="16443" y="14385"/>
                  </a:cubicBezTo>
                  <a:cubicBezTo>
                    <a:pt x="17444" y="13540"/>
                    <a:pt x="18170" y="12218"/>
                    <a:pt x="18015" y="10885"/>
                  </a:cubicBezTo>
                  <a:cubicBezTo>
                    <a:pt x="17932" y="10206"/>
                    <a:pt x="17646" y="9587"/>
                    <a:pt x="17491" y="8932"/>
                  </a:cubicBezTo>
                  <a:cubicBezTo>
                    <a:pt x="17146" y="7527"/>
                    <a:pt x="17360" y="6051"/>
                    <a:pt x="17027" y="4646"/>
                  </a:cubicBezTo>
                  <a:cubicBezTo>
                    <a:pt x="16705" y="3324"/>
                    <a:pt x="15920" y="2396"/>
                    <a:pt x="14908" y="1574"/>
                  </a:cubicBezTo>
                  <a:cubicBezTo>
                    <a:pt x="13592" y="509"/>
                    <a:pt x="12065" y="1"/>
                    <a:pt x="10497" y="1"/>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3191;p73"/>
            <p:cNvSpPr/>
            <p:nvPr/>
          </p:nvSpPr>
          <p:spPr>
            <a:xfrm>
              <a:off x="3914044" y="2636778"/>
              <a:ext cx="631759" cy="498806"/>
            </a:xfrm>
            <a:custGeom>
              <a:avLst/>
              <a:gdLst/>
              <a:ahLst/>
              <a:cxnLst/>
              <a:rect l="l" t="t" r="r" b="b"/>
              <a:pathLst>
                <a:path w="16574" h="13086" extrusionOk="0">
                  <a:moveTo>
                    <a:pt x="8763" y="1"/>
                  </a:moveTo>
                  <a:cubicBezTo>
                    <a:pt x="8549" y="239"/>
                    <a:pt x="8441" y="572"/>
                    <a:pt x="8465" y="894"/>
                  </a:cubicBezTo>
                  <a:cubicBezTo>
                    <a:pt x="8346" y="644"/>
                    <a:pt x="8120" y="441"/>
                    <a:pt x="7858" y="346"/>
                  </a:cubicBezTo>
                  <a:lnTo>
                    <a:pt x="7858" y="346"/>
                  </a:lnTo>
                  <a:cubicBezTo>
                    <a:pt x="7798" y="548"/>
                    <a:pt x="7846" y="775"/>
                    <a:pt x="7989" y="929"/>
                  </a:cubicBezTo>
                  <a:cubicBezTo>
                    <a:pt x="6001" y="1037"/>
                    <a:pt x="4084" y="1918"/>
                    <a:pt x="2524" y="3215"/>
                  </a:cubicBezTo>
                  <a:cubicBezTo>
                    <a:pt x="1631" y="3954"/>
                    <a:pt x="1012" y="4966"/>
                    <a:pt x="595" y="6061"/>
                  </a:cubicBezTo>
                  <a:cubicBezTo>
                    <a:pt x="369" y="6644"/>
                    <a:pt x="214" y="7240"/>
                    <a:pt x="119" y="7859"/>
                  </a:cubicBezTo>
                  <a:cubicBezTo>
                    <a:pt x="95" y="8001"/>
                    <a:pt x="1" y="9645"/>
                    <a:pt x="35" y="9645"/>
                  </a:cubicBezTo>
                  <a:cubicBezTo>
                    <a:pt x="35" y="9645"/>
                    <a:pt x="35" y="9645"/>
                    <a:pt x="36" y="9645"/>
                  </a:cubicBezTo>
                  <a:cubicBezTo>
                    <a:pt x="146" y="9621"/>
                    <a:pt x="250" y="9610"/>
                    <a:pt x="347" y="9610"/>
                  </a:cubicBezTo>
                  <a:cubicBezTo>
                    <a:pt x="1776" y="9610"/>
                    <a:pt x="1803" y="12027"/>
                    <a:pt x="2060" y="13086"/>
                  </a:cubicBezTo>
                  <a:cubicBezTo>
                    <a:pt x="1941" y="12586"/>
                    <a:pt x="2036" y="11943"/>
                    <a:pt x="2012" y="11431"/>
                  </a:cubicBezTo>
                  <a:cubicBezTo>
                    <a:pt x="2000" y="10907"/>
                    <a:pt x="1929" y="10383"/>
                    <a:pt x="1869" y="9859"/>
                  </a:cubicBezTo>
                  <a:cubicBezTo>
                    <a:pt x="1976" y="9812"/>
                    <a:pt x="2083" y="9752"/>
                    <a:pt x="2191" y="9704"/>
                  </a:cubicBezTo>
                  <a:cubicBezTo>
                    <a:pt x="2607" y="9478"/>
                    <a:pt x="3012" y="9228"/>
                    <a:pt x="3405" y="8966"/>
                  </a:cubicBezTo>
                  <a:cubicBezTo>
                    <a:pt x="4346" y="8347"/>
                    <a:pt x="5262" y="7704"/>
                    <a:pt x="6155" y="7025"/>
                  </a:cubicBezTo>
                  <a:cubicBezTo>
                    <a:pt x="6882" y="6478"/>
                    <a:pt x="7560" y="5823"/>
                    <a:pt x="8072" y="5037"/>
                  </a:cubicBezTo>
                  <a:cubicBezTo>
                    <a:pt x="8322" y="4656"/>
                    <a:pt x="8537" y="4251"/>
                    <a:pt x="8703" y="3811"/>
                  </a:cubicBezTo>
                  <a:cubicBezTo>
                    <a:pt x="8870" y="3358"/>
                    <a:pt x="8894" y="2834"/>
                    <a:pt x="9061" y="2406"/>
                  </a:cubicBezTo>
                  <a:cubicBezTo>
                    <a:pt x="10120" y="2834"/>
                    <a:pt x="10763" y="4108"/>
                    <a:pt x="11478" y="4966"/>
                  </a:cubicBezTo>
                  <a:cubicBezTo>
                    <a:pt x="12001" y="5609"/>
                    <a:pt x="12823" y="6347"/>
                    <a:pt x="13644" y="6502"/>
                  </a:cubicBezTo>
                  <a:cubicBezTo>
                    <a:pt x="14121" y="6585"/>
                    <a:pt x="14537" y="6597"/>
                    <a:pt x="14990" y="6871"/>
                  </a:cubicBezTo>
                  <a:cubicBezTo>
                    <a:pt x="15240" y="7014"/>
                    <a:pt x="15466" y="7216"/>
                    <a:pt x="15633" y="7454"/>
                  </a:cubicBezTo>
                  <a:cubicBezTo>
                    <a:pt x="15895" y="7847"/>
                    <a:pt x="15966" y="8359"/>
                    <a:pt x="16026" y="8811"/>
                  </a:cubicBezTo>
                  <a:cubicBezTo>
                    <a:pt x="16573" y="7049"/>
                    <a:pt x="16442" y="4978"/>
                    <a:pt x="15383" y="3501"/>
                  </a:cubicBezTo>
                  <a:cubicBezTo>
                    <a:pt x="14406" y="2144"/>
                    <a:pt x="12740" y="1239"/>
                    <a:pt x="11180" y="918"/>
                  </a:cubicBezTo>
                  <a:cubicBezTo>
                    <a:pt x="11024" y="893"/>
                    <a:pt x="10027" y="743"/>
                    <a:pt x="9398" y="743"/>
                  </a:cubicBezTo>
                  <a:cubicBezTo>
                    <a:pt x="9116" y="743"/>
                    <a:pt x="8908" y="773"/>
                    <a:pt x="8882" y="858"/>
                  </a:cubicBezTo>
                  <a:cubicBezTo>
                    <a:pt x="8965" y="572"/>
                    <a:pt x="8918" y="263"/>
                    <a:pt x="87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2" name="Google Shape;3192;p73"/>
            <p:cNvSpPr/>
            <p:nvPr/>
          </p:nvSpPr>
          <p:spPr>
            <a:xfrm>
              <a:off x="3918123" y="2682062"/>
              <a:ext cx="638964" cy="450816"/>
            </a:xfrm>
            <a:custGeom>
              <a:avLst/>
              <a:gdLst/>
              <a:ahLst/>
              <a:cxnLst/>
              <a:rect l="l" t="t" r="r" b="b"/>
              <a:pathLst>
                <a:path w="16763" h="11827" extrusionOk="0">
                  <a:moveTo>
                    <a:pt x="15915" y="7537"/>
                  </a:moveTo>
                  <a:cubicBezTo>
                    <a:pt x="15916" y="7546"/>
                    <a:pt x="15917" y="7555"/>
                    <a:pt x="15919" y="7564"/>
                  </a:cubicBezTo>
                  <a:cubicBezTo>
                    <a:pt x="15918" y="7555"/>
                    <a:pt x="15916" y="7546"/>
                    <a:pt x="15915" y="7537"/>
                  </a:cubicBezTo>
                  <a:close/>
                  <a:moveTo>
                    <a:pt x="8682" y="0"/>
                  </a:moveTo>
                  <a:cubicBezTo>
                    <a:pt x="8641" y="0"/>
                    <a:pt x="8601" y="1"/>
                    <a:pt x="8561" y="3"/>
                  </a:cubicBezTo>
                  <a:cubicBezTo>
                    <a:pt x="8549" y="170"/>
                    <a:pt x="8537" y="337"/>
                    <a:pt x="8525" y="503"/>
                  </a:cubicBezTo>
                  <a:cubicBezTo>
                    <a:pt x="8479" y="310"/>
                    <a:pt x="8271" y="193"/>
                    <a:pt x="8077" y="193"/>
                  </a:cubicBezTo>
                  <a:cubicBezTo>
                    <a:pt x="8067" y="193"/>
                    <a:pt x="8058" y="193"/>
                    <a:pt x="8049" y="194"/>
                  </a:cubicBezTo>
                  <a:cubicBezTo>
                    <a:pt x="7846" y="206"/>
                    <a:pt x="7668" y="313"/>
                    <a:pt x="7489" y="420"/>
                  </a:cubicBezTo>
                  <a:cubicBezTo>
                    <a:pt x="5155" y="1956"/>
                    <a:pt x="3465" y="4421"/>
                    <a:pt x="1095" y="5885"/>
                  </a:cubicBezTo>
                  <a:cubicBezTo>
                    <a:pt x="1167" y="5957"/>
                    <a:pt x="1270" y="5981"/>
                    <a:pt x="1379" y="5981"/>
                  </a:cubicBezTo>
                  <a:cubicBezTo>
                    <a:pt x="1450" y="5981"/>
                    <a:pt x="1525" y="5971"/>
                    <a:pt x="1595" y="5957"/>
                  </a:cubicBezTo>
                  <a:cubicBezTo>
                    <a:pt x="2977" y="5659"/>
                    <a:pt x="4191" y="4825"/>
                    <a:pt x="5358" y="3992"/>
                  </a:cubicBezTo>
                  <a:lnTo>
                    <a:pt x="5358" y="3992"/>
                  </a:lnTo>
                  <a:cubicBezTo>
                    <a:pt x="3893" y="5802"/>
                    <a:pt x="2048" y="7266"/>
                    <a:pt x="0" y="8254"/>
                  </a:cubicBezTo>
                  <a:cubicBezTo>
                    <a:pt x="1707" y="8551"/>
                    <a:pt x="1620" y="10417"/>
                    <a:pt x="1948" y="11808"/>
                  </a:cubicBezTo>
                  <a:lnTo>
                    <a:pt x="1948" y="11808"/>
                  </a:lnTo>
                  <a:cubicBezTo>
                    <a:pt x="1836" y="11322"/>
                    <a:pt x="1929" y="10689"/>
                    <a:pt x="1905" y="10183"/>
                  </a:cubicBezTo>
                  <a:cubicBezTo>
                    <a:pt x="1881" y="9659"/>
                    <a:pt x="1822" y="9136"/>
                    <a:pt x="1762" y="8600"/>
                  </a:cubicBezTo>
                  <a:cubicBezTo>
                    <a:pt x="1869" y="8552"/>
                    <a:pt x="1976" y="8504"/>
                    <a:pt x="2084" y="8445"/>
                  </a:cubicBezTo>
                  <a:cubicBezTo>
                    <a:pt x="2500" y="8231"/>
                    <a:pt x="2905" y="7969"/>
                    <a:pt x="3298" y="7707"/>
                  </a:cubicBezTo>
                  <a:cubicBezTo>
                    <a:pt x="4239" y="7100"/>
                    <a:pt x="5155" y="6445"/>
                    <a:pt x="6048" y="5778"/>
                  </a:cubicBezTo>
                  <a:cubicBezTo>
                    <a:pt x="6775" y="5218"/>
                    <a:pt x="7453" y="4564"/>
                    <a:pt x="7965" y="3790"/>
                  </a:cubicBezTo>
                  <a:cubicBezTo>
                    <a:pt x="8215" y="3409"/>
                    <a:pt x="8430" y="2992"/>
                    <a:pt x="8596" y="2551"/>
                  </a:cubicBezTo>
                  <a:cubicBezTo>
                    <a:pt x="8763" y="2111"/>
                    <a:pt x="8787" y="1575"/>
                    <a:pt x="8954" y="1158"/>
                  </a:cubicBezTo>
                  <a:cubicBezTo>
                    <a:pt x="10013" y="1575"/>
                    <a:pt x="10656" y="2849"/>
                    <a:pt x="11371" y="3706"/>
                  </a:cubicBezTo>
                  <a:cubicBezTo>
                    <a:pt x="11894" y="4361"/>
                    <a:pt x="12716" y="5087"/>
                    <a:pt x="13537" y="5242"/>
                  </a:cubicBezTo>
                  <a:cubicBezTo>
                    <a:pt x="14014" y="5337"/>
                    <a:pt x="14430" y="5337"/>
                    <a:pt x="14883" y="5611"/>
                  </a:cubicBezTo>
                  <a:cubicBezTo>
                    <a:pt x="15133" y="5766"/>
                    <a:pt x="15359" y="5968"/>
                    <a:pt x="15526" y="6207"/>
                  </a:cubicBezTo>
                  <a:cubicBezTo>
                    <a:pt x="15783" y="6580"/>
                    <a:pt x="15856" y="7080"/>
                    <a:pt x="15915" y="7537"/>
                  </a:cubicBezTo>
                  <a:lnTo>
                    <a:pt x="15915" y="7537"/>
                  </a:lnTo>
                  <a:cubicBezTo>
                    <a:pt x="15835" y="6806"/>
                    <a:pt x="16762" y="5546"/>
                    <a:pt x="15669" y="5123"/>
                  </a:cubicBezTo>
                  <a:cubicBezTo>
                    <a:pt x="15335" y="5004"/>
                    <a:pt x="14978" y="5040"/>
                    <a:pt x="14645" y="4968"/>
                  </a:cubicBezTo>
                  <a:cubicBezTo>
                    <a:pt x="13954" y="4802"/>
                    <a:pt x="13454" y="4206"/>
                    <a:pt x="13025" y="3611"/>
                  </a:cubicBezTo>
                  <a:cubicBezTo>
                    <a:pt x="12430" y="2789"/>
                    <a:pt x="11894" y="1908"/>
                    <a:pt x="11180" y="1194"/>
                  </a:cubicBezTo>
                  <a:cubicBezTo>
                    <a:pt x="10495" y="521"/>
                    <a:pt x="9614" y="0"/>
                    <a:pt x="8682" y="0"/>
                  </a:cubicBezTo>
                  <a:close/>
                  <a:moveTo>
                    <a:pt x="1948" y="11808"/>
                  </a:moveTo>
                  <a:lnTo>
                    <a:pt x="1948" y="11808"/>
                  </a:lnTo>
                  <a:cubicBezTo>
                    <a:pt x="1950" y="11814"/>
                    <a:pt x="1951" y="11820"/>
                    <a:pt x="1953" y="11826"/>
                  </a:cubicBezTo>
                  <a:cubicBezTo>
                    <a:pt x="1951" y="11820"/>
                    <a:pt x="1950" y="11814"/>
                    <a:pt x="1948" y="1180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3" name="Google Shape;3193;p73"/>
            <p:cNvSpPr/>
            <p:nvPr/>
          </p:nvSpPr>
          <p:spPr>
            <a:xfrm>
              <a:off x="4112335" y="3006295"/>
              <a:ext cx="54432" cy="46313"/>
            </a:xfrm>
            <a:custGeom>
              <a:avLst/>
              <a:gdLst/>
              <a:ahLst/>
              <a:cxnLst/>
              <a:rect l="l" t="t" r="r" b="b"/>
              <a:pathLst>
                <a:path w="1428" h="1215" extrusionOk="0">
                  <a:moveTo>
                    <a:pt x="769" y="1"/>
                  </a:moveTo>
                  <a:cubicBezTo>
                    <a:pt x="654" y="1"/>
                    <a:pt x="535" y="36"/>
                    <a:pt x="430" y="106"/>
                  </a:cubicBezTo>
                  <a:cubicBezTo>
                    <a:pt x="358" y="153"/>
                    <a:pt x="299" y="213"/>
                    <a:pt x="251" y="284"/>
                  </a:cubicBezTo>
                  <a:cubicBezTo>
                    <a:pt x="1" y="618"/>
                    <a:pt x="251" y="1118"/>
                    <a:pt x="620" y="1201"/>
                  </a:cubicBezTo>
                  <a:cubicBezTo>
                    <a:pt x="662" y="1210"/>
                    <a:pt x="703" y="1214"/>
                    <a:pt x="744" y="1214"/>
                  </a:cubicBezTo>
                  <a:cubicBezTo>
                    <a:pt x="1128" y="1214"/>
                    <a:pt x="1428" y="825"/>
                    <a:pt x="1299" y="415"/>
                  </a:cubicBezTo>
                  <a:cubicBezTo>
                    <a:pt x="1205" y="133"/>
                    <a:pt x="992" y="1"/>
                    <a:pt x="7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4" name="Google Shape;3194;p73"/>
            <p:cNvSpPr/>
            <p:nvPr/>
          </p:nvSpPr>
          <p:spPr>
            <a:xfrm>
              <a:off x="4396467" y="2986664"/>
              <a:ext cx="60226" cy="51039"/>
            </a:xfrm>
            <a:custGeom>
              <a:avLst/>
              <a:gdLst/>
              <a:ahLst/>
              <a:cxnLst/>
              <a:rect l="l" t="t" r="r" b="b"/>
              <a:pathLst>
                <a:path w="1580" h="1339" extrusionOk="0">
                  <a:moveTo>
                    <a:pt x="855" y="0"/>
                  </a:moveTo>
                  <a:cubicBezTo>
                    <a:pt x="725" y="0"/>
                    <a:pt x="593" y="42"/>
                    <a:pt x="476" y="121"/>
                  </a:cubicBezTo>
                  <a:cubicBezTo>
                    <a:pt x="393" y="168"/>
                    <a:pt x="334" y="228"/>
                    <a:pt x="274" y="311"/>
                  </a:cubicBezTo>
                  <a:cubicBezTo>
                    <a:pt x="0" y="680"/>
                    <a:pt x="274" y="1228"/>
                    <a:pt x="679" y="1323"/>
                  </a:cubicBezTo>
                  <a:cubicBezTo>
                    <a:pt x="726" y="1333"/>
                    <a:pt x="772" y="1338"/>
                    <a:pt x="818" y="1338"/>
                  </a:cubicBezTo>
                  <a:cubicBezTo>
                    <a:pt x="1244" y="1338"/>
                    <a:pt x="1580" y="906"/>
                    <a:pt x="1429" y="454"/>
                  </a:cubicBezTo>
                  <a:cubicBezTo>
                    <a:pt x="1328" y="144"/>
                    <a:pt x="1096" y="0"/>
                    <a:pt x="8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3195;p73"/>
            <p:cNvSpPr/>
            <p:nvPr/>
          </p:nvSpPr>
          <p:spPr>
            <a:xfrm>
              <a:off x="4389644" y="2891864"/>
              <a:ext cx="93540" cy="47685"/>
            </a:xfrm>
            <a:custGeom>
              <a:avLst/>
              <a:gdLst/>
              <a:ahLst/>
              <a:cxnLst/>
              <a:rect l="l" t="t" r="r" b="b"/>
              <a:pathLst>
                <a:path w="2454" h="1251" extrusionOk="0">
                  <a:moveTo>
                    <a:pt x="1215" y="0"/>
                  </a:moveTo>
                  <a:cubicBezTo>
                    <a:pt x="1084" y="0"/>
                    <a:pt x="953" y="24"/>
                    <a:pt x="834" y="60"/>
                  </a:cubicBezTo>
                  <a:cubicBezTo>
                    <a:pt x="715" y="95"/>
                    <a:pt x="596" y="155"/>
                    <a:pt x="501" y="214"/>
                  </a:cubicBezTo>
                  <a:cubicBezTo>
                    <a:pt x="405" y="286"/>
                    <a:pt x="322" y="357"/>
                    <a:pt x="263" y="441"/>
                  </a:cubicBezTo>
                  <a:cubicBezTo>
                    <a:pt x="191" y="524"/>
                    <a:pt x="144" y="607"/>
                    <a:pt x="96" y="679"/>
                  </a:cubicBezTo>
                  <a:cubicBezTo>
                    <a:pt x="60" y="762"/>
                    <a:pt x="36" y="834"/>
                    <a:pt x="24" y="905"/>
                  </a:cubicBezTo>
                  <a:cubicBezTo>
                    <a:pt x="13" y="976"/>
                    <a:pt x="1" y="1036"/>
                    <a:pt x="1" y="1095"/>
                  </a:cubicBezTo>
                  <a:cubicBezTo>
                    <a:pt x="1" y="1143"/>
                    <a:pt x="13" y="1179"/>
                    <a:pt x="13" y="1203"/>
                  </a:cubicBezTo>
                  <a:cubicBezTo>
                    <a:pt x="24" y="1238"/>
                    <a:pt x="24" y="1250"/>
                    <a:pt x="24" y="1250"/>
                  </a:cubicBezTo>
                  <a:cubicBezTo>
                    <a:pt x="24" y="1250"/>
                    <a:pt x="36" y="1238"/>
                    <a:pt x="48" y="1226"/>
                  </a:cubicBezTo>
                  <a:cubicBezTo>
                    <a:pt x="72" y="1203"/>
                    <a:pt x="96" y="1167"/>
                    <a:pt x="132" y="1143"/>
                  </a:cubicBezTo>
                  <a:cubicBezTo>
                    <a:pt x="167" y="1119"/>
                    <a:pt x="203" y="1084"/>
                    <a:pt x="251" y="1048"/>
                  </a:cubicBezTo>
                  <a:cubicBezTo>
                    <a:pt x="298" y="1012"/>
                    <a:pt x="346" y="976"/>
                    <a:pt x="405" y="941"/>
                  </a:cubicBezTo>
                  <a:cubicBezTo>
                    <a:pt x="465" y="905"/>
                    <a:pt x="525" y="869"/>
                    <a:pt x="584" y="834"/>
                  </a:cubicBezTo>
                  <a:cubicBezTo>
                    <a:pt x="655" y="810"/>
                    <a:pt x="727" y="786"/>
                    <a:pt x="786" y="762"/>
                  </a:cubicBezTo>
                  <a:cubicBezTo>
                    <a:pt x="858" y="738"/>
                    <a:pt x="929" y="726"/>
                    <a:pt x="1001" y="703"/>
                  </a:cubicBezTo>
                  <a:cubicBezTo>
                    <a:pt x="1072" y="703"/>
                    <a:pt x="1132" y="691"/>
                    <a:pt x="1203" y="691"/>
                  </a:cubicBezTo>
                  <a:lnTo>
                    <a:pt x="1263" y="691"/>
                  </a:lnTo>
                  <a:cubicBezTo>
                    <a:pt x="1298" y="691"/>
                    <a:pt x="1298" y="703"/>
                    <a:pt x="1322" y="703"/>
                  </a:cubicBezTo>
                  <a:cubicBezTo>
                    <a:pt x="1346" y="703"/>
                    <a:pt x="1382" y="703"/>
                    <a:pt x="1417" y="714"/>
                  </a:cubicBezTo>
                  <a:cubicBezTo>
                    <a:pt x="1489" y="726"/>
                    <a:pt x="1560" y="738"/>
                    <a:pt x="1632" y="762"/>
                  </a:cubicBezTo>
                  <a:cubicBezTo>
                    <a:pt x="1703" y="786"/>
                    <a:pt x="1775" y="810"/>
                    <a:pt x="1834" y="845"/>
                  </a:cubicBezTo>
                  <a:cubicBezTo>
                    <a:pt x="1906" y="869"/>
                    <a:pt x="1965" y="905"/>
                    <a:pt x="2025" y="941"/>
                  </a:cubicBezTo>
                  <a:cubicBezTo>
                    <a:pt x="2084" y="976"/>
                    <a:pt x="2144" y="1000"/>
                    <a:pt x="2191" y="1036"/>
                  </a:cubicBezTo>
                  <a:cubicBezTo>
                    <a:pt x="2251" y="1072"/>
                    <a:pt x="2299" y="1095"/>
                    <a:pt x="2334" y="1131"/>
                  </a:cubicBezTo>
                  <a:cubicBezTo>
                    <a:pt x="2406" y="1179"/>
                    <a:pt x="2453" y="1215"/>
                    <a:pt x="2453" y="1215"/>
                  </a:cubicBezTo>
                  <a:cubicBezTo>
                    <a:pt x="2453" y="1215"/>
                    <a:pt x="2453" y="1203"/>
                    <a:pt x="2453" y="1179"/>
                  </a:cubicBezTo>
                  <a:cubicBezTo>
                    <a:pt x="2453" y="1143"/>
                    <a:pt x="2453" y="1107"/>
                    <a:pt x="2453" y="1060"/>
                  </a:cubicBezTo>
                  <a:cubicBezTo>
                    <a:pt x="2441" y="1012"/>
                    <a:pt x="2430" y="953"/>
                    <a:pt x="2418" y="881"/>
                  </a:cubicBezTo>
                  <a:cubicBezTo>
                    <a:pt x="2394" y="810"/>
                    <a:pt x="2370" y="738"/>
                    <a:pt x="2322" y="667"/>
                  </a:cubicBezTo>
                  <a:cubicBezTo>
                    <a:pt x="2287" y="584"/>
                    <a:pt x="2227" y="512"/>
                    <a:pt x="2156" y="429"/>
                  </a:cubicBezTo>
                  <a:cubicBezTo>
                    <a:pt x="2096" y="357"/>
                    <a:pt x="2013" y="286"/>
                    <a:pt x="1918" y="214"/>
                  </a:cubicBezTo>
                  <a:cubicBezTo>
                    <a:pt x="1822" y="155"/>
                    <a:pt x="1715" y="95"/>
                    <a:pt x="1596" y="60"/>
                  </a:cubicBezTo>
                  <a:cubicBezTo>
                    <a:pt x="1525" y="48"/>
                    <a:pt x="1477" y="24"/>
                    <a:pt x="1406" y="12"/>
                  </a:cubicBezTo>
                  <a:cubicBezTo>
                    <a:pt x="1370" y="12"/>
                    <a:pt x="1322" y="0"/>
                    <a:pt x="129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6" name="Google Shape;3196;p73"/>
            <p:cNvSpPr/>
            <p:nvPr/>
          </p:nvSpPr>
          <p:spPr>
            <a:xfrm>
              <a:off x="4078752" y="2900479"/>
              <a:ext cx="113057" cy="53593"/>
            </a:xfrm>
            <a:custGeom>
              <a:avLst/>
              <a:gdLst/>
              <a:ahLst/>
              <a:cxnLst/>
              <a:rect l="l" t="t" r="r" b="b"/>
              <a:pathLst>
                <a:path w="2966" h="1406" extrusionOk="0">
                  <a:moveTo>
                    <a:pt x="1406" y="0"/>
                  </a:moveTo>
                  <a:cubicBezTo>
                    <a:pt x="1346" y="0"/>
                    <a:pt x="1299" y="12"/>
                    <a:pt x="1203" y="24"/>
                  </a:cubicBezTo>
                  <a:cubicBezTo>
                    <a:pt x="1132" y="36"/>
                    <a:pt x="1061" y="60"/>
                    <a:pt x="1001" y="84"/>
                  </a:cubicBezTo>
                  <a:cubicBezTo>
                    <a:pt x="858" y="131"/>
                    <a:pt x="739" y="191"/>
                    <a:pt x="632" y="262"/>
                  </a:cubicBezTo>
                  <a:cubicBezTo>
                    <a:pt x="525" y="334"/>
                    <a:pt x="429" y="417"/>
                    <a:pt x="358" y="512"/>
                  </a:cubicBezTo>
                  <a:cubicBezTo>
                    <a:pt x="275" y="596"/>
                    <a:pt x="215" y="691"/>
                    <a:pt x="156" y="774"/>
                  </a:cubicBezTo>
                  <a:cubicBezTo>
                    <a:pt x="108" y="858"/>
                    <a:pt x="72" y="941"/>
                    <a:pt x="48" y="1024"/>
                  </a:cubicBezTo>
                  <a:cubicBezTo>
                    <a:pt x="25" y="1096"/>
                    <a:pt x="13" y="1167"/>
                    <a:pt x="13" y="1227"/>
                  </a:cubicBezTo>
                  <a:cubicBezTo>
                    <a:pt x="1" y="1274"/>
                    <a:pt x="1" y="1322"/>
                    <a:pt x="1" y="1358"/>
                  </a:cubicBezTo>
                  <a:cubicBezTo>
                    <a:pt x="1" y="1381"/>
                    <a:pt x="1" y="1405"/>
                    <a:pt x="1" y="1405"/>
                  </a:cubicBezTo>
                  <a:cubicBezTo>
                    <a:pt x="1" y="1405"/>
                    <a:pt x="48" y="1358"/>
                    <a:pt x="132" y="1286"/>
                  </a:cubicBezTo>
                  <a:cubicBezTo>
                    <a:pt x="168" y="1250"/>
                    <a:pt x="215" y="1215"/>
                    <a:pt x="275" y="1167"/>
                  </a:cubicBezTo>
                  <a:cubicBezTo>
                    <a:pt x="334" y="1131"/>
                    <a:pt x="394" y="1084"/>
                    <a:pt x="465" y="1036"/>
                  </a:cubicBezTo>
                  <a:cubicBezTo>
                    <a:pt x="525" y="989"/>
                    <a:pt x="596" y="953"/>
                    <a:pt x="680" y="905"/>
                  </a:cubicBezTo>
                  <a:cubicBezTo>
                    <a:pt x="763" y="869"/>
                    <a:pt x="846" y="834"/>
                    <a:pt x="930" y="798"/>
                  </a:cubicBezTo>
                  <a:cubicBezTo>
                    <a:pt x="1013" y="774"/>
                    <a:pt x="1096" y="739"/>
                    <a:pt x="1191" y="727"/>
                  </a:cubicBezTo>
                  <a:cubicBezTo>
                    <a:pt x="1227" y="715"/>
                    <a:pt x="1287" y="703"/>
                    <a:pt x="1311" y="703"/>
                  </a:cubicBezTo>
                  <a:cubicBezTo>
                    <a:pt x="1346" y="691"/>
                    <a:pt x="1406" y="691"/>
                    <a:pt x="1465" y="691"/>
                  </a:cubicBezTo>
                  <a:lnTo>
                    <a:pt x="1525" y="691"/>
                  </a:lnTo>
                  <a:cubicBezTo>
                    <a:pt x="1533" y="687"/>
                    <a:pt x="1541" y="686"/>
                    <a:pt x="1549" y="686"/>
                  </a:cubicBezTo>
                  <a:cubicBezTo>
                    <a:pt x="1565" y="686"/>
                    <a:pt x="1580" y="691"/>
                    <a:pt x="1596" y="691"/>
                  </a:cubicBezTo>
                  <a:lnTo>
                    <a:pt x="1727" y="691"/>
                  </a:lnTo>
                  <a:cubicBezTo>
                    <a:pt x="1811" y="703"/>
                    <a:pt x="1906" y="727"/>
                    <a:pt x="1989" y="739"/>
                  </a:cubicBezTo>
                  <a:cubicBezTo>
                    <a:pt x="2084" y="774"/>
                    <a:pt x="2168" y="786"/>
                    <a:pt x="2251" y="822"/>
                  </a:cubicBezTo>
                  <a:cubicBezTo>
                    <a:pt x="2334" y="858"/>
                    <a:pt x="2406" y="893"/>
                    <a:pt x="2477" y="929"/>
                  </a:cubicBezTo>
                  <a:cubicBezTo>
                    <a:pt x="2549" y="965"/>
                    <a:pt x="2620" y="1000"/>
                    <a:pt x="2680" y="1036"/>
                  </a:cubicBezTo>
                  <a:cubicBezTo>
                    <a:pt x="2739" y="1084"/>
                    <a:pt x="2787" y="1108"/>
                    <a:pt x="2835" y="1143"/>
                  </a:cubicBezTo>
                  <a:cubicBezTo>
                    <a:pt x="2870" y="1167"/>
                    <a:pt x="2906" y="1203"/>
                    <a:pt x="2930" y="1215"/>
                  </a:cubicBezTo>
                  <a:cubicBezTo>
                    <a:pt x="2954" y="1239"/>
                    <a:pt x="2966" y="1250"/>
                    <a:pt x="2966" y="1250"/>
                  </a:cubicBezTo>
                  <a:cubicBezTo>
                    <a:pt x="2966" y="1250"/>
                    <a:pt x="2966" y="1227"/>
                    <a:pt x="2966" y="1203"/>
                  </a:cubicBezTo>
                  <a:cubicBezTo>
                    <a:pt x="2954" y="1167"/>
                    <a:pt x="2966" y="1120"/>
                    <a:pt x="2942" y="1072"/>
                  </a:cubicBezTo>
                  <a:cubicBezTo>
                    <a:pt x="2930" y="1012"/>
                    <a:pt x="2906" y="941"/>
                    <a:pt x="2882" y="869"/>
                  </a:cubicBezTo>
                  <a:cubicBezTo>
                    <a:pt x="2846" y="798"/>
                    <a:pt x="2799" y="715"/>
                    <a:pt x="2751" y="631"/>
                  </a:cubicBezTo>
                  <a:cubicBezTo>
                    <a:pt x="2692" y="560"/>
                    <a:pt x="2620" y="465"/>
                    <a:pt x="2525" y="393"/>
                  </a:cubicBezTo>
                  <a:cubicBezTo>
                    <a:pt x="2442" y="310"/>
                    <a:pt x="2334" y="238"/>
                    <a:pt x="2227" y="179"/>
                  </a:cubicBezTo>
                  <a:cubicBezTo>
                    <a:pt x="2108" y="119"/>
                    <a:pt x="1977" y="72"/>
                    <a:pt x="1846" y="36"/>
                  </a:cubicBezTo>
                  <a:cubicBezTo>
                    <a:pt x="1775" y="24"/>
                    <a:pt x="1703" y="0"/>
                    <a:pt x="16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7" name="Google Shape;3197;p73"/>
            <p:cNvSpPr/>
            <p:nvPr/>
          </p:nvSpPr>
          <p:spPr>
            <a:xfrm>
              <a:off x="4093275" y="3401504"/>
              <a:ext cx="324532" cy="708986"/>
            </a:xfrm>
            <a:custGeom>
              <a:avLst/>
              <a:gdLst/>
              <a:ahLst/>
              <a:cxnLst/>
              <a:rect l="l" t="t" r="r" b="b"/>
              <a:pathLst>
                <a:path w="8514" h="18600" extrusionOk="0">
                  <a:moveTo>
                    <a:pt x="2715" y="1"/>
                  </a:moveTo>
                  <a:cubicBezTo>
                    <a:pt x="2037" y="60"/>
                    <a:pt x="1406" y="191"/>
                    <a:pt x="1263" y="1001"/>
                  </a:cubicBezTo>
                  <a:cubicBezTo>
                    <a:pt x="1239" y="1120"/>
                    <a:pt x="1227" y="1251"/>
                    <a:pt x="1227" y="1370"/>
                  </a:cubicBezTo>
                  <a:cubicBezTo>
                    <a:pt x="1227" y="1549"/>
                    <a:pt x="1239" y="1715"/>
                    <a:pt x="1251" y="1894"/>
                  </a:cubicBezTo>
                  <a:cubicBezTo>
                    <a:pt x="1224" y="1757"/>
                    <a:pt x="1084" y="1683"/>
                    <a:pt x="950" y="1683"/>
                  </a:cubicBezTo>
                  <a:cubicBezTo>
                    <a:pt x="910" y="1683"/>
                    <a:pt x="870" y="1690"/>
                    <a:pt x="834" y="1703"/>
                  </a:cubicBezTo>
                  <a:cubicBezTo>
                    <a:pt x="680" y="1775"/>
                    <a:pt x="572" y="1942"/>
                    <a:pt x="489" y="2096"/>
                  </a:cubicBezTo>
                  <a:cubicBezTo>
                    <a:pt x="1" y="3156"/>
                    <a:pt x="263" y="4466"/>
                    <a:pt x="1013" y="5323"/>
                  </a:cubicBezTo>
                  <a:cubicBezTo>
                    <a:pt x="1537" y="5906"/>
                    <a:pt x="2287" y="6144"/>
                    <a:pt x="2989" y="6394"/>
                  </a:cubicBezTo>
                  <a:cubicBezTo>
                    <a:pt x="3513" y="6585"/>
                    <a:pt x="4085" y="6716"/>
                    <a:pt x="4573" y="7014"/>
                  </a:cubicBezTo>
                  <a:cubicBezTo>
                    <a:pt x="4906" y="7228"/>
                    <a:pt x="5013" y="7311"/>
                    <a:pt x="4799" y="7668"/>
                  </a:cubicBezTo>
                  <a:cubicBezTo>
                    <a:pt x="4597" y="7990"/>
                    <a:pt x="4454" y="8335"/>
                    <a:pt x="4335" y="8704"/>
                  </a:cubicBezTo>
                  <a:cubicBezTo>
                    <a:pt x="3835" y="10228"/>
                    <a:pt x="3716" y="11895"/>
                    <a:pt x="3989" y="13479"/>
                  </a:cubicBezTo>
                  <a:cubicBezTo>
                    <a:pt x="4049" y="13812"/>
                    <a:pt x="4132" y="14145"/>
                    <a:pt x="4204" y="14467"/>
                  </a:cubicBezTo>
                  <a:cubicBezTo>
                    <a:pt x="4525" y="15788"/>
                    <a:pt x="4954" y="17086"/>
                    <a:pt x="4811" y="18420"/>
                  </a:cubicBezTo>
                  <a:cubicBezTo>
                    <a:pt x="4975" y="18548"/>
                    <a:pt x="5178" y="18600"/>
                    <a:pt x="5386" y="18600"/>
                  </a:cubicBezTo>
                  <a:cubicBezTo>
                    <a:pt x="5525" y="18600"/>
                    <a:pt x="5666" y="18577"/>
                    <a:pt x="5799" y="18539"/>
                  </a:cubicBezTo>
                  <a:cubicBezTo>
                    <a:pt x="6823" y="18253"/>
                    <a:pt x="7549" y="17253"/>
                    <a:pt x="7847" y="16181"/>
                  </a:cubicBezTo>
                  <a:cubicBezTo>
                    <a:pt x="8145" y="15110"/>
                    <a:pt x="8085" y="13967"/>
                    <a:pt x="8026" y="12848"/>
                  </a:cubicBezTo>
                  <a:cubicBezTo>
                    <a:pt x="8014" y="12764"/>
                    <a:pt x="8014" y="12669"/>
                    <a:pt x="8049" y="12586"/>
                  </a:cubicBezTo>
                  <a:cubicBezTo>
                    <a:pt x="8073" y="12502"/>
                    <a:pt x="8133" y="12443"/>
                    <a:pt x="8192" y="12383"/>
                  </a:cubicBezTo>
                  <a:cubicBezTo>
                    <a:pt x="8514" y="11990"/>
                    <a:pt x="8466" y="11466"/>
                    <a:pt x="8371" y="10990"/>
                  </a:cubicBezTo>
                  <a:cubicBezTo>
                    <a:pt x="8216" y="10276"/>
                    <a:pt x="7966" y="9657"/>
                    <a:pt x="7526" y="9085"/>
                  </a:cubicBezTo>
                  <a:cubicBezTo>
                    <a:pt x="7407" y="8919"/>
                    <a:pt x="6287" y="7216"/>
                    <a:pt x="6359" y="7133"/>
                  </a:cubicBezTo>
                  <a:cubicBezTo>
                    <a:pt x="7299" y="6109"/>
                    <a:pt x="8323" y="4894"/>
                    <a:pt x="8419" y="3406"/>
                  </a:cubicBezTo>
                  <a:cubicBezTo>
                    <a:pt x="8442" y="3096"/>
                    <a:pt x="8371" y="2763"/>
                    <a:pt x="8180" y="2513"/>
                  </a:cubicBezTo>
                  <a:cubicBezTo>
                    <a:pt x="8125" y="2431"/>
                    <a:pt x="8042" y="2362"/>
                    <a:pt x="7958" y="2362"/>
                  </a:cubicBezTo>
                  <a:cubicBezTo>
                    <a:pt x="7933" y="2362"/>
                    <a:pt x="7907" y="2368"/>
                    <a:pt x="7883" y="2382"/>
                  </a:cubicBezTo>
                  <a:cubicBezTo>
                    <a:pt x="7954" y="2334"/>
                    <a:pt x="7883" y="1834"/>
                    <a:pt x="7871" y="1751"/>
                  </a:cubicBezTo>
                  <a:cubicBezTo>
                    <a:pt x="7835" y="1549"/>
                    <a:pt x="7776" y="1358"/>
                    <a:pt x="7680" y="1168"/>
                  </a:cubicBezTo>
                  <a:cubicBezTo>
                    <a:pt x="7478" y="799"/>
                    <a:pt x="7252" y="525"/>
                    <a:pt x="6883" y="346"/>
                  </a:cubicBezTo>
                  <a:cubicBezTo>
                    <a:pt x="6668" y="215"/>
                    <a:pt x="6383" y="179"/>
                    <a:pt x="6144" y="179"/>
                  </a:cubicBezTo>
                  <a:cubicBezTo>
                    <a:pt x="6228" y="703"/>
                    <a:pt x="6156" y="1156"/>
                    <a:pt x="5656" y="1382"/>
                  </a:cubicBezTo>
                  <a:cubicBezTo>
                    <a:pt x="5442" y="1477"/>
                    <a:pt x="5216" y="1501"/>
                    <a:pt x="4990" y="1501"/>
                  </a:cubicBezTo>
                  <a:cubicBezTo>
                    <a:pt x="4763" y="1501"/>
                    <a:pt x="4525" y="1489"/>
                    <a:pt x="4299" y="1453"/>
                  </a:cubicBezTo>
                  <a:cubicBezTo>
                    <a:pt x="4061" y="1418"/>
                    <a:pt x="3811" y="1346"/>
                    <a:pt x="3620" y="1191"/>
                  </a:cubicBezTo>
                  <a:cubicBezTo>
                    <a:pt x="3466" y="1072"/>
                    <a:pt x="3347" y="906"/>
                    <a:pt x="3251" y="727"/>
                  </a:cubicBezTo>
                  <a:cubicBezTo>
                    <a:pt x="3120" y="501"/>
                    <a:pt x="3025" y="263"/>
                    <a:pt x="2966" y="13"/>
                  </a:cubicBezTo>
                  <a:cubicBezTo>
                    <a:pt x="2882" y="1"/>
                    <a:pt x="2799" y="1"/>
                    <a:pt x="271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8" name="Google Shape;3198;p73"/>
            <p:cNvSpPr/>
            <p:nvPr/>
          </p:nvSpPr>
          <p:spPr>
            <a:xfrm>
              <a:off x="4277538" y="3408327"/>
              <a:ext cx="130743" cy="635990"/>
            </a:xfrm>
            <a:custGeom>
              <a:avLst/>
              <a:gdLst/>
              <a:ahLst/>
              <a:cxnLst/>
              <a:rect l="l" t="t" r="r" b="b"/>
              <a:pathLst>
                <a:path w="3430" h="16685" extrusionOk="0">
                  <a:moveTo>
                    <a:pt x="1310" y="0"/>
                  </a:moveTo>
                  <a:cubicBezTo>
                    <a:pt x="1358" y="0"/>
                    <a:pt x="1334" y="524"/>
                    <a:pt x="1322" y="572"/>
                  </a:cubicBezTo>
                  <a:cubicBezTo>
                    <a:pt x="1287" y="750"/>
                    <a:pt x="1215" y="893"/>
                    <a:pt x="1096" y="1012"/>
                  </a:cubicBezTo>
                  <a:cubicBezTo>
                    <a:pt x="822" y="1298"/>
                    <a:pt x="584" y="1572"/>
                    <a:pt x="525" y="1989"/>
                  </a:cubicBezTo>
                  <a:cubicBezTo>
                    <a:pt x="501" y="2191"/>
                    <a:pt x="513" y="2394"/>
                    <a:pt x="525" y="2596"/>
                  </a:cubicBezTo>
                  <a:cubicBezTo>
                    <a:pt x="560" y="3417"/>
                    <a:pt x="525" y="4227"/>
                    <a:pt x="608" y="5037"/>
                  </a:cubicBezTo>
                  <a:cubicBezTo>
                    <a:pt x="668" y="5644"/>
                    <a:pt x="703" y="6251"/>
                    <a:pt x="679" y="6858"/>
                  </a:cubicBezTo>
                  <a:cubicBezTo>
                    <a:pt x="668" y="7120"/>
                    <a:pt x="644" y="7370"/>
                    <a:pt x="596" y="7620"/>
                  </a:cubicBezTo>
                  <a:cubicBezTo>
                    <a:pt x="548" y="7942"/>
                    <a:pt x="477" y="8263"/>
                    <a:pt x="394" y="8597"/>
                  </a:cubicBezTo>
                  <a:cubicBezTo>
                    <a:pt x="298" y="9037"/>
                    <a:pt x="191" y="9466"/>
                    <a:pt x="132" y="9918"/>
                  </a:cubicBezTo>
                  <a:cubicBezTo>
                    <a:pt x="1" y="10740"/>
                    <a:pt x="1" y="11585"/>
                    <a:pt x="108" y="12419"/>
                  </a:cubicBezTo>
                  <a:cubicBezTo>
                    <a:pt x="215" y="13133"/>
                    <a:pt x="465" y="13824"/>
                    <a:pt x="632" y="14526"/>
                  </a:cubicBezTo>
                  <a:cubicBezTo>
                    <a:pt x="787" y="15205"/>
                    <a:pt x="787" y="15931"/>
                    <a:pt x="620" y="16610"/>
                  </a:cubicBezTo>
                  <a:cubicBezTo>
                    <a:pt x="755" y="16661"/>
                    <a:pt x="896" y="16685"/>
                    <a:pt x="1039" y="16685"/>
                  </a:cubicBezTo>
                  <a:cubicBezTo>
                    <a:pt x="1324" y="16685"/>
                    <a:pt x="1612" y="16590"/>
                    <a:pt x="1858" y="16431"/>
                  </a:cubicBezTo>
                  <a:cubicBezTo>
                    <a:pt x="2215" y="16193"/>
                    <a:pt x="2489" y="15824"/>
                    <a:pt x="2680" y="15419"/>
                  </a:cubicBezTo>
                  <a:cubicBezTo>
                    <a:pt x="2870" y="15014"/>
                    <a:pt x="2977" y="14562"/>
                    <a:pt x="3073" y="14121"/>
                  </a:cubicBezTo>
                  <a:cubicBezTo>
                    <a:pt x="3132" y="13800"/>
                    <a:pt x="3192" y="13478"/>
                    <a:pt x="3180" y="13157"/>
                  </a:cubicBezTo>
                  <a:cubicBezTo>
                    <a:pt x="3180" y="12978"/>
                    <a:pt x="3156" y="12800"/>
                    <a:pt x="3180" y="12609"/>
                  </a:cubicBezTo>
                  <a:cubicBezTo>
                    <a:pt x="3204" y="12430"/>
                    <a:pt x="3275" y="12252"/>
                    <a:pt x="3430" y="12157"/>
                  </a:cubicBezTo>
                  <a:cubicBezTo>
                    <a:pt x="3132" y="12145"/>
                    <a:pt x="2715" y="11704"/>
                    <a:pt x="2489" y="11514"/>
                  </a:cubicBezTo>
                  <a:cubicBezTo>
                    <a:pt x="2192" y="11252"/>
                    <a:pt x="1930" y="10954"/>
                    <a:pt x="1691" y="10621"/>
                  </a:cubicBezTo>
                  <a:cubicBezTo>
                    <a:pt x="1049" y="9716"/>
                    <a:pt x="834" y="8692"/>
                    <a:pt x="822" y="7573"/>
                  </a:cubicBezTo>
                  <a:cubicBezTo>
                    <a:pt x="799" y="6513"/>
                    <a:pt x="1025" y="5430"/>
                    <a:pt x="1477" y="4477"/>
                  </a:cubicBezTo>
                  <a:cubicBezTo>
                    <a:pt x="1834" y="3751"/>
                    <a:pt x="2287" y="3072"/>
                    <a:pt x="2834" y="2501"/>
                  </a:cubicBezTo>
                  <a:cubicBezTo>
                    <a:pt x="3108" y="2215"/>
                    <a:pt x="3096" y="1953"/>
                    <a:pt x="3037" y="1572"/>
                  </a:cubicBezTo>
                  <a:cubicBezTo>
                    <a:pt x="3001" y="1370"/>
                    <a:pt x="2942" y="1179"/>
                    <a:pt x="2846" y="989"/>
                  </a:cubicBezTo>
                  <a:cubicBezTo>
                    <a:pt x="2644" y="620"/>
                    <a:pt x="2418" y="346"/>
                    <a:pt x="2049" y="167"/>
                  </a:cubicBezTo>
                  <a:cubicBezTo>
                    <a:pt x="1834" y="36"/>
                    <a:pt x="1549" y="0"/>
                    <a:pt x="13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9" name="Google Shape;3199;p73"/>
            <p:cNvSpPr/>
            <p:nvPr/>
          </p:nvSpPr>
          <p:spPr>
            <a:xfrm>
              <a:off x="4252571" y="3625715"/>
              <a:ext cx="110808" cy="103451"/>
            </a:xfrm>
            <a:custGeom>
              <a:avLst/>
              <a:gdLst/>
              <a:ahLst/>
              <a:cxnLst/>
              <a:rect l="l" t="t" r="r" b="b"/>
              <a:pathLst>
                <a:path w="2907" h="2714" extrusionOk="0">
                  <a:moveTo>
                    <a:pt x="1492" y="0"/>
                  </a:moveTo>
                  <a:cubicBezTo>
                    <a:pt x="1014" y="0"/>
                    <a:pt x="519" y="249"/>
                    <a:pt x="263" y="679"/>
                  </a:cubicBezTo>
                  <a:cubicBezTo>
                    <a:pt x="1" y="1120"/>
                    <a:pt x="25" y="1751"/>
                    <a:pt x="311" y="2167"/>
                  </a:cubicBezTo>
                  <a:cubicBezTo>
                    <a:pt x="406" y="2310"/>
                    <a:pt x="525" y="2429"/>
                    <a:pt x="680" y="2513"/>
                  </a:cubicBezTo>
                  <a:cubicBezTo>
                    <a:pt x="920" y="2636"/>
                    <a:pt x="1208" y="2714"/>
                    <a:pt x="1489" y="2714"/>
                  </a:cubicBezTo>
                  <a:cubicBezTo>
                    <a:pt x="1721" y="2714"/>
                    <a:pt x="1950" y="2661"/>
                    <a:pt x="2144" y="2536"/>
                  </a:cubicBezTo>
                  <a:cubicBezTo>
                    <a:pt x="2716" y="2167"/>
                    <a:pt x="2906" y="1655"/>
                    <a:pt x="2775" y="965"/>
                  </a:cubicBezTo>
                  <a:cubicBezTo>
                    <a:pt x="2668" y="393"/>
                    <a:pt x="2085" y="12"/>
                    <a:pt x="1525" y="0"/>
                  </a:cubicBezTo>
                  <a:cubicBezTo>
                    <a:pt x="1514" y="0"/>
                    <a:pt x="1503" y="0"/>
                    <a:pt x="149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0" name="Google Shape;3200;p73"/>
            <p:cNvSpPr/>
            <p:nvPr/>
          </p:nvSpPr>
          <p:spPr>
            <a:xfrm>
              <a:off x="4239878" y="3155985"/>
              <a:ext cx="83096" cy="34534"/>
            </a:xfrm>
            <a:custGeom>
              <a:avLst/>
              <a:gdLst/>
              <a:ahLst/>
              <a:cxnLst/>
              <a:rect l="l" t="t" r="r" b="b"/>
              <a:pathLst>
                <a:path w="2180" h="906" extrusionOk="0">
                  <a:moveTo>
                    <a:pt x="143" y="1"/>
                  </a:moveTo>
                  <a:lnTo>
                    <a:pt x="1" y="36"/>
                  </a:lnTo>
                  <a:cubicBezTo>
                    <a:pt x="1" y="60"/>
                    <a:pt x="167" y="679"/>
                    <a:pt x="941" y="834"/>
                  </a:cubicBezTo>
                  <a:cubicBezTo>
                    <a:pt x="1203" y="893"/>
                    <a:pt x="1417" y="905"/>
                    <a:pt x="1596" y="905"/>
                  </a:cubicBezTo>
                  <a:cubicBezTo>
                    <a:pt x="1953" y="905"/>
                    <a:pt x="2156" y="834"/>
                    <a:pt x="2179" y="834"/>
                  </a:cubicBezTo>
                  <a:lnTo>
                    <a:pt x="2132" y="691"/>
                  </a:lnTo>
                  <a:cubicBezTo>
                    <a:pt x="2124" y="691"/>
                    <a:pt x="1931" y="755"/>
                    <a:pt x="1591" y="755"/>
                  </a:cubicBezTo>
                  <a:cubicBezTo>
                    <a:pt x="1421" y="755"/>
                    <a:pt x="1215" y="739"/>
                    <a:pt x="977" y="691"/>
                  </a:cubicBezTo>
                  <a:cubicBezTo>
                    <a:pt x="286" y="548"/>
                    <a:pt x="143" y="24"/>
                    <a:pt x="143"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3201;p73"/>
            <p:cNvSpPr/>
            <p:nvPr/>
          </p:nvSpPr>
          <p:spPr>
            <a:xfrm>
              <a:off x="4746353" y="3053866"/>
              <a:ext cx="83096" cy="34534"/>
            </a:xfrm>
            <a:custGeom>
              <a:avLst/>
              <a:gdLst/>
              <a:ahLst/>
              <a:cxnLst/>
              <a:rect l="l" t="t" r="r" b="b"/>
              <a:pathLst>
                <a:path w="2180" h="906" extrusionOk="0">
                  <a:moveTo>
                    <a:pt x="2037" y="1"/>
                  </a:moveTo>
                  <a:cubicBezTo>
                    <a:pt x="2025" y="24"/>
                    <a:pt x="1882" y="548"/>
                    <a:pt x="1203" y="691"/>
                  </a:cubicBezTo>
                  <a:cubicBezTo>
                    <a:pt x="965" y="739"/>
                    <a:pt x="758" y="755"/>
                    <a:pt x="587" y="755"/>
                  </a:cubicBezTo>
                  <a:cubicBezTo>
                    <a:pt x="244" y="755"/>
                    <a:pt x="49" y="691"/>
                    <a:pt x="49" y="691"/>
                  </a:cubicBezTo>
                  <a:lnTo>
                    <a:pt x="1" y="834"/>
                  </a:lnTo>
                  <a:cubicBezTo>
                    <a:pt x="13" y="834"/>
                    <a:pt x="215" y="905"/>
                    <a:pt x="572" y="905"/>
                  </a:cubicBezTo>
                  <a:cubicBezTo>
                    <a:pt x="751" y="905"/>
                    <a:pt x="977" y="882"/>
                    <a:pt x="1227" y="834"/>
                  </a:cubicBezTo>
                  <a:cubicBezTo>
                    <a:pt x="2013" y="679"/>
                    <a:pt x="2180" y="60"/>
                    <a:pt x="2180" y="36"/>
                  </a:cubicBezTo>
                  <a:lnTo>
                    <a:pt x="203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2" name="Google Shape;3202;p73"/>
            <p:cNvSpPr/>
            <p:nvPr/>
          </p:nvSpPr>
          <p:spPr>
            <a:xfrm>
              <a:off x="4262100" y="2941304"/>
              <a:ext cx="66782" cy="156167"/>
            </a:xfrm>
            <a:custGeom>
              <a:avLst/>
              <a:gdLst/>
              <a:ahLst/>
              <a:cxnLst/>
              <a:rect l="l" t="t" r="r" b="b"/>
              <a:pathLst>
                <a:path w="1752" h="4097" extrusionOk="0">
                  <a:moveTo>
                    <a:pt x="1" y="1"/>
                  </a:moveTo>
                  <a:cubicBezTo>
                    <a:pt x="1" y="227"/>
                    <a:pt x="13" y="2858"/>
                    <a:pt x="322" y="2954"/>
                  </a:cubicBezTo>
                  <a:cubicBezTo>
                    <a:pt x="379" y="2972"/>
                    <a:pt x="426" y="2981"/>
                    <a:pt x="467" y="2981"/>
                  </a:cubicBezTo>
                  <a:cubicBezTo>
                    <a:pt x="555" y="2981"/>
                    <a:pt x="615" y="2943"/>
                    <a:pt x="680" y="2894"/>
                  </a:cubicBezTo>
                  <a:cubicBezTo>
                    <a:pt x="751" y="2846"/>
                    <a:pt x="834" y="2787"/>
                    <a:pt x="1013" y="2775"/>
                  </a:cubicBezTo>
                  <a:cubicBezTo>
                    <a:pt x="1031" y="2772"/>
                    <a:pt x="1048" y="2771"/>
                    <a:pt x="1066" y="2771"/>
                  </a:cubicBezTo>
                  <a:cubicBezTo>
                    <a:pt x="1276" y="2771"/>
                    <a:pt x="1485" y="2958"/>
                    <a:pt x="1573" y="3144"/>
                  </a:cubicBezTo>
                  <a:cubicBezTo>
                    <a:pt x="1608" y="3216"/>
                    <a:pt x="1680" y="3406"/>
                    <a:pt x="1537" y="3549"/>
                  </a:cubicBezTo>
                  <a:cubicBezTo>
                    <a:pt x="1263" y="3823"/>
                    <a:pt x="977" y="4013"/>
                    <a:pt x="977" y="4013"/>
                  </a:cubicBezTo>
                  <a:lnTo>
                    <a:pt x="1037" y="4097"/>
                  </a:lnTo>
                  <a:cubicBezTo>
                    <a:pt x="1049" y="4085"/>
                    <a:pt x="1323" y="3894"/>
                    <a:pt x="1608" y="3620"/>
                  </a:cubicBezTo>
                  <a:cubicBezTo>
                    <a:pt x="1727" y="3489"/>
                    <a:pt x="1751" y="3299"/>
                    <a:pt x="1656" y="3097"/>
                  </a:cubicBezTo>
                  <a:cubicBezTo>
                    <a:pt x="1545" y="2886"/>
                    <a:pt x="1311" y="2676"/>
                    <a:pt x="1059" y="2676"/>
                  </a:cubicBezTo>
                  <a:cubicBezTo>
                    <a:pt x="1040" y="2676"/>
                    <a:pt x="1020" y="2677"/>
                    <a:pt x="1001" y="2680"/>
                  </a:cubicBezTo>
                  <a:cubicBezTo>
                    <a:pt x="799" y="2704"/>
                    <a:pt x="703" y="2763"/>
                    <a:pt x="620" y="2823"/>
                  </a:cubicBezTo>
                  <a:cubicBezTo>
                    <a:pt x="564" y="2863"/>
                    <a:pt x="518" y="2892"/>
                    <a:pt x="454" y="2892"/>
                  </a:cubicBezTo>
                  <a:cubicBezTo>
                    <a:pt x="423" y="2892"/>
                    <a:pt x="389" y="2886"/>
                    <a:pt x="346" y="2870"/>
                  </a:cubicBezTo>
                  <a:cubicBezTo>
                    <a:pt x="168" y="2811"/>
                    <a:pt x="96" y="501"/>
                    <a:pt x="96"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3203;p73"/>
            <p:cNvSpPr/>
            <p:nvPr/>
          </p:nvSpPr>
          <p:spPr>
            <a:xfrm>
              <a:off x="4673318" y="2824662"/>
              <a:ext cx="108025" cy="178885"/>
            </a:xfrm>
            <a:custGeom>
              <a:avLst/>
              <a:gdLst/>
              <a:ahLst/>
              <a:cxnLst/>
              <a:rect l="l" t="t" r="r" b="b"/>
              <a:pathLst>
                <a:path w="2834" h="4693" fill="none" extrusionOk="0">
                  <a:moveTo>
                    <a:pt x="2608" y="1"/>
                  </a:moveTo>
                  <a:cubicBezTo>
                    <a:pt x="2608" y="1"/>
                    <a:pt x="2834" y="2763"/>
                    <a:pt x="2381" y="2906"/>
                  </a:cubicBezTo>
                  <a:cubicBezTo>
                    <a:pt x="1941" y="3061"/>
                    <a:pt x="1953" y="2680"/>
                    <a:pt x="1345" y="2608"/>
                  </a:cubicBezTo>
                  <a:cubicBezTo>
                    <a:pt x="667" y="2537"/>
                    <a:pt x="0" y="3501"/>
                    <a:pt x="452" y="3954"/>
                  </a:cubicBezTo>
                  <a:cubicBezTo>
                    <a:pt x="893" y="4394"/>
                    <a:pt x="1345" y="4692"/>
                    <a:pt x="1345" y="4692"/>
                  </a:cubicBezTo>
                </a:path>
              </a:pathLst>
            </a:custGeom>
            <a:solidFill>
              <a:schemeClr val="dk1"/>
            </a:solidFill>
            <a:ln w="3875" cap="flat" cmpd="sng">
              <a:solidFill>
                <a:schemeClr val="dk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3204;p73"/>
            <p:cNvSpPr/>
            <p:nvPr/>
          </p:nvSpPr>
          <p:spPr>
            <a:xfrm>
              <a:off x="3894490" y="3052761"/>
              <a:ext cx="95827" cy="117326"/>
            </a:xfrm>
            <a:custGeom>
              <a:avLst/>
              <a:gdLst/>
              <a:ahLst/>
              <a:cxnLst/>
              <a:rect l="l" t="t" r="r" b="b"/>
              <a:pathLst>
                <a:path w="2514" h="3078" extrusionOk="0">
                  <a:moveTo>
                    <a:pt x="939" y="0"/>
                  </a:moveTo>
                  <a:cubicBezTo>
                    <a:pt x="447" y="0"/>
                    <a:pt x="22" y="425"/>
                    <a:pt x="1" y="446"/>
                  </a:cubicBezTo>
                  <a:lnTo>
                    <a:pt x="108" y="542"/>
                  </a:lnTo>
                  <a:cubicBezTo>
                    <a:pt x="108" y="542"/>
                    <a:pt x="512" y="148"/>
                    <a:pt x="943" y="148"/>
                  </a:cubicBezTo>
                  <a:cubicBezTo>
                    <a:pt x="986" y="148"/>
                    <a:pt x="1029" y="152"/>
                    <a:pt x="1072" y="161"/>
                  </a:cubicBezTo>
                  <a:cubicBezTo>
                    <a:pt x="1358" y="232"/>
                    <a:pt x="1596" y="494"/>
                    <a:pt x="1763" y="970"/>
                  </a:cubicBezTo>
                  <a:cubicBezTo>
                    <a:pt x="1775" y="994"/>
                    <a:pt x="1787" y="1018"/>
                    <a:pt x="1799" y="1054"/>
                  </a:cubicBezTo>
                  <a:cubicBezTo>
                    <a:pt x="1634" y="918"/>
                    <a:pt x="1398" y="766"/>
                    <a:pt x="1161" y="766"/>
                  </a:cubicBezTo>
                  <a:cubicBezTo>
                    <a:pt x="1108" y="766"/>
                    <a:pt x="1054" y="774"/>
                    <a:pt x="1001" y="792"/>
                  </a:cubicBezTo>
                  <a:cubicBezTo>
                    <a:pt x="501" y="958"/>
                    <a:pt x="501" y="1589"/>
                    <a:pt x="501" y="1613"/>
                  </a:cubicBezTo>
                  <a:lnTo>
                    <a:pt x="644" y="1613"/>
                  </a:lnTo>
                  <a:cubicBezTo>
                    <a:pt x="644" y="1601"/>
                    <a:pt x="656" y="1065"/>
                    <a:pt x="1049" y="934"/>
                  </a:cubicBezTo>
                  <a:cubicBezTo>
                    <a:pt x="1090" y="921"/>
                    <a:pt x="1132" y="915"/>
                    <a:pt x="1174" y="915"/>
                  </a:cubicBezTo>
                  <a:cubicBezTo>
                    <a:pt x="1497" y="915"/>
                    <a:pt x="1831" y="1277"/>
                    <a:pt x="1894" y="1351"/>
                  </a:cubicBezTo>
                  <a:cubicBezTo>
                    <a:pt x="2239" y="2589"/>
                    <a:pt x="1799" y="2959"/>
                    <a:pt x="1799" y="2959"/>
                  </a:cubicBezTo>
                  <a:lnTo>
                    <a:pt x="1882" y="3078"/>
                  </a:lnTo>
                  <a:cubicBezTo>
                    <a:pt x="1906" y="3066"/>
                    <a:pt x="2513" y="2589"/>
                    <a:pt x="1906" y="911"/>
                  </a:cubicBezTo>
                  <a:cubicBezTo>
                    <a:pt x="1715" y="399"/>
                    <a:pt x="1453" y="101"/>
                    <a:pt x="1108" y="18"/>
                  </a:cubicBezTo>
                  <a:cubicBezTo>
                    <a:pt x="1051" y="6"/>
                    <a:pt x="995" y="0"/>
                    <a:pt x="939" y="0"/>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3205;p73"/>
            <p:cNvSpPr/>
            <p:nvPr/>
          </p:nvSpPr>
          <p:spPr>
            <a:xfrm>
              <a:off x="5066316" y="2865639"/>
              <a:ext cx="95827" cy="117478"/>
            </a:xfrm>
            <a:custGeom>
              <a:avLst/>
              <a:gdLst/>
              <a:ahLst/>
              <a:cxnLst/>
              <a:rect l="l" t="t" r="r" b="b"/>
              <a:pathLst>
                <a:path w="2514" h="3082" extrusionOk="0">
                  <a:moveTo>
                    <a:pt x="1590" y="0"/>
                  </a:moveTo>
                  <a:cubicBezTo>
                    <a:pt x="1529" y="0"/>
                    <a:pt x="1468" y="7"/>
                    <a:pt x="1406" y="21"/>
                  </a:cubicBezTo>
                  <a:cubicBezTo>
                    <a:pt x="1061" y="93"/>
                    <a:pt x="799" y="390"/>
                    <a:pt x="608" y="914"/>
                  </a:cubicBezTo>
                  <a:cubicBezTo>
                    <a:pt x="1" y="2581"/>
                    <a:pt x="608" y="3057"/>
                    <a:pt x="632" y="3081"/>
                  </a:cubicBezTo>
                  <a:lnTo>
                    <a:pt x="727" y="2962"/>
                  </a:lnTo>
                  <a:cubicBezTo>
                    <a:pt x="715" y="2962"/>
                    <a:pt x="275" y="2593"/>
                    <a:pt x="620" y="1355"/>
                  </a:cubicBezTo>
                  <a:cubicBezTo>
                    <a:pt x="683" y="1281"/>
                    <a:pt x="1017" y="918"/>
                    <a:pt x="1349" y="918"/>
                  </a:cubicBezTo>
                  <a:cubicBezTo>
                    <a:pt x="1392" y="918"/>
                    <a:pt x="1435" y="924"/>
                    <a:pt x="1477" y="938"/>
                  </a:cubicBezTo>
                  <a:cubicBezTo>
                    <a:pt x="1858" y="1057"/>
                    <a:pt x="1870" y="1605"/>
                    <a:pt x="1870" y="1605"/>
                  </a:cubicBezTo>
                  <a:lnTo>
                    <a:pt x="2013" y="1605"/>
                  </a:lnTo>
                  <a:cubicBezTo>
                    <a:pt x="2013" y="1581"/>
                    <a:pt x="2013" y="962"/>
                    <a:pt x="1525" y="795"/>
                  </a:cubicBezTo>
                  <a:cubicBezTo>
                    <a:pt x="1465" y="774"/>
                    <a:pt x="1404" y="764"/>
                    <a:pt x="1344" y="764"/>
                  </a:cubicBezTo>
                  <a:cubicBezTo>
                    <a:pt x="1106" y="764"/>
                    <a:pt x="877" y="912"/>
                    <a:pt x="715" y="1045"/>
                  </a:cubicBezTo>
                  <a:cubicBezTo>
                    <a:pt x="727" y="1021"/>
                    <a:pt x="739" y="998"/>
                    <a:pt x="751" y="962"/>
                  </a:cubicBezTo>
                  <a:cubicBezTo>
                    <a:pt x="918" y="498"/>
                    <a:pt x="1144" y="224"/>
                    <a:pt x="1442" y="164"/>
                  </a:cubicBezTo>
                  <a:cubicBezTo>
                    <a:pt x="1489" y="154"/>
                    <a:pt x="1536" y="149"/>
                    <a:pt x="1583" y="149"/>
                  </a:cubicBezTo>
                  <a:cubicBezTo>
                    <a:pt x="2010" y="149"/>
                    <a:pt x="2406" y="545"/>
                    <a:pt x="2406" y="545"/>
                  </a:cubicBezTo>
                  <a:lnTo>
                    <a:pt x="2513" y="438"/>
                  </a:lnTo>
                  <a:cubicBezTo>
                    <a:pt x="2492" y="417"/>
                    <a:pt x="2075" y="0"/>
                    <a:pt x="15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06" name="Google Shape;3206;p73"/>
            <p:cNvGrpSpPr/>
            <p:nvPr/>
          </p:nvGrpSpPr>
          <p:grpSpPr>
            <a:xfrm>
              <a:off x="4041092" y="2904100"/>
              <a:ext cx="493359" cy="221501"/>
              <a:chOff x="4041092" y="2904100"/>
              <a:chExt cx="493359" cy="221501"/>
            </a:xfrm>
          </p:grpSpPr>
          <p:sp>
            <p:nvSpPr>
              <p:cNvPr id="3207" name="Google Shape;3207;p73"/>
              <p:cNvSpPr/>
              <p:nvPr/>
            </p:nvSpPr>
            <p:spPr>
              <a:xfrm>
                <a:off x="4041092" y="2915459"/>
                <a:ext cx="209722" cy="210142"/>
              </a:xfrm>
              <a:custGeom>
                <a:avLst/>
                <a:gdLst/>
                <a:ahLst/>
                <a:cxnLst/>
                <a:rect l="l" t="t" r="r" b="b"/>
                <a:pathLst>
                  <a:path w="5502" h="5513" fill="none" extrusionOk="0">
                    <a:moveTo>
                      <a:pt x="5501" y="2762"/>
                    </a:moveTo>
                    <a:cubicBezTo>
                      <a:pt x="5501" y="4275"/>
                      <a:pt x="4275" y="5513"/>
                      <a:pt x="2751" y="5513"/>
                    </a:cubicBezTo>
                    <a:cubicBezTo>
                      <a:pt x="1227" y="5513"/>
                      <a:pt x="1" y="4275"/>
                      <a:pt x="1" y="2762"/>
                    </a:cubicBezTo>
                    <a:cubicBezTo>
                      <a:pt x="1" y="1238"/>
                      <a:pt x="1227" y="0"/>
                      <a:pt x="2751" y="0"/>
                    </a:cubicBezTo>
                    <a:cubicBezTo>
                      <a:pt x="4275" y="0"/>
                      <a:pt x="5501" y="1238"/>
                      <a:pt x="5501" y="2762"/>
                    </a:cubicBezTo>
                    <a:close/>
                  </a:path>
                </a:pathLst>
              </a:custGeom>
              <a:noFill/>
              <a:ln w="9525" cap="flat" cmpd="sng">
                <a:solidFill>
                  <a:schemeClr val="dk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3208;p73"/>
              <p:cNvSpPr/>
              <p:nvPr/>
            </p:nvSpPr>
            <p:spPr>
              <a:xfrm>
                <a:off x="4324767" y="2904100"/>
                <a:ext cx="209684" cy="210180"/>
              </a:xfrm>
              <a:custGeom>
                <a:avLst/>
                <a:gdLst/>
                <a:ahLst/>
                <a:cxnLst/>
                <a:rect l="l" t="t" r="r" b="b"/>
                <a:pathLst>
                  <a:path w="5501" h="5514" fill="none" extrusionOk="0">
                    <a:moveTo>
                      <a:pt x="5501" y="2763"/>
                    </a:moveTo>
                    <a:cubicBezTo>
                      <a:pt x="5501" y="4275"/>
                      <a:pt x="4274" y="5513"/>
                      <a:pt x="2750" y="5513"/>
                    </a:cubicBezTo>
                    <a:cubicBezTo>
                      <a:pt x="1226" y="5513"/>
                      <a:pt x="0" y="4275"/>
                      <a:pt x="0" y="2763"/>
                    </a:cubicBezTo>
                    <a:cubicBezTo>
                      <a:pt x="0" y="1239"/>
                      <a:pt x="1226" y="1"/>
                      <a:pt x="2750" y="1"/>
                    </a:cubicBezTo>
                    <a:cubicBezTo>
                      <a:pt x="4274" y="1"/>
                      <a:pt x="5501" y="1239"/>
                      <a:pt x="5501" y="2763"/>
                    </a:cubicBezTo>
                    <a:close/>
                  </a:path>
                </a:pathLst>
              </a:custGeom>
              <a:noFill/>
              <a:ln w="9525" cap="flat" cmpd="sng">
                <a:solidFill>
                  <a:schemeClr val="dk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3209;p73"/>
              <p:cNvSpPr/>
              <p:nvPr/>
            </p:nvSpPr>
            <p:spPr>
              <a:xfrm>
                <a:off x="4250779" y="3003512"/>
                <a:ext cx="71280" cy="8653"/>
              </a:xfrm>
              <a:custGeom>
                <a:avLst/>
                <a:gdLst/>
                <a:ahLst/>
                <a:cxnLst/>
                <a:rect l="l" t="t" r="r" b="b"/>
                <a:pathLst>
                  <a:path w="1870" h="227" fill="none" extrusionOk="0">
                    <a:moveTo>
                      <a:pt x="0" y="226"/>
                    </a:moveTo>
                    <a:cubicBezTo>
                      <a:pt x="0" y="226"/>
                      <a:pt x="84" y="0"/>
                      <a:pt x="822" y="0"/>
                    </a:cubicBezTo>
                    <a:cubicBezTo>
                      <a:pt x="1572" y="0"/>
                      <a:pt x="1870" y="155"/>
                      <a:pt x="1870" y="155"/>
                    </a:cubicBezTo>
                  </a:path>
                </a:pathLst>
              </a:custGeom>
              <a:noFill/>
              <a:ln w="9525" cap="flat" cmpd="sng">
                <a:solidFill>
                  <a:schemeClr val="dk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210" name="Google Shape;3210;p73"/>
          <p:cNvGrpSpPr/>
          <p:nvPr/>
        </p:nvGrpSpPr>
        <p:grpSpPr>
          <a:xfrm>
            <a:off x="6080676" y="2446187"/>
            <a:ext cx="2134570" cy="1933844"/>
            <a:chOff x="6080676" y="2446187"/>
            <a:chExt cx="2134570" cy="1933844"/>
          </a:xfrm>
        </p:grpSpPr>
        <p:sp>
          <p:nvSpPr>
            <p:cNvPr id="3211" name="Google Shape;3211;p73"/>
            <p:cNvSpPr/>
            <p:nvPr/>
          </p:nvSpPr>
          <p:spPr>
            <a:xfrm>
              <a:off x="6437957" y="3766180"/>
              <a:ext cx="82639" cy="73795"/>
            </a:xfrm>
            <a:custGeom>
              <a:avLst/>
              <a:gdLst/>
              <a:ahLst/>
              <a:cxnLst/>
              <a:rect l="l" t="t" r="r" b="b"/>
              <a:pathLst>
                <a:path w="2168" h="1936" extrusionOk="0">
                  <a:moveTo>
                    <a:pt x="1057" y="1"/>
                  </a:moveTo>
                  <a:cubicBezTo>
                    <a:pt x="364" y="1"/>
                    <a:pt x="0" y="987"/>
                    <a:pt x="0" y="1638"/>
                  </a:cubicBezTo>
                  <a:lnTo>
                    <a:pt x="1262" y="1935"/>
                  </a:lnTo>
                  <a:cubicBezTo>
                    <a:pt x="1262" y="1935"/>
                    <a:pt x="2167" y="316"/>
                    <a:pt x="1310" y="42"/>
                  </a:cubicBezTo>
                  <a:cubicBezTo>
                    <a:pt x="1221" y="14"/>
                    <a:pt x="1137" y="1"/>
                    <a:pt x="1057" y="1"/>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2" name="Google Shape;3212;p73"/>
            <p:cNvSpPr/>
            <p:nvPr/>
          </p:nvSpPr>
          <p:spPr>
            <a:xfrm>
              <a:off x="6312701" y="3813180"/>
              <a:ext cx="135736" cy="111227"/>
            </a:xfrm>
            <a:custGeom>
              <a:avLst/>
              <a:gdLst/>
              <a:ahLst/>
              <a:cxnLst/>
              <a:rect l="l" t="t" r="r" b="b"/>
              <a:pathLst>
                <a:path w="3561" h="2918" extrusionOk="0">
                  <a:moveTo>
                    <a:pt x="1917" y="0"/>
                  </a:moveTo>
                  <a:lnTo>
                    <a:pt x="0" y="2917"/>
                  </a:lnTo>
                  <a:lnTo>
                    <a:pt x="2727" y="2917"/>
                  </a:lnTo>
                  <a:lnTo>
                    <a:pt x="3560" y="476"/>
                  </a:lnTo>
                  <a:lnTo>
                    <a:pt x="1917" y="0"/>
                  </a:lnTo>
                  <a:close/>
                </a:path>
              </a:pathLst>
            </a:custGeom>
            <a:solidFill>
              <a:srgbClr val="FC999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3" name="Google Shape;3213;p73"/>
            <p:cNvSpPr/>
            <p:nvPr/>
          </p:nvSpPr>
          <p:spPr>
            <a:xfrm>
              <a:off x="6312701" y="3813180"/>
              <a:ext cx="135736" cy="111227"/>
            </a:xfrm>
            <a:custGeom>
              <a:avLst/>
              <a:gdLst/>
              <a:ahLst/>
              <a:cxnLst/>
              <a:rect l="l" t="t" r="r" b="b"/>
              <a:pathLst>
                <a:path w="3561" h="2918" extrusionOk="0">
                  <a:moveTo>
                    <a:pt x="1917" y="0"/>
                  </a:moveTo>
                  <a:lnTo>
                    <a:pt x="0" y="2917"/>
                  </a:lnTo>
                  <a:lnTo>
                    <a:pt x="2727" y="2917"/>
                  </a:lnTo>
                  <a:lnTo>
                    <a:pt x="3560" y="476"/>
                  </a:lnTo>
                  <a:lnTo>
                    <a:pt x="1917" y="0"/>
                  </a:ln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4" name="Google Shape;3214;p73"/>
            <p:cNvSpPr/>
            <p:nvPr/>
          </p:nvSpPr>
          <p:spPr>
            <a:xfrm>
              <a:off x="7928374" y="4063235"/>
              <a:ext cx="286872" cy="316795"/>
            </a:xfrm>
            <a:custGeom>
              <a:avLst/>
              <a:gdLst/>
              <a:ahLst/>
              <a:cxnLst/>
              <a:rect l="l" t="t" r="r" b="b"/>
              <a:pathLst>
                <a:path w="7526" h="8311" extrusionOk="0">
                  <a:moveTo>
                    <a:pt x="4989" y="0"/>
                  </a:moveTo>
                  <a:lnTo>
                    <a:pt x="1" y="631"/>
                  </a:lnTo>
                  <a:lnTo>
                    <a:pt x="1298" y="8311"/>
                  </a:lnTo>
                  <a:lnTo>
                    <a:pt x="7525" y="8311"/>
                  </a:lnTo>
                  <a:cubicBezTo>
                    <a:pt x="7525" y="8311"/>
                    <a:pt x="7025" y="4418"/>
                    <a:pt x="4989" y="0"/>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5" name="Google Shape;3215;p73"/>
            <p:cNvSpPr/>
            <p:nvPr/>
          </p:nvSpPr>
          <p:spPr>
            <a:xfrm>
              <a:off x="7866660" y="3749637"/>
              <a:ext cx="296821" cy="376715"/>
            </a:xfrm>
            <a:custGeom>
              <a:avLst/>
              <a:gdLst/>
              <a:ahLst/>
              <a:cxnLst/>
              <a:rect l="l" t="t" r="r" b="b"/>
              <a:pathLst>
                <a:path w="7787" h="9883" extrusionOk="0">
                  <a:moveTo>
                    <a:pt x="2262" y="0"/>
                  </a:moveTo>
                  <a:lnTo>
                    <a:pt x="0" y="2786"/>
                  </a:lnTo>
                  <a:lnTo>
                    <a:pt x="3560" y="9882"/>
                  </a:lnTo>
                  <a:lnTo>
                    <a:pt x="7787" y="7596"/>
                  </a:lnTo>
                  <a:lnTo>
                    <a:pt x="226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6" name="Google Shape;3216;p73"/>
            <p:cNvSpPr/>
            <p:nvPr/>
          </p:nvSpPr>
          <p:spPr>
            <a:xfrm>
              <a:off x="7037478" y="3605283"/>
              <a:ext cx="498806" cy="774738"/>
            </a:xfrm>
            <a:custGeom>
              <a:avLst/>
              <a:gdLst/>
              <a:ahLst/>
              <a:cxnLst/>
              <a:rect l="l" t="t" r="r" b="b"/>
              <a:pathLst>
                <a:path w="13086" h="20325" extrusionOk="0">
                  <a:moveTo>
                    <a:pt x="13086" y="1"/>
                  </a:moveTo>
                  <a:lnTo>
                    <a:pt x="8121" y="203"/>
                  </a:lnTo>
                  <a:lnTo>
                    <a:pt x="7382" y="656"/>
                  </a:lnTo>
                  <a:lnTo>
                    <a:pt x="5251" y="1930"/>
                  </a:lnTo>
                  <a:lnTo>
                    <a:pt x="2167" y="3787"/>
                  </a:lnTo>
                  <a:lnTo>
                    <a:pt x="1" y="20325"/>
                  </a:lnTo>
                  <a:lnTo>
                    <a:pt x="13086" y="20325"/>
                  </a:lnTo>
                  <a:lnTo>
                    <a:pt x="1308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7" name="Google Shape;3217;p73"/>
            <p:cNvSpPr/>
            <p:nvPr/>
          </p:nvSpPr>
          <p:spPr>
            <a:xfrm>
              <a:off x="7536710" y="3605283"/>
              <a:ext cx="498806" cy="774738"/>
            </a:xfrm>
            <a:custGeom>
              <a:avLst/>
              <a:gdLst/>
              <a:ahLst/>
              <a:cxnLst/>
              <a:rect l="l" t="t" r="r" b="b"/>
              <a:pathLst>
                <a:path w="13086" h="20325" extrusionOk="0">
                  <a:moveTo>
                    <a:pt x="0" y="1"/>
                  </a:moveTo>
                  <a:lnTo>
                    <a:pt x="0" y="20325"/>
                  </a:lnTo>
                  <a:lnTo>
                    <a:pt x="13085" y="20325"/>
                  </a:lnTo>
                  <a:lnTo>
                    <a:pt x="10918" y="3787"/>
                  </a:lnTo>
                  <a:lnTo>
                    <a:pt x="4953" y="203"/>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8" name="Google Shape;3218;p73"/>
            <p:cNvSpPr/>
            <p:nvPr/>
          </p:nvSpPr>
          <p:spPr>
            <a:xfrm>
              <a:off x="7465010" y="3745977"/>
              <a:ext cx="143436" cy="121671"/>
            </a:xfrm>
            <a:custGeom>
              <a:avLst/>
              <a:gdLst/>
              <a:ahLst/>
              <a:cxnLst/>
              <a:rect l="l" t="t" r="r" b="b"/>
              <a:pathLst>
                <a:path w="3763" h="3192" extrusionOk="0">
                  <a:moveTo>
                    <a:pt x="1489" y="1"/>
                  </a:moveTo>
                  <a:lnTo>
                    <a:pt x="0" y="3192"/>
                  </a:lnTo>
                  <a:lnTo>
                    <a:pt x="3763" y="3192"/>
                  </a:lnTo>
                  <a:lnTo>
                    <a:pt x="2262" y="1"/>
                  </a:lnTo>
                  <a:lnTo>
                    <a:pt x="1881" y="84"/>
                  </a:lnTo>
                  <a:lnTo>
                    <a:pt x="148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3219;p73"/>
            <p:cNvSpPr/>
            <p:nvPr/>
          </p:nvSpPr>
          <p:spPr>
            <a:xfrm>
              <a:off x="7193609" y="3024820"/>
              <a:ext cx="681236" cy="388074"/>
            </a:xfrm>
            <a:custGeom>
              <a:avLst/>
              <a:gdLst/>
              <a:ahLst/>
              <a:cxnLst/>
              <a:rect l="l" t="t" r="r" b="b"/>
              <a:pathLst>
                <a:path w="17872" h="10181" extrusionOk="0">
                  <a:moveTo>
                    <a:pt x="3429" y="1"/>
                  </a:moveTo>
                  <a:cubicBezTo>
                    <a:pt x="1536" y="1"/>
                    <a:pt x="0" y="1525"/>
                    <a:pt x="0" y="3418"/>
                  </a:cubicBezTo>
                  <a:cubicBezTo>
                    <a:pt x="0" y="7157"/>
                    <a:pt x="3024" y="10181"/>
                    <a:pt x="6763" y="10181"/>
                  </a:cubicBezTo>
                  <a:lnTo>
                    <a:pt x="11109" y="10181"/>
                  </a:lnTo>
                  <a:cubicBezTo>
                    <a:pt x="14847" y="10181"/>
                    <a:pt x="17872" y="7157"/>
                    <a:pt x="17872" y="3418"/>
                  </a:cubicBezTo>
                  <a:cubicBezTo>
                    <a:pt x="17872" y="1525"/>
                    <a:pt x="16336" y="1"/>
                    <a:pt x="1445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0" name="Google Shape;3220;p73"/>
            <p:cNvSpPr/>
            <p:nvPr/>
          </p:nvSpPr>
          <p:spPr>
            <a:xfrm>
              <a:off x="7097399" y="3002597"/>
              <a:ext cx="261448" cy="261905"/>
            </a:xfrm>
            <a:custGeom>
              <a:avLst/>
              <a:gdLst/>
              <a:ahLst/>
              <a:cxnLst/>
              <a:rect l="l" t="t" r="r" b="b"/>
              <a:pathLst>
                <a:path w="6859" h="6871" extrusionOk="0">
                  <a:moveTo>
                    <a:pt x="3429" y="1"/>
                  </a:moveTo>
                  <a:cubicBezTo>
                    <a:pt x="3346" y="1"/>
                    <a:pt x="3262" y="12"/>
                    <a:pt x="3179" y="12"/>
                  </a:cubicBezTo>
                  <a:cubicBezTo>
                    <a:pt x="1608" y="131"/>
                    <a:pt x="322" y="1298"/>
                    <a:pt x="48" y="2822"/>
                  </a:cubicBezTo>
                  <a:cubicBezTo>
                    <a:pt x="12" y="3025"/>
                    <a:pt x="0" y="3227"/>
                    <a:pt x="0" y="3441"/>
                  </a:cubicBezTo>
                  <a:cubicBezTo>
                    <a:pt x="0" y="5335"/>
                    <a:pt x="1536" y="6870"/>
                    <a:pt x="3429" y="6870"/>
                  </a:cubicBezTo>
                  <a:cubicBezTo>
                    <a:pt x="5322" y="6870"/>
                    <a:pt x="6858" y="5335"/>
                    <a:pt x="6858" y="3441"/>
                  </a:cubicBezTo>
                  <a:cubicBezTo>
                    <a:pt x="6858" y="1548"/>
                    <a:pt x="5322" y="1"/>
                    <a:pt x="3429" y="1"/>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1" name="Google Shape;3221;p73"/>
            <p:cNvSpPr/>
            <p:nvPr/>
          </p:nvSpPr>
          <p:spPr>
            <a:xfrm>
              <a:off x="7156825" y="3062519"/>
              <a:ext cx="142559" cy="142064"/>
            </a:xfrm>
            <a:custGeom>
              <a:avLst/>
              <a:gdLst/>
              <a:ahLst/>
              <a:cxnLst/>
              <a:rect l="l" t="t" r="r" b="b"/>
              <a:pathLst>
                <a:path w="3740" h="3727" extrusionOk="0">
                  <a:moveTo>
                    <a:pt x="1870" y="0"/>
                  </a:moveTo>
                  <a:cubicBezTo>
                    <a:pt x="834" y="0"/>
                    <a:pt x="1" y="834"/>
                    <a:pt x="1" y="1869"/>
                  </a:cubicBezTo>
                  <a:cubicBezTo>
                    <a:pt x="1" y="2893"/>
                    <a:pt x="834" y="3727"/>
                    <a:pt x="1870" y="3727"/>
                  </a:cubicBezTo>
                  <a:cubicBezTo>
                    <a:pt x="2906" y="3727"/>
                    <a:pt x="3739" y="2893"/>
                    <a:pt x="3739" y="1869"/>
                  </a:cubicBezTo>
                  <a:cubicBezTo>
                    <a:pt x="3739" y="834"/>
                    <a:pt x="2906" y="0"/>
                    <a:pt x="1870" y="0"/>
                  </a:cubicBezTo>
                  <a:close/>
                </a:path>
              </a:pathLst>
            </a:custGeom>
            <a:solidFill>
              <a:srgbClr val="ECA2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2" name="Google Shape;3222;p73"/>
            <p:cNvSpPr/>
            <p:nvPr/>
          </p:nvSpPr>
          <p:spPr>
            <a:xfrm>
              <a:off x="7193609" y="2821079"/>
              <a:ext cx="90338" cy="293657"/>
            </a:xfrm>
            <a:custGeom>
              <a:avLst/>
              <a:gdLst/>
              <a:ahLst/>
              <a:cxnLst/>
              <a:rect l="l" t="t" r="r" b="b"/>
              <a:pathLst>
                <a:path w="2370" h="7704" extrusionOk="0">
                  <a:moveTo>
                    <a:pt x="0" y="0"/>
                  </a:moveTo>
                  <a:lnTo>
                    <a:pt x="0" y="5334"/>
                  </a:lnTo>
                  <a:cubicBezTo>
                    <a:pt x="0" y="6644"/>
                    <a:pt x="1060" y="7703"/>
                    <a:pt x="2370" y="7703"/>
                  </a:cubicBezTo>
                  <a:lnTo>
                    <a:pt x="23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3223;p73"/>
            <p:cNvSpPr/>
            <p:nvPr/>
          </p:nvSpPr>
          <p:spPr>
            <a:xfrm>
              <a:off x="7709156" y="3003055"/>
              <a:ext cx="261448" cy="261448"/>
            </a:xfrm>
            <a:custGeom>
              <a:avLst/>
              <a:gdLst/>
              <a:ahLst/>
              <a:cxnLst/>
              <a:rect l="l" t="t" r="r" b="b"/>
              <a:pathLst>
                <a:path w="6859" h="6859" extrusionOk="0">
                  <a:moveTo>
                    <a:pt x="3430" y="0"/>
                  </a:moveTo>
                  <a:cubicBezTo>
                    <a:pt x="1537" y="0"/>
                    <a:pt x="1" y="1536"/>
                    <a:pt x="1" y="3429"/>
                  </a:cubicBezTo>
                  <a:cubicBezTo>
                    <a:pt x="1" y="3977"/>
                    <a:pt x="132" y="4489"/>
                    <a:pt x="358" y="4953"/>
                  </a:cubicBezTo>
                  <a:cubicBezTo>
                    <a:pt x="918" y="6085"/>
                    <a:pt x="2084" y="6858"/>
                    <a:pt x="3430" y="6858"/>
                  </a:cubicBezTo>
                  <a:cubicBezTo>
                    <a:pt x="5323" y="6858"/>
                    <a:pt x="6859" y="5323"/>
                    <a:pt x="6859" y="3429"/>
                  </a:cubicBezTo>
                  <a:cubicBezTo>
                    <a:pt x="6859" y="2858"/>
                    <a:pt x="6716" y="2310"/>
                    <a:pt x="6478" y="1846"/>
                  </a:cubicBezTo>
                  <a:cubicBezTo>
                    <a:pt x="5894" y="751"/>
                    <a:pt x="4751" y="0"/>
                    <a:pt x="3430" y="0"/>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4" name="Google Shape;3224;p73"/>
            <p:cNvSpPr/>
            <p:nvPr/>
          </p:nvSpPr>
          <p:spPr>
            <a:xfrm>
              <a:off x="7768621" y="3062519"/>
              <a:ext cx="142559" cy="142064"/>
            </a:xfrm>
            <a:custGeom>
              <a:avLst/>
              <a:gdLst/>
              <a:ahLst/>
              <a:cxnLst/>
              <a:rect l="l" t="t" r="r" b="b"/>
              <a:pathLst>
                <a:path w="3740" h="3727" extrusionOk="0">
                  <a:moveTo>
                    <a:pt x="1870" y="0"/>
                  </a:moveTo>
                  <a:cubicBezTo>
                    <a:pt x="834" y="0"/>
                    <a:pt x="1" y="834"/>
                    <a:pt x="1" y="1869"/>
                  </a:cubicBezTo>
                  <a:cubicBezTo>
                    <a:pt x="1" y="2893"/>
                    <a:pt x="834" y="3727"/>
                    <a:pt x="1870" y="3727"/>
                  </a:cubicBezTo>
                  <a:cubicBezTo>
                    <a:pt x="2906" y="3727"/>
                    <a:pt x="3739" y="2893"/>
                    <a:pt x="3739" y="1869"/>
                  </a:cubicBezTo>
                  <a:cubicBezTo>
                    <a:pt x="3739" y="834"/>
                    <a:pt x="2906" y="0"/>
                    <a:pt x="1870" y="0"/>
                  </a:cubicBezTo>
                  <a:close/>
                </a:path>
              </a:pathLst>
            </a:custGeom>
            <a:solidFill>
              <a:srgbClr val="ECA2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5" name="Google Shape;3225;p73"/>
            <p:cNvSpPr/>
            <p:nvPr/>
          </p:nvSpPr>
          <p:spPr>
            <a:xfrm>
              <a:off x="7784973" y="2791575"/>
              <a:ext cx="89881" cy="293657"/>
            </a:xfrm>
            <a:custGeom>
              <a:avLst/>
              <a:gdLst/>
              <a:ahLst/>
              <a:cxnLst/>
              <a:rect l="l" t="t" r="r" b="b"/>
              <a:pathLst>
                <a:path w="2358" h="7704" extrusionOk="0">
                  <a:moveTo>
                    <a:pt x="0" y="0"/>
                  </a:moveTo>
                  <a:lnTo>
                    <a:pt x="0" y="7703"/>
                  </a:lnTo>
                  <a:cubicBezTo>
                    <a:pt x="1298" y="7703"/>
                    <a:pt x="2358" y="6656"/>
                    <a:pt x="2358" y="5346"/>
                  </a:cubicBezTo>
                  <a:lnTo>
                    <a:pt x="2358" y="1024"/>
                  </a:lnTo>
                  <a:cubicBezTo>
                    <a:pt x="2358" y="464"/>
                    <a:pt x="1905" y="0"/>
                    <a:pt x="13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6" name="Google Shape;3226;p73"/>
            <p:cNvSpPr/>
            <p:nvPr/>
          </p:nvSpPr>
          <p:spPr>
            <a:xfrm>
              <a:off x="7420984" y="3043460"/>
              <a:ext cx="230573" cy="612701"/>
            </a:xfrm>
            <a:custGeom>
              <a:avLst/>
              <a:gdLst/>
              <a:ahLst/>
              <a:cxnLst/>
              <a:rect l="l" t="t" r="r" b="b"/>
              <a:pathLst>
                <a:path w="6049" h="16074" extrusionOk="0">
                  <a:moveTo>
                    <a:pt x="250" y="0"/>
                  </a:moveTo>
                  <a:lnTo>
                    <a:pt x="238" y="738"/>
                  </a:lnTo>
                  <a:lnTo>
                    <a:pt x="0" y="16073"/>
                  </a:lnTo>
                  <a:lnTo>
                    <a:pt x="6049" y="16073"/>
                  </a:lnTo>
                  <a:lnTo>
                    <a:pt x="5930" y="7906"/>
                  </a:lnTo>
                  <a:lnTo>
                    <a:pt x="5834" y="1774"/>
                  </a:lnTo>
                  <a:lnTo>
                    <a:pt x="5799" y="0"/>
                  </a:lnTo>
                  <a:close/>
                </a:path>
              </a:pathLst>
            </a:custGeom>
            <a:solidFill>
              <a:srgbClr val="ECA2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7" name="Google Shape;3227;p73"/>
            <p:cNvSpPr/>
            <p:nvPr/>
          </p:nvSpPr>
          <p:spPr>
            <a:xfrm>
              <a:off x="7241714" y="2663575"/>
              <a:ext cx="584570" cy="773823"/>
            </a:xfrm>
            <a:custGeom>
              <a:avLst/>
              <a:gdLst/>
              <a:ahLst/>
              <a:cxnLst/>
              <a:rect l="l" t="t" r="r" b="b"/>
              <a:pathLst>
                <a:path w="15336" h="20301" extrusionOk="0">
                  <a:moveTo>
                    <a:pt x="4763" y="1"/>
                  </a:moveTo>
                  <a:cubicBezTo>
                    <a:pt x="2417" y="1"/>
                    <a:pt x="441" y="1715"/>
                    <a:pt x="60" y="3953"/>
                  </a:cubicBezTo>
                  <a:cubicBezTo>
                    <a:pt x="60" y="4001"/>
                    <a:pt x="48" y="4049"/>
                    <a:pt x="48" y="4084"/>
                  </a:cubicBezTo>
                  <a:cubicBezTo>
                    <a:pt x="12" y="4311"/>
                    <a:pt x="0" y="4537"/>
                    <a:pt x="0" y="4763"/>
                  </a:cubicBezTo>
                  <a:lnTo>
                    <a:pt x="0" y="12633"/>
                  </a:lnTo>
                  <a:cubicBezTo>
                    <a:pt x="0" y="16848"/>
                    <a:pt x="3453" y="20301"/>
                    <a:pt x="7668" y="20301"/>
                  </a:cubicBezTo>
                  <a:cubicBezTo>
                    <a:pt x="11883" y="20301"/>
                    <a:pt x="15336" y="16848"/>
                    <a:pt x="15336" y="12633"/>
                  </a:cubicBezTo>
                  <a:lnTo>
                    <a:pt x="15336" y="4763"/>
                  </a:lnTo>
                  <a:cubicBezTo>
                    <a:pt x="15336" y="4489"/>
                    <a:pt x="15312" y="4215"/>
                    <a:pt x="15264" y="3953"/>
                  </a:cubicBezTo>
                  <a:cubicBezTo>
                    <a:pt x="15217" y="3680"/>
                    <a:pt x="15145" y="3406"/>
                    <a:pt x="15050" y="3132"/>
                  </a:cubicBezTo>
                  <a:cubicBezTo>
                    <a:pt x="14752" y="2334"/>
                    <a:pt x="14252" y="1644"/>
                    <a:pt x="13621" y="1108"/>
                  </a:cubicBezTo>
                  <a:cubicBezTo>
                    <a:pt x="12800" y="417"/>
                    <a:pt x="11728" y="1"/>
                    <a:pt x="10573" y="1"/>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8" name="Google Shape;3228;p73"/>
            <p:cNvSpPr/>
            <p:nvPr/>
          </p:nvSpPr>
          <p:spPr>
            <a:xfrm>
              <a:off x="7353820" y="2954035"/>
              <a:ext cx="60836" cy="60836"/>
            </a:xfrm>
            <a:custGeom>
              <a:avLst/>
              <a:gdLst/>
              <a:ahLst/>
              <a:cxnLst/>
              <a:rect l="l" t="t" r="r" b="b"/>
              <a:pathLst>
                <a:path w="1596" h="1596" extrusionOk="0">
                  <a:moveTo>
                    <a:pt x="798" y="1"/>
                  </a:moveTo>
                  <a:cubicBezTo>
                    <a:pt x="357" y="1"/>
                    <a:pt x="0" y="358"/>
                    <a:pt x="0" y="798"/>
                  </a:cubicBezTo>
                  <a:cubicBezTo>
                    <a:pt x="0" y="1239"/>
                    <a:pt x="357" y="1596"/>
                    <a:pt x="798" y="1596"/>
                  </a:cubicBezTo>
                  <a:cubicBezTo>
                    <a:pt x="1238" y="1596"/>
                    <a:pt x="1596" y="1239"/>
                    <a:pt x="1596" y="798"/>
                  </a:cubicBezTo>
                  <a:cubicBezTo>
                    <a:pt x="1596" y="358"/>
                    <a:pt x="1238" y="1"/>
                    <a:pt x="7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9" name="Google Shape;3229;p73"/>
            <p:cNvSpPr/>
            <p:nvPr/>
          </p:nvSpPr>
          <p:spPr>
            <a:xfrm>
              <a:off x="7637266" y="2954226"/>
              <a:ext cx="82639" cy="60721"/>
            </a:xfrm>
            <a:custGeom>
              <a:avLst/>
              <a:gdLst/>
              <a:ahLst/>
              <a:cxnLst/>
              <a:rect l="l" t="t" r="r" b="b"/>
              <a:pathLst>
                <a:path w="2168" h="1593" extrusionOk="0">
                  <a:moveTo>
                    <a:pt x="1090" y="0"/>
                  </a:moveTo>
                  <a:cubicBezTo>
                    <a:pt x="460" y="0"/>
                    <a:pt x="0" y="724"/>
                    <a:pt x="506" y="1377"/>
                  </a:cubicBezTo>
                  <a:cubicBezTo>
                    <a:pt x="701" y="1528"/>
                    <a:pt x="902" y="1593"/>
                    <a:pt x="1088" y="1593"/>
                  </a:cubicBezTo>
                  <a:cubicBezTo>
                    <a:pt x="1710" y="1593"/>
                    <a:pt x="2167" y="869"/>
                    <a:pt x="1672" y="210"/>
                  </a:cubicBezTo>
                  <a:cubicBezTo>
                    <a:pt x="1477" y="63"/>
                    <a:pt x="1276" y="0"/>
                    <a:pt x="10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0" name="Google Shape;3230;p73"/>
            <p:cNvSpPr/>
            <p:nvPr/>
          </p:nvSpPr>
          <p:spPr>
            <a:xfrm>
              <a:off x="7121909" y="2446187"/>
              <a:ext cx="840529" cy="470675"/>
            </a:xfrm>
            <a:custGeom>
              <a:avLst/>
              <a:gdLst/>
              <a:ahLst/>
              <a:cxnLst/>
              <a:rect l="l" t="t" r="r" b="b"/>
              <a:pathLst>
                <a:path w="22051" h="12348" extrusionOk="0">
                  <a:moveTo>
                    <a:pt x="10751" y="0"/>
                  </a:moveTo>
                  <a:cubicBezTo>
                    <a:pt x="8537" y="12"/>
                    <a:pt x="6727" y="274"/>
                    <a:pt x="5298" y="703"/>
                  </a:cubicBezTo>
                  <a:cubicBezTo>
                    <a:pt x="4929" y="810"/>
                    <a:pt x="4596" y="917"/>
                    <a:pt x="4286" y="1048"/>
                  </a:cubicBezTo>
                  <a:cubicBezTo>
                    <a:pt x="3239" y="1465"/>
                    <a:pt x="2453" y="1965"/>
                    <a:pt x="1881" y="2513"/>
                  </a:cubicBezTo>
                  <a:cubicBezTo>
                    <a:pt x="1322" y="3048"/>
                    <a:pt x="988" y="3632"/>
                    <a:pt x="857" y="4191"/>
                  </a:cubicBezTo>
                  <a:cubicBezTo>
                    <a:pt x="798" y="4465"/>
                    <a:pt x="786" y="4739"/>
                    <a:pt x="822" y="5001"/>
                  </a:cubicBezTo>
                  <a:cubicBezTo>
                    <a:pt x="869" y="5430"/>
                    <a:pt x="1036" y="5823"/>
                    <a:pt x="1334" y="6168"/>
                  </a:cubicBezTo>
                  <a:cubicBezTo>
                    <a:pt x="1334" y="6168"/>
                    <a:pt x="0" y="8692"/>
                    <a:pt x="1881" y="12121"/>
                  </a:cubicBezTo>
                  <a:lnTo>
                    <a:pt x="3143" y="12347"/>
                  </a:lnTo>
                  <a:cubicBezTo>
                    <a:pt x="3143" y="10466"/>
                    <a:pt x="5620" y="9787"/>
                    <a:pt x="5644" y="8418"/>
                  </a:cubicBezTo>
                  <a:lnTo>
                    <a:pt x="5644" y="8287"/>
                  </a:lnTo>
                  <a:cubicBezTo>
                    <a:pt x="5644" y="7704"/>
                    <a:pt x="5537" y="7311"/>
                    <a:pt x="5429" y="7037"/>
                  </a:cubicBezTo>
                  <a:cubicBezTo>
                    <a:pt x="5310" y="6751"/>
                    <a:pt x="5179" y="6620"/>
                    <a:pt x="5156" y="6585"/>
                  </a:cubicBezTo>
                  <a:cubicBezTo>
                    <a:pt x="5156" y="6585"/>
                    <a:pt x="5406" y="6406"/>
                    <a:pt x="6072" y="6227"/>
                  </a:cubicBezTo>
                  <a:cubicBezTo>
                    <a:pt x="6489" y="6096"/>
                    <a:pt x="7084" y="5965"/>
                    <a:pt x="7870" y="5870"/>
                  </a:cubicBezTo>
                  <a:cubicBezTo>
                    <a:pt x="8037" y="5846"/>
                    <a:pt x="8204" y="5835"/>
                    <a:pt x="8382" y="5811"/>
                  </a:cubicBezTo>
                  <a:cubicBezTo>
                    <a:pt x="9049" y="5751"/>
                    <a:pt x="9835" y="5704"/>
                    <a:pt x="10751" y="5704"/>
                  </a:cubicBezTo>
                  <a:lnTo>
                    <a:pt x="10871" y="5704"/>
                  </a:lnTo>
                  <a:cubicBezTo>
                    <a:pt x="13109" y="5715"/>
                    <a:pt x="14538" y="5954"/>
                    <a:pt x="15395" y="6180"/>
                  </a:cubicBezTo>
                  <a:cubicBezTo>
                    <a:pt x="16169" y="6382"/>
                    <a:pt x="16478" y="6585"/>
                    <a:pt x="16478" y="6585"/>
                  </a:cubicBezTo>
                  <a:cubicBezTo>
                    <a:pt x="16478" y="6585"/>
                    <a:pt x="15943" y="7049"/>
                    <a:pt x="15978" y="8418"/>
                  </a:cubicBezTo>
                  <a:cubicBezTo>
                    <a:pt x="15978" y="8454"/>
                    <a:pt x="15978" y="8490"/>
                    <a:pt x="15990" y="8537"/>
                  </a:cubicBezTo>
                  <a:cubicBezTo>
                    <a:pt x="16145" y="9823"/>
                    <a:pt x="18491" y="10514"/>
                    <a:pt x="18491" y="12347"/>
                  </a:cubicBezTo>
                  <a:lnTo>
                    <a:pt x="19741" y="12121"/>
                  </a:lnTo>
                  <a:cubicBezTo>
                    <a:pt x="21634" y="8692"/>
                    <a:pt x="20300" y="6168"/>
                    <a:pt x="20300" y="6168"/>
                  </a:cubicBezTo>
                  <a:cubicBezTo>
                    <a:pt x="22050" y="4084"/>
                    <a:pt x="19634" y="36"/>
                    <a:pt x="108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1" name="Google Shape;3231;p73"/>
            <p:cNvSpPr/>
            <p:nvPr/>
          </p:nvSpPr>
          <p:spPr>
            <a:xfrm>
              <a:off x="7294356" y="2791690"/>
              <a:ext cx="171605" cy="82524"/>
            </a:xfrm>
            <a:custGeom>
              <a:avLst/>
              <a:gdLst/>
              <a:ahLst/>
              <a:cxnLst/>
              <a:rect l="l" t="t" r="r" b="b"/>
              <a:pathLst>
                <a:path w="4502" h="2165" extrusionOk="0">
                  <a:moveTo>
                    <a:pt x="3606" y="1"/>
                  </a:moveTo>
                  <a:cubicBezTo>
                    <a:pt x="2645" y="1"/>
                    <a:pt x="0" y="2164"/>
                    <a:pt x="0" y="2164"/>
                  </a:cubicBezTo>
                  <a:lnTo>
                    <a:pt x="3775" y="1247"/>
                  </a:lnTo>
                  <a:cubicBezTo>
                    <a:pt x="3775" y="1247"/>
                    <a:pt x="4501" y="533"/>
                    <a:pt x="3822" y="57"/>
                  </a:cubicBezTo>
                  <a:cubicBezTo>
                    <a:pt x="3766" y="18"/>
                    <a:pt x="3693" y="1"/>
                    <a:pt x="36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2" name="Google Shape;3232;p73"/>
            <p:cNvSpPr/>
            <p:nvPr/>
          </p:nvSpPr>
          <p:spPr>
            <a:xfrm>
              <a:off x="7585273" y="2816924"/>
              <a:ext cx="182468" cy="49095"/>
            </a:xfrm>
            <a:custGeom>
              <a:avLst/>
              <a:gdLst/>
              <a:ahLst/>
              <a:cxnLst/>
              <a:rect l="l" t="t" r="r" b="b"/>
              <a:pathLst>
                <a:path w="4787" h="1288" extrusionOk="0">
                  <a:moveTo>
                    <a:pt x="1086" y="1"/>
                  </a:moveTo>
                  <a:cubicBezTo>
                    <a:pt x="798" y="1"/>
                    <a:pt x="582" y="53"/>
                    <a:pt x="489" y="180"/>
                  </a:cubicBezTo>
                  <a:cubicBezTo>
                    <a:pt x="0" y="859"/>
                    <a:pt x="917" y="1288"/>
                    <a:pt x="917" y="1288"/>
                  </a:cubicBezTo>
                  <a:lnTo>
                    <a:pt x="4787" y="919"/>
                  </a:lnTo>
                  <a:cubicBezTo>
                    <a:pt x="4787" y="919"/>
                    <a:pt x="2298" y="1"/>
                    <a:pt x="10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3" name="Google Shape;3233;p73"/>
            <p:cNvSpPr/>
            <p:nvPr/>
          </p:nvSpPr>
          <p:spPr>
            <a:xfrm>
              <a:off x="7347454" y="3531792"/>
              <a:ext cx="188834" cy="177475"/>
            </a:xfrm>
            <a:custGeom>
              <a:avLst/>
              <a:gdLst/>
              <a:ahLst/>
              <a:cxnLst/>
              <a:rect l="l" t="t" r="r" b="b"/>
              <a:pathLst>
                <a:path w="4954" h="4656" extrusionOk="0">
                  <a:moveTo>
                    <a:pt x="1965" y="0"/>
                  </a:moveTo>
                  <a:lnTo>
                    <a:pt x="1" y="2131"/>
                  </a:lnTo>
                  <a:lnTo>
                    <a:pt x="2477" y="4656"/>
                  </a:lnTo>
                  <a:lnTo>
                    <a:pt x="4954" y="1929"/>
                  </a:lnTo>
                  <a:lnTo>
                    <a:pt x="3775" y="1167"/>
                  </a:lnTo>
                  <a:lnTo>
                    <a:pt x="196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73"/>
            <p:cNvSpPr/>
            <p:nvPr/>
          </p:nvSpPr>
          <p:spPr>
            <a:xfrm>
              <a:off x="7536253" y="3531792"/>
              <a:ext cx="188834" cy="177475"/>
            </a:xfrm>
            <a:custGeom>
              <a:avLst/>
              <a:gdLst/>
              <a:ahLst/>
              <a:cxnLst/>
              <a:rect l="l" t="t" r="r" b="b"/>
              <a:pathLst>
                <a:path w="4954" h="4656" extrusionOk="0">
                  <a:moveTo>
                    <a:pt x="2989" y="0"/>
                  </a:moveTo>
                  <a:lnTo>
                    <a:pt x="1" y="1929"/>
                  </a:lnTo>
                  <a:lnTo>
                    <a:pt x="2477" y="4656"/>
                  </a:lnTo>
                  <a:lnTo>
                    <a:pt x="4954" y="2131"/>
                  </a:lnTo>
                  <a:lnTo>
                    <a:pt x="298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73"/>
            <p:cNvSpPr/>
            <p:nvPr/>
          </p:nvSpPr>
          <p:spPr>
            <a:xfrm>
              <a:off x="7464553" y="3605283"/>
              <a:ext cx="143436" cy="144389"/>
            </a:xfrm>
            <a:custGeom>
              <a:avLst/>
              <a:gdLst/>
              <a:ahLst/>
              <a:cxnLst/>
              <a:rect l="l" t="t" r="r" b="b"/>
              <a:pathLst>
                <a:path w="3763" h="3788" extrusionOk="0">
                  <a:moveTo>
                    <a:pt x="1882" y="1"/>
                  </a:moveTo>
                  <a:lnTo>
                    <a:pt x="1286" y="656"/>
                  </a:lnTo>
                  <a:lnTo>
                    <a:pt x="0" y="2073"/>
                  </a:lnTo>
                  <a:lnTo>
                    <a:pt x="941" y="3323"/>
                  </a:lnTo>
                  <a:cubicBezTo>
                    <a:pt x="1173" y="3632"/>
                    <a:pt x="1524" y="3787"/>
                    <a:pt x="1877" y="3787"/>
                  </a:cubicBezTo>
                  <a:cubicBezTo>
                    <a:pt x="2230" y="3787"/>
                    <a:pt x="2584" y="3632"/>
                    <a:pt x="2822" y="3323"/>
                  </a:cubicBezTo>
                  <a:lnTo>
                    <a:pt x="3763" y="2073"/>
                  </a:lnTo>
                  <a:lnTo>
                    <a:pt x="188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6" name="Google Shape;3236;p73"/>
            <p:cNvSpPr/>
            <p:nvPr/>
          </p:nvSpPr>
          <p:spPr>
            <a:xfrm>
              <a:off x="6909477" y="3749637"/>
              <a:ext cx="296859" cy="376715"/>
            </a:xfrm>
            <a:custGeom>
              <a:avLst/>
              <a:gdLst/>
              <a:ahLst/>
              <a:cxnLst/>
              <a:rect l="l" t="t" r="r" b="b"/>
              <a:pathLst>
                <a:path w="7788" h="9883" extrusionOk="0">
                  <a:moveTo>
                    <a:pt x="5525" y="0"/>
                  </a:moveTo>
                  <a:lnTo>
                    <a:pt x="1" y="7596"/>
                  </a:lnTo>
                  <a:lnTo>
                    <a:pt x="4228" y="9882"/>
                  </a:lnTo>
                  <a:lnTo>
                    <a:pt x="7788" y="2786"/>
                  </a:lnTo>
                  <a:lnTo>
                    <a:pt x="55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7" name="Google Shape;3237;p73"/>
            <p:cNvSpPr/>
            <p:nvPr/>
          </p:nvSpPr>
          <p:spPr>
            <a:xfrm>
              <a:off x="7037478" y="3652054"/>
              <a:ext cx="998031" cy="727968"/>
            </a:xfrm>
            <a:custGeom>
              <a:avLst/>
              <a:gdLst/>
              <a:ahLst/>
              <a:cxnLst/>
              <a:rect l="l" t="t" r="r" b="b"/>
              <a:pathLst>
                <a:path w="26183" h="19098" extrusionOk="0">
                  <a:moveTo>
                    <a:pt x="19765" y="0"/>
                  </a:moveTo>
                  <a:cubicBezTo>
                    <a:pt x="18824" y="2715"/>
                    <a:pt x="15955" y="4668"/>
                    <a:pt x="12919" y="4739"/>
                  </a:cubicBezTo>
                  <a:cubicBezTo>
                    <a:pt x="9907" y="4668"/>
                    <a:pt x="7347" y="2715"/>
                    <a:pt x="6394" y="12"/>
                  </a:cubicBezTo>
                  <a:lnTo>
                    <a:pt x="5442" y="584"/>
                  </a:lnTo>
                  <a:lnTo>
                    <a:pt x="3299" y="1870"/>
                  </a:lnTo>
                  <a:lnTo>
                    <a:pt x="2156" y="2560"/>
                  </a:lnTo>
                  <a:lnTo>
                    <a:pt x="1346" y="8835"/>
                  </a:lnTo>
                  <a:lnTo>
                    <a:pt x="941" y="11847"/>
                  </a:lnTo>
                  <a:lnTo>
                    <a:pt x="870" y="12442"/>
                  </a:lnTo>
                  <a:lnTo>
                    <a:pt x="1" y="19098"/>
                  </a:lnTo>
                  <a:lnTo>
                    <a:pt x="26182" y="19098"/>
                  </a:lnTo>
                  <a:lnTo>
                    <a:pt x="25504" y="13954"/>
                  </a:lnTo>
                  <a:lnTo>
                    <a:pt x="25230" y="11859"/>
                  </a:lnTo>
                  <a:lnTo>
                    <a:pt x="24837" y="8823"/>
                  </a:lnTo>
                  <a:lnTo>
                    <a:pt x="24015" y="2560"/>
                  </a:lnTo>
                  <a:lnTo>
                    <a:pt x="20741" y="584"/>
                  </a:lnTo>
                  <a:lnTo>
                    <a:pt x="197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8" name="Google Shape;3238;p73"/>
            <p:cNvSpPr/>
            <p:nvPr/>
          </p:nvSpPr>
          <p:spPr>
            <a:xfrm>
              <a:off x="7244878" y="3652054"/>
              <a:ext cx="583236" cy="229658"/>
            </a:xfrm>
            <a:custGeom>
              <a:avLst/>
              <a:gdLst/>
              <a:ahLst/>
              <a:cxnLst/>
              <a:rect l="l" t="t" r="r" b="b"/>
              <a:pathLst>
                <a:path w="15301" h="6025" extrusionOk="0">
                  <a:moveTo>
                    <a:pt x="14336" y="0"/>
                  </a:moveTo>
                  <a:cubicBezTo>
                    <a:pt x="13383" y="2715"/>
                    <a:pt x="10514" y="4668"/>
                    <a:pt x="7478" y="4739"/>
                  </a:cubicBezTo>
                  <a:cubicBezTo>
                    <a:pt x="4466" y="4668"/>
                    <a:pt x="1906" y="2715"/>
                    <a:pt x="953" y="12"/>
                  </a:cubicBezTo>
                  <a:lnTo>
                    <a:pt x="1" y="584"/>
                  </a:lnTo>
                  <a:cubicBezTo>
                    <a:pt x="1096" y="3751"/>
                    <a:pt x="4108" y="6025"/>
                    <a:pt x="7656" y="6025"/>
                  </a:cubicBezTo>
                  <a:cubicBezTo>
                    <a:pt x="11193" y="6025"/>
                    <a:pt x="14205" y="3763"/>
                    <a:pt x="15300" y="596"/>
                  </a:cubicBezTo>
                  <a:lnTo>
                    <a:pt x="143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9" name="Google Shape;3239;p73"/>
            <p:cNvSpPr/>
            <p:nvPr/>
          </p:nvSpPr>
          <p:spPr>
            <a:xfrm>
              <a:off x="7073347" y="3922083"/>
              <a:ext cx="925836" cy="263278"/>
            </a:xfrm>
            <a:custGeom>
              <a:avLst/>
              <a:gdLst/>
              <a:ahLst/>
              <a:cxnLst/>
              <a:rect l="l" t="t" r="r" b="b"/>
              <a:pathLst>
                <a:path w="24289" h="6907" extrusionOk="0">
                  <a:moveTo>
                    <a:pt x="2143" y="1"/>
                  </a:moveTo>
                  <a:lnTo>
                    <a:pt x="405" y="1751"/>
                  </a:lnTo>
                  <a:lnTo>
                    <a:pt x="0" y="4763"/>
                  </a:lnTo>
                  <a:lnTo>
                    <a:pt x="2143" y="6906"/>
                  </a:lnTo>
                  <a:lnTo>
                    <a:pt x="5429" y="3620"/>
                  </a:lnTo>
                  <a:lnTo>
                    <a:pt x="8704" y="6906"/>
                  </a:lnTo>
                  <a:lnTo>
                    <a:pt x="11990" y="3620"/>
                  </a:lnTo>
                  <a:lnTo>
                    <a:pt x="15264" y="6906"/>
                  </a:lnTo>
                  <a:lnTo>
                    <a:pt x="18717" y="3465"/>
                  </a:lnTo>
                  <a:lnTo>
                    <a:pt x="22158" y="6906"/>
                  </a:lnTo>
                  <a:lnTo>
                    <a:pt x="24289" y="4775"/>
                  </a:lnTo>
                  <a:lnTo>
                    <a:pt x="23896" y="1739"/>
                  </a:lnTo>
                  <a:lnTo>
                    <a:pt x="22158" y="1"/>
                  </a:lnTo>
                  <a:lnTo>
                    <a:pt x="18717" y="3453"/>
                  </a:lnTo>
                  <a:lnTo>
                    <a:pt x="15264" y="1"/>
                  </a:lnTo>
                  <a:lnTo>
                    <a:pt x="11990" y="3287"/>
                  </a:lnTo>
                  <a:lnTo>
                    <a:pt x="8704" y="1"/>
                  </a:lnTo>
                  <a:lnTo>
                    <a:pt x="5429" y="3287"/>
                  </a:lnTo>
                  <a:lnTo>
                    <a:pt x="21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0" name="Google Shape;3240;p73"/>
            <p:cNvSpPr/>
            <p:nvPr/>
          </p:nvSpPr>
          <p:spPr>
            <a:xfrm>
              <a:off x="7018419" y="3962031"/>
              <a:ext cx="75358" cy="164325"/>
            </a:xfrm>
            <a:custGeom>
              <a:avLst/>
              <a:gdLst/>
              <a:ahLst/>
              <a:cxnLst/>
              <a:rect l="l" t="t" r="r" b="b"/>
              <a:pathLst>
                <a:path w="1977" h="4311" extrusionOk="0">
                  <a:moveTo>
                    <a:pt x="1977" y="0"/>
                  </a:moveTo>
                  <a:lnTo>
                    <a:pt x="0" y="3572"/>
                  </a:lnTo>
                  <a:lnTo>
                    <a:pt x="1370" y="4310"/>
                  </a:lnTo>
                  <a:lnTo>
                    <a:pt x="1977" y="0"/>
                  </a:lnTo>
                  <a:close/>
                </a:path>
              </a:pathLst>
            </a:custGeom>
            <a:solidFill>
              <a:srgbClr val="CF6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1" name="Google Shape;3241;p73"/>
            <p:cNvSpPr/>
            <p:nvPr/>
          </p:nvSpPr>
          <p:spPr>
            <a:xfrm>
              <a:off x="6088948" y="3783219"/>
              <a:ext cx="1197728" cy="596806"/>
            </a:xfrm>
            <a:custGeom>
              <a:avLst/>
              <a:gdLst/>
              <a:ahLst/>
              <a:cxnLst/>
              <a:rect l="l" t="t" r="r" b="b"/>
              <a:pathLst>
                <a:path w="31422" h="15657" extrusionOk="0">
                  <a:moveTo>
                    <a:pt x="14919" y="0"/>
                  </a:moveTo>
                  <a:cubicBezTo>
                    <a:pt x="12871" y="12"/>
                    <a:pt x="10919" y="441"/>
                    <a:pt x="9156" y="1191"/>
                  </a:cubicBezTo>
                  <a:cubicBezTo>
                    <a:pt x="8347" y="1536"/>
                    <a:pt x="7561" y="1953"/>
                    <a:pt x="6835" y="2429"/>
                  </a:cubicBezTo>
                  <a:cubicBezTo>
                    <a:pt x="4882" y="3703"/>
                    <a:pt x="3251" y="5406"/>
                    <a:pt x="2060" y="7418"/>
                  </a:cubicBezTo>
                  <a:cubicBezTo>
                    <a:pt x="1489" y="8394"/>
                    <a:pt x="1024" y="9442"/>
                    <a:pt x="679" y="10549"/>
                  </a:cubicBezTo>
                  <a:cubicBezTo>
                    <a:pt x="239" y="11966"/>
                    <a:pt x="0" y="13478"/>
                    <a:pt x="0" y="15038"/>
                  </a:cubicBezTo>
                  <a:lnTo>
                    <a:pt x="0" y="15657"/>
                  </a:lnTo>
                  <a:lnTo>
                    <a:pt x="31421" y="15657"/>
                  </a:lnTo>
                  <a:lnTo>
                    <a:pt x="31421" y="15038"/>
                  </a:lnTo>
                  <a:cubicBezTo>
                    <a:pt x="31421" y="9394"/>
                    <a:pt x="28314" y="4477"/>
                    <a:pt x="23706" y="1905"/>
                  </a:cubicBezTo>
                  <a:cubicBezTo>
                    <a:pt x="23706" y="1905"/>
                    <a:pt x="23706" y="1905"/>
                    <a:pt x="23706" y="1893"/>
                  </a:cubicBezTo>
                  <a:cubicBezTo>
                    <a:pt x="23301" y="1667"/>
                    <a:pt x="22884" y="1465"/>
                    <a:pt x="22468" y="1286"/>
                  </a:cubicBezTo>
                  <a:cubicBezTo>
                    <a:pt x="20705" y="500"/>
                    <a:pt x="18765" y="48"/>
                    <a:pt x="167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2" name="Google Shape;3242;p73"/>
            <p:cNvSpPr/>
            <p:nvPr/>
          </p:nvSpPr>
          <p:spPr>
            <a:xfrm>
              <a:off x="6437957" y="3783219"/>
              <a:ext cx="507420" cy="282756"/>
            </a:xfrm>
            <a:custGeom>
              <a:avLst/>
              <a:gdLst/>
              <a:ahLst/>
              <a:cxnLst/>
              <a:rect l="l" t="t" r="r" b="b"/>
              <a:pathLst>
                <a:path w="13312" h="7418" extrusionOk="0">
                  <a:moveTo>
                    <a:pt x="5763" y="0"/>
                  </a:moveTo>
                  <a:cubicBezTo>
                    <a:pt x="5311" y="0"/>
                    <a:pt x="4858" y="24"/>
                    <a:pt x="4418" y="60"/>
                  </a:cubicBezTo>
                  <a:cubicBezTo>
                    <a:pt x="2858" y="215"/>
                    <a:pt x="1382" y="607"/>
                    <a:pt x="0" y="1191"/>
                  </a:cubicBezTo>
                  <a:cubicBezTo>
                    <a:pt x="60" y="1560"/>
                    <a:pt x="203" y="1905"/>
                    <a:pt x="393" y="2215"/>
                  </a:cubicBezTo>
                  <a:cubicBezTo>
                    <a:pt x="596" y="2524"/>
                    <a:pt x="846" y="2786"/>
                    <a:pt x="1155" y="3001"/>
                  </a:cubicBezTo>
                  <a:cubicBezTo>
                    <a:pt x="1001" y="3858"/>
                    <a:pt x="1251" y="4787"/>
                    <a:pt x="1917" y="5453"/>
                  </a:cubicBezTo>
                  <a:cubicBezTo>
                    <a:pt x="2460" y="5996"/>
                    <a:pt x="3176" y="6270"/>
                    <a:pt x="3892" y="6270"/>
                  </a:cubicBezTo>
                  <a:cubicBezTo>
                    <a:pt x="4056" y="6270"/>
                    <a:pt x="4220" y="6256"/>
                    <a:pt x="4382" y="6227"/>
                  </a:cubicBezTo>
                  <a:cubicBezTo>
                    <a:pt x="4882" y="6953"/>
                    <a:pt x="5715" y="7418"/>
                    <a:pt x="6668" y="7418"/>
                  </a:cubicBezTo>
                  <a:cubicBezTo>
                    <a:pt x="7608" y="7418"/>
                    <a:pt x="8442" y="6953"/>
                    <a:pt x="8942" y="6227"/>
                  </a:cubicBezTo>
                  <a:cubicBezTo>
                    <a:pt x="9104" y="6256"/>
                    <a:pt x="9268" y="6270"/>
                    <a:pt x="9432" y="6270"/>
                  </a:cubicBezTo>
                  <a:cubicBezTo>
                    <a:pt x="10148" y="6270"/>
                    <a:pt x="10864" y="5996"/>
                    <a:pt x="11407" y="5453"/>
                  </a:cubicBezTo>
                  <a:cubicBezTo>
                    <a:pt x="12073" y="4787"/>
                    <a:pt x="12323" y="3858"/>
                    <a:pt x="12180" y="3001"/>
                  </a:cubicBezTo>
                  <a:cubicBezTo>
                    <a:pt x="12752" y="2596"/>
                    <a:pt x="13169" y="1989"/>
                    <a:pt x="13312" y="1286"/>
                  </a:cubicBezTo>
                  <a:cubicBezTo>
                    <a:pt x="11549" y="500"/>
                    <a:pt x="9621" y="48"/>
                    <a:pt x="7573" y="0"/>
                  </a:cubicBezTo>
                  <a:lnTo>
                    <a:pt x="7573" y="0"/>
                  </a:lnTo>
                  <a:cubicBezTo>
                    <a:pt x="7656" y="84"/>
                    <a:pt x="7751" y="155"/>
                    <a:pt x="7847" y="215"/>
                  </a:cubicBezTo>
                  <a:cubicBezTo>
                    <a:pt x="7823" y="381"/>
                    <a:pt x="7799" y="548"/>
                    <a:pt x="7799" y="715"/>
                  </a:cubicBezTo>
                  <a:cubicBezTo>
                    <a:pt x="7799" y="881"/>
                    <a:pt x="7823" y="1048"/>
                    <a:pt x="7847" y="1215"/>
                  </a:cubicBezTo>
                  <a:cubicBezTo>
                    <a:pt x="7716" y="1298"/>
                    <a:pt x="7585" y="1405"/>
                    <a:pt x="7466" y="1512"/>
                  </a:cubicBezTo>
                  <a:cubicBezTo>
                    <a:pt x="7347" y="1631"/>
                    <a:pt x="7251" y="1762"/>
                    <a:pt x="7156" y="1893"/>
                  </a:cubicBezTo>
                  <a:cubicBezTo>
                    <a:pt x="7001" y="1869"/>
                    <a:pt x="6835" y="1858"/>
                    <a:pt x="6668" y="1858"/>
                  </a:cubicBezTo>
                  <a:cubicBezTo>
                    <a:pt x="6489" y="1858"/>
                    <a:pt x="6335" y="1869"/>
                    <a:pt x="6168" y="1893"/>
                  </a:cubicBezTo>
                  <a:cubicBezTo>
                    <a:pt x="6073" y="1762"/>
                    <a:pt x="5977" y="1631"/>
                    <a:pt x="5858" y="1512"/>
                  </a:cubicBezTo>
                  <a:cubicBezTo>
                    <a:pt x="5739" y="1405"/>
                    <a:pt x="5608" y="1298"/>
                    <a:pt x="5477" y="1215"/>
                  </a:cubicBezTo>
                  <a:cubicBezTo>
                    <a:pt x="5513" y="1048"/>
                    <a:pt x="5525" y="881"/>
                    <a:pt x="5525" y="715"/>
                  </a:cubicBezTo>
                  <a:cubicBezTo>
                    <a:pt x="5525" y="548"/>
                    <a:pt x="5513" y="381"/>
                    <a:pt x="5477" y="215"/>
                  </a:cubicBezTo>
                  <a:cubicBezTo>
                    <a:pt x="5573" y="155"/>
                    <a:pt x="5668" y="72"/>
                    <a:pt x="57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3" name="Google Shape;3243;p73"/>
            <p:cNvSpPr/>
            <p:nvPr/>
          </p:nvSpPr>
          <p:spPr>
            <a:xfrm>
              <a:off x="6373956" y="3223606"/>
              <a:ext cx="631798" cy="406676"/>
            </a:xfrm>
            <a:custGeom>
              <a:avLst/>
              <a:gdLst/>
              <a:ahLst/>
              <a:cxnLst/>
              <a:rect l="l" t="t" r="r" b="b"/>
              <a:pathLst>
                <a:path w="16575" h="10669" extrusionOk="0">
                  <a:moveTo>
                    <a:pt x="1" y="1"/>
                  </a:moveTo>
                  <a:lnTo>
                    <a:pt x="1" y="6073"/>
                  </a:lnTo>
                  <a:cubicBezTo>
                    <a:pt x="1" y="8609"/>
                    <a:pt x="2060" y="10669"/>
                    <a:pt x="4596" y="10669"/>
                  </a:cubicBezTo>
                  <a:lnTo>
                    <a:pt x="11966" y="10669"/>
                  </a:lnTo>
                  <a:cubicBezTo>
                    <a:pt x="14514" y="10669"/>
                    <a:pt x="16574" y="8609"/>
                    <a:pt x="16574" y="6073"/>
                  </a:cubicBezTo>
                  <a:lnTo>
                    <a:pt x="1657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4" name="Google Shape;3244;p73"/>
            <p:cNvSpPr/>
            <p:nvPr/>
          </p:nvSpPr>
          <p:spPr>
            <a:xfrm>
              <a:off x="6277746" y="2695327"/>
              <a:ext cx="837365" cy="677196"/>
            </a:xfrm>
            <a:custGeom>
              <a:avLst/>
              <a:gdLst/>
              <a:ahLst/>
              <a:cxnLst/>
              <a:rect l="l" t="t" r="r" b="b"/>
              <a:pathLst>
                <a:path w="21968" h="17766" extrusionOk="0">
                  <a:moveTo>
                    <a:pt x="10811" y="1"/>
                  </a:moveTo>
                  <a:cubicBezTo>
                    <a:pt x="10299" y="1"/>
                    <a:pt x="9811" y="37"/>
                    <a:pt x="9371" y="108"/>
                  </a:cubicBezTo>
                  <a:cubicBezTo>
                    <a:pt x="4430" y="799"/>
                    <a:pt x="3418" y="4883"/>
                    <a:pt x="3418" y="4883"/>
                  </a:cubicBezTo>
                  <a:cubicBezTo>
                    <a:pt x="2656" y="5275"/>
                    <a:pt x="2132" y="5716"/>
                    <a:pt x="1786" y="6180"/>
                  </a:cubicBezTo>
                  <a:cubicBezTo>
                    <a:pt x="381" y="8026"/>
                    <a:pt x="1667" y="10205"/>
                    <a:pt x="1667" y="10205"/>
                  </a:cubicBezTo>
                  <a:cubicBezTo>
                    <a:pt x="1667" y="10205"/>
                    <a:pt x="0" y="13086"/>
                    <a:pt x="1143" y="15050"/>
                  </a:cubicBezTo>
                  <a:lnTo>
                    <a:pt x="5168" y="16170"/>
                  </a:lnTo>
                  <a:lnTo>
                    <a:pt x="10811" y="17741"/>
                  </a:lnTo>
                  <a:lnTo>
                    <a:pt x="10811" y="17765"/>
                  </a:lnTo>
                  <a:lnTo>
                    <a:pt x="10835" y="17753"/>
                  </a:lnTo>
                  <a:lnTo>
                    <a:pt x="10871" y="17765"/>
                  </a:lnTo>
                  <a:lnTo>
                    <a:pt x="10871" y="17741"/>
                  </a:lnTo>
                  <a:lnTo>
                    <a:pt x="17396" y="15908"/>
                  </a:lnTo>
                  <a:lnTo>
                    <a:pt x="20479" y="15050"/>
                  </a:lnTo>
                  <a:cubicBezTo>
                    <a:pt x="21622" y="13086"/>
                    <a:pt x="19943" y="10205"/>
                    <a:pt x="19943" y="10205"/>
                  </a:cubicBezTo>
                  <a:cubicBezTo>
                    <a:pt x="19943" y="10205"/>
                    <a:pt x="21968" y="6788"/>
                    <a:pt x="18205" y="4883"/>
                  </a:cubicBezTo>
                  <a:cubicBezTo>
                    <a:pt x="18205" y="4883"/>
                    <a:pt x="17050" y="37"/>
                    <a:pt x="108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5" name="Google Shape;3245;p73"/>
            <p:cNvSpPr/>
            <p:nvPr/>
          </p:nvSpPr>
          <p:spPr>
            <a:xfrm>
              <a:off x="6252779" y="3252652"/>
              <a:ext cx="261905" cy="261905"/>
            </a:xfrm>
            <a:custGeom>
              <a:avLst/>
              <a:gdLst/>
              <a:ahLst/>
              <a:cxnLst/>
              <a:rect l="l" t="t" r="r" b="b"/>
              <a:pathLst>
                <a:path w="6871" h="6871" extrusionOk="0">
                  <a:moveTo>
                    <a:pt x="3442" y="1"/>
                  </a:moveTo>
                  <a:cubicBezTo>
                    <a:pt x="3358" y="1"/>
                    <a:pt x="3263" y="13"/>
                    <a:pt x="3192" y="13"/>
                  </a:cubicBezTo>
                  <a:cubicBezTo>
                    <a:pt x="1620" y="132"/>
                    <a:pt x="334" y="1299"/>
                    <a:pt x="60" y="2823"/>
                  </a:cubicBezTo>
                  <a:cubicBezTo>
                    <a:pt x="24" y="3025"/>
                    <a:pt x="1" y="3227"/>
                    <a:pt x="1" y="3442"/>
                  </a:cubicBezTo>
                  <a:cubicBezTo>
                    <a:pt x="1" y="5335"/>
                    <a:pt x="1548" y="6871"/>
                    <a:pt x="3442" y="6871"/>
                  </a:cubicBezTo>
                  <a:cubicBezTo>
                    <a:pt x="5335" y="6871"/>
                    <a:pt x="6871" y="5335"/>
                    <a:pt x="6871" y="3442"/>
                  </a:cubicBezTo>
                  <a:cubicBezTo>
                    <a:pt x="6871" y="1549"/>
                    <a:pt x="5335" y="13"/>
                    <a:pt x="3442" y="1"/>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6" name="Google Shape;3246;p73"/>
            <p:cNvSpPr/>
            <p:nvPr/>
          </p:nvSpPr>
          <p:spPr>
            <a:xfrm>
              <a:off x="6348532" y="3465047"/>
              <a:ext cx="80390" cy="80390"/>
            </a:xfrm>
            <a:custGeom>
              <a:avLst/>
              <a:gdLst/>
              <a:ahLst/>
              <a:cxnLst/>
              <a:rect l="l" t="t" r="r" b="b"/>
              <a:pathLst>
                <a:path w="2109" h="2109" extrusionOk="0">
                  <a:moveTo>
                    <a:pt x="1061" y="1"/>
                  </a:moveTo>
                  <a:cubicBezTo>
                    <a:pt x="477" y="1"/>
                    <a:pt x="1" y="465"/>
                    <a:pt x="1" y="1049"/>
                  </a:cubicBezTo>
                  <a:cubicBezTo>
                    <a:pt x="1" y="1632"/>
                    <a:pt x="477" y="2108"/>
                    <a:pt x="1061" y="2108"/>
                  </a:cubicBezTo>
                  <a:cubicBezTo>
                    <a:pt x="1632" y="2108"/>
                    <a:pt x="2108" y="1632"/>
                    <a:pt x="2108" y="1049"/>
                  </a:cubicBezTo>
                  <a:cubicBezTo>
                    <a:pt x="2108" y="465"/>
                    <a:pt x="1632" y="1"/>
                    <a:pt x="106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7" name="Google Shape;3247;p73"/>
            <p:cNvSpPr/>
            <p:nvPr/>
          </p:nvSpPr>
          <p:spPr>
            <a:xfrm>
              <a:off x="6312701" y="3312574"/>
              <a:ext cx="142064" cy="142559"/>
            </a:xfrm>
            <a:custGeom>
              <a:avLst/>
              <a:gdLst/>
              <a:ahLst/>
              <a:cxnLst/>
              <a:rect l="l" t="t" r="r" b="b"/>
              <a:pathLst>
                <a:path w="3727" h="3740" extrusionOk="0">
                  <a:moveTo>
                    <a:pt x="1858" y="0"/>
                  </a:moveTo>
                  <a:cubicBezTo>
                    <a:pt x="834" y="0"/>
                    <a:pt x="0" y="834"/>
                    <a:pt x="0" y="1870"/>
                  </a:cubicBezTo>
                  <a:cubicBezTo>
                    <a:pt x="0" y="2894"/>
                    <a:pt x="834" y="3739"/>
                    <a:pt x="1858" y="3739"/>
                  </a:cubicBezTo>
                  <a:cubicBezTo>
                    <a:pt x="2893" y="3739"/>
                    <a:pt x="3727" y="2894"/>
                    <a:pt x="3727" y="1870"/>
                  </a:cubicBezTo>
                  <a:cubicBezTo>
                    <a:pt x="3727" y="834"/>
                    <a:pt x="2893" y="0"/>
                    <a:pt x="1858" y="0"/>
                  </a:cubicBezTo>
                  <a:close/>
                </a:path>
              </a:pathLst>
            </a:custGeom>
            <a:solidFill>
              <a:srgbClr val="ECA2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8" name="Google Shape;3248;p73"/>
            <p:cNvSpPr/>
            <p:nvPr/>
          </p:nvSpPr>
          <p:spPr>
            <a:xfrm>
              <a:off x="6864574" y="3253110"/>
              <a:ext cx="261905" cy="261448"/>
            </a:xfrm>
            <a:custGeom>
              <a:avLst/>
              <a:gdLst/>
              <a:ahLst/>
              <a:cxnLst/>
              <a:rect l="l" t="t" r="r" b="b"/>
              <a:pathLst>
                <a:path w="6871" h="6859" extrusionOk="0">
                  <a:moveTo>
                    <a:pt x="3429" y="1"/>
                  </a:moveTo>
                  <a:cubicBezTo>
                    <a:pt x="1536" y="1"/>
                    <a:pt x="0" y="1537"/>
                    <a:pt x="0" y="3430"/>
                  </a:cubicBezTo>
                  <a:cubicBezTo>
                    <a:pt x="0" y="3977"/>
                    <a:pt x="131" y="4489"/>
                    <a:pt x="357" y="4954"/>
                  </a:cubicBezTo>
                  <a:cubicBezTo>
                    <a:pt x="929" y="6085"/>
                    <a:pt x="2084" y="6859"/>
                    <a:pt x="3429" y="6859"/>
                  </a:cubicBezTo>
                  <a:cubicBezTo>
                    <a:pt x="5334" y="6859"/>
                    <a:pt x="6870" y="5323"/>
                    <a:pt x="6870" y="3430"/>
                  </a:cubicBezTo>
                  <a:cubicBezTo>
                    <a:pt x="6870" y="2858"/>
                    <a:pt x="6727" y="2311"/>
                    <a:pt x="6477" y="1846"/>
                  </a:cubicBezTo>
                  <a:cubicBezTo>
                    <a:pt x="5906" y="751"/>
                    <a:pt x="4763" y="1"/>
                    <a:pt x="3429" y="1"/>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9" name="Google Shape;3249;p73"/>
            <p:cNvSpPr/>
            <p:nvPr/>
          </p:nvSpPr>
          <p:spPr>
            <a:xfrm>
              <a:off x="6954418" y="3465047"/>
              <a:ext cx="80390" cy="80390"/>
            </a:xfrm>
            <a:custGeom>
              <a:avLst/>
              <a:gdLst/>
              <a:ahLst/>
              <a:cxnLst/>
              <a:rect l="l" t="t" r="r" b="b"/>
              <a:pathLst>
                <a:path w="2109" h="2109" extrusionOk="0">
                  <a:moveTo>
                    <a:pt x="1048" y="1"/>
                  </a:moveTo>
                  <a:cubicBezTo>
                    <a:pt x="465" y="1"/>
                    <a:pt x="1" y="465"/>
                    <a:pt x="1" y="1049"/>
                  </a:cubicBezTo>
                  <a:cubicBezTo>
                    <a:pt x="1" y="1632"/>
                    <a:pt x="465" y="2108"/>
                    <a:pt x="1048" y="2108"/>
                  </a:cubicBezTo>
                  <a:cubicBezTo>
                    <a:pt x="1632" y="2108"/>
                    <a:pt x="2108" y="1632"/>
                    <a:pt x="2108" y="1049"/>
                  </a:cubicBezTo>
                  <a:cubicBezTo>
                    <a:pt x="2108" y="465"/>
                    <a:pt x="1632" y="1"/>
                    <a:pt x="104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0" name="Google Shape;3250;p73"/>
            <p:cNvSpPr/>
            <p:nvPr/>
          </p:nvSpPr>
          <p:spPr>
            <a:xfrm>
              <a:off x="6924458" y="3312574"/>
              <a:ext cx="142102" cy="142559"/>
            </a:xfrm>
            <a:custGeom>
              <a:avLst/>
              <a:gdLst/>
              <a:ahLst/>
              <a:cxnLst/>
              <a:rect l="l" t="t" r="r" b="b"/>
              <a:pathLst>
                <a:path w="3728" h="3740" extrusionOk="0">
                  <a:moveTo>
                    <a:pt x="1858" y="0"/>
                  </a:moveTo>
                  <a:cubicBezTo>
                    <a:pt x="834" y="0"/>
                    <a:pt x="1" y="834"/>
                    <a:pt x="1" y="1870"/>
                  </a:cubicBezTo>
                  <a:cubicBezTo>
                    <a:pt x="1" y="2894"/>
                    <a:pt x="834" y="3739"/>
                    <a:pt x="1858" y="3739"/>
                  </a:cubicBezTo>
                  <a:cubicBezTo>
                    <a:pt x="2894" y="3739"/>
                    <a:pt x="3728" y="2894"/>
                    <a:pt x="3728" y="1870"/>
                  </a:cubicBezTo>
                  <a:cubicBezTo>
                    <a:pt x="3728" y="834"/>
                    <a:pt x="2894" y="0"/>
                    <a:pt x="1858" y="0"/>
                  </a:cubicBezTo>
                  <a:close/>
                </a:path>
              </a:pathLst>
            </a:custGeom>
            <a:solidFill>
              <a:srgbClr val="ECA2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1" name="Google Shape;3251;p73"/>
            <p:cNvSpPr/>
            <p:nvPr/>
          </p:nvSpPr>
          <p:spPr>
            <a:xfrm>
              <a:off x="6578193" y="3293973"/>
              <a:ext cx="228324" cy="612243"/>
            </a:xfrm>
            <a:custGeom>
              <a:avLst/>
              <a:gdLst/>
              <a:ahLst/>
              <a:cxnLst/>
              <a:rect l="l" t="t" r="r" b="b"/>
              <a:pathLst>
                <a:path w="5990" h="16062" extrusionOk="0">
                  <a:moveTo>
                    <a:pt x="203" y="0"/>
                  </a:moveTo>
                  <a:lnTo>
                    <a:pt x="191" y="727"/>
                  </a:lnTo>
                  <a:lnTo>
                    <a:pt x="0" y="13038"/>
                  </a:lnTo>
                  <a:lnTo>
                    <a:pt x="0" y="13157"/>
                  </a:lnTo>
                  <a:cubicBezTo>
                    <a:pt x="36" y="14764"/>
                    <a:pt x="1358" y="16062"/>
                    <a:pt x="2989" y="16062"/>
                  </a:cubicBezTo>
                  <a:cubicBezTo>
                    <a:pt x="4644" y="16062"/>
                    <a:pt x="5989" y="14704"/>
                    <a:pt x="5965" y="13038"/>
                  </a:cubicBezTo>
                  <a:lnTo>
                    <a:pt x="5894" y="7906"/>
                  </a:lnTo>
                  <a:lnTo>
                    <a:pt x="5846" y="5120"/>
                  </a:lnTo>
                  <a:lnTo>
                    <a:pt x="5787" y="1762"/>
                  </a:lnTo>
                  <a:lnTo>
                    <a:pt x="5763" y="179"/>
                  </a:lnTo>
                  <a:lnTo>
                    <a:pt x="5763" y="0"/>
                  </a:lnTo>
                  <a:close/>
                </a:path>
              </a:pathLst>
            </a:custGeom>
            <a:solidFill>
              <a:srgbClr val="ECA2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2" name="Google Shape;3252;p73"/>
            <p:cNvSpPr/>
            <p:nvPr/>
          </p:nvSpPr>
          <p:spPr>
            <a:xfrm>
              <a:off x="6397094" y="2913630"/>
              <a:ext cx="585027" cy="773823"/>
            </a:xfrm>
            <a:custGeom>
              <a:avLst/>
              <a:gdLst/>
              <a:ahLst/>
              <a:cxnLst/>
              <a:rect l="l" t="t" r="r" b="b"/>
              <a:pathLst>
                <a:path w="15348" h="20301" extrusionOk="0">
                  <a:moveTo>
                    <a:pt x="4763" y="1"/>
                  </a:moveTo>
                  <a:cubicBezTo>
                    <a:pt x="2418" y="1"/>
                    <a:pt x="453" y="1715"/>
                    <a:pt x="72" y="3966"/>
                  </a:cubicBezTo>
                  <a:cubicBezTo>
                    <a:pt x="60" y="4001"/>
                    <a:pt x="60" y="4049"/>
                    <a:pt x="48" y="4097"/>
                  </a:cubicBezTo>
                  <a:cubicBezTo>
                    <a:pt x="25" y="4311"/>
                    <a:pt x="1" y="4537"/>
                    <a:pt x="1" y="4763"/>
                  </a:cubicBezTo>
                  <a:lnTo>
                    <a:pt x="1" y="12633"/>
                  </a:lnTo>
                  <a:cubicBezTo>
                    <a:pt x="1" y="16848"/>
                    <a:pt x="3454" y="20301"/>
                    <a:pt x="7668" y="20301"/>
                  </a:cubicBezTo>
                  <a:cubicBezTo>
                    <a:pt x="11895" y="20301"/>
                    <a:pt x="15348" y="16848"/>
                    <a:pt x="15348" y="12633"/>
                  </a:cubicBezTo>
                  <a:lnTo>
                    <a:pt x="15348" y="4763"/>
                  </a:lnTo>
                  <a:cubicBezTo>
                    <a:pt x="15348" y="4490"/>
                    <a:pt x="15324" y="4216"/>
                    <a:pt x="15277" y="3954"/>
                  </a:cubicBezTo>
                  <a:cubicBezTo>
                    <a:pt x="15229" y="3680"/>
                    <a:pt x="15157" y="3406"/>
                    <a:pt x="15062" y="3132"/>
                  </a:cubicBezTo>
                  <a:cubicBezTo>
                    <a:pt x="14765" y="2335"/>
                    <a:pt x="14265" y="1644"/>
                    <a:pt x="13622" y="1108"/>
                  </a:cubicBezTo>
                  <a:cubicBezTo>
                    <a:pt x="13526" y="1025"/>
                    <a:pt x="13431" y="953"/>
                    <a:pt x="13336" y="882"/>
                  </a:cubicBezTo>
                  <a:cubicBezTo>
                    <a:pt x="12562" y="322"/>
                    <a:pt x="11609" y="1"/>
                    <a:pt x="10585" y="1"/>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3" name="Google Shape;3253;p73"/>
            <p:cNvSpPr/>
            <p:nvPr/>
          </p:nvSpPr>
          <p:spPr>
            <a:xfrm>
              <a:off x="6509199" y="3204090"/>
              <a:ext cx="60874" cy="60874"/>
            </a:xfrm>
            <a:custGeom>
              <a:avLst/>
              <a:gdLst/>
              <a:ahLst/>
              <a:cxnLst/>
              <a:rect l="l" t="t" r="r" b="b"/>
              <a:pathLst>
                <a:path w="1597" h="1597" extrusionOk="0">
                  <a:moveTo>
                    <a:pt x="798" y="1"/>
                  </a:moveTo>
                  <a:cubicBezTo>
                    <a:pt x="358" y="1"/>
                    <a:pt x="1" y="358"/>
                    <a:pt x="1" y="799"/>
                  </a:cubicBezTo>
                  <a:cubicBezTo>
                    <a:pt x="1" y="1239"/>
                    <a:pt x="358" y="1596"/>
                    <a:pt x="798" y="1596"/>
                  </a:cubicBezTo>
                  <a:cubicBezTo>
                    <a:pt x="1239" y="1596"/>
                    <a:pt x="1596" y="1239"/>
                    <a:pt x="1596" y="799"/>
                  </a:cubicBezTo>
                  <a:cubicBezTo>
                    <a:pt x="1596" y="358"/>
                    <a:pt x="1239" y="1"/>
                    <a:pt x="7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4" name="Google Shape;3254;p73"/>
            <p:cNvSpPr/>
            <p:nvPr/>
          </p:nvSpPr>
          <p:spPr>
            <a:xfrm>
              <a:off x="6792988" y="3204281"/>
              <a:ext cx="82639" cy="60721"/>
            </a:xfrm>
            <a:custGeom>
              <a:avLst/>
              <a:gdLst/>
              <a:ahLst/>
              <a:cxnLst/>
              <a:rect l="l" t="t" r="r" b="b"/>
              <a:pathLst>
                <a:path w="2168" h="1593" extrusionOk="0">
                  <a:moveTo>
                    <a:pt x="1088" y="1"/>
                  </a:moveTo>
                  <a:cubicBezTo>
                    <a:pt x="463" y="1"/>
                    <a:pt x="1" y="724"/>
                    <a:pt x="497" y="1377"/>
                  </a:cubicBezTo>
                  <a:cubicBezTo>
                    <a:pt x="695" y="1528"/>
                    <a:pt x="898" y="1593"/>
                    <a:pt x="1086" y="1593"/>
                  </a:cubicBezTo>
                  <a:cubicBezTo>
                    <a:pt x="1713" y="1593"/>
                    <a:pt x="2168" y="870"/>
                    <a:pt x="1664" y="210"/>
                  </a:cubicBezTo>
                  <a:cubicBezTo>
                    <a:pt x="1471" y="64"/>
                    <a:pt x="1272" y="1"/>
                    <a:pt x="10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5" name="Google Shape;3255;p73"/>
            <p:cNvSpPr/>
            <p:nvPr/>
          </p:nvSpPr>
          <p:spPr>
            <a:xfrm>
              <a:off x="6450193" y="3041745"/>
              <a:ext cx="171605" cy="82524"/>
            </a:xfrm>
            <a:custGeom>
              <a:avLst/>
              <a:gdLst/>
              <a:ahLst/>
              <a:cxnLst/>
              <a:rect l="l" t="t" r="r" b="b"/>
              <a:pathLst>
                <a:path w="4502" h="2165" extrusionOk="0">
                  <a:moveTo>
                    <a:pt x="3595" y="1"/>
                  </a:moveTo>
                  <a:cubicBezTo>
                    <a:pt x="2635" y="1"/>
                    <a:pt x="1" y="2164"/>
                    <a:pt x="1" y="2164"/>
                  </a:cubicBezTo>
                  <a:lnTo>
                    <a:pt x="3775" y="1248"/>
                  </a:lnTo>
                  <a:cubicBezTo>
                    <a:pt x="3775" y="1248"/>
                    <a:pt x="4501" y="533"/>
                    <a:pt x="3811" y="57"/>
                  </a:cubicBezTo>
                  <a:cubicBezTo>
                    <a:pt x="3755" y="19"/>
                    <a:pt x="3682" y="1"/>
                    <a:pt x="35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6" name="Google Shape;3256;p73"/>
            <p:cNvSpPr/>
            <p:nvPr/>
          </p:nvSpPr>
          <p:spPr>
            <a:xfrm>
              <a:off x="6747018" y="3042736"/>
              <a:ext cx="166154" cy="93312"/>
            </a:xfrm>
            <a:custGeom>
              <a:avLst/>
              <a:gdLst/>
              <a:ahLst/>
              <a:cxnLst/>
              <a:rect l="l" t="t" r="r" b="b"/>
              <a:pathLst>
                <a:path w="4359" h="2448" extrusionOk="0">
                  <a:moveTo>
                    <a:pt x="894" y="1"/>
                  </a:moveTo>
                  <a:cubicBezTo>
                    <a:pt x="825" y="1"/>
                    <a:pt x="765" y="14"/>
                    <a:pt x="715" y="43"/>
                  </a:cubicBezTo>
                  <a:cubicBezTo>
                    <a:pt x="1" y="460"/>
                    <a:pt x="667" y="1234"/>
                    <a:pt x="667" y="1234"/>
                  </a:cubicBezTo>
                  <a:lnTo>
                    <a:pt x="4358" y="2448"/>
                  </a:lnTo>
                  <a:cubicBezTo>
                    <a:pt x="4358" y="2448"/>
                    <a:pt x="1829" y="1"/>
                    <a:pt x="8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7" name="Google Shape;3257;p73"/>
            <p:cNvSpPr/>
            <p:nvPr/>
          </p:nvSpPr>
          <p:spPr>
            <a:xfrm>
              <a:off x="6088948" y="4185327"/>
              <a:ext cx="171148" cy="194704"/>
            </a:xfrm>
            <a:custGeom>
              <a:avLst/>
              <a:gdLst/>
              <a:ahLst/>
              <a:cxnLst/>
              <a:rect l="l" t="t" r="r" b="b"/>
              <a:pathLst>
                <a:path w="4490" h="5108" extrusionOk="0">
                  <a:moveTo>
                    <a:pt x="679" y="0"/>
                  </a:moveTo>
                  <a:cubicBezTo>
                    <a:pt x="239" y="1417"/>
                    <a:pt x="0" y="2929"/>
                    <a:pt x="0" y="4489"/>
                  </a:cubicBezTo>
                  <a:lnTo>
                    <a:pt x="0" y="5108"/>
                  </a:lnTo>
                  <a:lnTo>
                    <a:pt x="4215" y="5108"/>
                  </a:lnTo>
                  <a:lnTo>
                    <a:pt x="4489" y="1786"/>
                  </a:lnTo>
                  <a:lnTo>
                    <a:pt x="679" y="0"/>
                  </a:ln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8" name="Google Shape;3258;p73"/>
            <p:cNvSpPr/>
            <p:nvPr/>
          </p:nvSpPr>
          <p:spPr>
            <a:xfrm>
              <a:off x="7115544" y="4185327"/>
              <a:ext cx="171148" cy="194704"/>
            </a:xfrm>
            <a:custGeom>
              <a:avLst/>
              <a:gdLst/>
              <a:ahLst/>
              <a:cxnLst/>
              <a:rect l="l" t="t" r="r" b="b"/>
              <a:pathLst>
                <a:path w="4490" h="5108" extrusionOk="0">
                  <a:moveTo>
                    <a:pt x="3799" y="0"/>
                  </a:moveTo>
                  <a:lnTo>
                    <a:pt x="0" y="1786"/>
                  </a:lnTo>
                  <a:lnTo>
                    <a:pt x="262" y="5108"/>
                  </a:lnTo>
                  <a:lnTo>
                    <a:pt x="4489" y="5108"/>
                  </a:lnTo>
                  <a:lnTo>
                    <a:pt x="4489" y="4489"/>
                  </a:lnTo>
                  <a:cubicBezTo>
                    <a:pt x="4489" y="2929"/>
                    <a:pt x="4251" y="1417"/>
                    <a:pt x="3799" y="0"/>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9" name="Google Shape;3259;p73"/>
            <p:cNvSpPr/>
            <p:nvPr/>
          </p:nvSpPr>
          <p:spPr>
            <a:xfrm>
              <a:off x="6080676" y="4116371"/>
              <a:ext cx="179419" cy="137071"/>
            </a:xfrm>
            <a:custGeom>
              <a:avLst/>
              <a:gdLst/>
              <a:ahLst/>
              <a:cxnLst/>
              <a:rect l="l" t="t" r="r" b="b"/>
              <a:pathLst>
                <a:path w="4707" h="3596" extrusionOk="0">
                  <a:moveTo>
                    <a:pt x="969" y="1"/>
                  </a:moveTo>
                  <a:cubicBezTo>
                    <a:pt x="1" y="1"/>
                    <a:pt x="896" y="1809"/>
                    <a:pt x="896" y="1809"/>
                  </a:cubicBezTo>
                  <a:lnTo>
                    <a:pt x="4706" y="3595"/>
                  </a:lnTo>
                  <a:cubicBezTo>
                    <a:pt x="4706" y="3595"/>
                    <a:pt x="3337" y="833"/>
                    <a:pt x="1527" y="130"/>
                  </a:cubicBezTo>
                  <a:cubicBezTo>
                    <a:pt x="1295" y="40"/>
                    <a:pt x="1111" y="1"/>
                    <a:pt x="9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0" name="Google Shape;3260;p73"/>
            <p:cNvSpPr/>
            <p:nvPr/>
          </p:nvSpPr>
          <p:spPr>
            <a:xfrm>
              <a:off x="7115544" y="4116371"/>
              <a:ext cx="179038" cy="137071"/>
            </a:xfrm>
            <a:custGeom>
              <a:avLst/>
              <a:gdLst/>
              <a:ahLst/>
              <a:cxnLst/>
              <a:rect l="l" t="t" r="r" b="b"/>
              <a:pathLst>
                <a:path w="4697" h="3596" extrusionOk="0">
                  <a:moveTo>
                    <a:pt x="3727" y="1"/>
                  </a:moveTo>
                  <a:cubicBezTo>
                    <a:pt x="3584" y="1"/>
                    <a:pt x="3400" y="40"/>
                    <a:pt x="3167" y="130"/>
                  </a:cubicBezTo>
                  <a:cubicBezTo>
                    <a:pt x="1358" y="833"/>
                    <a:pt x="0" y="3595"/>
                    <a:pt x="0" y="3595"/>
                  </a:cubicBezTo>
                  <a:lnTo>
                    <a:pt x="3810" y="1809"/>
                  </a:lnTo>
                  <a:cubicBezTo>
                    <a:pt x="3810" y="1809"/>
                    <a:pt x="4697" y="1"/>
                    <a:pt x="37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1" name="Google Shape;3261;p73"/>
            <p:cNvSpPr/>
            <p:nvPr/>
          </p:nvSpPr>
          <p:spPr>
            <a:xfrm>
              <a:off x="6284112" y="3822480"/>
              <a:ext cx="96704" cy="114429"/>
            </a:xfrm>
            <a:custGeom>
              <a:avLst/>
              <a:gdLst/>
              <a:ahLst/>
              <a:cxnLst/>
              <a:rect l="l" t="t" r="r" b="b"/>
              <a:pathLst>
                <a:path w="2537" h="3002" extrusionOk="0">
                  <a:moveTo>
                    <a:pt x="852" y="0"/>
                  </a:moveTo>
                  <a:cubicBezTo>
                    <a:pt x="669" y="0"/>
                    <a:pt x="486" y="68"/>
                    <a:pt x="345" y="208"/>
                  </a:cubicBezTo>
                  <a:lnTo>
                    <a:pt x="274" y="280"/>
                  </a:lnTo>
                  <a:cubicBezTo>
                    <a:pt x="24" y="518"/>
                    <a:pt x="0" y="899"/>
                    <a:pt x="191" y="1185"/>
                  </a:cubicBezTo>
                  <a:lnTo>
                    <a:pt x="1250" y="2697"/>
                  </a:lnTo>
                  <a:cubicBezTo>
                    <a:pt x="1385" y="2896"/>
                    <a:pt x="1609" y="3001"/>
                    <a:pt x="1836" y="3001"/>
                  </a:cubicBezTo>
                  <a:cubicBezTo>
                    <a:pt x="1989" y="3001"/>
                    <a:pt x="2144" y="2953"/>
                    <a:pt x="2274" y="2852"/>
                  </a:cubicBezTo>
                  <a:cubicBezTo>
                    <a:pt x="2334" y="2804"/>
                    <a:pt x="2381" y="2744"/>
                    <a:pt x="2417" y="2685"/>
                  </a:cubicBezTo>
                  <a:cubicBezTo>
                    <a:pt x="2500" y="2566"/>
                    <a:pt x="2536" y="2423"/>
                    <a:pt x="2536" y="2292"/>
                  </a:cubicBezTo>
                  <a:cubicBezTo>
                    <a:pt x="2536" y="2161"/>
                    <a:pt x="2500" y="2030"/>
                    <a:pt x="2429" y="1923"/>
                  </a:cubicBezTo>
                  <a:lnTo>
                    <a:pt x="1453" y="328"/>
                  </a:lnTo>
                  <a:cubicBezTo>
                    <a:pt x="1319" y="113"/>
                    <a:pt x="1086" y="0"/>
                    <a:pt x="852" y="0"/>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2" name="Google Shape;3262;p73"/>
            <p:cNvSpPr/>
            <p:nvPr/>
          </p:nvSpPr>
          <p:spPr>
            <a:xfrm>
              <a:off x="6336753" y="3797551"/>
              <a:ext cx="75816" cy="93578"/>
            </a:xfrm>
            <a:custGeom>
              <a:avLst/>
              <a:gdLst/>
              <a:ahLst/>
              <a:cxnLst/>
              <a:rect l="l" t="t" r="r" b="b"/>
              <a:pathLst>
                <a:path w="1989" h="2455" extrusionOk="0">
                  <a:moveTo>
                    <a:pt x="791" y="0"/>
                  </a:moveTo>
                  <a:cubicBezTo>
                    <a:pt x="701" y="0"/>
                    <a:pt x="610" y="17"/>
                    <a:pt x="524" y="53"/>
                  </a:cubicBezTo>
                  <a:lnTo>
                    <a:pt x="453" y="89"/>
                  </a:lnTo>
                  <a:cubicBezTo>
                    <a:pt x="203" y="184"/>
                    <a:pt x="48" y="410"/>
                    <a:pt x="12" y="648"/>
                  </a:cubicBezTo>
                  <a:cubicBezTo>
                    <a:pt x="0" y="803"/>
                    <a:pt x="24" y="946"/>
                    <a:pt x="96" y="1089"/>
                  </a:cubicBezTo>
                  <a:lnTo>
                    <a:pt x="643" y="2077"/>
                  </a:lnTo>
                  <a:cubicBezTo>
                    <a:pt x="768" y="2318"/>
                    <a:pt x="1014" y="2454"/>
                    <a:pt x="1269" y="2454"/>
                  </a:cubicBezTo>
                  <a:cubicBezTo>
                    <a:pt x="1379" y="2454"/>
                    <a:pt x="1491" y="2429"/>
                    <a:pt x="1596" y="2375"/>
                  </a:cubicBezTo>
                  <a:cubicBezTo>
                    <a:pt x="1703" y="2315"/>
                    <a:pt x="1786" y="2244"/>
                    <a:pt x="1846" y="2148"/>
                  </a:cubicBezTo>
                  <a:cubicBezTo>
                    <a:pt x="1941" y="2029"/>
                    <a:pt x="1989" y="1886"/>
                    <a:pt x="1989" y="1744"/>
                  </a:cubicBezTo>
                  <a:cubicBezTo>
                    <a:pt x="1989" y="1636"/>
                    <a:pt x="1965" y="1541"/>
                    <a:pt x="1917" y="1446"/>
                  </a:cubicBezTo>
                  <a:lnTo>
                    <a:pt x="1441" y="422"/>
                  </a:lnTo>
                  <a:cubicBezTo>
                    <a:pt x="1325" y="154"/>
                    <a:pt x="1061" y="0"/>
                    <a:pt x="791" y="0"/>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3" name="Google Shape;3263;p73"/>
            <p:cNvSpPr/>
            <p:nvPr/>
          </p:nvSpPr>
          <p:spPr>
            <a:xfrm>
              <a:off x="6246871" y="3856825"/>
              <a:ext cx="84011" cy="120604"/>
            </a:xfrm>
            <a:custGeom>
              <a:avLst/>
              <a:gdLst/>
              <a:ahLst/>
              <a:cxnLst/>
              <a:rect l="l" t="t" r="r" b="b"/>
              <a:pathLst>
                <a:path w="2204" h="3164" extrusionOk="0">
                  <a:moveTo>
                    <a:pt x="842" y="0"/>
                  </a:moveTo>
                  <a:cubicBezTo>
                    <a:pt x="710" y="0"/>
                    <a:pt x="575" y="37"/>
                    <a:pt x="453" y="117"/>
                  </a:cubicBezTo>
                  <a:lnTo>
                    <a:pt x="370" y="177"/>
                  </a:lnTo>
                  <a:cubicBezTo>
                    <a:pt x="310" y="212"/>
                    <a:pt x="251" y="260"/>
                    <a:pt x="215" y="319"/>
                  </a:cubicBezTo>
                  <a:cubicBezTo>
                    <a:pt x="48" y="522"/>
                    <a:pt x="1" y="796"/>
                    <a:pt x="108" y="1046"/>
                  </a:cubicBezTo>
                  <a:lnTo>
                    <a:pt x="846" y="2736"/>
                  </a:lnTo>
                  <a:cubicBezTo>
                    <a:pt x="964" y="3007"/>
                    <a:pt x="1221" y="3163"/>
                    <a:pt x="1491" y="3163"/>
                  </a:cubicBezTo>
                  <a:cubicBezTo>
                    <a:pt x="1602" y="3163"/>
                    <a:pt x="1715" y="3137"/>
                    <a:pt x="1823" y="3082"/>
                  </a:cubicBezTo>
                  <a:cubicBezTo>
                    <a:pt x="2037" y="2975"/>
                    <a:pt x="2180" y="2760"/>
                    <a:pt x="2204" y="2522"/>
                  </a:cubicBezTo>
                  <a:cubicBezTo>
                    <a:pt x="2204" y="2498"/>
                    <a:pt x="2204" y="2475"/>
                    <a:pt x="2204" y="2451"/>
                  </a:cubicBezTo>
                  <a:cubicBezTo>
                    <a:pt x="2204" y="2367"/>
                    <a:pt x="2192" y="2284"/>
                    <a:pt x="2156" y="2201"/>
                  </a:cubicBezTo>
                  <a:lnTo>
                    <a:pt x="1513" y="462"/>
                  </a:lnTo>
                  <a:cubicBezTo>
                    <a:pt x="1399" y="170"/>
                    <a:pt x="1126" y="0"/>
                    <a:pt x="842" y="0"/>
                  </a:cubicBezTo>
                  <a:close/>
                </a:path>
              </a:pathLst>
            </a:custGeom>
            <a:solidFill>
              <a:srgbClr val="F6BA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4" name="Google Shape;3264;p73"/>
            <p:cNvSpPr/>
            <p:nvPr/>
          </p:nvSpPr>
          <p:spPr>
            <a:xfrm>
              <a:off x="6278966" y="3924942"/>
              <a:ext cx="44636" cy="37355"/>
            </a:xfrm>
            <a:custGeom>
              <a:avLst/>
              <a:gdLst/>
              <a:ahLst/>
              <a:cxnLst/>
              <a:rect l="l" t="t" r="r" b="b"/>
              <a:pathLst>
                <a:path w="1171" h="980" extrusionOk="0">
                  <a:moveTo>
                    <a:pt x="539" y="0"/>
                  </a:moveTo>
                  <a:cubicBezTo>
                    <a:pt x="290" y="0"/>
                    <a:pt x="1" y="236"/>
                    <a:pt x="159" y="640"/>
                  </a:cubicBezTo>
                  <a:cubicBezTo>
                    <a:pt x="263" y="897"/>
                    <a:pt x="389" y="980"/>
                    <a:pt x="516" y="980"/>
                  </a:cubicBezTo>
                  <a:cubicBezTo>
                    <a:pt x="693" y="980"/>
                    <a:pt x="869" y="817"/>
                    <a:pt x="981" y="747"/>
                  </a:cubicBezTo>
                  <a:cubicBezTo>
                    <a:pt x="1171" y="628"/>
                    <a:pt x="933" y="283"/>
                    <a:pt x="766" y="92"/>
                  </a:cubicBezTo>
                  <a:cubicBezTo>
                    <a:pt x="710" y="30"/>
                    <a:pt x="627" y="0"/>
                    <a:pt x="539" y="0"/>
                  </a:cubicBezTo>
                  <a:close/>
                </a:path>
              </a:pathLst>
            </a:custGeom>
            <a:solidFill>
              <a:srgbClr val="FFFB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5" name="Google Shape;3265;p73"/>
            <p:cNvSpPr/>
            <p:nvPr/>
          </p:nvSpPr>
          <p:spPr>
            <a:xfrm>
              <a:off x="6329396" y="3887586"/>
              <a:ext cx="44140" cy="35869"/>
            </a:xfrm>
            <a:custGeom>
              <a:avLst/>
              <a:gdLst/>
              <a:ahLst/>
              <a:cxnLst/>
              <a:rect l="l" t="t" r="r" b="b"/>
              <a:pathLst>
                <a:path w="1158" h="941" extrusionOk="0">
                  <a:moveTo>
                    <a:pt x="535" y="0"/>
                  </a:moveTo>
                  <a:cubicBezTo>
                    <a:pt x="289" y="0"/>
                    <a:pt x="1" y="258"/>
                    <a:pt x="193" y="644"/>
                  </a:cubicBezTo>
                  <a:cubicBezTo>
                    <a:pt x="305" y="867"/>
                    <a:pt x="423" y="941"/>
                    <a:pt x="537" y="941"/>
                  </a:cubicBezTo>
                  <a:cubicBezTo>
                    <a:pt x="714" y="941"/>
                    <a:pt x="877" y="759"/>
                    <a:pt x="979" y="679"/>
                  </a:cubicBezTo>
                  <a:cubicBezTo>
                    <a:pt x="1158" y="548"/>
                    <a:pt x="908" y="239"/>
                    <a:pt x="729" y="72"/>
                  </a:cubicBezTo>
                  <a:cubicBezTo>
                    <a:pt x="677" y="23"/>
                    <a:pt x="608" y="0"/>
                    <a:pt x="535" y="0"/>
                  </a:cubicBezTo>
                  <a:close/>
                </a:path>
              </a:pathLst>
            </a:custGeom>
            <a:solidFill>
              <a:srgbClr val="FFFB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6" name="Google Shape;3266;p73"/>
            <p:cNvSpPr/>
            <p:nvPr/>
          </p:nvSpPr>
          <p:spPr>
            <a:xfrm>
              <a:off x="6358404" y="3836470"/>
              <a:ext cx="43721" cy="35754"/>
            </a:xfrm>
            <a:custGeom>
              <a:avLst/>
              <a:gdLst/>
              <a:ahLst/>
              <a:cxnLst/>
              <a:rect l="l" t="t" r="r" b="b"/>
              <a:pathLst>
                <a:path w="1147" h="938" extrusionOk="0">
                  <a:moveTo>
                    <a:pt x="539" y="1"/>
                  </a:moveTo>
                  <a:cubicBezTo>
                    <a:pt x="292" y="1"/>
                    <a:pt x="1" y="252"/>
                    <a:pt x="194" y="639"/>
                  </a:cubicBezTo>
                  <a:cubicBezTo>
                    <a:pt x="306" y="863"/>
                    <a:pt x="426" y="937"/>
                    <a:pt x="539" y="937"/>
                  </a:cubicBezTo>
                  <a:cubicBezTo>
                    <a:pt x="716" y="937"/>
                    <a:pt x="879" y="759"/>
                    <a:pt x="980" y="687"/>
                  </a:cubicBezTo>
                  <a:cubicBezTo>
                    <a:pt x="1147" y="556"/>
                    <a:pt x="897" y="234"/>
                    <a:pt x="730" y="68"/>
                  </a:cubicBezTo>
                  <a:cubicBezTo>
                    <a:pt x="679" y="22"/>
                    <a:pt x="611" y="1"/>
                    <a:pt x="539" y="1"/>
                  </a:cubicBezTo>
                  <a:close/>
                </a:path>
              </a:pathLst>
            </a:custGeom>
            <a:solidFill>
              <a:srgbClr val="FFFB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7" name="Google Shape;3267;p73"/>
            <p:cNvSpPr/>
            <p:nvPr/>
          </p:nvSpPr>
          <p:spPr>
            <a:xfrm>
              <a:off x="6669410" y="3167801"/>
              <a:ext cx="90796" cy="213344"/>
            </a:xfrm>
            <a:custGeom>
              <a:avLst/>
              <a:gdLst/>
              <a:ahLst/>
              <a:cxnLst/>
              <a:rect l="l" t="t" r="r" b="b"/>
              <a:pathLst>
                <a:path w="2382" h="5597" extrusionOk="0">
                  <a:moveTo>
                    <a:pt x="1" y="0"/>
                  </a:moveTo>
                  <a:cubicBezTo>
                    <a:pt x="1" y="322"/>
                    <a:pt x="12" y="3906"/>
                    <a:pt x="429" y="4037"/>
                  </a:cubicBezTo>
                  <a:cubicBezTo>
                    <a:pt x="504" y="4063"/>
                    <a:pt x="567" y="4074"/>
                    <a:pt x="623" y="4074"/>
                  </a:cubicBezTo>
                  <a:cubicBezTo>
                    <a:pt x="742" y="4074"/>
                    <a:pt x="824" y="4022"/>
                    <a:pt x="905" y="3965"/>
                  </a:cubicBezTo>
                  <a:cubicBezTo>
                    <a:pt x="1013" y="3894"/>
                    <a:pt x="1132" y="3810"/>
                    <a:pt x="1370" y="3787"/>
                  </a:cubicBezTo>
                  <a:cubicBezTo>
                    <a:pt x="1389" y="3784"/>
                    <a:pt x="1408" y="3783"/>
                    <a:pt x="1427" y="3783"/>
                  </a:cubicBezTo>
                  <a:cubicBezTo>
                    <a:pt x="1727" y="3783"/>
                    <a:pt x="2009" y="4040"/>
                    <a:pt x="2132" y="4287"/>
                  </a:cubicBezTo>
                  <a:cubicBezTo>
                    <a:pt x="2179" y="4394"/>
                    <a:pt x="2275" y="4656"/>
                    <a:pt x="2096" y="4846"/>
                  </a:cubicBezTo>
                  <a:cubicBezTo>
                    <a:pt x="1715" y="5227"/>
                    <a:pt x="1322" y="5489"/>
                    <a:pt x="1322" y="5489"/>
                  </a:cubicBezTo>
                  <a:lnTo>
                    <a:pt x="1394" y="5596"/>
                  </a:lnTo>
                  <a:cubicBezTo>
                    <a:pt x="1406" y="5584"/>
                    <a:pt x="1798" y="5322"/>
                    <a:pt x="2179" y="4930"/>
                  </a:cubicBezTo>
                  <a:cubicBezTo>
                    <a:pt x="2358" y="4763"/>
                    <a:pt x="2382" y="4501"/>
                    <a:pt x="2251" y="4227"/>
                  </a:cubicBezTo>
                  <a:cubicBezTo>
                    <a:pt x="2107" y="3939"/>
                    <a:pt x="1787" y="3651"/>
                    <a:pt x="1436" y="3651"/>
                  </a:cubicBezTo>
                  <a:cubicBezTo>
                    <a:pt x="1410" y="3651"/>
                    <a:pt x="1384" y="3652"/>
                    <a:pt x="1358" y="3656"/>
                  </a:cubicBezTo>
                  <a:cubicBezTo>
                    <a:pt x="1084" y="3679"/>
                    <a:pt x="953" y="3775"/>
                    <a:pt x="834" y="3846"/>
                  </a:cubicBezTo>
                  <a:cubicBezTo>
                    <a:pt x="760" y="3904"/>
                    <a:pt x="703" y="3944"/>
                    <a:pt x="616" y="3944"/>
                  </a:cubicBezTo>
                  <a:cubicBezTo>
                    <a:pt x="577" y="3944"/>
                    <a:pt x="532" y="3936"/>
                    <a:pt x="477" y="3918"/>
                  </a:cubicBezTo>
                  <a:cubicBezTo>
                    <a:pt x="215" y="3834"/>
                    <a:pt x="132" y="691"/>
                    <a:pt x="132" y="0"/>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8" name="Google Shape;3268;p73"/>
            <p:cNvSpPr/>
            <p:nvPr/>
          </p:nvSpPr>
          <p:spPr>
            <a:xfrm>
              <a:off x="7509037" y="2929525"/>
              <a:ext cx="90796" cy="213344"/>
            </a:xfrm>
            <a:custGeom>
              <a:avLst/>
              <a:gdLst/>
              <a:ahLst/>
              <a:cxnLst/>
              <a:rect l="l" t="t" r="r" b="b"/>
              <a:pathLst>
                <a:path w="2382" h="5597" extrusionOk="0">
                  <a:moveTo>
                    <a:pt x="0" y="1"/>
                  </a:moveTo>
                  <a:cubicBezTo>
                    <a:pt x="0" y="310"/>
                    <a:pt x="24" y="3906"/>
                    <a:pt x="429" y="4037"/>
                  </a:cubicBezTo>
                  <a:cubicBezTo>
                    <a:pt x="504" y="4063"/>
                    <a:pt x="567" y="4074"/>
                    <a:pt x="622" y="4074"/>
                  </a:cubicBezTo>
                  <a:cubicBezTo>
                    <a:pt x="743" y="4074"/>
                    <a:pt x="827" y="4022"/>
                    <a:pt x="917" y="3965"/>
                  </a:cubicBezTo>
                  <a:cubicBezTo>
                    <a:pt x="1012" y="3894"/>
                    <a:pt x="1131" y="3811"/>
                    <a:pt x="1369" y="3787"/>
                  </a:cubicBezTo>
                  <a:cubicBezTo>
                    <a:pt x="1388" y="3785"/>
                    <a:pt x="1408" y="3784"/>
                    <a:pt x="1427" y="3784"/>
                  </a:cubicBezTo>
                  <a:cubicBezTo>
                    <a:pt x="1727" y="3784"/>
                    <a:pt x="2008" y="4041"/>
                    <a:pt x="2131" y="4287"/>
                  </a:cubicBezTo>
                  <a:cubicBezTo>
                    <a:pt x="2179" y="4394"/>
                    <a:pt x="2274" y="4656"/>
                    <a:pt x="2096" y="4846"/>
                  </a:cubicBezTo>
                  <a:cubicBezTo>
                    <a:pt x="1715" y="5227"/>
                    <a:pt x="1322" y="5489"/>
                    <a:pt x="1322" y="5489"/>
                  </a:cubicBezTo>
                  <a:lnTo>
                    <a:pt x="1393" y="5597"/>
                  </a:lnTo>
                  <a:cubicBezTo>
                    <a:pt x="1417" y="5585"/>
                    <a:pt x="1798" y="5323"/>
                    <a:pt x="2179" y="4930"/>
                  </a:cubicBezTo>
                  <a:cubicBezTo>
                    <a:pt x="2358" y="4763"/>
                    <a:pt x="2381" y="4501"/>
                    <a:pt x="2250" y="4227"/>
                  </a:cubicBezTo>
                  <a:cubicBezTo>
                    <a:pt x="2106" y="3939"/>
                    <a:pt x="1787" y="3651"/>
                    <a:pt x="1436" y="3651"/>
                  </a:cubicBezTo>
                  <a:cubicBezTo>
                    <a:pt x="1410" y="3651"/>
                    <a:pt x="1384" y="3653"/>
                    <a:pt x="1357" y="3656"/>
                  </a:cubicBezTo>
                  <a:cubicBezTo>
                    <a:pt x="1084" y="3680"/>
                    <a:pt x="953" y="3775"/>
                    <a:pt x="834" y="3846"/>
                  </a:cubicBezTo>
                  <a:cubicBezTo>
                    <a:pt x="760" y="3904"/>
                    <a:pt x="703" y="3944"/>
                    <a:pt x="616" y="3944"/>
                  </a:cubicBezTo>
                  <a:cubicBezTo>
                    <a:pt x="577" y="3944"/>
                    <a:pt x="532" y="3936"/>
                    <a:pt x="476" y="3918"/>
                  </a:cubicBezTo>
                  <a:cubicBezTo>
                    <a:pt x="214" y="3834"/>
                    <a:pt x="131" y="691"/>
                    <a:pt x="131"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9" name="Google Shape;3269;p73"/>
            <p:cNvSpPr/>
            <p:nvPr/>
          </p:nvSpPr>
          <p:spPr>
            <a:xfrm>
              <a:off x="6613147" y="3427843"/>
              <a:ext cx="117554" cy="52678"/>
            </a:xfrm>
            <a:custGeom>
              <a:avLst/>
              <a:gdLst/>
              <a:ahLst/>
              <a:cxnLst/>
              <a:rect l="l" t="t" r="r" b="b"/>
              <a:pathLst>
                <a:path w="3084" h="1382" extrusionOk="0">
                  <a:moveTo>
                    <a:pt x="143" y="1"/>
                  </a:moveTo>
                  <a:lnTo>
                    <a:pt x="0" y="60"/>
                  </a:lnTo>
                  <a:cubicBezTo>
                    <a:pt x="12" y="96"/>
                    <a:pt x="322" y="989"/>
                    <a:pt x="1238" y="1298"/>
                  </a:cubicBezTo>
                  <a:cubicBezTo>
                    <a:pt x="1429" y="1358"/>
                    <a:pt x="1619" y="1382"/>
                    <a:pt x="1798" y="1382"/>
                  </a:cubicBezTo>
                  <a:cubicBezTo>
                    <a:pt x="2489" y="1382"/>
                    <a:pt x="3060" y="1001"/>
                    <a:pt x="3084" y="989"/>
                  </a:cubicBezTo>
                  <a:lnTo>
                    <a:pt x="3001" y="858"/>
                  </a:lnTo>
                  <a:cubicBezTo>
                    <a:pt x="3001" y="867"/>
                    <a:pt x="2448" y="1225"/>
                    <a:pt x="1796" y="1225"/>
                  </a:cubicBezTo>
                  <a:cubicBezTo>
                    <a:pt x="1630" y="1225"/>
                    <a:pt x="1458" y="1202"/>
                    <a:pt x="1286" y="1144"/>
                  </a:cubicBezTo>
                  <a:cubicBezTo>
                    <a:pt x="441" y="870"/>
                    <a:pt x="143" y="13"/>
                    <a:pt x="143"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0" name="Google Shape;3270;p73"/>
            <p:cNvSpPr/>
            <p:nvPr/>
          </p:nvSpPr>
          <p:spPr>
            <a:xfrm>
              <a:off x="7464095" y="3166887"/>
              <a:ext cx="117592" cy="52678"/>
            </a:xfrm>
            <a:custGeom>
              <a:avLst/>
              <a:gdLst/>
              <a:ahLst/>
              <a:cxnLst/>
              <a:rect l="l" t="t" r="r" b="b"/>
              <a:pathLst>
                <a:path w="3085" h="1382" extrusionOk="0">
                  <a:moveTo>
                    <a:pt x="143" y="1"/>
                  </a:moveTo>
                  <a:lnTo>
                    <a:pt x="0" y="60"/>
                  </a:lnTo>
                  <a:cubicBezTo>
                    <a:pt x="12" y="96"/>
                    <a:pt x="322" y="989"/>
                    <a:pt x="1239" y="1298"/>
                  </a:cubicBezTo>
                  <a:cubicBezTo>
                    <a:pt x="1429" y="1358"/>
                    <a:pt x="1620" y="1382"/>
                    <a:pt x="1798" y="1382"/>
                  </a:cubicBezTo>
                  <a:cubicBezTo>
                    <a:pt x="2489" y="1382"/>
                    <a:pt x="3060" y="1001"/>
                    <a:pt x="3084" y="989"/>
                  </a:cubicBezTo>
                  <a:lnTo>
                    <a:pt x="3001" y="858"/>
                  </a:lnTo>
                  <a:cubicBezTo>
                    <a:pt x="3001" y="867"/>
                    <a:pt x="2449" y="1225"/>
                    <a:pt x="1796" y="1225"/>
                  </a:cubicBezTo>
                  <a:cubicBezTo>
                    <a:pt x="1630" y="1225"/>
                    <a:pt x="1458" y="1202"/>
                    <a:pt x="1286" y="1144"/>
                  </a:cubicBezTo>
                  <a:cubicBezTo>
                    <a:pt x="441" y="870"/>
                    <a:pt x="143" y="12"/>
                    <a:pt x="143" y="1"/>
                  </a:cubicBezTo>
                  <a:close/>
                </a:path>
              </a:pathLst>
            </a:custGeom>
            <a:solidFill>
              <a:srgbClr val="A05F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71" name="Google Shape;3271;p73"/>
          <p:cNvSpPr/>
          <p:nvPr/>
        </p:nvSpPr>
        <p:spPr>
          <a:xfrm rot="-1644682">
            <a:off x="2951281" y="2347214"/>
            <a:ext cx="188604" cy="20256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2" name="Google Shape;3272;p73"/>
          <p:cNvSpPr/>
          <p:nvPr/>
        </p:nvSpPr>
        <p:spPr>
          <a:xfrm rot="1644682" flipH="1">
            <a:off x="5718631" y="3262201"/>
            <a:ext cx="188604" cy="202560"/>
          </a:xfrm>
          <a:custGeom>
            <a:avLst/>
            <a:gdLst/>
            <a:ahLst/>
            <a:cxnLst/>
            <a:rect l="l" t="t" r="r" b="b"/>
            <a:pathLst>
              <a:path w="4216" h="4529" extrusionOk="0">
                <a:moveTo>
                  <a:pt x="2189" y="1"/>
                </a:moveTo>
                <a:cubicBezTo>
                  <a:pt x="2106" y="1"/>
                  <a:pt x="2024" y="49"/>
                  <a:pt x="2001" y="147"/>
                </a:cubicBezTo>
                <a:lnTo>
                  <a:pt x="1775" y="1123"/>
                </a:lnTo>
                <a:cubicBezTo>
                  <a:pt x="1692" y="1468"/>
                  <a:pt x="1453" y="1718"/>
                  <a:pt x="1156" y="1790"/>
                </a:cubicBezTo>
                <a:lnTo>
                  <a:pt x="215" y="1992"/>
                </a:lnTo>
                <a:cubicBezTo>
                  <a:pt x="13" y="2028"/>
                  <a:pt x="1" y="2326"/>
                  <a:pt x="203" y="2385"/>
                </a:cubicBezTo>
                <a:lnTo>
                  <a:pt x="1120" y="2659"/>
                </a:lnTo>
                <a:cubicBezTo>
                  <a:pt x="1406" y="2742"/>
                  <a:pt x="1632" y="3028"/>
                  <a:pt x="1680" y="3373"/>
                </a:cubicBezTo>
                <a:lnTo>
                  <a:pt x="1834" y="4362"/>
                </a:lnTo>
                <a:cubicBezTo>
                  <a:pt x="1853" y="4472"/>
                  <a:pt x="1937" y="4528"/>
                  <a:pt x="2023" y="4528"/>
                </a:cubicBezTo>
                <a:cubicBezTo>
                  <a:pt x="2104" y="4528"/>
                  <a:pt x="2187" y="4478"/>
                  <a:pt x="2215" y="4374"/>
                </a:cubicBezTo>
                <a:lnTo>
                  <a:pt x="2466" y="3314"/>
                </a:lnTo>
                <a:cubicBezTo>
                  <a:pt x="2525" y="3028"/>
                  <a:pt x="2727" y="2814"/>
                  <a:pt x="2977" y="2754"/>
                </a:cubicBezTo>
                <a:lnTo>
                  <a:pt x="4001" y="2540"/>
                </a:lnTo>
                <a:cubicBezTo>
                  <a:pt x="4204" y="2492"/>
                  <a:pt x="4216" y="2207"/>
                  <a:pt x="4013" y="2147"/>
                </a:cubicBezTo>
                <a:lnTo>
                  <a:pt x="3025" y="1849"/>
                </a:lnTo>
                <a:cubicBezTo>
                  <a:pt x="2775" y="1766"/>
                  <a:pt x="2585" y="1540"/>
                  <a:pt x="2549" y="1242"/>
                </a:cubicBezTo>
                <a:lnTo>
                  <a:pt x="2382" y="159"/>
                </a:lnTo>
                <a:cubicBezTo>
                  <a:pt x="2364" y="55"/>
                  <a:pt x="2276" y="1"/>
                  <a:pt x="2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3" name="Google Shape;3273;p73"/>
          <p:cNvSpPr/>
          <p:nvPr/>
        </p:nvSpPr>
        <p:spPr>
          <a:xfrm rot="2700000">
            <a:off x="1274416" y="2463112"/>
            <a:ext cx="367489" cy="374440"/>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4" name="Google Shape;3274;p73"/>
          <p:cNvSpPr/>
          <p:nvPr/>
        </p:nvSpPr>
        <p:spPr>
          <a:xfrm rot="-2700123" flipH="1">
            <a:off x="8135300" y="2773781"/>
            <a:ext cx="237852" cy="242351"/>
          </a:xfrm>
          <a:custGeom>
            <a:avLst/>
            <a:gdLst/>
            <a:ahLst/>
            <a:cxnLst/>
            <a:rect l="l" t="t" r="r" b="b"/>
            <a:pathLst>
              <a:path w="4811" h="4902" extrusionOk="0">
                <a:moveTo>
                  <a:pt x="3279" y="1"/>
                </a:moveTo>
                <a:cubicBezTo>
                  <a:pt x="2201" y="1"/>
                  <a:pt x="2703" y="1985"/>
                  <a:pt x="2703" y="1985"/>
                </a:cubicBezTo>
                <a:cubicBezTo>
                  <a:pt x="2703" y="1985"/>
                  <a:pt x="1681" y="873"/>
                  <a:pt x="997" y="873"/>
                </a:cubicBezTo>
                <a:cubicBezTo>
                  <a:pt x="750" y="873"/>
                  <a:pt x="547" y="1018"/>
                  <a:pt x="453" y="1413"/>
                </a:cubicBezTo>
                <a:cubicBezTo>
                  <a:pt x="0" y="3259"/>
                  <a:pt x="4084" y="4902"/>
                  <a:pt x="4084" y="4902"/>
                </a:cubicBezTo>
                <a:cubicBezTo>
                  <a:pt x="4382" y="3045"/>
                  <a:pt x="4810" y="282"/>
                  <a:pt x="3477" y="20"/>
                </a:cubicBezTo>
                <a:cubicBezTo>
                  <a:pt x="3406" y="7"/>
                  <a:pt x="3340" y="1"/>
                  <a:pt x="3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3278"/>
        <p:cNvGrpSpPr/>
        <p:nvPr/>
      </p:nvGrpSpPr>
      <p:grpSpPr>
        <a:xfrm>
          <a:off x="0" y="0"/>
          <a:ext cx="0" cy="0"/>
          <a:chOff x="0" y="0"/>
          <a:chExt cx="0" cy="0"/>
        </a:xfrm>
      </p:grpSpPr>
      <p:sp>
        <p:nvSpPr>
          <p:cNvPr id="3279" name="Google Shape;3279;p74"/>
          <p:cNvSpPr txBox="1">
            <a:spLocks noGrp="1"/>
          </p:cNvSpPr>
          <p:nvPr>
            <p:ph type="title"/>
          </p:nvPr>
        </p:nvSpPr>
        <p:spPr>
          <a:xfrm>
            <a:off x="720000" y="445025"/>
            <a:ext cx="7704000" cy="73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Resources</a:t>
            </a:r>
            <a:endParaRPr/>
          </a:p>
        </p:txBody>
      </p:sp>
      <p:sp>
        <p:nvSpPr>
          <p:cNvPr id="3280" name="Google Shape;3280;p74"/>
          <p:cNvSpPr txBox="1">
            <a:spLocks noGrp="1"/>
          </p:cNvSpPr>
          <p:nvPr>
            <p:ph type="body" idx="1"/>
          </p:nvPr>
        </p:nvSpPr>
        <p:spPr>
          <a:xfrm>
            <a:off x="720000" y="1215752"/>
            <a:ext cx="77040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Did you like the resources on this template? Get them for free at our other websites:</a:t>
            </a:r>
            <a:endParaRPr/>
          </a:p>
          <a:p>
            <a:pPr marL="0" lvl="0" indent="0" algn="l" rtl="0">
              <a:spcBef>
                <a:spcPts val="1000"/>
              </a:spcBef>
              <a:spcAft>
                <a:spcPts val="0"/>
              </a:spcAft>
              <a:buNone/>
            </a:pPr>
            <a:r>
              <a:rPr lang="en" sz="2000">
                <a:latin typeface="Nunito ExtraBold"/>
                <a:ea typeface="Nunito ExtraBold"/>
                <a:cs typeface="Nunito ExtraBold"/>
                <a:sym typeface="Nunito ExtraBold"/>
              </a:rPr>
              <a:t>Photos:</a:t>
            </a:r>
            <a:endParaRPr sz="2000">
              <a:latin typeface="Nunito ExtraBold"/>
              <a:ea typeface="Nunito ExtraBold"/>
              <a:cs typeface="Nunito ExtraBold"/>
              <a:sym typeface="Nunito ExtraBold"/>
            </a:endParaRPr>
          </a:p>
          <a:p>
            <a:pPr marL="457200" lvl="0" indent="-304800" algn="l" rtl="0">
              <a:spcBef>
                <a:spcPts val="0"/>
              </a:spcBef>
              <a:spcAft>
                <a:spcPts val="0"/>
              </a:spcAft>
              <a:buSzPts val="1200"/>
              <a:buChar char="●"/>
            </a:pPr>
            <a:r>
              <a:rPr lang="en">
                <a:solidFill>
                  <a:schemeClr val="hlink"/>
                </a:solidFill>
                <a:uFill>
                  <a:noFill/>
                </a:uFill>
                <a:hlinkClick r:id="rId3"/>
              </a:rPr>
              <a:t>Beautiful happy family having a thanksgiving dinner together</a:t>
            </a:r>
            <a:endParaRPr/>
          </a:p>
          <a:p>
            <a:pPr marL="457200" lvl="0" indent="-304800" algn="l" rtl="0">
              <a:spcBef>
                <a:spcPts val="0"/>
              </a:spcBef>
              <a:spcAft>
                <a:spcPts val="0"/>
              </a:spcAft>
              <a:buSzPts val="1200"/>
              <a:buChar char="●"/>
            </a:pPr>
            <a:r>
              <a:rPr lang="en">
                <a:solidFill>
                  <a:schemeClr val="hlink"/>
                </a:solidFill>
                <a:uFill>
                  <a:noFill/>
                </a:uFill>
                <a:hlinkClick r:id="rId4"/>
              </a:rPr>
              <a:t>Front view young and old friends playing videogame</a:t>
            </a:r>
            <a:endParaRPr/>
          </a:p>
          <a:p>
            <a:pPr marL="457200" lvl="0" indent="-304800" algn="l" rtl="0">
              <a:spcBef>
                <a:spcPts val="0"/>
              </a:spcBef>
              <a:spcAft>
                <a:spcPts val="0"/>
              </a:spcAft>
              <a:buSzPts val="1200"/>
              <a:buChar char="●"/>
            </a:pPr>
            <a:r>
              <a:rPr lang="en">
                <a:solidFill>
                  <a:schemeClr val="hlink"/>
                </a:solidFill>
                <a:uFill>
                  <a:noFill/>
                </a:uFill>
                <a:hlinkClick r:id="rId5"/>
              </a:rPr>
              <a:t>Medium shot senior people eating ice cream</a:t>
            </a:r>
            <a:endParaRPr/>
          </a:p>
          <a:p>
            <a:pPr marL="0" lvl="0" indent="0" algn="l" rtl="0">
              <a:spcBef>
                <a:spcPts val="1000"/>
              </a:spcBef>
              <a:spcAft>
                <a:spcPts val="0"/>
              </a:spcAft>
              <a:buNone/>
            </a:pPr>
            <a:r>
              <a:rPr lang="en" sz="2000">
                <a:latin typeface="Nunito ExtraBold"/>
                <a:ea typeface="Nunito ExtraBold"/>
                <a:cs typeface="Nunito ExtraBold"/>
                <a:sym typeface="Nunito ExtraBold"/>
              </a:rPr>
              <a:t>Vectors:</a:t>
            </a:r>
            <a:endParaRPr sz="2000">
              <a:latin typeface="Nunito ExtraBold"/>
              <a:ea typeface="Nunito ExtraBold"/>
              <a:cs typeface="Nunito ExtraBold"/>
              <a:sym typeface="Nunito ExtraBold"/>
            </a:endParaRPr>
          </a:p>
          <a:p>
            <a:pPr marL="457200" lvl="0" indent="-304800" algn="l" rtl="0">
              <a:spcBef>
                <a:spcPts val="0"/>
              </a:spcBef>
              <a:spcAft>
                <a:spcPts val="0"/>
              </a:spcAft>
              <a:buSzPts val="1200"/>
              <a:buChar char="●"/>
            </a:pPr>
            <a:r>
              <a:rPr lang="en">
                <a:solidFill>
                  <a:schemeClr val="hlink"/>
                </a:solidFill>
                <a:uFill>
                  <a:noFill/>
                </a:uFill>
                <a:hlinkClick r:id="rId6"/>
              </a:rPr>
              <a:t>Flat design dia dos avos concept</a:t>
            </a:r>
            <a:endParaRPr/>
          </a:p>
          <a:p>
            <a:pPr marL="457200" lvl="0" indent="-304800" algn="l" rtl="0">
              <a:spcBef>
                <a:spcPts val="0"/>
              </a:spcBef>
              <a:spcAft>
                <a:spcPts val="0"/>
              </a:spcAft>
              <a:buSzPts val="1200"/>
              <a:buChar char="●"/>
            </a:pPr>
            <a:r>
              <a:rPr lang="en">
                <a:solidFill>
                  <a:schemeClr val="hlink"/>
                </a:solidFill>
                <a:uFill>
                  <a:noFill/>
                </a:uFill>
                <a:hlinkClick r:id="rId7"/>
              </a:rPr>
              <a:t>Hand drawn national grandparents day illustration</a:t>
            </a:r>
            <a:r>
              <a:rPr lang="en"/>
              <a:t> I</a:t>
            </a:r>
            <a:endParaRPr/>
          </a:p>
          <a:p>
            <a:pPr marL="457200" lvl="0" indent="-304800" algn="l" rtl="0">
              <a:spcBef>
                <a:spcPts val="0"/>
              </a:spcBef>
              <a:spcAft>
                <a:spcPts val="0"/>
              </a:spcAft>
              <a:buSzPts val="1200"/>
              <a:buChar char="●"/>
            </a:pPr>
            <a:r>
              <a:rPr lang="en">
                <a:solidFill>
                  <a:schemeClr val="hlink"/>
                </a:solidFill>
                <a:uFill>
                  <a:noFill/>
                </a:uFill>
                <a:hlinkClick r:id="rId8"/>
              </a:rPr>
              <a:t>Hand drawn national grandparents day illustration II</a:t>
            </a:r>
            <a:endParaRPr/>
          </a:p>
          <a:p>
            <a:pPr marL="457200" lvl="0" indent="-304800" algn="l" rtl="0">
              <a:spcBef>
                <a:spcPts val="0"/>
              </a:spcBef>
              <a:spcAft>
                <a:spcPts val="0"/>
              </a:spcAft>
              <a:buSzPts val="1200"/>
              <a:buChar char="●"/>
            </a:pPr>
            <a:r>
              <a:rPr lang="en">
                <a:solidFill>
                  <a:schemeClr val="hlink"/>
                </a:solidFill>
                <a:uFill>
                  <a:noFill/>
                </a:uFill>
                <a:hlinkClick r:id="rId9"/>
              </a:rPr>
              <a:t>Hand drawn family preparing zongzi</a:t>
            </a:r>
            <a:endParaRPr/>
          </a:p>
          <a:p>
            <a:pPr marL="457200" lvl="0" indent="-304800" algn="l" rtl="0">
              <a:spcBef>
                <a:spcPts val="0"/>
              </a:spcBef>
              <a:spcAft>
                <a:spcPts val="0"/>
              </a:spcAft>
              <a:buSzPts val="1200"/>
              <a:buChar char="●"/>
            </a:pPr>
            <a:r>
              <a:rPr lang="en">
                <a:solidFill>
                  <a:schemeClr val="hlink"/>
                </a:solidFill>
                <a:uFill>
                  <a:noFill/>
                </a:uFill>
                <a:hlinkClick r:id="rId10"/>
              </a:rPr>
              <a:t>Family enjoying time together</a:t>
            </a:r>
            <a:endParaRPr/>
          </a:p>
          <a:p>
            <a:pPr marL="457200" lvl="0" indent="-304800" algn="l" rtl="0">
              <a:spcBef>
                <a:spcPts val="0"/>
              </a:spcBef>
              <a:spcAft>
                <a:spcPts val="0"/>
              </a:spcAft>
              <a:buSzPts val="1200"/>
              <a:buChar char="●"/>
            </a:pPr>
            <a:r>
              <a:rPr lang="en">
                <a:solidFill>
                  <a:schemeClr val="hlink"/>
                </a:solidFill>
                <a:uFill>
                  <a:noFill/>
                </a:uFill>
                <a:hlinkClick r:id="rId11"/>
              </a:rPr>
              <a:t>People celebrating their golden wedding anniversary</a:t>
            </a:r>
            <a:endParaRPr/>
          </a:p>
        </p:txBody>
      </p:sp>
    </p:spTree>
  </p:cSld>
  <p:clrMapOvr>
    <a:masterClrMapping/>
  </p:clrMapOvr>
</p:sld>
</file>

<file path=ppt/theme/theme1.xml><?xml version="1.0" encoding="utf-8"?>
<a:theme xmlns:a="http://schemas.openxmlformats.org/drawingml/2006/main" name="Care for Your Grandparents Month by Slidesgo">
  <a:themeElements>
    <a:clrScheme name="Simple Light">
      <a:dk1>
        <a:srgbClr val="43324A"/>
      </a:dk1>
      <a:lt1>
        <a:srgbClr val="FFFFFF"/>
      </a:lt1>
      <a:dk2>
        <a:srgbClr val="F9F9F9"/>
      </a:dk2>
      <a:lt2>
        <a:srgbClr val="FFE8E6"/>
      </a:lt2>
      <a:accent1>
        <a:srgbClr val="E8DCF1"/>
      </a:accent1>
      <a:accent2>
        <a:srgbClr val="4557AC"/>
      </a:accent2>
      <a:accent3>
        <a:srgbClr val="E874A2"/>
      </a:accent3>
      <a:accent4>
        <a:srgbClr val="F8A40E"/>
      </a:accent4>
      <a:accent5>
        <a:srgbClr val="FF6038"/>
      </a:accent5>
      <a:accent6>
        <a:srgbClr val="CC462B"/>
      </a:accent6>
      <a:hlink>
        <a:srgbClr val="43324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4576</TotalTime>
  <Words>3328</Words>
  <Application>Microsoft Office PowerPoint</Application>
  <PresentationFormat>On-screen Show (16:9)</PresentationFormat>
  <Paragraphs>426</Paragraphs>
  <Slides>72</Slides>
  <Notes>72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72</vt:i4>
      </vt:variant>
    </vt:vector>
  </HeadingPairs>
  <TitlesOfParts>
    <vt:vector size="80" baseType="lpstr">
      <vt:lpstr>Nunito ExtraBold</vt:lpstr>
      <vt:lpstr>Arial</vt:lpstr>
      <vt:lpstr>Quicksand SemiBold</vt:lpstr>
      <vt:lpstr>Roboto Condensed Light</vt:lpstr>
      <vt:lpstr>PT Sans</vt:lpstr>
      <vt:lpstr>ui-sans-serif</vt:lpstr>
      <vt:lpstr>Quicksand</vt:lpstr>
      <vt:lpstr>Care for Your Grandparents Month by Slidesgo</vt:lpstr>
      <vt:lpstr>Business Opportunity Analysis for Granhub</vt:lpstr>
      <vt:lpstr>Table of contents</vt:lpstr>
      <vt:lpstr>01</vt:lpstr>
      <vt:lpstr>Introduction</vt:lpstr>
      <vt:lpstr>Understand Your Audience</vt:lpstr>
      <vt:lpstr>Offer Valuable Content </vt:lpstr>
      <vt:lpstr>Enhance User Experience </vt:lpstr>
      <vt:lpstr>Effective Marketing Strategies </vt:lpstr>
      <vt:lpstr>Offer Free Trials and Discounts </vt:lpstr>
      <vt:lpstr>Build Community and Engagement </vt:lpstr>
      <vt:lpstr>Customer Support and Retention </vt:lpstr>
      <vt:lpstr>02</vt:lpstr>
      <vt:lpstr>Introduction</vt:lpstr>
      <vt:lpstr>Understand the Audience </vt:lpstr>
      <vt:lpstr>Content and Engagement </vt:lpstr>
      <vt:lpstr>Targeted Advertising </vt:lpstr>
      <vt:lpstr>Partnerships and Collaborations </vt:lpstr>
      <vt:lpstr>Monetization Strategies</vt:lpstr>
      <vt:lpstr>Optimize for Mobile and Desktop </vt:lpstr>
      <vt:lpstr>Leverage Social Media </vt:lpstr>
      <vt:lpstr>Email Marketing </vt:lpstr>
      <vt:lpstr>SEO and SEM </vt:lpstr>
      <vt:lpstr>03</vt:lpstr>
      <vt:lpstr>Introduction</vt:lpstr>
      <vt:lpstr>Curated Product Selection</vt:lpstr>
      <vt:lpstr>Ease of Use</vt:lpstr>
      <vt:lpstr>Content-Driven Commerce</vt:lpstr>
      <vt:lpstr>Customer Support</vt:lpstr>
      <vt:lpstr>Loyalty Programs and Discounts</vt:lpstr>
      <vt:lpstr>Secure Payment Options</vt:lpstr>
      <vt:lpstr>Marketing and Advertising</vt:lpstr>
      <vt:lpstr>Feedback and Improvement</vt:lpstr>
      <vt:lpstr>04</vt:lpstr>
      <vt:lpstr>Introduction</vt:lpstr>
      <vt:lpstr>Offer Diverse and Relevant Events</vt:lpstr>
      <vt:lpstr>Engaging and Interactive Formats</vt:lpstr>
      <vt:lpstr>High-Quality Production</vt:lpstr>
      <vt:lpstr>Monetization Strategies</vt:lpstr>
      <vt:lpstr>Effective Promotion and Marketing</vt:lpstr>
      <vt:lpstr>User-Friendly Experience</vt:lpstr>
      <vt:lpstr>Community Building</vt:lpstr>
      <vt:lpstr>Continuous Improvement and Feedback</vt:lpstr>
      <vt:lpstr>The best time in the world, cooking time!</vt:lpstr>
      <vt:lpstr>The best memories</vt:lpstr>
      <vt:lpstr>The warm smile that always comfort us</vt:lpstr>
      <vt:lpstr>Why we should take care of them</vt:lpstr>
      <vt:lpstr>Awesome words</vt:lpstr>
      <vt:lpstr>—Someone Famous</vt:lpstr>
      <vt:lpstr>A picture is worth a thousand words</vt:lpstr>
      <vt:lpstr>I love spending time with grandpa</vt:lpstr>
      <vt:lpstr>1,500</vt:lpstr>
      <vt:lpstr>300</vt:lpstr>
      <vt:lpstr>25%</vt:lpstr>
      <vt:lpstr>Our favorite activities</vt:lpstr>
      <vt:lpstr>75%</vt:lpstr>
      <vt:lpstr>Grandparents kindness</vt:lpstr>
      <vt:lpstr>Use a table!</vt:lpstr>
      <vt:lpstr>The story of getting older together</vt:lpstr>
      <vt:lpstr>Where I’ll take my grandparents to</vt:lpstr>
      <vt:lpstr>Greatest grandpa of all time</vt:lpstr>
      <vt:lpstr>Mars</vt:lpstr>
      <vt:lpstr>Percentages comparison</vt:lpstr>
      <vt:lpstr>Can’t wait to spend more time with them soon</vt:lpstr>
      <vt:lpstr>Unconditional love</vt:lpstr>
      <vt:lpstr>Family tree</vt:lpstr>
      <vt:lpstr>The best grandparents</vt:lpstr>
      <vt:lpstr>Tablet screenshot</vt:lpstr>
      <vt:lpstr>Desktop screenshot</vt:lpstr>
      <vt:lpstr>Mobile screenshot</vt:lpstr>
      <vt:lpstr>Thank you!</vt:lpstr>
      <vt:lpstr>Alternative resources</vt:lpstr>
      <vt:lpstr>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5279</cp:lastModifiedBy>
  <cp:revision>16</cp:revision>
  <dcterms:modified xsi:type="dcterms:W3CDTF">2024-06-12T10:15:52Z</dcterms:modified>
</cp:coreProperties>
</file>